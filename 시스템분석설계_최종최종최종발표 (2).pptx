
<file path=[Content_Types].xml><?xml version="1.0" encoding="utf-8"?>
<Types xmlns="http://schemas.openxmlformats.org/package/2006/content-types"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17"/>
  </p:notesMasterIdLst>
  <p:sldIdLst>
    <p:sldId id="871" r:id="rId2"/>
    <p:sldId id="869" r:id="rId3"/>
    <p:sldId id="872" r:id="rId4"/>
    <p:sldId id="874" r:id="rId5"/>
    <p:sldId id="875" r:id="rId6"/>
    <p:sldId id="876" r:id="rId7"/>
    <p:sldId id="873" r:id="rId8"/>
    <p:sldId id="877" r:id="rId9"/>
    <p:sldId id="883" r:id="rId10"/>
    <p:sldId id="884" r:id="rId11"/>
    <p:sldId id="882" r:id="rId12"/>
    <p:sldId id="880" r:id="rId13"/>
    <p:sldId id="885" r:id="rId14"/>
    <p:sldId id="867" r:id="rId15"/>
    <p:sldId id="865" r:id="rId16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1FD661"/>
    <a:srgbClr val="0088FF"/>
    <a:srgbClr val="855FAF"/>
    <a:srgbClr val="9473C0"/>
    <a:srgbClr val="A78DFF"/>
    <a:srgbClr val="7F9CFF"/>
    <a:srgbClr val="764BA2"/>
    <a:srgbClr val="667EEA"/>
    <a:srgbClr val="6D64C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29" autoAdjust="0"/>
    <p:restoredTop sz="94679"/>
  </p:normalViewPr>
  <p:slideViewPr>
    <p:cSldViewPr snapToGrid="0">
      <p:cViewPr varScale="1">
        <p:scale>
          <a:sx n="106" d="100"/>
          <a:sy n="106" d="100"/>
        </p:scale>
        <p:origin x="738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9117D64-9B8B-448A-9F14-D2687BE9BBAC}" type="datetimeFigureOut">
              <a:rPr lang="ko-KR" altLang="en-US" smtClean="0"/>
              <a:t>2025-11-11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E29B5CE-A735-4AEC-8611-50D1805E316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155687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E29B5CE-A735-4AEC-8611-50D1805E3160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349141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31586BD-0F56-465E-90DD-4F7EB5C22C4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D62D75AF-8D7E-477A-B06A-773B54B18A3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2D08B3-A9A6-4CA5-94A5-60BE4193B8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825B2C64-F6D0-4564-A934-9F517F7C49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73881C62-2657-4643-9CC9-89D68799A7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289567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C9BCD5E-CF2F-45CD-A1C5-FACE037AE6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6340CAA-7987-4F30-B10A-034CDBA23A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08DEE94-B9EB-437B-B87B-4D63439559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0C7A974-A07A-49C2-B147-F6EC850539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94EDD24-940C-445F-B974-623173FA1A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36186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955FC26-2554-4ACE-AD62-BF4C0D1507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5F7A203-776E-48E1-8F52-E0C0617239D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022283AA-0163-40C4-BD15-4B5D9779A6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1A8905D-720A-4884-BF88-251296BD5C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091F5B7E-479B-4C2C-9C2F-FC3D3BAF24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86834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A78C707-FFC8-4A24-BA23-EF9EC44675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2160DF4-3AB1-42B3-8971-B823E5CB29C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EB6BFC4C-B0FA-4F91-8D27-3D1AF4C2C73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62FAC31B-12B8-44B6-A9E9-8F967BCFB4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FFAD4C5-4E96-46C0-9033-3CF48A7223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F8F5A243-79AB-498E-9F6B-C0EA9EA192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292475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2839153-E8CD-49CF-A352-CE2C89DD0C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79D2D86D-B04B-4F6E-8B70-CEEE8EE74D2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1ADF040F-70C5-4670-BDE4-017C92D5B3A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002EE54B-8A53-409D-B09E-64BD2F952B8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C2B72209-6EC7-4418-A78D-417AB466F56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8F99256C-B33C-4980-B58A-185F1B5080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10D41821-F2CE-4C29-8132-70323EDD61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98C219DB-B597-4742-98CD-2CAE4BE502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799328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86D106D-5995-4C96-A34B-80776AE9EE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FF2DA30-6E46-4781-A24E-22BEFDC936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B6E6DFE5-8E83-400E-805F-69D1FE7310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0DD16593-628A-472D-A9C3-C41BD8886B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514216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49B1C4D2-3722-4C1D-B0E4-3ABC0DA4CA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C3A393B7-AE11-4029-9D65-0BDEFB02DC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B9F3B94-79EC-477D-B625-FF12E8701F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03133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8D40AC1-6795-4CA4-8863-90C130E9FF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0AA3D37-5CDD-4F3C-8395-110B38116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2E09C48F-85AB-4E64-BEFA-3A18C6A9F9C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B6C7D03F-6B67-4E51-B669-6A0E67E1E6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085481C9-7778-4E3B-A752-9007B5C851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E0C20EB4-E727-4E37-91E3-2D601E7FF3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2978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50C0D57-3EBF-4D7D-9103-029D562A31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1925C662-F8E6-4896-9E6B-19D16B20995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57ED9F6B-4286-432D-A5CB-100E7F77658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BAD39F7-71D8-4D10-B6E7-04E0D95EBD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043C73A8-E25B-4949-B956-80A5EC260F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777CE8D1-E11F-4E87-B585-E1E5C9463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8152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098AADC-F389-4BCD-9E52-49B7E64907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E1A3D60F-143D-47A7-90DD-8D2052D74E4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98D2913F-34A8-4E19-BE54-298D842C8B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86ADB15-0821-4678-8A84-0615C96187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E5E1647-A311-42C8-900F-03252A535E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82534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742E21EA-AC61-43C5-AA22-71763E0491C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7ED08377-D434-4883-933D-05403373BCD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B76BEFAE-52A5-4771-A24E-66D37EDBFE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67F5FDAD-E360-45AB-9254-5D5A1437A3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B879758A-1063-49CC-A47B-5A24925A9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89568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7718C337-9B27-40D3-A9B2-4005EE7EA8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9B69189F-28A1-4057-8CE9-3B76810BF95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5F256D8-7BB6-49E2-954E-EF9E05DBF8F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76BE8F7-8EF6-4880-9F1A-6D10965A8681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2025-11-11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B38B22D-A8A6-4CDF-89EF-E670765EC8E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EBBC4C3-52FC-436A-A3AE-F6A5F52B66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2A3BBB8-EBE5-4A2B-AB70-89540E1C96C3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74382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1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89000">
              <a:srgbClr val="855FAF"/>
            </a:gs>
            <a:gs pos="0">
              <a:srgbClr val="7F9CFF"/>
            </a:gs>
          </a:gsLst>
          <a:lin ang="8100000" scaled="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A4A1CCC-F643-95B2-7DBF-90C5C94678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>
            <a:extLst>
              <a:ext uri="{FF2B5EF4-FFF2-40B4-BE49-F238E27FC236}">
                <a16:creationId xmlns:a16="http://schemas.microsoft.com/office/drawing/2014/main" id="{DC377FDB-2C6F-442E-1495-7494BD6A70B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241189" y="572770"/>
            <a:ext cx="6382486" cy="6297930"/>
            <a:chOff x="1651" y="0"/>
            <a:chExt cx="4378" cy="432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B841C8F6-C9E0-6778-9EF9-C2B9FF15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764"/>
              <a:ext cx="2463" cy="2396"/>
            </a:xfrm>
            <a:custGeom>
              <a:avLst/>
              <a:gdLst>
                <a:gd name="T0" fmla="*/ 2401 w 7390"/>
                <a:gd name="T1" fmla="*/ 4 h 7190"/>
                <a:gd name="T2" fmla="*/ 2575 w 7390"/>
                <a:gd name="T3" fmla="*/ 147 h 7190"/>
                <a:gd name="T4" fmla="*/ 2850 w 7390"/>
                <a:gd name="T5" fmla="*/ 389 h 7190"/>
                <a:gd name="T6" fmla="*/ 3074 w 7390"/>
                <a:gd name="T7" fmla="*/ 505 h 7190"/>
                <a:gd name="T8" fmla="*/ 3386 w 7390"/>
                <a:gd name="T9" fmla="*/ 573 h 7190"/>
                <a:gd name="T10" fmla="*/ 3793 w 7390"/>
                <a:gd name="T11" fmla="*/ 597 h 7190"/>
                <a:gd name="T12" fmla="*/ 4270 w 7390"/>
                <a:gd name="T13" fmla="*/ 565 h 7190"/>
                <a:gd name="T14" fmla="*/ 4727 w 7390"/>
                <a:gd name="T15" fmla="*/ 472 h 7190"/>
                <a:gd name="T16" fmla="*/ 5208 w 7390"/>
                <a:gd name="T17" fmla="*/ 312 h 7190"/>
                <a:gd name="T18" fmla="*/ 5529 w 7390"/>
                <a:gd name="T19" fmla="*/ 423 h 7190"/>
                <a:gd name="T20" fmla="*/ 6409 w 7390"/>
                <a:gd name="T21" fmla="*/ 807 h 7190"/>
                <a:gd name="T22" fmla="*/ 6654 w 7390"/>
                <a:gd name="T23" fmla="*/ 955 h 7190"/>
                <a:gd name="T24" fmla="*/ 6824 w 7390"/>
                <a:gd name="T25" fmla="*/ 1124 h 7190"/>
                <a:gd name="T26" fmla="*/ 7015 w 7390"/>
                <a:gd name="T27" fmla="*/ 1388 h 7190"/>
                <a:gd name="T28" fmla="*/ 7148 w 7390"/>
                <a:gd name="T29" fmla="*/ 1667 h 7190"/>
                <a:gd name="T30" fmla="*/ 7224 w 7390"/>
                <a:gd name="T31" fmla="*/ 2006 h 7190"/>
                <a:gd name="T32" fmla="*/ 7349 w 7390"/>
                <a:gd name="T33" fmla="*/ 4125 h 7190"/>
                <a:gd name="T34" fmla="*/ 7390 w 7390"/>
                <a:gd name="T35" fmla="*/ 5235 h 7190"/>
                <a:gd name="T36" fmla="*/ 7342 w 7390"/>
                <a:gd name="T37" fmla="*/ 5642 h 7190"/>
                <a:gd name="T38" fmla="*/ 7235 w 7390"/>
                <a:gd name="T39" fmla="*/ 6102 h 7190"/>
                <a:gd name="T40" fmla="*/ 7094 w 7390"/>
                <a:gd name="T41" fmla="*/ 6531 h 7190"/>
                <a:gd name="T42" fmla="*/ 6941 w 7390"/>
                <a:gd name="T43" fmla="*/ 6847 h 7190"/>
                <a:gd name="T44" fmla="*/ 6750 w 7390"/>
                <a:gd name="T45" fmla="*/ 7031 h 7190"/>
                <a:gd name="T46" fmla="*/ 6448 w 7390"/>
                <a:gd name="T47" fmla="*/ 7170 h 7190"/>
                <a:gd name="T48" fmla="*/ 6284 w 7390"/>
                <a:gd name="T49" fmla="*/ 7190 h 7190"/>
                <a:gd name="T50" fmla="*/ 6147 w 7390"/>
                <a:gd name="T51" fmla="*/ 7173 h 7190"/>
                <a:gd name="T52" fmla="*/ 5833 w 7390"/>
                <a:gd name="T53" fmla="*/ 7034 h 7190"/>
                <a:gd name="T54" fmla="*/ 5580 w 7390"/>
                <a:gd name="T55" fmla="*/ 6855 h 7190"/>
                <a:gd name="T56" fmla="*/ 5295 w 7390"/>
                <a:gd name="T57" fmla="*/ 6579 h 7190"/>
                <a:gd name="T58" fmla="*/ 5011 w 7390"/>
                <a:gd name="T59" fmla="*/ 6199 h 7190"/>
                <a:gd name="T60" fmla="*/ 4290 w 7390"/>
                <a:gd name="T61" fmla="*/ 5066 h 7190"/>
                <a:gd name="T62" fmla="*/ 4127 w 7390"/>
                <a:gd name="T63" fmla="*/ 4804 h 7190"/>
                <a:gd name="T64" fmla="*/ 3691 w 7390"/>
                <a:gd name="T65" fmla="*/ 4293 h 7190"/>
                <a:gd name="T66" fmla="*/ 3822 w 7390"/>
                <a:gd name="T67" fmla="*/ 4077 h 7190"/>
                <a:gd name="T68" fmla="*/ 4096 w 7390"/>
                <a:gd name="T69" fmla="*/ 3862 h 7190"/>
                <a:gd name="T70" fmla="*/ 4230 w 7390"/>
                <a:gd name="T71" fmla="*/ 3712 h 7190"/>
                <a:gd name="T72" fmla="*/ 4501 w 7390"/>
                <a:gd name="T73" fmla="*/ 3243 h 7190"/>
                <a:gd name="T74" fmla="*/ 4561 w 7390"/>
                <a:gd name="T75" fmla="*/ 3084 h 7190"/>
                <a:gd name="T76" fmla="*/ 4427 w 7390"/>
                <a:gd name="T77" fmla="*/ 3072 h 7190"/>
                <a:gd name="T78" fmla="*/ 3790 w 7390"/>
                <a:gd name="T79" fmla="*/ 2356 h 7190"/>
                <a:gd name="T80" fmla="*/ 3474 w 7390"/>
                <a:gd name="T81" fmla="*/ 2134 h 7190"/>
                <a:gd name="T82" fmla="*/ 2891 w 7390"/>
                <a:gd name="T83" fmla="*/ 1804 h 7190"/>
                <a:gd name="T84" fmla="*/ 2058 w 7390"/>
                <a:gd name="T85" fmla="*/ 1417 h 7190"/>
                <a:gd name="T86" fmla="*/ 1806 w 7390"/>
                <a:gd name="T87" fmla="*/ 1328 h 7190"/>
                <a:gd name="T88" fmla="*/ 1668 w 7390"/>
                <a:gd name="T89" fmla="*/ 1270 h 7190"/>
                <a:gd name="T90" fmla="*/ 1513 w 7390"/>
                <a:gd name="T91" fmla="*/ 1183 h 7190"/>
                <a:gd name="T92" fmla="*/ 1373 w 7390"/>
                <a:gd name="T93" fmla="*/ 1056 h 7190"/>
                <a:gd name="T94" fmla="*/ 1228 w 7390"/>
                <a:gd name="T95" fmla="*/ 958 h 7190"/>
                <a:gd name="T96" fmla="*/ 1155 w 7390"/>
                <a:gd name="T97" fmla="*/ 935 h 7190"/>
                <a:gd name="T98" fmla="*/ 1111 w 7390"/>
                <a:gd name="T99" fmla="*/ 973 h 7190"/>
                <a:gd name="T100" fmla="*/ 1062 w 7390"/>
                <a:gd name="T101" fmla="*/ 1093 h 7190"/>
                <a:gd name="T102" fmla="*/ 1080 w 7390"/>
                <a:gd name="T103" fmla="*/ 1221 h 7190"/>
                <a:gd name="T104" fmla="*/ 1123 w 7390"/>
                <a:gd name="T105" fmla="*/ 1304 h 7190"/>
                <a:gd name="T106" fmla="*/ 724 w 7390"/>
                <a:gd name="T107" fmla="*/ 1298 h 7190"/>
                <a:gd name="T108" fmla="*/ 208 w 7390"/>
                <a:gd name="T109" fmla="*/ 1270 h 7190"/>
                <a:gd name="T110" fmla="*/ 1 w 7390"/>
                <a:gd name="T111" fmla="*/ 1253 h 7190"/>
                <a:gd name="T112" fmla="*/ 112 w 7390"/>
                <a:gd name="T113" fmla="*/ 1065 h 7190"/>
                <a:gd name="T114" fmla="*/ 392 w 7390"/>
                <a:gd name="T115" fmla="*/ 706 h 7190"/>
                <a:gd name="T116" fmla="*/ 646 w 7390"/>
                <a:gd name="T117" fmla="*/ 384 h 7190"/>
                <a:gd name="T118" fmla="*/ 842 w 7390"/>
                <a:gd name="T119" fmla="*/ 225 h 7190"/>
                <a:gd name="T120" fmla="*/ 1215 w 7390"/>
                <a:gd name="T121" fmla="*/ 73 h 7190"/>
                <a:gd name="T122" fmla="*/ 1644 w 7390"/>
                <a:gd name="T123" fmla="*/ 9 h 7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90" h="7190">
                  <a:moveTo>
                    <a:pt x="1769" y="3"/>
                  </a:moveTo>
                  <a:lnTo>
                    <a:pt x="1769" y="3"/>
                  </a:lnTo>
                  <a:lnTo>
                    <a:pt x="1850" y="1"/>
                  </a:lnTo>
                  <a:lnTo>
                    <a:pt x="1929" y="0"/>
                  </a:lnTo>
                  <a:lnTo>
                    <a:pt x="2087" y="1"/>
                  </a:lnTo>
                  <a:lnTo>
                    <a:pt x="2245" y="4"/>
                  </a:lnTo>
                  <a:lnTo>
                    <a:pt x="2401" y="4"/>
                  </a:lnTo>
                  <a:lnTo>
                    <a:pt x="2401" y="4"/>
                  </a:lnTo>
                  <a:lnTo>
                    <a:pt x="2451" y="5"/>
                  </a:lnTo>
                  <a:lnTo>
                    <a:pt x="2451" y="5"/>
                  </a:lnTo>
                  <a:lnTo>
                    <a:pt x="2466" y="24"/>
                  </a:lnTo>
                  <a:lnTo>
                    <a:pt x="2508" y="74"/>
                  </a:lnTo>
                  <a:lnTo>
                    <a:pt x="2539" y="109"/>
                  </a:lnTo>
                  <a:lnTo>
                    <a:pt x="2575" y="147"/>
                  </a:lnTo>
                  <a:lnTo>
                    <a:pt x="2615" y="189"/>
                  </a:lnTo>
                  <a:lnTo>
                    <a:pt x="2660" y="234"/>
                  </a:lnTo>
                  <a:lnTo>
                    <a:pt x="2710" y="279"/>
                  </a:lnTo>
                  <a:lnTo>
                    <a:pt x="2763" y="324"/>
                  </a:lnTo>
                  <a:lnTo>
                    <a:pt x="2792" y="345"/>
                  </a:lnTo>
                  <a:lnTo>
                    <a:pt x="2821" y="367"/>
                  </a:lnTo>
                  <a:lnTo>
                    <a:pt x="2850" y="389"/>
                  </a:lnTo>
                  <a:lnTo>
                    <a:pt x="2881" y="408"/>
                  </a:lnTo>
                  <a:lnTo>
                    <a:pt x="2912" y="427"/>
                  </a:lnTo>
                  <a:lnTo>
                    <a:pt x="2943" y="446"/>
                  </a:lnTo>
                  <a:lnTo>
                    <a:pt x="2975" y="463"/>
                  </a:lnTo>
                  <a:lnTo>
                    <a:pt x="3007" y="478"/>
                  </a:lnTo>
                  <a:lnTo>
                    <a:pt x="3040" y="492"/>
                  </a:lnTo>
                  <a:lnTo>
                    <a:pt x="3074" y="505"/>
                  </a:lnTo>
                  <a:lnTo>
                    <a:pt x="3107" y="515"/>
                  </a:lnTo>
                  <a:lnTo>
                    <a:pt x="3141" y="524"/>
                  </a:lnTo>
                  <a:lnTo>
                    <a:pt x="3141" y="524"/>
                  </a:lnTo>
                  <a:lnTo>
                    <a:pt x="3206" y="538"/>
                  </a:lnTo>
                  <a:lnTo>
                    <a:pt x="3269" y="551"/>
                  </a:lnTo>
                  <a:lnTo>
                    <a:pt x="3329" y="563"/>
                  </a:lnTo>
                  <a:lnTo>
                    <a:pt x="3386" y="573"/>
                  </a:lnTo>
                  <a:lnTo>
                    <a:pt x="3442" y="581"/>
                  </a:lnTo>
                  <a:lnTo>
                    <a:pt x="3499" y="587"/>
                  </a:lnTo>
                  <a:lnTo>
                    <a:pt x="3555" y="592"/>
                  </a:lnTo>
                  <a:lnTo>
                    <a:pt x="3611" y="595"/>
                  </a:lnTo>
                  <a:lnTo>
                    <a:pt x="3670" y="597"/>
                  </a:lnTo>
                  <a:lnTo>
                    <a:pt x="3730" y="597"/>
                  </a:lnTo>
                  <a:lnTo>
                    <a:pt x="3793" y="597"/>
                  </a:lnTo>
                  <a:lnTo>
                    <a:pt x="3860" y="595"/>
                  </a:lnTo>
                  <a:lnTo>
                    <a:pt x="3931" y="592"/>
                  </a:lnTo>
                  <a:lnTo>
                    <a:pt x="4008" y="587"/>
                  </a:lnTo>
                  <a:lnTo>
                    <a:pt x="4178" y="575"/>
                  </a:lnTo>
                  <a:lnTo>
                    <a:pt x="4178" y="575"/>
                  </a:lnTo>
                  <a:lnTo>
                    <a:pt x="4224" y="570"/>
                  </a:lnTo>
                  <a:lnTo>
                    <a:pt x="4270" y="565"/>
                  </a:lnTo>
                  <a:lnTo>
                    <a:pt x="4317" y="560"/>
                  </a:lnTo>
                  <a:lnTo>
                    <a:pt x="4363" y="552"/>
                  </a:lnTo>
                  <a:lnTo>
                    <a:pt x="4410" y="545"/>
                  </a:lnTo>
                  <a:lnTo>
                    <a:pt x="4456" y="536"/>
                  </a:lnTo>
                  <a:lnTo>
                    <a:pt x="4549" y="517"/>
                  </a:lnTo>
                  <a:lnTo>
                    <a:pt x="4638" y="495"/>
                  </a:lnTo>
                  <a:lnTo>
                    <a:pt x="4727" y="472"/>
                  </a:lnTo>
                  <a:lnTo>
                    <a:pt x="4809" y="448"/>
                  </a:lnTo>
                  <a:lnTo>
                    <a:pt x="4889" y="425"/>
                  </a:lnTo>
                  <a:lnTo>
                    <a:pt x="4961" y="400"/>
                  </a:lnTo>
                  <a:lnTo>
                    <a:pt x="5028" y="379"/>
                  </a:lnTo>
                  <a:lnTo>
                    <a:pt x="5086" y="357"/>
                  </a:lnTo>
                  <a:lnTo>
                    <a:pt x="5136" y="339"/>
                  </a:lnTo>
                  <a:lnTo>
                    <a:pt x="5208" y="312"/>
                  </a:lnTo>
                  <a:lnTo>
                    <a:pt x="5233" y="302"/>
                  </a:lnTo>
                  <a:lnTo>
                    <a:pt x="5233" y="302"/>
                  </a:lnTo>
                  <a:lnTo>
                    <a:pt x="5298" y="331"/>
                  </a:lnTo>
                  <a:lnTo>
                    <a:pt x="5370" y="361"/>
                  </a:lnTo>
                  <a:lnTo>
                    <a:pt x="5448" y="391"/>
                  </a:lnTo>
                  <a:lnTo>
                    <a:pt x="5529" y="423"/>
                  </a:lnTo>
                  <a:lnTo>
                    <a:pt x="5529" y="423"/>
                  </a:lnTo>
                  <a:lnTo>
                    <a:pt x="5677" y="480"/>
                  </a:lnTo>
                  <a:lnTo>
                    <a:pt x="5819" y="536"/>
                  </a:lnTo>
                  <a:lnTo>
                    <a:pt x="5954" y="592"/>
                  </a:lnTo>
                  <a:lnTo>
                    <a:pt x="6082" y="648"/>
                  </a:lnTo>
                  <a:lnTo>
                    <a:pt x="6201" y="703"/>
                  </a:lnTo>
                  <a:lnTo>
                    <a:pt x="6311" y="756"/>
                  </a:lnTo>
                  <a:lnTo>
                    <a:pt x="6409" y="807"/>
                  </a:lnTo>
                  <a:lnTo>
                    <a:pt x="6455" y="831"/>
                  </a:lnTo>
                  <a:lnTo>
                    <a:pt x="6497" y="854"/>
                  </a:lnTo>
                  <a:lnTo>
                    <a:pt x="6497" y="854"/>
                  </a:lnTo>
                  <a:lnTo>
                    <a:pt x="6558" y="890"/>
                  </a:lnTo>
                  <a:lnTo>
                    <a:pt x="6610" y="924"/>
                  </a:lnTo>
                  <a:lnTo>
                    <a:pt x="6633" y="940"/>
                  </a:lnTo>
                  <a:lnTo>
                    <a:pt x="6654" y="955"/>
                  </a:lnTo>
                  <a:lnTo>
                    <a:pt x="6673" y="970"/>
                  </a:lnTo>
                  <a:lnTo>
                    <a:pt x="6688" y="984"/>
                  </a:lnTo>
                  <a:lnTo>
                    <a:pt x="6688" y="984"/>
                  </a:lnTo>
                  <a:lnTo>
                    <a:pt x="6715" y="1010"/>
                  </a:lnTo>
                  <a:lnTo>
                    <a:pt x="6748" y="1042"/>
                  </a:lnTo>
                  <a:lnTo>
                    <a:pt x="6784" y="1080"/>
                  </a:lnTo>
                  <a:lnTo>
                    <a:pt x="6824" y="1124"/>
                  </a:lnTo>
                  <a:lnTo>
                    <a:pt x="6864" y="1172"/>
                  </a:lnTo>
                  <a:lnTo>
                    <a:pt x="6908" y="1227"/>
                  </a:lnTo>
                  <a:lnTo>
                    <a:pt x="6930" y="1257"/>
                  </a:lnTo>
                  <a:lnTo>
                    <a:pt x="6951" y="1287"/>
                  </a:lnTo>
                  <a:lnTo>
                    <a:pt x="6973" y="1321"/>
                  </a:lnTo>
                  <a:lnTo>
                    <a:pt x="6995" y="1354"/>
                  </a:lnTo>
                  <a:lnTo>
                    <a:pt x="7015" y="1388"/>
                  </a:lnTo>
                  <a:lnTo>
                    <a:pt x="7037" y="1424"/>
                  </a:lnTo>
                  <a:lnTo>
                    <a:pt x="7057" y="1461"/>
                  </a:lnTo>
                  <a:lnTo>
                    <a:pt x="7076" y="1500"/>
                  </a:lnTo>
                  <a:lnTo>
                    <a:pt x="7095" y="1541"/>
                  </a:lnTo>
                  <a:lnTo>
                    <a:pt x="7113" y="1581"/>
                  </a:lnTo>
                  <a:lnTo>
                    <a:pt x="7131" y="1624"/>
                  </a:lnTo>
                  <a:lnTo>
                    <a:pt x="7148" y="1667"/>
                  </a:lnTo>
                  <a:lnTo>
                    <a:pt x="7163" y="1712"/>
                  </a:lnTo>
                  <a:lnTo>
                    <a:pt x="7177" y="1758"/>
                  </a:lnTo>
                  <a:lnTo>
                    <a:pt x="7189" y="1805"/>
                  </a:lnTo>
                  <a:lnTo>
                    <a:pt x="7200" y="1854"/>
                  </a:lnTo>
                  <a:lnTo>
                    <a:pt x="7210" y="1902"/>
                  </a:lnTo>
                  <a:lnTo>
                    <a:pt x="7218" y="1953"/>
                  </a:lnTo>
                  <a:lnTo>
                    <a:pt x="7224" y="2006"/>
                  </a:lnTo>
                  <a:lnTo>
                    <a:pt x="7230" y="2058"/>
                  </a:lnTo>
                  <a:lnTo>
                    <a:pt x="7230" y="2058"/>
                  </a:lnTo>
                  <a:lnTo>
                    <a:pt x="7247" y="2336"/>
                  </a:lnTo>
                  <a:lnTo>
                    <a:pt x="7270" y="2717"/>
                  </a:lnTo>
                  <a:lnTo>
                    <a:pt x="7297" y="3165"/>
                  </a:lnTo>
                  <a:lnTo>
                    <a:pt x="7324" y="3647"/>
                  </a:lnTo>
                  <a:lnTo>
                    <a:pt x="7349" y="4125"/>
                  </a:lnTo>
                  <a:lnTo>
                    <a:pt x="7371" y="4565"/>
                  </a:lnTo>
                  <a:lnTo>
                    <a:pt x="7379" y="4759"/>
                  </a:lnTo>
                  <a:lnTo>
                    <a:pt x="7385" y="4931"/>
                  </a:lnTo>
                  <a:lnTo>
                    <a:pt x="7389" y="5074"/>
                  </a:lnTo>
                  <a:lnTo>
                    <a:pt x="7390" y="5186"/>
                  </a:lnTo>
                  <a:lnTo>
                    <a:pt x="7390" y="5186"/>
                  </a:lnTo>
                  <a:lnTo>
                    <a:pt x="7390" y="5235"/>
                  </a:lnTo>
                  <a:lnTo>
                    <a:pt x="7388" y="5286"/>
                  </a:lnTo>
                  <a:lnTo>
                    <a:pt x="7383" y="5341"/>
                  </a:lnTo>
                  <a:lnTo>
                    <a:pt x="7378" y="5397"/>
                  </a:lnTo>
                  <a:lnTo>
                    <a:pt x="7370" y="5456"/>
                  </a:lnTo>
                  <a:lnTo>
                    <a:pt x="7362" y="5516"/>
                  </a:lnTo>
                  <a:lnTo>
                    <a:pt x="7352" y="5578"/>
                  </a:lnTo>
                  <a:lnTo>
                    <a:pt x="7342" y="5642"/>
                  </a:lnTo>
                  <a:lnTo>
                    <a:pt x="7329" y="5705"/>
                  </a:lnTo>
                  <a:lnTo>
                    <a:pt x="7316" y="5771"/>
                  </a:lnTo>
                  <a:lnTo>
                    <a:pt x="7301" y="5837"/>
                  </a:lnTo>
                  <a:lnTo>
                    <a:pt x="7286" y="5904"/>
                  </a:lnTo>
                  <a:lnTo>
                    <a:pt x="7270" y="5970"/>
                  </a:lnTo>
                  <a:lnTo>
                    <a:pt x="7252" y="6035"/>
                  </a:lnTo>
                  <a:lnTo>
                    <a:pt x="7235" y="6102"/>
                  </a:lnTo>
                  <a:lnTo>
                    <a:pt x="7217" y="6167"/>
                  </a:lnTo>
                  <a:lnTo>
                    <a:pt x="7198" y="6231"/>
                  </a:lnTo>
                  <a:lnTo>
                    <a:pt x="7177" y="6295"/>
                  </a:lnTo>
                  <a:lnTo>
                    <a:pt x="7157" y="6356"/>
                  </a:lnTo>
                  <a:lnTo>
                    <a:pt x="7136" y="6416"/>
                  </a:lnTo>
                  <a:lnTo>
                    <a:pt x="7115" y="6475"/>
                  </a:lnTo>
                  <a:lnTo>
                    <a:pt x="7094" y="6531"/>
                  </a:lnTo>
                  <a:lnTo>
                    <a:pt x="7073" y="6586"/>
                  </a:lnTo>
                  <a:lnTo>
                    <a:pt x="7051" y="6637"/>
                  </a:lnTo>
                  <a:lnTo>
                    <a:pt x="7028" y="6686"/>
                  </a:lnTo>
                  <a:lnTo>
                    <a:pt x="7006" y="6731"/>
                  </a:lnTo>
                  <a:lnTo>
                    <a:pt x="6984" y="6773"/>
                  </a:lnTo>
                  <a:lnTo>
                    <a:pt x="6963" y="6812"/>
                  </a:lnTo>
                  <a:lnTo>
                    <a:pt x="6941" y="6847"/>
                  </a:lnTo>
                  <a:lnTo>
                    <a:pt x="6919" y="6878"/>
                  </a:lnTo>
                  <a:lnTo>
                    <a:pt x="6899" y="6905"/>
                  </a:lnTo>
                  <a:lnTo>
                    <a:pt x="6879" y="6926"/>
                  </a:lnTo>
                  <a:lnTo>
                    <a:pt x="6879" y="6926"/>
                  </a:lnTo>
                  <a:lnTo>
                    <a:pt x="6836" y="6965"/>
                  </a:lnTo>
                  <a:lnTo>
                    <a:pt x="6794" y="6999"/>
                  </a:lnTo>
                  <a:lnTo>
                    <a:pt x="6750" y="7031"/>
                  </a:lnTo>
                  <a:lnTo>
                    <a:pt x="6705" y="7062"/>
                  </a:lnTo>
                  <a:lnTo>
                    <a:pt x="6659" y="7087"/>
                  </a:lnTo>
                  <a:lnTo>
                    <a:pt x="6613" y="7112"/>
                  </a:lnTo>
                  <a:lnTo>
                    <a:pt x="6567" y="7132"/>
                  </a:lnTo>
                  <a:lnTo>
                    <a:pt x="6520" y="7150"/>
                  </a:lnTo>
                  <a:lnTo>
                    <a:pt x="6473" y="7164"/>
                  </a:lnTo>
                  <a:lnTo>
                    <a:pt x="6448" y="7170"/>
                  </a:lnTo>
                  <a:lnTo>
                    <a:pt x="6425" y="7176"/>
                  </a:lnTo>
                  <a:lnTo>
                    <a:pt x="6401" y="7179"/>
                  </a:lnTo>
                  <a:lnTo>
                    <a:pt x="6378" y="7183"/>
                  </a:lnTo>
                  <a:lnTo>
                    <a:pt x="6354" y="7186"/>
                  </a:lnTo>
                  <a:lnTo>
                    <a:pt x="6331" y="7188"/>
                  </a:lnTo>
                  <a:lnTo>
                    <a:pt x="6307" y="7190"/>
                  </a:lnTo>
                  <a:lnTo>
                    <a:pt x="6284" y="7190"/>
                  </a:lnTo>
                  <a:lnTo>
                    <a:pt x="6261" y="7190"/>
                  </a:lnTo>
                  <a:lnTo>
                    <a:pt x="6238" y="7188"/>
                  </a:lnTo>
                  <a:lnTo>
                    <a:pt x="6215" y="7186"/>
                  </a:lnTo>
                  <a:lnTo>
                    <a:pt x="6192" y="7182"/>
                  </a:lnTo>
                  <a:lnTo>
                    <a:pt x="6169" y="7178"/>
                  </a:lnTo>
                  <a:lnTo>
                    <a:pt x="6147" y="7173"/>
                  </a:lnTo>
                  <a:lnTo>
                    <a:pt x="6147" y="7173"/>
                  </a:lnTo>
                  <a:lnTo>
                    <a:pt x="6109" y="7163"/>
                  </a:lnTo>
                  <a:lnTo>
                    <a:pt x="6069" y="7150"/>
                  </a:lnTo>
                  <a:lnTo>
                    <a:pt x="6026" y="7133"/>
                  </a:lnTo>
                  <a:lnTo>
                    <a:pt x="5981" y="7113"/>
                  </a:lnTo>
                  <a:lnTo>
                    <a:pt x="5933" y="7090"/>
                  </a:lnTo>
                  <a:lnTo>
                    <a:pt x="5884" y="7064"/>
                  </a:lnTo>
                  <a:lnTo>
                    <a:pt x="5833" y="7034"/>
                  </a:lnTo>
                  <a:lnTo>
                    <a:pt x="5781" y="7002"/>
                  </a:lnTo>
                  <a:lnTo>
                    <a:pt x="5781" y="7002"/>
                  </a:lnTo>
                  <a:lnTo>
                    <a:pt x="5741" y="6976"/>
                  </a:lnTo>
                  <a:lnTo>
                    <a:pt x="5702" y="6948"/>
                  </a:lnTo>
                  <a:lnTo>
                    <a:pt x="5661" y="6919"/>
                  </a:lnTo>
                  <a:lnTo>
                    <a:pt x="5620" y="6888"/>
                  </a:lnTo>
                  <a:lnTo>
                    <a:pt x="5580" y="6855"/>
                  </a:lnTo>
                  <a:lnTo>
                    <a:pt x="5538" y="6820"/>
                  </a:lnTo>
                  <a:lnTo>
                    <a:pt x="5497" y="6784"/>
                  </a:lnTo>
                  <a:lnTo>
                    <a:pt x="5457" y="6746"/>
                  </a:lnTo>
                  <a:lnTo>
                    <a:pt x="5416" y="6708"/>
                  </a:lnTo>
                  <a:lnTo>
                    <a:pt x="5375" y="6665"/>
                  </a:lnTo>
                  <a:lnTo>
                    <a:pt x="5335" y="6623"/>
                  </a:lnTo>
                  <a:lnTo>
                    <a:pt x="5295" y="6579"/>
                  </a:lnTo>
                  <a:lnTo>
                    <a:pt x="5255" y="6533"/>
                  </a:lnTo>
                  <a:lnTo>
                    <a:pt x="5217" y="6485"/>
                  </a:lnTo>
                  <a:lnTo>
                    <a:pt x="5178" y="6435"/>
                  </a:lnTo>
                  <a:lnTo>
                    <a:pt x="5141" y="6384"/>
                  </a:lnTo>
                  <a:lnTo>
                    <a:pt x="5141" y="6384"/>
                  </a:lnTo>
                  <a:lnTo>
                    <a:pt x="5078" y="6293"/>
                  </a:lnTo>
                  <a:lnTo>
                    <a:pt x="5011" y="6199"/>
                  </a:lnTo>
                  <a:lnTo>
                    <a:pt x="4944" y="6099"/>
                  </a:lnTo>
                  <a:lnTo>
                    <a:pt x="4876" y="5997"/>
                  </a:lnTo>
                  <a:lnTo>
                    <a:pt x="4739" y="5789"/>
                  </a:lnTo>
                  <a:lnTo>
                    <a:pt x="4607" y="5583"/>
                  </a:lnTo>
                  <a:lnTo>
                    <a:pt x="4484" y="5387"/>
                  </a:lnTo>
                  <a:lnTo>
                    <a:pt x="4377" y="5212"/>
                  </a:lnTo>
                  <a:lnTo>
                    <a:pt x="4290" y="5066"/>
                  </a:lnTo>
                  <a:lnTo>
                    <a:pt x="4257" y="5006"/>
                  </a:lnTo>
                  <a:lnTo>
                    <a:pt x="4230" y="4958"/>
                  </a:lnTo>
                  <a:lnTo>
                    <a:pt x="4230" y="4958"/>
                  </a:lnTo>
                  <a:lnTo>
                    <a:pt x="4217" y="4936"/>
                  </a:lnTo>
                  <a:lnTo>
                    <a:pt x="4202" y="4912"/>
                  </a:lnTo>
                  <a:lnTo>
                    <a:pt x="4167" y="4860"/>
                  </a:lnTo>
                  <a:lnTo>
                    <a:pt x="4127" y="4804"/>
                  </a:lnTo>
                  <a:lnTo>
                    <a:pt x="4081" y="4744"/>
                  </a:lnTo>
                  <a:lnTo>
                    <a:pt x="4032" y="4683"/>
                  </a:lnTo>
                  <a:lnTo>
                    <a:pt x="3980" y="4620"/>
                  </a:lnTo>
                  <a:lnTo>
                    <a:pt x="3928" y="4557"/>
                  </a:lnTo>
                  <a:lnTo>
                    <a:pt x="3875" y="4497"/>
                  </a:lnTo>
                  <a:lnTo>
                    <a:pt x="3776" y="4385"/>
                  </a:lnTo>
                  <a:lnTo>
                    <a:pt x="3691" y="4293"/>
                  </a:lnTo>
                  <a:lnTo>
                    <a:pt x="3612" y="4207"/>
                  </a:lnTo>
                  <a:lnTo>
                    <a:pt x="3612" y="4207"/>
                  </a:lnTo>
                  <a:lnTo>
                    <a:pt x="3629" y="4198"/>
                  </a:lnTo>
                  <a:lnTo>
                    <a:pt x="3674" y="4171"/>
                  </a:lnTo>
                  <a:lnTo>
                    <a:pt x="3740" y="4131"/>
                  </a:lnTo>
                  <a:lnTo>
                    <a:pt x="3779" y="4105"/>
                  </a:lnTo>
                  <a:lnTo>
                    <a:pt x="3822" y="4077"/>
                  </a:lnTo>
                  <a:lnTo>
                    <a:pt x="3822" y="4077"/>
                  </a:lnTo>
                  <a:lnTo>
                    <a:pt x="3875" y="4040"/>
                  </a:lnTo>
                  <a:lnTo>
                    <a:pt x="3931" y="3999"/>
                  </a:lnTo>
                  <a:lnTo>
                    <a:pt x="3987" y="3955"/>
                  </a:lnTo>
                  <a:lnTo>
                    <a:pt x="4042" y="3909"/>
                  </a:lnTo>
                  <a:lnTo>
                    <a:pt x="4070" y="3886"/>
                  </a:lnTo>
                  <a:lnTo>
                    <a:pt x="4096" y="3862"/>
                  </a:lnTo>
                  <a:lnTo>
                    <a:pt x="4122" y="3838"/>
                  </a:lnTo>
                  <a:lnTo>
                    <a:pt x="4146" y="3813"/>
                  </a:lnTo>
                  <a:lnTo>
                    <a:pt x="4169" y="3788"/>
                  </a:lnTo>
                  <a:lnTo>
                    <a:pt x="4190" y="3764"/>
                  </a:lnTo>
                  <a:lnTo>
                    <a:pt x="4211" y="3738"/>
                  </a:lnTo>
                  <a:lnTo>
                    <a:pt x="4230" y="3712"/>
                  </a:lnTo>
                  <a:lnTo>
                    <a:pt x="4230" y="3712"/>
                  </a:lnTo>
                  <a:lnTo>
                    <a:pt x="4275" y="3645"/>
                  </a:lnTo>
                  <a:lnTo>
                    <a:pt x="4319" y="3574"/>
                  </a:lnTo>
                  <a:lnTo>
                    <a:pt x="4361" y="3504"/>
                  </a:lnTo>
                  <a:lnTo>
                    <a:pt x="4402" y="3435"/>
                  </a:lnTo>
                  <a:lnTo>
                    <a:pt x="4438" y="3367"/>
                  </a:lnTo>
                  <a:lnTo>
                    <a:pt x="4471" y="3303"/>
                  </a:lnTo>
                  <a:lnTo>
                    <a:pt x="4501" y="3243"/>
                  </a:lnTo>
                  <a:lnTo>
                    <a:pt x="4524" y="3190"/>
                  </a:lnTo>
                  <a:lnTo>
                    <a:pt x="4524" y="3190"/>
                  </a:lnTo>
                  <a:lnTo>
                    <a:pt x="4538" y="3158"/>
                  </a:lnTo>
                  <a:lnTo>
                    <a:pt x="4548" y="3128"/>
                  </a:lnTo>
                  <a:lnTo>
                    <a:pt x="4555" y="3104"/>
                  </a:lnTo>
                  <a:lnTo>
                    <a:pt x="4561" y="3084"/>
                  </a:lnTo>
                  <a:lnTo>
                    <a:pt x="4561" y="3084"/>
                  </a:lnTo>
                  <a:lnTo>
                    <a:pt x="4553" y="3080"/>
                  </a:lnTo>
                  <a:lnTo>
                    <a:pt x="4547" y="3077"/>
                  </a:lnTo>
                  <a:lnTo>
                    <a:pt x="4530" y="3073"/>
                  </a:lnTo>
                  <a:lnTo>
                    <a:pt x="4512" y="3071"/>
                  </a:lnTo>
                  <a:lnTo>
                    <a:pt x="4496" y="3071"/>
                  </a:lnTo>
                  <a:lnTo>
                    <a:pt x="4460" y="3071"/>
                  </a:lnTo>
                  <a:lnTo>
                    <a:pt x="4427" y="3072"/>
                  </a:lnTo>
                  <a:lnTo>
                    <a:pt x="4424" y="3076"/>
                  </a:lnTo>
                  <a:lnTo>
                    <a:pt x="4424" y="3076"/>
                  </a:lnTo>
                  <a:lnTo>
                    <a:pt x="4099" y="2705"/>
                  </a:lnTo>
                  <a:lnTo>
                    <a:pt x="3822" y="2388"/>
                  </a:lnTo>
                  <a:lnTo>
                    <a:pt x="3822" y="2388"/>
                  </a:lnTo>
                  <a:lnTo>
                    <a:pt x="3806" y="2373"/>
                  </a:lnTo>
                  <a:lnTo>
                    <a:pt x="3790" y="2356"/>
                  </a:lnTo>
                  <a:lnTo>
                    <a:pt x="3772" y="2340"/>
                  </a:lnTo>
                  <a:lnTo>
                    <a:pt x="3751" y="2322"/>
                  </a:lnTo>
                  <a:lnTo>
                    <a:pt x="3705" y="2286"/>
                  </a:lnTo>
                  <a:lnTo>
                    <a:pt x="3654" y="2249"/>
                  </a:lnTo>
                  <a:lnTo>
                    <a:pt x="3598" y="2210"/>
                  </a:lnTo>
                  <a:lnTo>
                    <a:pt x="3538" y="2172"/>
                  </a:lnTo>
                  <a:lnTo>
                    <a:pt x="3474" y="2134"/>
                  </a:lnTo>
                  <a:lnTo>
                    <a:pt x="3409" y="2094"/>
                  </a:lnTo>
                  <a:lnTo>
                    <a:pt x="3278" y="2019"/>
                  </a:lnTo>
                  <a:lnTo>
                    <a:pt x="3150" y="1947"/>
                  </a:lnTo>
                  <a:lnTo>
                    <a:pt x="3034" y="1883"/>
                  </a:lnTo>
                  <a:lnTo>
                    <a:pt x="2938" y="1829"/>
                  </a:lnTo>
                  <a:lnTo>
                    <a:pt x="2938" y="1829"/>
                  </a:lnTo>
                  <a:lnTo>
                    <a:pt x="2891" y="1804"/>
                  </a:lnTo>
                  <a:lnTo>
                    <a:pt x="2831" y="1773"/>
                  </a:lnTo>
                  <a:lnTo>
                    <a:pt x="2763" y="1740"/>
                  </a:lnTo>
                  <a:lnTo>
                    <a:pt x="2688" y="1703"/>
                  </a:lnTo>
                  <a:lnTo>
                    <a:pt x="2522" y="1626"/>
                  </a:lnTo>
                  <a:lnTo>
                    <a:pt x="2352" y="1548"/>
                  </a:lnTo>
                  <a:lnTo>
                    <a:pt x="2192" y="1477"/>
                  </a:lnTo>
                  <a:lnTo>
                    <a:pt x="2058" y="1417"/>
                  </a:lnTo>
                  <a:lnTo>
                    <a:pt x="1933" y="1362"/>
                  </a:lnTo>
                  <a:lnTo>
                    <a:pt x="1933" y="1362"/>
                  </a:lnTo>
                  <a:lnTo>
                    <a:pt x="1912" y="1354"/>
                  </a:lnTo>
                  <a:lnTo>
                    <a:pt x="1892" y="1348"/>
                  </a:lnTo>
                  <a:lnTo>
                    <a:pt x="1870" y="1341"/>
                  </a:lnTo>
                  <a:lnTo>
                    <a:pt x="1850" y="1336"/>
                  </a:lnTo>
                  <a:lnTo>
                    <a:pt x="1806" y="1328"/>
                  </a:lnTo>
                  <a:lnTo>
                    <a:pt x="1763" y="1322"/>
                  </a:lnTo>
                  <a:lnTo>
                    <a:pt x="1764" y="1319"/>
                  </a:lnTo>
                  <a:lnTo>
                    <a:pt x="1764" y="1319"/>
                  </a:lnTo>
                  <a:lnTo>
                    <a:pt x="1740" y="1308"/>
                  </a:lnTo>
                  <a:lnTo>
                    <a:pt x="1716" y="1295"/>
                  </a:lnTo>
                  <a:lnTo>
                    <a:pt x="1693" y="1281"/>
                  </a:lnTo>
                  <a:lnTo>
                    <a:pt x="1668" y="1270"/>
                  </a:lnTo>
                  <a:lnTo>
                    <a:pt x="1668" y="1270"/>
                  </a:lnTo>
                  <a:lnTo>
                    <a:pt x="1629" y="1248"/>
                  </a:lnTo>
                  <a:lnTo>
                    <a:pt x="1589" y="1227"/>
                  </a:lnTo>
                  <a:lnTo>
                    <a:pt x="1550" y="1207"/>
                  </a:lnTo>
                  <a:lnTo>
                    <a:pt x="1530" y="1195"/>
                  </a:lnTo>
                  <a:lnTo>
                    <a:pt x="1513" y="1183"/>
                  </a:lnTo>
                  <a:lnTo>
                    <a:pt x="1513" y="1183"/>
                  </a:lnTo>
                  <a:lnTo>
                    <a:pt x="1485" y="1161"/>
                  </a:lnTo>
                  <a:lnTo>
                    <a:pt x="1458" y="1137"/>
                  </a:lnTo>
                  <a:lnTo>
                    <a:pt x="1431" y="1111"/>
                  </a:lnTo>
                  <a:lnTo>
                    <a:pt x="1407" y="1085"/>
                  </a:lnTo>
                  <a:lnTo>
                    <a:pt x="1407" y="1085"/>
                  </a:lnTo>
                  <a:lnTo>
                    <a:pt x="1390" y="1070"/>
                  </a:lnTo>
                  <a:lnTo>
                    <a:pt x="1373" y="1056"/>
                  </a:lnTo>
                  <a:lnTo>
                    <a:pt x="1357" y="1042"/>
                  </a:lnTo>
                  <a:lnTo>
                    <a:pt x="1339" y="1028"/>
                  </a:lnTo>
                  <a:lnTo>
                    <a:pt x="1303" y="1002"/>
                  </a:lnTo>
                  <a:lnTo>
                    <a:pt x="1265" y="979"/>
                  </a:lnTo>
                  <a:lnTo>
                    <a:pt x="1265" y="979"/>
                  </a:lnTo>
                  <a:lnTo>
                    <a:pt x="1242" y="965"/>
                  </a:lnTo>
                  <a:lnTo>
                    <a:pt x="1228" y="958"/>
                  </a:lnTo>
                  <a:lnTo>
                    <a:pt x="1213" y="950"/>
                  </a:lnTo>
                  <a:lnTo>
                    <a:pt x="1197" y="944"/>
                  </a:lnTo>
                  <a:lnTo>
                    <a:pt x="1182" y="938"/>
                  </a:lnTo>
                  <a:lnTo>
                    <a:pt x="1168" y="935"/>
                  </a:lnTo>
                  <a:lnTo>
                    <a:pt x="1162" y="935"/>
                  </a:lnTo>
                  <a:lnTo>
                    <a:pt x="1155" y="935"/>
                  </a:lnTo>
                  <a:lnTo>
                    <a:pt x="1155" y="935"/>
                  </a:lnTo>
                  <a:lnTo>
                    <a:pt x="1149" y="937"/>
                  </a:lnTo>
                  <a:lnTo>
                    <a:pt x="1142" y="940"/>
                  </a:lnTo>
                  <a:lnTo>
                    <a:pt x="1136" y="945"/>
                  </a:lnTo>
                  <a:lnTo>
                    <a:pt x="1131" y="950"/>
                  </a:lnTo>
                  <a:lnTo>
                    <a:pt x="1119" y="961"/>
                  </a:lnTo>
                  <a:lnTo>
                    <a:pt x="1111" y="973"/>
                  </a:lnTo>
                  <a:lnTo>
                    <a:pt x="1111" y="973"/>
                  </a:lnTo>
                  <a:lnTo>
                    <a:pt x="1091" y="1001"/>
                  </a:lnTo>
                  <a:lnTo>
                    <a:pt x="1084" y="1015"/>
                  </a:lnTo>
                  <a:lnTo>
                    <a:pt x="1076" y="1029"/>
                  </a:lnTo>
                  <a:lnTo>
                    <a:pt x="1071" y="1045"/>
                  </a:lnTo>
                  <a:lnTo>
                    <a:pt x="1066" y="1060"/>
                  </a:lnTo>
                  <a:lnTo>
                    <a:pt x="1063" y="1077"/>
                  </a:lnTo>
                  <a:lnTo>
                    <a:pt x="1062" y="1093"/>
                  </a:lnTo>
                  <a:lnTo>
                    <a:pt x="1062" y="1093"/>
                  </a:lnTo>
                  <a:lnTo>
                    <a:pt x="1063" y="1125"/>
                  </a:lnTo>
                  <a:lnTo>
                    <a:pt x="1066" y="1158"/>
                  </a:lnTo>
                  <a:lnTo>
                    <a:pt x="1072" y="1190"/>
                  </a:lnTo>
                  <a:lnTo>
                    <a:pt x="1076" y="1206"/>
                  </a:lnTo>
                  <a:lnTo>
                    <a:pt x="1080" y="1221"/>
                  </a:lnTo>
                  <a:lnTo>
                    <a:pt x="1080" y="1221"/>
                  </a:lnTo>
                  <a:lnTo>
                    <a:pt x="1089" y="1247"/>
                  </a:lnTo>
                  <a:lnTo>
                    <a:pt x="1094" y="1259"/>
                  </a:lnTo>
                  <a:lnTo>
                    <a:pt x="1100" y="1271"/>
                  </a:lnTo>
                  <a:lnTo>
                    <a:pt x="1100" y="1271"/>
                  </a:lnTo>
                  <a:lnTo>
                    <a:pt x="1108" y="1282"/>
                  </a:lnTo>
                  <a:lnTo>
                    <a:pt x="1116" y="1293"/>
                  </a:lnTo>
                  <a:lnTo>
                    <a:pt x="1123" y="1304"/>
                  </a:lnTo>
                  <a:lnTo>
                    <a:pt x="1127" y="1310"/>
                  </a:lnTo>
                  <a:lnTo>
                    <a:pt x="1130" y="1317"/>
                  </a:lnTo>
                  <a:lnTo>
                    <a:pt x="1130" y="1317"/>
                  </a:lnTo>
                  <a:lnTo>
                    <a:pt x="1130" y="1317"/>
                  </a:lnTo>
                  <a:lnTo>
                    <a:pt x="925" y="1307"/>
                  </a:lnTo>
                  <a:lnTo>
                    <a:pt x="825" y="1301"/>
                  </a:lnTo>
                  <a:lnTo>
                    <a:pt x="724" y="1298"/>
                  </a:lnTo>
                  <a:lnTo>
                    <a:pt x="724" y="1298"/>
                  </a:lnTo>
                  <a:lnTo>
                    <a:pt x="650" y="1296"/>
                  </a:lnTo>
                  <a:lnTo>
                    <a:pt x="576" y="1294"/>
                  </a:lnTo>
                  <a:lnTo>
                    <a:pt x="503" y="1289"/>
                  </a:lnTo>
                  <a:lnTo>
                    <a:pt x="429" y="1284"/>
                  </a:lnTo>
                  <a:lnTo>
                    <a:pt x="282" y="1273"/>
                  </a:lnTo>
                  <a:lnTo>
                    <a:pt x="208" y="1270"/>
                  </a:lnTo>
                  <a:lnTo>
                    <a:pt x="134" y="1266"/>
                  </a:lnTo>
                  <a:lnTo>
                    <a:pt x="134" y="1266"/>
                  </a:lnTo>
                  <a:lnTo>
                    <a:pt x="107" y="1266"/>
                  </a:lnTo>
                  <a:lnTo>
                    <a:pt x="75" y="1263"/>
                  </a:lnTo>
                  <a:lnTo>
                    <a:pt x="0" y="1258"/>
                  </a:lnTo>
                  <a:lnTo>
                    <a:pt x="0" y="1258"/>
                  </a:lnTo>
                  <a:lnTo>
                    <a:pt x="1" y="1253"/>
                  </a:lnTo>
                  <a:lnTo>
                    <a:pt x="1" y="1253"/>
                  </a:lnTo>
                  <a:lnTo>
                    <a:pt x="18" y="1221"/>
                  </a:lnTo>
                  <a:lnTo>
                    <a:pt x="35" y="1189"/>
                  </a:lnTo>
                  <a:lnTo>
                    <a:pt x="52" y="1158"/>
                  </a:lnTo>
                  <a:lnTo>
                    <a:pt x="72" y="1126"/>
                  </a:lnTo>
                  <a:lnTo>
                    <a:pt x="92" y="1096"/>
                  </a:lnTo>
                  <a:lnTo>
                    <a:pt x="112" y="1065"/>
                  </a:lnTo>
                  <a:lnTo>
                    <a:pt x="157" y="1005"/>
                  </a:lnTo>
                  <a:lnTo>
                    <a:pt x="203" y="946"/>
                  </a:lnTo>
                  <a:lnTo>
                    <a:pt x="249" y="889"/>
                  </a:lnTo>
                  <a:lnTo>
                    <a:pt x="295" y="831"/>
                  </a:lnTo>
                  <a:lnTo>
                    <a:pt x="340" y="776"/>
                  </a:lnTo>
                  <a:lnTo>
                    <a:pt x="340" y="776"/>
                  </a:lnTo>
                  <a:lnTo>
                    <a:pt x="392" y="706"/>
                  </a:lnTo>
                  <a:lnTo>
                    <a:pt x="446" y="634"/>
                  </a:lnTo>
                  <a:lnTo>
                    <a:pt x="499" y="560"/>
                  </a:lnTo>
                  <a:lnTo>
                    <a:pt x="527" y="523"/>
                  </a:lnTo>
                  <a:lnTo>
                    <a:pt x="557" y="487"/>
                  </a:lnTo>
                  <a:lnTo>
                    <a:pt x="586" y="451"/>
                  </a:lnTo>
                  <a:lnTo>
                    <a:pt x="615" y="417"/>
                  </a:lnTo>
                  <a:lnTo>
                    <a:pt x="646" y="384"/>
                  </a:lnTo>
                  <a:lnTo>
                    <a:pt x="678" y="352"/>
                  </a:lnTo>
                  <a:lnTo>
                    <a:pt x="711" y="321"/>
                  </a:lnTo>
                  <a:lnTo>
                    <a:pt x="744" y="293"/>
                  </a:lnTo>
                  <a:lnTo>
                    <a:pt x="779" y="266"/>
                  </a:lnTo>
                  <a:lnTo>
                    <a:pt x="814" y="242"/>
                  </a:lnTo>
                  <a:lnTo>
                    <a:pt x="814" y="242"/>
                  </a:lnTo>
                  <a:lnTo>
                    <a:pt x="842" y="225"/>
                  </a:lnTo>
                  <a:lnTo>
                    <a:pt x="869" y="210"/>
                  </a:lnTo>
                  <a:lnTo>
                    <a:pt x="925" y="180"/>
                  </a:lnTo>
                  <a:lnTo>
                    <a:pt x="982" y="154"/>
                  </a:lnTo>
                  <a:lnTo>
                    <a:pt x="1039" y="131"/>
                  </a:lnTo>
                  <a:lnTo>
                    <a:pt x="1096" y="109"/>
                  </a:lnTo>
                  <a:lnTo>
                    <a:pt x="1155" y="90"/>
                  </a:lnTo>
                  <a:lnTo>
                    <a:pt x="1215" y="73"/>
                  </a:lnTo>
                  <a:lnTo>
                    <a:pt x="1275" y="59"/>
                  </a:lnTo>
                  <a:lnTo>
                    <a:pt x="1335" y="46"/>
                  </a:lnTo>
                  <a:lnTo>
                    <a:pt x="1396" y="36"/>
                  </a:lnTo>
                  <a:lnTo>
                    <a:pt x="1458" y="27"/>
                  </a:lnTo>
                  <a:lnTo>
                    <a:pt x="1520" y="19"/>
                  </a:lnTo>
                  <a:lnTo>
                    <a:pt x="1582" y="13"/>
                  </a:lnTo>
                  <a:lnTo>
                    <a:pt x="1644" y="9"/>
                  </a:lnTo>
                  <a:lnTo>
                    <a:pt x="1707" y="5"/>
                  </a:lnTo>
                  <a:lnTo>
                    <a:pt x="1769" y="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FBD4328-A98A-D2F7-E06B-D29E39D47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764"/>
              <a:ext cx="2463" cy="2396"/>
            </a:xfrm>
            <a:custGeom>
              <a:avLst/>
              <a:gdLst>
                <a:gd name="T0" fmla="*/ 2401 w 7390"/>
                <a:gd name="T1" fmla="*/ 4 h 7190"/>
                <a:gd name="T2" fmla="*/ 2575 w 7390"/>
                <a:gd name="T3" fmla="*/ 147 h 7190"/>
                <a:gd name="T4" fmla="*/ 2850 w 7390"/>
                <a:gd name="T5" fmla="*/ 389 h 7190"/>
                <a:gd name="T6" fmla="*/ 3074 w 7390"/>
                <a:gd name="T7" fmla="*/ 505 h 7190"/>
                <a:gd name="T8" fmla="*/ 3386 w 7390"/>
                <a:gd name="T9" fmla="*/ 573 h 7190"/>
                <a:gd name="T10" fmla="*/ 3793 w 7390"/>
                <a:gd name="T11" fmla="*/ 597 h 7190"/>
                <a:gd name="T12" fmla="*/ 4270 w 7390"/>
                <a:gd name="T13" fmla="*/ 565 h 7190"/>
                <a:gd name="T14" fmla="*/ 4727 w 7390"/>
                <a:gd name="T15" fmla="*/ 472 h 7190"/>
                <a:gd name="T16" fmla="*/ 5208 w 7390"/>
                <a:gd name="T17" fmla="*/ 312 h 7190"/>
                <a:gd name="T18" fmla="*/ 5529 w 7390"/>
                <a:gd name="T19" fmla="*/ 423 h 7190"/>
                <a:gd name="T20" fmla="*/ 6409 w 7390"/>
                <a:gd name="T21" fmla="*/ 807 h 7190"/>
                <a:gd name="T22" fmla="*/ 6654 w 7390"/>
                <a:gd name="T23" fmla="*/ 955 h 7190"/>
                <a:gd name="T24" fmla="*/ 6824 w 7390"/>
                <a:gd name="T25" fmla="*/ 1124 h 7190"/>
                <a:gd name="T26" fmla="*/ 7015 w 7390"/>
                <a:gd name="T27" fmla="*/ 1388 h 7190"/>
                <a:gd name="T28" fmla="*/ 7148 w 7390"/>
                <a:gd name="T29" fmla="*/ 1667 h 7190"/>
                <a:gd name="T30" fmla="*/ 7224 w 7390"/>
                <a:gd name="T31" fmla="*/ 2006 h 7190"/>
                <a:gd name="T32" fmla="*/ 7349 w 7390"/>
                <a:gd name="T33" fmla="*/ 4125 h 7190"/>
                <a:gd name="T34" fmla="*/ 7390 w 7390"/>
                <a:gd name="T35" fmla="*/ 5235 h 7190"/>
                <a:gd name="T36" fmla="*/ 7342 w 7390"/>
                <a:gd name="T37" fmla="*/ 5642 h 7190"/>
                <a:gd name="T38" fmla="*/ 7235 w 7390"/>
                <a:gd name="T39" fmla="*/ 6102 h 7190"/>
                <a:gd name="T40" fmla="*/ 7094 w 7390"/>
                <a:gd name="T41" fmla="*/ 6531 h 7190"/>
                <a:gd name="T42" fmla="*/ 6941 w 7390"/>
                <a:gd name="T43" fmla="*/ 6847 h 7190"/>
                <a:gd name="T44" fmla="*/ 6750 w 7390"/>
                <a:gd name="T45" fmla="*/ 7031 h 7190"/>
                <a:gd name="T46" fmla="*/ 6448 w 7390"/>
                <a:gd name="T47" fmla="*/ 7170 h 7190"/>
                <a:gd name="T48" fmla="*/ 6284 w 7390"/>
                <a:gd name="T49" fmla="*/ 7190 h 7190"/>
                <a:gd name="T50" fmla="*/ 6147 w 7390"/>
                <a:gd name="T51" fmla="*/ 7173 h 7190"/>
                <a:gd name="T52" fmla="*/ 5833 w 7390"/>
                <a:gd name="T53" fmla="*/ 7034 h 7190"/>
                <a:gd name="T54" fmla="*/ 5580 w 7390"/>
                <a:gd name="T55" fmla="*/ 6855 h 7190"/>
                <a:gd name="T56" fmla="*/ 5295 w 7390"/>
                <a:gd name="T57" fmla="*/ 6579 h 7190"/>
                <a:gd name="T58" fmla="*/ 5011 w 7390"/>
                <a:gd name="T59" fmla="*/ 6199 h 7190"/>
                <a:gd name="T60" fmla="*/ 4290 w 7390"/>
                <a:gd name="T61" fmla="*/ 5066 h 7190"/>
                <a:gd name="T62" fmla="*/ 4127 w 7390"/>
                <a:gd name="T63" fmla="*/ 4804 h 7190"/>
                <a:gd name="T64" fmla="*/ 3691 w 7390"/>
                <a:gd name="T65" fmla="*/ 4293 h 7190"/>
                <a:gd name="T66" fmla="*/ 3822 w 7390"/>
                <a:gd name="T67" fmla="*/ 4077 h 7190"/>
                <a:gd name="T68" fmla="*/ 4096 w 7390"/>
                <a:gd name="T69" fmla="*/ 3862 h 7190"/>
                <a:gd name="T70" fmla="*/ 4230 w 7390"/>
                <a:gd name="T71" fmla="*/ 3712 h 7190"/>
                <a:gd name="T72" fmla="*/ 4501 w 7390"/>
                <a:gd name="T73" fmla="*/ 3243 h 7190"/>
                <a:gd name="T74" fmla="*/ 4561 w 7390"/>
                <a:gd name="T75" fmla="*/ 3084 h 7190"/>
                <a:gd name="T76" fmla="*/ 4427 w 7390"/>
                <a:gd name="T77" fmla="*/ 3072 h 7190"/>
                <a:gd name="T78" fmla="*/ 3790 w 7390"/>
                <a:gd name="T79" fmla="*/ 2356 h 7190"/>
                <a:gd name="T80" fmla="*/ 3474 w 7390"/>
                <a:gd name="T81" fmla="*/ 2134 h 7190"/>
                <a:gd name="T82" fmla="*/ 2891 w 7390"/>
                <a:gd name="T83" fmla="*/ 1804 h 7190"/>
                <a:gd name="T84" fmla="*/ 2058 w 7390"/>
                <a:gd name="T85" fmla="*/ 1417 h 7190"/>
                <a:gd name="T86" fmla="*/ 1806 w 7390"/>
                <a:gd name="T87" fmla="*/ 1328 h 7190"/>
                <a:gd name="T88" fmla="*/ 1668 w 7390"/>
                <a:gd name="T89" fmla="*/ 1270 h 7190"/>
                <a:gd name="T90" fmla="*/ 1513 w 7390"/>
                <a:gd name="T91" fmla="*/ 1183 h 7190"/>
                <a:gd name="T92" fmla="*/ 1373 w 7390"/>
                <a:gd name="T93" fmla="*/ 1056 h 7190"/>
                <a:gd name="T94" fmla="*/ 1228 w 7390"/>
                <a:gd name="T95" fmla="*/ 958 h 7190"/>
                <a:gd name="T96" fmla="*/ 1155 w 7390"/>
                <a:gd name="T97" fmla="*/ 935 h 7190"/>
                <a:gd name="T98" fmla="*/ 1111 w 7390"/>
                <a:gd name="T99" fmla="*/ 973 h 7190"/>
                <a:gd name="T100" fmla="*/ 1062 w 7390"/>
                <a:gd name="T101" fmla="*/ 1093 h 7190"/>
                <a:gd name="T102" fmla="*/ 1080 w 7390"/>
                <a:gd name="T103" fmla="*/ 1221 h 7190"/>
                <a:gd name="T104" fmla="*/ 1123 w 7390"/>
                <a:gd name="T105" fmla="*/ 1304 h 7190"/>
                <a:gd name="T106" fmla="*/ 724 w 7390"/>
                <a:gd name="T107" fmla="*/ 1298 h 7190"/>
                <a:gd name="T108" fmla="*/ 208 w 7390"/>
                <a:gd name="T109" fmla="*/ 1270 h 7190"/>
                <a:gd name="T110" fmla="*/ 1 w 7390"/>
                <a:gd name="T111" fmla="*/ 1253 h 7190"/>
                <a:gd name="T112" fmla="*/ 112 w 7390"/>
                <a:gd name="T113" fmla="*/ 1065 h 7190"/>
                <a:gd name="T114" fmla="*/ 392 w 7390"/>
                <a:gd name="T115" fmla="*/ 706 h 7190"/>
                <a:gd name="T116" fmla="*/ 646 w 7390"/>
                <a:gd name="T117" fmla="*/ 384 h 7190"/>
                <a:gd name="T118" fmla="*/ 842 w 7390"/>
                <a:gd name="T119" fmla="*/ 225 h 7190"/>
                <a:gd name="T120" fmla="*/ 1215 w 7390"/>
                <a:gd name="T121" fmla="*/ 73 h 7190"/>
                <a:gd name="T122" fmla="*/ 1644 w 7390"/>
                <a:gd name="T123" fmla="*/ 9 h 7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90" h="7190">
                  <a:moveTo>
                    <a:pt x="1769" y="3"/>
                  </a:moveTo>
                  <a:lnTo>
                    <a:pt x="1769" y="3"/>
                  </a:lnTo>
                  <a:lnTo>
                    <a:pt x="1850" y="1"/>
                  </a:lnTo>
                  <a:lnTo>
                    <a:pt x="1929" y="0"/>
                  </a:lnTo>
                  <a:lnTo>
                    <a:pt x="2087" y="1"/>
                  </a:lnTo>
                  <a:lnTo>
                    <a:pt x="2245" y="4"/>
                  </a:lnTo>
                  <a:lnTo>
                    <a:pt x="2401" y="4"/>
                  </a:lnTo>
                  <a:lnTo>
                    <a:pt x="2401" y="4"/>
                  </a:lnTo>
                  <a:lnTo>
                    <a:pt x="2451" y="5"/>
                  </a:lnTo>
                  <a:lnTo>
                    <a:pt x="2451" y="5"/>
                  </a:lnTo>
                  <a:lnTo>
                    <a:pt x="2466" y="24"/>
                  </a:lnTo>
                  <a:lnTo>
                    <a:pt x="2508" y="74"/>
                  </a:lnTo>
                  <a:lnTo>
                    <a:pt x="2539" y="109"/>
                  </a:lnTo>
                  <a:lnTo>
                    <a:pt x="2575" y="147"/>
                  </a:lnTo>
                  <a:lnTo>
                    <a:pt x="2615" y="189"/>
                  </a:lnTo>
                  <a:lnTo>
                    <a:pt x="2660" y="234"/>
                  </a:lnTo>
                  <a:lnTo>
                    <a:pt x="2710" y="279"/>
                  </a:lnTo>
                  <a:lnTo>
                    <a:pt x="2763" y="324"/>
                  </a:lnTo>
                  <a:lnTo>
                    <a:pt x="2792" y="345"/>
                  </a:lnTo>
                  <a:lnTo>
                    <a:pt x="2821" y="367"/>
                  </a:lnTo>
                  <a:lnTo>
                    <a:pt x="2850" y="389"/>
                  </a:lnTo>
                  <a:lnTo>
                    <a:pt x="2881" y="408"/>
                  </a:lnTo>
                  <a:lnTo>
                    <a:pt x="2912" y="427"/>
                  </a:lnTo>
                  <a:lnTo>
                    <a:pt x="2943" y="446"/>
                  </a:lnTo>
                  <a:lnTo>
                    <a:pt x="2975" y="463"/>
                  </a:lnTo>
                  <a:lnTo>
                    <a:pt x="3007" y="478"/>
                  </a:lnTo>
                  <a:lnTo>
                    <a:pt x="3040" y="492"/>
                  </a:lnTo>
                  <a:lnTo>
                    <a:pt x="3074" y="505"/>
                  </a:lnTo>
                  <a:lnTo>
                    <a:pt x="3107" y="515"/>
                  </a:lnTo>
                  <a:lnTo>
                    <a:pt x="3141" y="524"/>
                  </a:lnTo>
                  <a:lnTo>
                    <a:pt x="3141" y="524"/>
                  </a:lnTo>
                  <a:lnTo>
                    <a:pt x="3206" y="538"/>
                  </a:lnTo>
                  <a:lnTo>
                    <a:pt x="3269" y="551"/>
                  </a:lnTo>
                  <a:lnTo>
                    <a:pt x="3329" y="563"/>
                  </a:lnTo>
                  <a:lnTo>
                    <a:pt x="3386" y="573"/>
                  </a:lnTo>
                  <a:lnTo>
                    <a:pt x="3442" y="581"/>
                  </a:lnTo>
                  <a:lnTo>
                    <a:pt x="3499" y="587"/>
                  </a:lnTo>
                  <a:lnTo>
                    <a:pt x="3555" y="592"/>
                  </a:lnTo>
                  <a:lnTo>
                    <a:pt x="3611" y="595"/>
                  </a:lnTo>
                  <a:lnTo>
                    <a:pt x="3670" y="597"/>
                  </a:lnTo>
                  <a:lnTo>
                    <a:pt x="3730" y="597"/>
                  </a:lnTo>
                  <a:lnTo>
                    <a:pt x="3793" y="597"/>
                  </a:lnTo>
                  <a:lnTo>
                    <a:pt x="3860" y="595"/>
                  </a:lnTo>
                  <a:lnTo>
                    <a:pt x="3931" y="592"/>
                  </a:lnTo>
                  <a:lnTo>
                    <a:pt x="4008" y="587"/>
                  </a:lnTo>
                  <a:lnTo>
                    <a:pt x="4178" y="575"/>
                  </a:lnTo>
                  <a:lnTo>
                    <a:pt x="4178" y="575"/>
                  </a:lnTo>
                  <a:lnTo>
                    <a:pt x="4224" y="570"/>
                  </a:lnTo>
                  <a:lnTo>
                    <a:pt x="4270" y="565"/>
                  </a:lnTo>
                  <a:lnTo>
                    <a:pt x="4317" y="560"/>
                  </a:lnTo>
                  <a:lnTo>
                    <a:pt x="4363" y="552"/>
                  </a:lnTo>
                  <a:lnTo>
                    <a:pt x="4410" y="545"/>
                  </a:lnTo>
                  <a:lnTo>
                    <a:pt x="4456" y="536"/>
                  </a:lnTo>
                  <a:lnTo>
                    <a:pt x="4549" y="517"/>
                  </a:lnTo>
                  <a:lnTo>
                    <a:pt x="4638" y="495"/>
                  </a:lnTo>
                  <a:lnTo>
                    <a:pt x="4727" y="472"/>
                  </a:lnTo>
                  <a:lnTo>
                    <a:pt x="4809" y="448"/>
                  </a:lnTo>
                  <a:lnTo>
                    <a:pt x="4889" y="425"/>
                  </a:lnTo>
                  <a:lnTo>
                    <a:pt x="4961" y="400"/>
                  </a:lnTo>
                  <a:lnTo>
                    <a:pt x="5028" y="379"/>
                  </a:lnTo>
                  <a:lnTo>
                    <a:pt x="5086" y="357"/>
                  </a:lnTo>
                  <a:lnTo>
                    <a:pt x="5136" y="339"/>
                  </a:lnTo>
                  <a:lnTo>
                    <a:pt x="5208" y="312"/>
                  </a:lnTo>
                  <a:lnTo>
                    <a:pt x="5233" y="302"/>
                  </a:lnTo>
                  <a:lnTo>
                    <a:pt x="5233" y="302"/>
                  </a:lnTo>
                  <a:lnTo>
                    <a:pt x="5298" y="331"/>
                  </a:lnTo>
                  <a:lnTo>
                    <a:pt x="5370" y="361"/>
                  </a:lnTo>
                  <a:lnTo>
                    <a:pt x="5448" y="391"/>
                  </a:lnTo>
                  <a:lnTo>
                    <a:pt x="5529" y="423"/>
                  </a:lnTo>
                  <a:lnTo>
                    <a:pt x="5529" y="423"/>
                  </a:lnTo>
                  <a:lnTo>
                    <a:pt x="5677" y="480"/>
                  </a:lnTo>
                  <a:lnTo>
                    <a:pt x="5819" y="536"/>
                  </a:lnTo>
                  <a:lnTo>
                    <a:pt x="5954" y="592"/>
                  </a:lnTo>
                  <a:lnTo>
                    <a:pt x="6082" y="648"/>
                  </a:lnTo>
                  <a:lnTo>
                    <a:pt x="6201" y="703"/>
                  </a:lnTo>
                  <a:lnTo>
                    <a:pt x="6311" y="756"/>
                  </a:lnTo>
                  <a:lnTo>
                    <a:pt x="6409" y="807"/>
                  </a:lnTo>
                  <a:lnTo>
                    <a:pt x="6455" y="831"/>
                  </a:lnTo>
                  <a:lnTo>
                    <a:pt x="6497" y="854"/>
                  </a:lnTo>
                  <a:lnTo>
                    <a:pt x="6497" y="854"/>
                  </a:lnTo>
                  <a:lnTo>
                    <a:pt x="6558" y="890"/>
                  </a:lnTo>
                  <a:lnTo>
                    <a:pt x="6610" y="924"/>
                  </a:lnTo>
                  <a:lnTo>
                    <a:pt x="6633" y="940"/>
                  </a:lnTo>
                  <a:lnTo>
                    <a:pt x="6654" y="955"/>
                  </a:lnTo>
                  <a:lnTo>
                    <a:pt x="6673" y="970"/>
                  </a:lnTo>
                  <a:lnTo>
                    <a:pt x="6688" y="984"/>
                  </a:lnTo>
                  <a:lnTo>
                    <a:pt x="6688" y="984"/>
                  </a:lnTo>
                  <a:lnTo>
                    <a:pt x="6715" y="1010"/>
                  </a:lnTo>
                  <a:lnTo>
                    <a:pt x="6748" y="1042"/>
                  </a:lnTo>
                  <a:lnTo>
                    <a:pt x="6784" y="1080"/>
                  </a:lnTo>
                  <a:lnTo>
                    <a:pt x="6824" y="1124"/>
                  </a:lnTo>
                  <a:lnTo>
                    <a:pt x="6864" y="1172"/>
                  </a:lnTo>
                  <a:lnTo>
                    <a:pt x="6908" y="1227"/>
                  </a:lnTo>
                  <a:lnTo>
                    <a:pt x="6930" y="1257"/>
                  </a:lnTo>
                  <a:lnTo>
                    <a:pt x="6951" y="1287"/>
                  </a:lnTo>
                  <a:lnTo>
                    <a:pt x="6973" y="1321"/>
                  </a:lnTo>
                  <a:lnTo>
                    <a:pt x="6995" y="1354"/>
                  </a:lnTo>
                  <a:lnTo>
                    <a:pt x="7015" y="1388"/>
                  </a:lnTo>
                  <a:lnTo>
                    <a:pt x="7037" y="1424"/>
                  </a:lnTo>
                  <a:lnTo>
                    <a:pt x="7057" y="1461"/>
                  </a:lnTo>
                  <a:lnTo>
                    <a:pt x="7076" y="1500"/>
                  </a:lnTo>
                  <a:lnTo>
                    <a:pt x="7095" y="1541"/>
                  </a:lnTo>
                  <a:lnTo>
                    <a:pt x="7113" y="1581"/>
                  </a:lnTo>
                  <a:lnTo>
                    <a:pt x="7131" y="1624"/>
                  </a:lnTo>
                  <a:lnTo>
                    <a:pt x="7148" y="1667"/>
                  </a:lnTo>
                  <a:lnTo>
                    <a:pt x="7163" y="1712"/>
                  </a:lnTo>
                  <a:lnTo>
                    <a:pt x="7177" y="1758"/>
                  </a:lnTo>
                  <a:lnTo>
                    <a:pt x="7189" y="1805"/>
                  </a:lnTo>
                  <a:lnTo>
                    <a:pt x="7200" y="1854"/>
                  </a:lnTo>
                  <a:lnTo>
                    <a:pt x="7210" y="1902"/>
                  </a:lnTo>
                  <a:lnTo>
                    <a:pt x="7218" y="1953"/>
                  </a:lnTo>
                  <a:lnTo>
                    <a:pt x="7224" y="2006"/>
                  </a:lnTo>
                  <a:lnTo>
                    <a:pt x="7230" y="2058"/>
                  </a:lnTo>
                  <a:lnTo>
                    <a:pt x="7230" y="2058"/>
                  </a:lnTo>
                  <a:lnTo>
                    <a:pt x="7247" y="2336"/>
                  </a:lnTo>
                  <a:lnTo>
                    <a:pt x="7270" y="2717"/>
                  </a:lnTo>
                  <a:lnTo>
                    <a:pt x="7297" y="3165"/>
                  </a:lnTo>
                  <a:lnTo>
                    <a:pt x="7324" y="3647"/>
                  </a:lnTo>
                  <a:lnTo>
                    <a:pt x="7349" y="4125"/>
                  </a:lnTo>
                  <a:lnTo>
                    <a:pt x="7371" y="4565"/>
                  </a:lnTo>
                  <a:lnTo>
                    <a:pt x="7379" y="4759"/>
                  </a:lnTo>
                  <a:lnTo>
                    <a:pt x="7385" y="4931"/>
                  </a:lnTo>
                  <a:lnTo>
                    <a:pt x="7389" y="5074"/>
                  </a:lnTo>
                  <a:lnTo>
                    <a:pt x="7390" y="5186"/>
                  </a:lnTo>
                  <a:lnTo>
                    <a:pt x="7390" y="5186"/>
                  </a:lnTo>
                  <a:lnTo>
                    <a:pt x="7390" y="5235"/>
                  </a:lnTo>
                  <a:lnTo>
                    <a:pt x="7388" y="5286"/>
                  </a:lnTo>
                  <a:lnTo>
                    <a:pt x="7383" y="5341"/>
                  </a:lnTo>
                  <a:lnTo>
                    <a:pt x="7378" y="5397"/>
                  </a:lnTo>
                  <a:lnTo>
                    <a:pt x="7370" y="5456"/>
                  </a:lnTo>
                  <a:lnTo>
                    <a:pt x="7362" y="5516"/>
                  </a:lnTo>
                  <a:lnTo>
                    <a:pt x="7352" y="5578"/>
                  </a:lnTo>
                  <a:lnTo>
                    <a:pt x="7342" y="5642"/>
                  </a:lnTo>
                  <a:lnTo>
                    <a:pt x="7329" y="5705"/>
                  </a:lnTo>
                  <a:lnTo>
                    <a:pt x="7316" y="5771"/>
                  </a:lnTo>
                  <a:lnTo>
                    <a:pt x="7301" y="5837"/>
                  </a:lnTo>
                  <a:lnTo>
                    <a:pt x="7286" y="5904"/>
                  </a:lnTo>
                  <a:lnTo>
                    <a:pt x="7270" y="5970"/>
                  </a:lnTo>
                  <a:lnTo>
                    <a:pt x="7252" y="6035"/>
                  </a:lnTo>
                  <a:lnTo>
                    <a:pt x="7235" y="6102"/>
                  </a:lnTo>
                  <a:lnTo>
                    <a:pt x="7217" y="6167"/>
                  </a:lnTo>
                  <a:lnTo>
                    <a:pt x="7198" y="6231"/>
                  </a:lnTo>
                  <a:lnTo>
                    <a:pt x="7177" y="6295"/>
                  </a:lnTo>
                  <a:lnTo>
                    <a:pt x="7157" y="6356"/>
                  </a:lnTo>
                  <a:lnTo>
                    <a:pt x="7136" y="6416"/>
                  </a:lnTo>
                  <a:lnTo>
                    <a:pt x="7115" y="6475"/>
                  </a:lnTo>
                  <a:lnTo>
                    <a:pt x="7094" y="6531"/>
                  </a:lnTo>
                  <a:lnTo>
                    <a:pt x="7073" y="6586"/>
                  </a:lnTo>
                  <a:lnTo>
                    <a:pt x="7051" y="6637"/>
                  </a:lnTo>
                  <a:lnTo>
                    <a:pt x="7028" y="6686"/>
                  </a:lnTo>
                  <a:lnTo>
                    <a:pt x="7006" y="6731"/>
                  </a:lnTo>
                  <a:lnTo>
                    <a:pt x="6984" y="6773"/>
                  </a:lnTo>
                  <a:lnTo>
                    <a:pt x="6963" y="6812"/>
                  </a:lnTo>
                  <a:lnTo>
                    <a:pt x="6941" y="6847"/>
                  </a:lnTo>
                  <a:lnTo>
                    <a:pt x="6919" y="6878"/>
                  </a:lnTo>
                  <a:lnTo>
                    <a:pt x="6899" y="6905"/>
                  </a:lnTo>
                  <a:lnTo>
                    <a:pt x="6879" y="6926"/>
                  </a:lnTo>
                  <a:lnTo>
                    <a:pt x="6879" y="6926"/>
                  </a:lnTo>
                  <a:lnTo>
                    <a:pt x="6836" y="6965"/>
                  </a:lnTo>
                  <a:lnTo>
                    <a:pt x="6794" y="6999"/>
                  </a:lnTo>
                  <a:lnTo>
                    <a:pt x="6750" y="7031"/>
                  </a:lnTo>
                  <a:lnTo>
                    <a:pt x="6705" y="7062"/>
                  </a:lnTo>
                  <a:lnTo>
                    <a:pt x="6659" y="7087"/>
                  </a:lnTo>
                  <a:lnTo>
                    <a:pt x="6613" y="7112"/>
                  </a:lnTo>
                  <a:lnTo>
                    <a:pt x="6567" y="7132"/>
                  </a:lnTo>
                  <a:lnTo>
                    <a:pt x="6520" y="7150"/>
                  </a:lnTo>
                  <a:lnTo>
                    <a:pt x="6473" y="7164"/>
                  </a:lnTo>
                  <a:lnTo>
                    <a:pt x="6448" y="7170"/>
                  </a:lnTo>
                  <a:lnTo>
                    <a:pt x="6425" y="7176"/>
                  </a:lnTo>
                  <a:lnTo>
                    <a:pt x="6401" y="7179"/>
                  </a:lnTo>
                  <a:lnTo>
                    <a:pt x="6378" y="7183"/>
                  </a:lnTo>
                  <a:lnTo>
                    <a:pt x="6354" y="7186"/>
                  </a:lnTo>
                  <a:lnTo>
                    <a:pt x="6331" y="7188"/>
                  </a:lnTo>
                  <a:lnTo>
                    <a:pt x="6307" y="7190"/>
                  </a:lnTo>
                  <a:lnTo>
                    <a:pt x="6284" y="7190"/>
                  </a:lnTo>
                  <a:lnTo>
                    <a:pt x="6261" y="7190"/>
                  </a:lnTo>
                  <a:lnTo>
                    <a:pt x="6238" y="7188"/>
                  </a:lnTo>
                  <a:lnTo>
                    <a:pt x="6215" y="7186"/>
                  </a:lnTo>
                  <a:lnTo>
                    <a:pt x="6192" y="7182"/>
                  </a:lnTo>
                  <a:lnTo>
                    <a:pt x="6169" y="7178"/>
                  </a:lnTo>
                  <a:lnTo>
                    <a:pt x="6147" y="7173"/>
                  </a:lnTo>
                  <a:lnTo>
                    <a:pt x="6147" y="7173"/>
                  </a:lnTo>
                  <a:lnTo>
                    <a:pt x="6109" y="7163"/>
                  </a:lnTo>
                  <a:lnTo>
                    <a:pt x="6069" y="7150"/>
                  </a:lnTo>
                  <a:lnTo>
                    <a:pt x="6026" y="7133"/>
                  </a:lnTo>
                  <a:lnTo>
                    <a:pt x="5981" y="7113"/>
                  </a:lnTo>
                  <a:lnTo>
                    <a:pt x="5933" y="7090"/>
                  </a:lnTo>
                  <a:lnTo>
                    <a:pt x="5884" y="7064"/>
                  </a:lnTo>
                  <a:lnTo>
                    <a:pt x="5833" y="7034"/>
                  </a:lnTo>
                  <a:lnTo>
                    <a:pt x="5781" y="7002"/>
                  </a:lnTo>
                  <a:lnTo>
                    <a:pt x="5781" y="7002"/>
                  </a:lnTo>
                  <a:lnTo>
                    <a:pt x="5741" y="6976"/>
                  </a:lnTo>
                  <a:lnTo>
                    <a:pt x="5702" y="6948"/>
                  </a:lnTo>
                  <a:lnTo>
                    <a:pt x="5661" y="6919"/>
                  </a:lnTo>
                  <a:lnTo>
                    <a:pt x="5620" y="6888"/>
                  </a:lnTo>
                  <a:lnTo>
                    <a:pt x="5580" y="6855"/>
                  </a:lnTo>
                  <a:lnTo>
                    <a:pt x="5538" y="6820"/>
                  </a:lnTo>
                  <a:lnTo>
                    <a:pt x="5497" y="6784"/>
                  </a:lnTo>
                  <a:lnTo>
                    <a:pt x="5457" y="6746"/>
                  </a:lnTo>
                  <a:lnTo>
                    <a:pt x="5416" y="6708"/>
                  </a:lnTo>
                  <a:lnTo>
                    <a:pt x="5375" y="6665"/>
                  </a:lnTo>
                  <a:lnTo>
                    <a:pt x="5335" y="6623"/>
                  </a:lnTo>
                  <a:lnTo>
                    <a:pt x="5295" y="6579"/>
                  </a:lnTo>
                  <a:lnTo>
                    <a:pt x="5255" y="6533"/>
                  </a:lnTo>
                  <a:lnTo>
                    <a:pt x="5217" y="6485"/>
                  </a:lnTo>
                  <a:lnTo>
                    <a:pt x="5178" y="6435"/>
                  </a:lnTo>
                  <a:lnTo>
                    <a:pt x="5141" y="6384"/>
                  </a:lnTo>
                  <a:lnTo>
                    <a:pt x="5141" y="6384"/>
                  </a:lnTo>
                  <a:lnTo>
                    <a:pt x="5078" y="6293"/>
                  </a:lnTo>
                  <a:lnTo>
                    <a:pt x="5011" y="6199"/>
                  </a:lnTo>
                  <a:lnTo>
                    <a:pt x="4944" y="6099"/>
                  </a:lnTo>
                  <a:lnTo>
                    <a:pt x="4876" y="5997"/>
                  </a:lnTo>
                  <a:lnTo>
                    <a:pt x="4739" y="5789"/>
                  </a:lnTo>
                  <a:lnTo>
                    <a:pt x="4607" y="5583"/>
                  </a:lnTo>
                  <a:lnTo>
                    <a:pt x="4484" y="5387"/>
                  </a:lnTo>
                  <a:lnTo>
                    <a:pt x="4377" y="5212"/>
                  </a:lnTo>
                  <a:lnTo>
                    <a:pt x="4290" y="5066"/>
                  </a:lnTo>
                  <a:lnTo>
                    <a:pt x="4257" y="5006"/>
                  </a:lnTo>
                  <a:lnTo>
                    <a:pt x="4230" y="4958"/>
                  </a:lnTo>
                  <a:lnTo>
                    <a:pt x="4230" y="4958"/>
                  </a:lnTo>
                  <a:lnTo>
                    <a:pt x="4217" y="4936"/>
                  </a:lnTo>
                  <a:lnTo>
                    <a:pt x="4202" y="4912"/>
                  </a:lnTo>
                  <a:lnTo>
                    <a:pt x="4167" y="4860"/>
                  </a:lnTo>
                  <a:lnTo>
                    <a:pt x="4127" y="4804"/>
                  </a:lnTo>
                  <a:lnTo>
                    <a:pt x="4081" y="4744"/>
                  </a:lnTo>
                  <a:lnTo>
                    <a:pt x="4032" y="4683"/>
                  </a:lnTo>
                  <a:lnTo>
                    <a:pt x="3980" y="4620"/>
                  </a:lnTo>
                  <a:lnTo>
                    <a:pt x="3928" y="4557"/>
                  </a:lnTo>
                  <a:lnTo>
                    <a:pt x="3875" y="4497"/>
                  </a:lnTo>
                  <a:lnTo>
                    <a:pt x="3776" y="4385"/>
                  </a:lnTo>
                  <a:lnTo>
                    <a:pt x="3691" y="4293"/>
                  </a:lnTo>
                  <a:lnTo>
                    <a:pt x="3612" y="4207"/>
                  </a:lnTo>
                  <a:lnTo>
                    <a:pt x="3612" y="4207"/>
                  </a:lnTo>
                  <a:lnTo>
                    <a:pt x="3629" y="4198"/>
                  </a:lnTo>
                  <a:lnTo>
                    <a:pt x="3674" y="4171"/>
                  </a:lnTo>
                  <a:lnTo>
                    <a:pt x="3740" y="4131"/>
                  </a:lnTo>
                  <a:lnTo>
                    <a:pt x="3779" y="4105"/>
                  </a:lnTo>
                  <a:lnTo>
                    <a:pt x="3822" y="4077"/>
                  </a:lnTo>
                  <a:lnTo>
                    <a:pt x="3822" y="4077"/>
                  </a:lnTo>
                  <a:lnTo>
                    <a:pt x="3875" y="4040"/>
                  </a:lnTo>
                  <a:lnTo>
                    <a:pt x="3931" y="3999"/>
                  </a:lnTo>
                  <a:lnTo>
                    <a:pt x="3987" y="3955"/>
                  </a:lnTo>
                  <a:lnTo>
                    <a:pt x="4042" y="3909"/>
                  </a:lnTo>
                  <a:lnTo>
                    <a:pt x="4070" y="3886"/>
                  </a:lnTo>
                  <a:lnTo>
                    <a:pt x="4096" y="3862"/>
                  </a:lnTo>
                  <a:lnTo>
                    <a:pt x="4122" y="3838"/>
                  </a:lnTo>
                  <a:lnTo>
                    <a:pt x="4146" y="3813"/>
                  </a:lnTo>
                  <a:lnTo>
                    <a:pt x="4169" y="3788"/>
                  </a:lnTo>
                  <a:lnTo>
                    <a:pt x="4190" y="3764"/>
                  </a:lnTo>
                  <a:lnTo>
                    <a:pt x="4211" y="3738"/>
                  </a:lnTo>
                  <a:lnTo>
                    <a:pt x="4230" y="3712"/>
                  </a:lnTo>
                  <a:lnTo>
                    <a:pt x="4230" y="3712"/>
                  </a:lnTo>
                  <a:lnTo>
                    <a:pt x="4275" y="3645"/>
                  </a:lnTo>
                  <a:lnTo>
                    <a:pt x="4319" y="3574"/>
                  </a:lnTo>
                  <a:lnTo>
                    <a:pt x="4361" y="3504"/>
                  </a:lnTo>
                  <a:lnTo>
                    <a:pt x="4402" y="3435"/>
                  </a:lnTo>
                  <a:lnTo>
                    <a:pt x="4438" y="3367"/>
                  </a:lnTo>
                  <a:lnTo>
                    <a:pt x="4471" y="3303"/>
                  </a:lnTo>
                  <a:lnTo>
                    <a:pt x="4501" y="3243"/>
                  </a:lnTo>
                  <a:lnTo>
                    <a:pt x="4524" y="3190"/>
                  </a:lnTo>
                  <a:lnTo>
                    <a:pt x="4524" y="3190"/>
                  </a:lnTo>
                  <a:lnTo>
                    <a:pt x="4538" y="3158"/>
                  </a:lnTo>
                  <a:lnTo>
                    <a:pt x="4548" y="3128"/>
                  </a:lnTo>
                  <a:lnTo>
                    <a:pt x="4555" y="3104"/>
                  </a:lnTo>
                  <a:lnTo>
                    <a:pt x="4561" y="3084"/>
                  </a:lnTo>
                  <a:lnTo>
                    <a:pt x="4561" y="3084"/>
                  </a:lnTo>
                  <a:lnTo>
                    <a:pt x="4553" y="3080"/>
                  </a:lnTo>
                  <a:lnTo>
                    <a:pt x="4547" y="3077"/>
                  </a:lnTo>
                  <a:lnTo>
                    <a:pt x="4530" y="3073"/>
                  </a:lnTo>
                  <a:lnTo>
                    <a:pt x="4512" y="3071"/>
                  </a:lnTo>
                  <a:lnTo>
                    <a:pt x="4496" y="3071"/>
                  </a:lnTo>
                  <a:lnTo>
                    <a:pt x="4460" y="3071"/>
                  </a:lnTo>
                  <a:lnTo>
                    <a:pt x="4427" y="3072"/>
                  </a:lnTo>
                  <a:lnTo>
                    <a:pt x="4424" y="3076"/>
                  </a:lnTo>
                  <a:lnTo>
                    <a:pt x="4424" y="3076"/>
                  </a:lnTo>
                  <a:lnTo>
                    <a:pt x="4099" y="2705"/>
                  </a:lnTo>
                  <a:lnTo>
                    <a:pt x="3822" y="2388"/>
                  </a:lnTo>
                  <a:lnTo>
                    <a:pt x="3822" y="2388"/>
                  </a:lnTo>
                  <a:lnTo>
                    <a:pt x="3806" y="2373"/>
                  </a:lnTo>
                  <a:lnTo>
                    <a:pt x="3790" y="2356"/>
                  </a:lnTo>
                  <a:lnTo>
                    <a:pt x="3772" y="2340"/>
                  </a:lnTo>
                  <a:lnTo>
                    <a:pt x="3751" y="2322"/>
                  </a:lnTo>
                  <a:lnTo>
                    <a:pt x="3705" y="2286"/>
                  </a:lnTo>
                  <a:lnTo>
                    <a:pt x="3654" y="2249"/>
                  </a:lnTo>
                  <a:lnTo>
                    <a:pt x="3598" y="2210"/>
                  </a:lnTo>
                  <a:lnTo>
                    <a:pt x="3538" y="2172"/>
                  </a:lnTo>
                  <a:lnTo>
                    <a:pt x="3474" y="2134"/>
                  </a:lnTo>
                  <a:lnTo>
                    <a:pt x="3409" y="2094"/>
                  </a:lnTo>
                  <a:lnTo>
                    <a:pt x="3278" y="2019"/>
                  </a:lnTo>
                  <a:lnTo>
                    <a:pt x="3150" y="1947"/>
                  </a:lnTo>
                  <a:lnTo>
                    <a:pt x="3034" y="1883"/>
                  </a:lnTo>
                  <a:lnTo>
                    <a:pt x="2938" y="1829"/>
                  </a:lnTo>
                  <a:lnTo>
                    <a:pt x="2938" y="1829"/>
                  </a:lnTo>
                  <a:lnTo>
                    <a:pt x="2891" y="1804"/>
                  </a:lnTo>
                  <a:lnTo>
                    <a:pt x="2831" y="1773"/>
                  </a:lnTo>
                  <a:lnTo>
                    <a:pt x="2763" y="1740"/>
                  </a:lnTo>
                  <a:lnTo>
                    <a:pt x="2688" y="1703"/>
                  </a:lnTo>
                  <a:lnTo>
                    <a:pt x="2522" y="1626"/>
                  </a:lnTo>
                  <a:lnTo>
                    <a:pt x="2352" y="1548"/>
                  </a:lnTo>
                  <a:lnTo>
                    <a:pt x="2192" y="1477"/>
                  </a:lnTo>
                  <a:lnTo>
                    <a:pt x="2058" y="1417"/>
                  </a:lnTo>
                  <a:lnTo>
                    <a:pt x="1933" y="1362"/>
                  </a:lnTo>
                  <a:lnTo>
                    <a:pt x="1933" y="1362"/>
                  </a:lnTo>
                  <a:lnTo>
                    <a:pt x="1912" y="1354"/>
                  </a:lnTo>
                  <a:lnTo>
                    <a:pt x="1892" y="1348"/>
                  </a:lnTo>
                  <a:lnTo>
                    <a:pt x="1870" y="1341"/>
                  </a:lnTo>
                  <a:lnTo>
                    <a:pt x="1850" y="1336"/>
                  </a:lnTo>
                  <a:lnTo>
                    <a:pt x="1806" y="1328"/>
                  </a:lnTo>
                  <a:lnTo>
                    <a:pt x="1763" y="1322"/>
                  </a:lnTo>
                  <a:lnTo>
                    <a:pt x="1764" y="1319"/>
                  </a:lnTo>
                  <a:lnTo>
                    <a:pt x="1764" y="1319"/>
                  </a:lnTo>
                  <a:lnTo>
                    <a:pt x="1740" y="1308"/>
                  </a:lnTo>
                  <a:lnTo>
                    <a:pt x="1716" y="1295"/>
                  </a:lnTo>
                  <a:lnTo>
                    <a:pt x="1693" y="1281"/>
                  </a:lnTo>
                  <a:lnTo>
                    <a:pt x="1668" y="1270"/>
                  </a:lnTo>
                  <a:lnTo>
                    <a:pt x="1668" y="1270"/>
                  </a:lnTo>
                  <a:lnTo>
                    <a:pt x="1629" y="1248"/>
                  </a:lnTo>
                  <a:lnTo>
                    <a:pt x="1589" y="1227"/>
                  </a:lnTo>
                  <a:lnTo>
                    <a:pt x="1550" y="1207"/>
                  </a:lnTo>
                  <a:lnTo>
                    <a:pt x="1530" y="1195"/>
                  </a:lnTo>
                  <a:lnTo>
                    <a:pt x="1513" y="1183"/>
                  </a:lnTo>
                  <a:lnTo>
                    <a:pt x="1513" y="1183"/>
                  </a:lnTo>
                  <a:lnTo>
                    <a:pt x="1485" y="1161"/>
                  </a:lnTo>
                  <a:lnTo>
                    <a:pt x="1458" y="1137"/>
                  </a:lnTo>
                  <a:lnTo>
                    <a:pt x="1431" y="1111"/>
                  </a:lnTo>
                  <a:lnTo>
                    <a:pt x="1407" y="1085"/>
                  </a:lnTo>
                  <a:lnTo>
                    <a:pt x="1407" y="1085"/>
                  </a:lnTo>
                  <a:lnTo>
                    <a:pt x="1390" y="1070"/>
                  </a:lnTo>
                  <a:lnTo>
                    <a:pt x="1373" y="1056"/>
                  </a:lnTo>
                  <a:lnTo>
                    <a:pt x="1357" y="1042"/>
                  </a:lnTo>
                  <a:lnTo>
                    <a:pt x="1339" y="1028"/>
                  </a:lnTo>
                  <a:lnTo>
                    <a:pt x="1303" y="1002"/>
                  </a:lnTo>
                  <a:lnTo>
                    <a:pt x="1265" y="979"/>
                  </a:lnTo>
                  <a:lnTo>
                    <a:pt x="1265" y="979"/>
                  </a:lnTo>
                  <a:lnTo>
                    <a:pt x="1242" y="965"/>
                  </a:lnTo>
                  <a:lnTo>
                    <a:pt x="1228" y="958"/>
                  </a:lnTo>
                  <a:lnTo>
                    <a:pt x="1213" y="950"/>
                  </a:lnTo>
                  <a:lnTo>
                    <a:pt x="1197" y="944"/>
                  </a:lnTo>
                  <a:lnTo>
                    <a:pt x="1182" y="938"/>
                  </a:lnTo>
                  <a:lnTo>
                    <a:pt x="1168" y="935"/>
                  </a:lnTo>
                  <a:lnTo>
                    <a:pt x="1162" y="935"/>
                  </a:lnTo>
                  <a:lnTo>
                    <a:pt x="1155" y="935"/>
                  </a:lnTo>
                  <a:lnTo>
                    <a:pt x="1155" y="935"/>
                  </a:lnTo>
                  <a:lnTo>
                    <a:pt x="1149" y="937"/>
                  </a:lnTo>
                  <a:lnTo>
                    <a:pt x="1142" y="940"/>
                  </a:lnTo>
                  <a:lnTo>
                    <a:pt x="1136" y="945"/>
                  </a:lnTo>
                  <a:lnTo>
                    <a:pt x="1131" y="950"/>
                  </a:lnTo>
                  <a:lnTo>
                    <a:pt x="1119" y="961"/>
                  </a:lnTo>
                  <a:lnTo>
                    <a:pt x="1111" y="973"/>
                  </a:lnTo>
                  <a:lnTo>
                    <a:pt x="1111" y="973"/>
                  </a:lnTo>
                  <a:lnTo>
                    <a:pt x="1091" y="1001"/>
                  </a:lnTo>
                  <a:lnTo>
                    <a:pt x="1084" y="1015"/>
                  </a:lnTo>
                  <a:lnTo>
                    <a:pt x="1076" y="1029"/>
                  </a:lnTo>
                  <a:lnTo>
                    <a:pt x="1071" y="1045"/>
                  </a:lnTo>
                  <a:lnTo>
                    <a:pt x="1066" y="1060"/>
                  </a:lnTo>
                  <a:lnTo>
                    <a:pt x="1063" y="1077"/>
                  </a:lnTo>
                  <a:lnTo>
                    <a:pt x="1062" y="1093"/>
                  </a:lnTo>
                  <a:lnTo>
                    <a:pt x="1062" y="1093"/>
                  </a:lnTo>
                  <a:lnTo>
                    <a:pt x="1063" y="1125"/>
                  </a:lnTo>
                  <a:lnTo>
                    <a:pt x="1066" y="1158"/>
                  </a:lnTo>
                  <a:lnTo>
                    <a:pt x="1072" y="1190"/>
                  </a:lnTo>
                  <a:lnTo>
                    <a:pt x="1076" y="1206"/>
                  </a:lnTo>
                  <a:lnTo>
                    <a:pt x="1080" y="1221"/>
                  </a:lnTo>
                  <a:lnTo>
                    <a:pt x="1080" y="1221"/>
                  </a:lnTo>
                  <a:lnTo>
                    <a:pt x="1089" y="1247"/>
                  </a:lnTo>
                  <a:lnTo>
                    <a:pt x="1094" y="1259"/>
                  </a:lnTo>
                  <a:lnTo>
                    <a:pt x="1100" y="1271"/>
                  </a:lnTo>
                  <a:lnTo>
                    <a:pt x="1100" y="1271"/>
                  </a:lnTo>
                  <a:lnTo>
                    <a:pt x="1108" y="1282"/>
                  </a:lnTo>
                  <a:lnTo>
                    <a:pt x="1116" y="1293"/>
                  </a:lnTo>
                  <a:lnTo>
                    <a:pt x="1123" y="1304"/>
                  </a:lnTo>
                  <a:lnTo>
                    <a:pt x="1127" y="1310"/>
                  </a:lnTo>
                  <a:lnTo>
                    <a:pt x="1130" y="1317"/>
                  </a:lnTo>
                  <a:lnTo>
                    <a:pt x="1130" y="1317"/>
                  </a:lnTo>
                  <a:lnTo>
                    <a:pt x="1130" y="1317"/>
                  </a:lnTo>
                  <a:lnTo>
                    <a:pt x="925" y="1307"/>
                  </a:lnTo>
                  <a:lnTo>
                    <a:pt x="825" y="1301"/>
                  </a:lnTo>
                  <a:lnTo>
                    <a:pt x="724" y="1298"/>
                  </a:lnTo>
                  <a:lnTo>
                    <a:pt x="724" y="1298"/>
                  </a:lnTo>
                  <a:lnTo>
                    <a:pt x="650" y="1296"/>
                  </a:lnTo>
                  <a:lnTo>
                    <a:pt x="576" y="1294"/>
                  </a:lnTo>
                  <a:lnTo>
                    <a:pt x="503" y="1289"/>
                  </a:lnTo>
                  <a:lnTo>
                    <a:pt x="429" y="1284"/>
                  </a:lnTo>
                  <a:lnTo>
                    <a:pt x="282" y="1273"/>
                  </a:lnTo>
                  <a:lnTo>
                    <a:pt x="208" y="1270"/>
                  </a:lnTo>
                  <a:lnTo>
                    <a:pt x="134" y="1266"/>
                  </a:lnTo>
                  <a:lnTo>
                    <a:pt x="134" y="1266"/>
                  </a:lnTo>
                  <a:lnTo>
                    <a:pt x="107" y="1266"/>
                  </a:lnTo>
                  <a:lnTo>
                    <a:pt x="75" y="1263"/>
                  </a:lnTo>
                  <a:lnTo>
                    <a:pt x="0" y="1258"/>
                  </a:lnTo>
                  <a:lnTo>
                    <a:pt x="0" y="1258"/>
                  </a:lnTo>
                  <a:lnTo>
                    <a:pt x="1" y="1253"/>
                  </a:lnTo>
                  <a:lnTo>
                    <a:pt x="1" y="1253"/>
                  </a:lnTo>
                  <a:lnTo>
                    <a:pt x="18" y="1221"/>
                  </a:lnTo>
                  <a:lnTo>
                    <a:pt x="35" y="1189"/>
                  </a:lnTo>
                  <a:lnTo>
                    <a:pt x="52" y="1158"/>
                  </a:lnTo>
                  <a:lnTo>
                    <a:pt x="72" y="1126"/>
                  </a:lnTo>
                  <a:lnTo>
                    <a:pt x="92" y="1096"/>
                  </a:lnTo>
                  <a:lnTo>
                    <a:pt x="112" y="1065"/>
                  </a:lnTo>
                  <a:lnTo>
                    <a:pt x="157" y="1005"/>
                  </a:lnTo>
                  <a:lnTo>
                    <a:pt x="203" y="946"/>
                  </a:lnTo>
                  <a:lnTo>
                    <a:pt x="249" y="889"/>
                  </a:lnTo>
                  <a:lnTo>
                    <a:pt x="295" y="831"/>
                  </a:lnTo>
                  <a:lnTo>
                    <a:pt x="340" y="776"/>
                  </a:lnTo>
                  <a:lnTo>
                    <a:pt x="340" y="776"/>
                  </a:lnTo>
                  <a:lnTo>
                    <a:pt x="392" y="706"/>
                  </a:lnTo>
                  <a:lnTo>
                    <a:pt x="446" y="634"/>
                  </a:lnTo>
                  <a:lnTo>
                    <a:pt x="499" y="560"/>
                  </a:lnTo>
                  <a:lnTo>
                    <a:pt x="527" y="523"/>
                  </a:lnTo>
                  <a:lnTo>
                    <a:pt x="557" y="487"/>
                  </a:lnTo>
                  <a:lnTo>
                    <a:pt x="586" y="451"/>
                  </a:lnTo>
                  <a:lnTo>
                    <a:pt x="615" y="417"/>
                  </a:lnTo>
                  <a:lnTo>
                    <a:pt x="646" y="384"/>
                  </a:lnTo>
                  <a:lnTo>
                    <a:pt x="678" y="352"/>
                  </a:lnTo>
                  <a:lnTo>
                    <a:pt x="711" y="321"/>
                  </a:lnTo>
                  <a:lnTo>
                    <a:pt x="744" y="293"/>
                  </a:lnTo>
                  <a:lnTo>
                    <a:pt x="779" y="266"/>
                  </a:lnTo>
                  <a:lnTo>
                    <a:pt x="814" y="242"/>
                  </a:lnTo>
                  <a:lnTo>
                    <a:pt x="814" y="242"/>
                  </a:lnTo>
                  <a:lnTo>
                    <a:pt x="842" y="225"/>
                  </a:lnTo>
                  <a:lnTo>
                    <a:pt x="869" y="210"/>
                  </a:lnTo>
                  <a:lnTo>
                    <a:pt x="925" y="180"/>
                  </a:lnTo>
                  <a:lnTo>
                    <a:pt x="982" y="154"/>
                  </a:lnTo>
                  <a:lnTo>
                    <a:pt x="1039" y="131"/>
                  </a:lnTo>
                  <a:lnTo>
                    <a:pt x="1096" y="109"/>
                  </a:lnTo>
                  <a:lnTo>
                    <a:pt x="1155" y="90"/>
                  </a:lnTo>
                  <a:lnTo>
                    <a:pt x="1215" y="73"/>
                  </a:lnTo>
                  <a:lnTo>
                    <a:pt x="1275" y="59"/>
                  </a:lnTo>
                  <a:lnTo>
                    <a:pt x="1335" y="46"/>
                  </a:lnTo>
                  <a:lnTo>
                    <a:pt x="1396" y="36"/>
                  </a:lnTo>
                  <a:lnTo>
                    <a:pt x="1458" y="27"/>
                  </a:lnTo>
                  <a:lnTo>
                    <a:pt x="1520" y="19"/>
                  </a:lnTo>
                  <a:lnTo>
                    <a:pt x="1582" y="13"/>
                  </a:lnTo>
                  <a:lnTo>
                    <a:pt x="1644" y="9"/>
                  </a:lnTo>
                  <a:lnTo>
                    <a:pt x="1707" y="5"/>
                  </a:lnTo>
                  <a:lnTo>
                    <a:pt x="1769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" name="Freeform 7">
              <a:extLst>
                <a:ext uri="{FF2B5EF4-FFF2-40B4-BE49-F238E27FC236}">
                  <a16:creationId xmlns:a16="http://schemas.microsoft.com/office/drawing/2014/main" id="{A12D381A-EB2F-0E7E-FDE7-68C9550F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"/>
              <a:ext cx="1608" cy="2045"/>
            </a:xfrm>
            <a:custGeom>
              <a:avLst/>
              <a:gdLst>
                <a:gd name="T0" fmla="*/ 4810 w 4824"/>
                <a:gd name="T1" fmla="*/ 5416 h 6136"/>
                <a:gd name="T2" fmla="*/ 4814 w 4824"/>
                <a:gd name="T3" fmla="*/ 5799 h 6136"/>
                <a:gd name="T4" fmla="*/ 4732 w 4824"/>
                <a:gd name="T5" fmla="*/ 6136 h 6136"/>
                <a:gd name="T6" fmla="*/ 3764 w 4824"/>
                <a:gd name="T7" fmla="*/ 5705 h 6136"/>
                <a:gd name="T8" fmla="*/ 3256 w 4824"/>
                <a:gd name="T9" fmla="*/ 5473 h 6136"/>
                <a:gd name="T10" fmla="*/ 2983 w 4824"/>
                <a:gd name="T11" fmla="*/ 5203 h 6136"/>
                <a:gd name="T12" fmla="*/ 2916 w 4824"/>
                <a:gd name="T13" fmla="*/ 4817 h 6136"/>
                <a:gd name="T14" fmla="*/ 2926 w 4824"/>
                <a:gd name="T15" fmla="*/ 4139 h 6136"/>
                <a:gd name="T16" fmla="*/ 3066 w 4824"/>
                <a:gd name="T17" fmla="*/ 3719 h 6136"/>
                <a:gd name="T18" fmla="*/ 3189 w 4824"/>
                <a:gd name="T19" fmla="*/ 3475 h 6136"/>
                <a:gd name="T20" fmla="*/ 3290 w 4824"/>
                <a:gd name="T21" fmla="*/ 3544 h 6136"/>
                <a:gd name="T22" fmla="*/ 3518 w 4824"/>
                <a:gd name="T23" fmla="*/ 3495 h 6136"/>
                <a:gd name="T24" fmla="*/ 3692 w 4824"/>
                <a:gd name="T25" fmla="*/ 3308 h 6136"/>
                <a:gd name="T26" fmla="*/ 3879 w 4824"/>
                <a:gd name="T27" fmla="*/ 2861 h 6136"/>
                <a:gd name="T28" fmla="*/ 3849 w 4824"/>
                <a:gd name="T29" fmla="*/ 2632 h 6136"/>
                <a:gd name="T30" fmla="*/ 3741 w 4824"/>
                <a:gd name="T31" fmla="*/ 2566 h 6136"/>
                <a:gd name="T32" fmla="*/ 3582 w 4824"/>
                <a:gd name="T33" fmla="*/ 2601 h 6136"/>
                <a:gd name="T34" fmla="*/ 3343 w 4824"/>
                <a:gd name="T35" fmla="*/ 2881 h 6136"/>
                <a:gd name="T36" fmla="*/ 3062 w 4824"/>
                <a:gd name="T37" fmla="*/ 2527 h 6136"/>
                <a:gd name="T38" fmla="*/ 2870 w 4824"/>
                <a:gd name="T39" fmla="*/ 2389 h 6136"/>
                <a:gd name="T40" fmla="*/ 2496 w 4824"/>
                <a:gd name="T41" fmla="*/ 1938 h 6136"/>
                <a:gd name="T42" fmla="*/ 2365 w 4824"/>
                <a:gd name="T43" fmla="*/ 1640 h 6136"/>
                <a:gd name="T44" fmla="*/ 2147 w 4824"/>
                <a:gd name="T45" fmla="*/ 1248 h 6136"/>
                <a:gd name="T46" fmla="*/ 1937 w 4824"/>
                <a:gd name="T47" fmla="*/ 1106 h 6136"/>
                <a:gd name="T48" fmla="*/ 1536 w 4824"/>
                <a:gd name="T49" fmla="*/ 1029 h 6136"/>
                <a:gd name="T50" fmla="*/ 1219 w 4824"/>
                <a:gd name="T51" fmla="*/ 1080 h 6136"/>
                <a:gd name="T52" fmla="*/ 975 w 4824"/>
                <a:gd name="T53" fmla="*/ 1271 h 6136"/>
                <a:gd name="T54" fmla="*/ 718 w 4824"/>
                <a:gd name="T55" fmla="*/ 1590 h 6136"/>
                <a:gd name="T56" fmla="*/ 609 w 4824"/>
                <a:gd name="T57" fmla="*/ 1992 h 6136"/>
                <a:gd name="T58" fmla="*/ 589 w 4824"/>
                <a:gd name="T59" fmla="*/ 2871 h 6136"/>
                <a:gd name="T60" fmla="*/ 631 w 4824"/>
                <a:gd name="T61" fmla="*/ 3460 h 6136"/>
                <a:gd name="T62" fmla="*/ 838 w 4824"/>
                <a:gd name="T63" fmla="*/ 3962 h 6136"/>
                <a:gd name="T64" fmla="*/ 1047 w 4824"/>
                <a:gd name="T65" fmla="*/ 4272 h 6136"/>
                <a:gd name="T66" fmla="*/ 1320 w 4824"/>
                <a:gd name="T67" fmla="*/ 4970 h 6136"/>
                <a:gd name="T68" fmla="*/ 1122 w 4824"/>
                <a:gd name="T69" fmla="*/ 5230 h 6136"/>
                <a:gd name="T70" fmla="*/ 909 w 4824"/>
                <a:gd name="T71" fmla="*/ 5294 h 6136"/>
                <a:gd name="T72" fmla="*/ 322 w 4824"/>
                <a:gd name="T73" fmla="*/ 5283 h 6136"/>
                <a:gd name="T74" fmla="*/ 4 w 4824"/>
                <a:gd name="T75" fmla="*/ 5078 h 6136"/>
                <a:gd name="T76" fmla="*/ 136 w 4824"/>
                <a:gd name="T77" fmla="*/ 4585 h 6136"/>
                <a:gd name="T78" fmla="*/ 368 w 4824"/>
                <a:gd name="T79" fmla="*/ 4004 h 6136"/>
                <a:gd name="T80" fmla="*/ 433 w 4824"/>
                <a:gd name="T81" fmla="*/ 3528 h 6136"/>
                <a:gd name="T82" fmla="*/ 308 w 4824"/>
                <a:gd name="T83" fmla="*/ 2711 h 6136"/>
                <a:gd name="T84" fmla="*/ 280 w 4824"/>
                <a:gd name="T85" fmla="*/ 2199 h 6136"/>
                <a:gd name="T86" fmla="*/ 395 w 4824"/>
                <a:gd name="T87" fmla="*/ 1549 h 6136"/>
                <a:gd name="T88" fmla="*/ 613 w 4824"/>
                <a:gd name="T89" fmla="*/ 1058 h 6136"/>
                <a:gd name="T90" fmla="*/ 997 w 4824"/>
                <a:gd name="T91" fmla="*/ 533 h 6136"/>
                <a:gd name="T92" fmla="*/ 1519 w 4824"/>
                <a:gd name="T93" fmla="*/ 151 h 6136"/>
                <a:gd name="T94" fmla="*/ 1954 w 4824"/>
                <a:gd name="T95" fmla="*/ 14 h 6136"/>
                <a:gd name="T96" fmla="*/ 2279 w 4824"/>
                <a:gd name="T97" fmla="*/ 9 h 6136"/>
                <a:gd name="T98" fmla="*/ 2427 w 4824"/>
                <a:gd name="T99" fmla="*/ 42 h 6136"/>
                <a:gd name="T100" fmla="*/ 2794 w 4824"/>
                <a:gd name="T101" fmla="*/ 49 h 6136"/>
                <a:gd name="T102" fmla="*/ 3196 w 4824"/>
                <a:gd name="T103" fmla="*/ 179 h 6136"/>
                <a:gd name="T104" fmla="*/ 3625 w 4824"/>
                <a:gd name="T105" fmla="*/ 513 h 6136"/>
                <a:gd name="T106" fmla="*/ 3993 w 4824"/>
                <a:gd name="T107" fmla="*/ 972 h 6136"/>
                <a:gd name="T108" fmla="*/ 4154 w 4824"/>
                <a:gd name="T109" fmla="*/ 1436 h 6136"/>
                <a:gd name="T110" fmla="*/ 4230 w 4824"/>
                <a:gd name="T111" fmla="*/ 2263 h 6136"/>
                <a:gd name="T112" fmla="*/ 4225 w 4824"/>
                <a:gd name="T113" fmla="*/ 3816 h 6136"/>
                <a:gd name="T114" fmla="*/ 4290 w 4824"/>
                <a:gd name="T115" fmla="*/ 4119 h 6136"/>
                <a:gd name="T116" fmla="*/ 4598 w 4824"/>
                <a:gd name="T117" fmla="*/ 4732 h 6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4" h="6136">
                  <a:moveTo>
                    <a:pt x="4687" y="4932"/>
                  </a:moveTo>
                  <a:lnTo>
                    <a:pt x="4687" y="4932"/>
                  </a:lnTo>
                  <a:lnTo>
                    <a:pt x="4714" y="5003"/>
                  </a:lnTo>
                  <a:lnTo>
                    <a:pt x="4737" y="5078"/>
                  </a:lnTo>
                  <a:lnTo>
                    <a:pt x="4759" y="5152"/>
                  </a:lnTo>
                  <a:lnTo>
                    <a:pt x="4777" y="5227"/>
                  </a:lnTo>
                  <a:lnTo>
                    <a:pt x="4792" y="5303"/>
                  </a:lnTo>
                  <a:lnTo>
                    <a:pt x="4800" y="5340"/>
                  </a:lnTo>
                  <a:lnTo>
                    <a:pt x="4805" y="5378"/>
                  </a:lnTo>
                  <a:lnTo>
                    <a:pt x="4810" y="5416"/>
                  </a:lnTo>
                  <a:lnTo>
                    <a:pt x="4815" y="5455"/>
                  </a:lnTo>
                  <a:lnTo>
                    <a:pt x="4817" y="5493"/>
                  </a:lnTo>
                  <a:lnTo>
                    <a:pt x="4821" y="5531"/>
                  </a:lnTo>
                  <a:lnTo>
                    <a:pt x="4822" y="5570"/>
                  </a:lnTo>
                  <a:lnTo>
                    <a:pt x="4824" y="5608"/>
                  </a:lnTo>
                  <a:lnTo>
                    <a:pt x="4824" y="5646"/>
                  </a:lnTo>
                  <a:lnTo>
                    <a:pt x="4822" y="5685"/>
                  </a:lnTo>
                  <a:lnTo>
                    <a:pt x="4821" y="5723"/>
                  </a:lnTo>
                  <a:lnTo>
                    <a:pt x="4817" y="5760"/>
                  </a:lnTo>
                  <a:lnTo>
                    <a:pt x="4814" y="5799"/>
                  </a:lnTo>
                  <a:lnTo>
                    <a:pt x="4810" y="5837"/>
                  </a:lnTo>
                  <a:lnTo>
                    <a:pt x="4803" y="5874"/>
                  </a:lnTo>
                  <a:lnTo>
                    <a:pt x="4797" y="5911"/>
                  </a:lnTo>
                  <a:lnTo>
                    <a:pt x="4789" y="5949"/>
                  </a:lnTo>
                  <a:lnTo>
                    <a:pt x="4780" y="5987"/>
                  </a:lnTo>
                  <a:lnTo>
                    <a:pt x="4770" y="6024"/>
                  </a:lnTo>
                  <a:lnTo>
                    <a:pt x="4759" y="6061"/>
                  </a:lnTo>
                  <a:lnTo>
                    <a:pt x="4747" y="6096"/>
                  </a:lnTo>
                  <a:lnTo>
                    <a:pt x="4733" y="6132"/>
                  </a:lnTo>
                  <a:lnTo>
                    <a:pt x="4732" y="6136"/>
                  </a:lnTo>
                  <a:lnTo>
                    <a:pt x="4732" y="6136"/>
                  </a:lnTo>
                  <a:lnTo>
                    <a:pt x="4690" y="6113"/>
                  </a:lnTo>
                  <a:lnTo>
                    <a:pt x="4644" y="6089"/>
                  </a:lnTo>
                  <a:lnTo>
                    <a:pt x="4546" y="6038"/>
                  </a:lnTo>
                  <a:lnTo>
                    <a:pt x="4436" y="5985"/>
                  </a:lnTo>
                  <a:lnTo>
                    <a:pt x="4317" y="5930"/>
                  </a:lnTo>
                  <a:lnTo>
                    <a:pt x="4189" y="5874"/>
                  </a:lnTo>
                  <a:lnTo>
                    <a:pt x="4054" y="5818"/>
                  </a:lnTo>
                  <a:lnTo>
                    <a:pt x="3912" y="5762"/>
                  </a:lnTo>
                  <a:lnTo>
                    <a:pt x="3764" y="5705"/>
                  </a:lnTo>
                  <a:lnTo>
                    <a:pt x="3764" y="5705"/>
                  </a:lnTo>
                  <a:lnTo>
                    <a:pt x="3683" y="5673"/>
                  </a:lnTo>
                  <a:lnTo>
                    <a:pt x="3605" y="5643"/>
                  </a:lnTo>
                  <a:lnTo>
                    <a:pt x="3533" y="5613"/>
                  </a:lnTo>
                  <a:lnTo>
                    <a:pt x="3468" y="5584"/>
                  </a:lnTo>
                  <a:lnTo>
                    <a:pt x="3468" y="5584"/>
                  </a:lnTo>
                  <a:lnTo>
                    <a:pt x="3408" y="5556"/>
                  </a:lnTo>
                  <a:lnTo>
                    <a:pt x="3353" y="5528"/>
                  </a:lnTo>
                  <a:lnTo>
                    <a:pt x="3302" y="5501"/>
                  </a:lnTo>
                  <a:lnTo>
                    <a:pt x="3256" y="5473"/>
                  </a:lnTo>
                  <a:lnTo>
                    <a:pt x="3213" y="5446"/>
                  </a:lnTo>
                  <a:lnTo>
                    <a:pt x="3175" y="5420"/>
                  </a:lnTo>
                  <a:lnTo>
                    <a:pt x="3140" y="5393"/>
                  </a:lnTo>
                  <a:lnTo>
                    <a:pt x="3108" y="5366"/>
                  </a:lnTo>
                  <a:lnTo>
                    <a:pt x="3080" y="5340"/>
                  </a:lnTo>
                  <a:lnTo>
                    <a:pt x="3056" y="5313"/>
                  </a:lnTo>
                  <a:lnTo>
                    <a:pt x="3034" y="5286"/>
                  </a:lnTo>
                  <a:lnTo>
                    <a:pt x="3014" y="5258"/>
                  </a:lnTo>
                  <a:lnTo>
                    <a:pt x="2997" y="5231"/>
                  </a:lnTo>
                  <a:lnTo>
                    <a:pt x="2983" y="5203"/>
                  </a:lnTo>
                  <a:lnTo>
                    <a:pt x="2970" y="5173"/>
                  </a:lnTo>
                  <a:lnTo>
                    <a:pt x="2960" y="5144"/>
                  </a:lnTo>
                  <a:lnTo>
                    <a:pt x="2960" y="5144"/>
                  </a:lnTo>
                  <a:lnTo>
                    <a:pt x="2954" y="5125"/>
                  </a:lnTo>
                  <a:lnTo>
                    <a:pt x="2949" y="5103"/>
                  </a:lnTo>
                  <a:lnTo>
                    <a:pt x="2940" y="5055"/>
                  </a:lnTo>
                  <a:lnTo>
                    <a:pt x="2931" y="5001"/>
                  </a:lnTo>
                  <a:lnTo>
                    <a:pt x="2925" y="4943"/>
                  </a:lnTo>
                  <a:lnTo>
                    <a:pt x="2919" y="4881"/>
                  </a:lnTo>
                  <a:lnTo>
                    <a:pt x="2916" y="4817"/>
                  </a:lnTo>
                  <a:lnTo>
                    <a:pt x="2913" y="4752"/>
                  </a:lnTo>
                  <a:lnTo>
                    <a:pt x="2910" y="4685"/>
                  </a:lnTo>
                  <a:lnTo>
                    <a:pt x="2909" y="4556"/>
                  </a:lnTo>
                  <a:lnTo>
                    <a:pt x="2909" y="4438"/>
                  </a:lnTo>
                  <a:lnTo>
                    <a:pt x="2910" y="4270"/>
                  </a:lnTo>
                  <a:lnTo>
                    <a:pt x="2910" y="4270"/>
                  </a:lnTo>
                  <a:lnTo>
                    <a:pt x="2912" y="4242"/>
                  </a:lnTo>
                  <a:lnTo>
                    <a:pt x="2914" y="4210"/>
                  </a:lnTo>
                  <a:lnTo>
                    <a:pt x="2919" y="4175"/>
                  </a:lnTo>
                  <a:lnTo>
                    <a:pt x="2926" y="4139"/>
                  </a:lnTo>
                  <a:lnTo>
                    <a:pt x="2933" y="4102"/>
                  </a:lnTo>
                  <a:lnTo>
                    <a:pt x="2941" y="4065"/>
                  </a:lnTo>
                  <a:lnTo>
                    <a:pt x="2959" y="3990"/>
                  </a:lnTo>
                  <a:lnTo>
                    <a:pt x="2977" y="3922"/>
                  </a:lnTo>
                  <a:lnTo>
                    <a:pt x="2992" y="3866"/>
                  </a:lnTo>
                  <a:lnTo>
                    <a:pt x="3009" y="3809"/>
                  </a:lnTo>
                  <a:lnTo>
                    <a:pt x="3010" y="3809"/>
                  </a:lnTo>
                  <a:lnTo>
                    <a:pt x="3010" y="3809"/>
                  </a:lnTo>
                  <a:lnTo>
                    <a:pt x="3038" y="3763"/>
                  </a:lnTo>
                  <a:lnTo>
                    <a:pt x="3066" y="3719"/>
                  </a:lnTo>
                  <a:lnTo>
                    <a:pt x="3090" y="3673"/>
                  </a:lnTo>
                  <a:lnTo>
                    <a:pt x="3113" y="3630"/>
                  </a:lnTo>
                  <a:lnTo>
                    <a:pt x="3133" y="3591"/>
                  </a:lnTo>
                  <a:lnTo>
                    <a:pt x="3148" y="3558"/>
                  </a:lnTo>
                  <a:lnTo>
                    <a:pt x="3167" y="3512"/>
                  </a:lnTo>
                  <a:lnTo>
                    <a:pt x="3167" y="3512"/>
                  </a:lnTo>
                  <a:lnTo>
                    <a:pt x="3186" y="3460"/>
                  </a:lnTo>
                  <a:lnTo>
                    <a:pt x="3186" y="3460"/>
                  </a:lnTo>
                  <a:lnTo>
                    <a:pt x="3186" y="3464"/>
                  </a:lnTo>
                  <a:lnTo>
                    <a:pt x="3189" y="3475"/>
                  </a:lnTo>
                  <a:lnTo>
                    <a:pt x="3191" y="3481"/>
                  </a:lnTo>
                  <a:lnTo>
                    <a:pt x="3195" y="3487"/>
                  </a:lnTo>
                  <a:lnTo>
                    <a:pt x="3200" y="3495"/>
                  </a:lnTo>
                  <a:lnTo>
                    <a:pt x="3208" y="3503"/>
                  </a:lnTo>
                  <a:lnTo>
                    <a:pt x="3216" y="3512"/>
                  </a:lnTo>
                  <a:lnTo>
                    <a:pt x="3226" y="3519"/>
                  </a:lnTo>
                  <a:lnTo>
                    <a:pt x="3239" y="3527"/>
                  </a:lnTo>
                  <a:lnTo>
                    <a:pt x="3253" y="3533"/>
                  </a:lnTo>
                  <a:lnTo>
                    <a:pt x="3269" y="3540"/>
                  </a:lnTo>
                  <a:lnTo>
                    <a:pt x="3290" y="3544"/>
                  </a:lnTo>
                  <a:lnTo>
                    <a:pt x="3313" y="3547"/>
                  </a:lnTo>
                  <a:lnTo>
                    <a:pt x="3338" y="3550"/>
                  </a:lnTo>
                  <a:lnTo>
                    <a:pt x="3338" y="3550"/>
                  </a:lnTo>
                  <a:lnTo>
                    <a:pt x="3365" y="3550"/>
                  </a:lnTo>
                  <a:lnTo>
                    <a:pt x="3392" y="3546"/>
                  </a:lnTo>
                  <a:lnTo>
                    <a:pt x="3418" y="3541"/>
                  </a:lnTo>
                  <a:lnTo>
                    <a:pt x="3444" y="3532"/>
                  </a:lnTo>
                  <a:lnTo>
                    <a:pt x="3470" y="3522"/>
                  </a:lnTo>
                  <a:lnTo>
                    <a:pt x="3494" y="3510"/>
                  </a:lnTo>
                  <a:lnTo>
                    <a:pt x="3518" y="3495"/>
                  </a:lnTo>
                  <a:lnTo>
                    <a:pt x="3541" y="3480"/>
                  </a:lnTo>
                  <a:lnTo>
                    <a:pt x="3564" y="3462"/>
                  </a:lnTo>
                  <a:lnTo>
                    <a:pt x="3584" y="3443"/>
                  </a:lnTo>
                  <a:lnTo>
                    <a:pt x="3606" y="3422"/>
                  </a:lnTo>
                  <a:lnTo>
                    <a:pt x="3625" y="3400"/>
                  </a:lnTo>
                  <a:lnTo>
                    <a:pt x="3643" y="3379"/>
                  </a:lnTo>
                  <a:lnTo>
                    <a:pt x="3661" y="3356"/>
                  </a:lnTo>
                  <a:lnTo>
                    <a:pt x="3678" y="3333"/>
                  </a:lnTo>
                  <a:lnTo>
                    <a:pt x="3692" y="3308"/>
                  </a:lnTo>
                  <a:lnTo>
                    <a:pt x="3692" y="3308"/>
                  </a:lnTo>
                  <a:lnTo>
                    <a:pt x="3722" y="3256"/>
                  </a:lnTo>
                  <a:lnTo>
                    <a:pt x="3754" y="3193"/>
                  </a:lnTo>
                  <a:lnTo>
                    <a:pt x="3787" y="3126"/>
                  </a:lnTo>
                  <a:lnTo>
                    <a:pt x="3818" y="3054"/>
                  </a:lnTo>
                  <a:lnTo>
                    <a:pt x="3832" y="3019"/>
                  </a:lnTo>
                  <a:lnTo>
                    <a:pt x="3845" y="2985"/>
                  </a:lnTo>
                  <a:lnTo>
                    <a:pt x="3856" y="2952"/>
                  </a:lnTo>
                  <a:lnTo>
                    <a:pt x="3865" y="2920"/>
                  </a:lnTo>
                  <a:lnTo>
                    <a:pt x="3873" y="2889"/>
                  </a:lnTo>
                  <a:lnTo>
                    <a:pt x="3879" y="2861"/>
                  </a:lnTo>
                  <a:lnTo>
                    <a:pt x="3882" y="2837"/>
                  </a:lnTo>
                  <a:lnTo>
                    <a:pt x="3882" y="2815"/>
                  </a:lnTo>
                  <a:lnTo>
                    <a:pt x="3882" y="2815"/>
                  </a:lnTo>
                  <a:lnTo>
                    <a:pt x="3879" y="2774"/>
                  </a:lnTo>
                  <a:lnTo>
                    <a:pt x="3875" y="2734"/>
                  </a:lnTo>
                  <a:lnTo>
                    <a:pt x="3869" y="2697"/>
                  </a:lnTo>
                  <a:lnTo>
                    <a:pt x="3865" y="2679"/>
                  </a:lnTo>
                  <a:lnTo>
                    <a:pt x="3860" y="2663"/>
                  </a:lnTo>
                  <a:lnTo>
                    <a:pt x="3855" y="2647"/>
                  </a:lnTo>
                  <a:lnTo>
                    <a:pt x="3849" y="2632"/>
                  </a:lnTo>
                  <a:lnTo>
                    <a:pt x="3841" y="2619"/>
                  </a:lnTo>
                  <a:lnTo>
                    <a:pt x="3833" y="2607"/>
                  </a:lnTo>
                  <a:lnTo>
                    <a:pt x="3823" y="2596"/>
                  </a:lnTo>
                  <a:lnTo>
                    <a:pt x="3813" y="2587"/>
                  </a:lnTo>
                  <a:lnTo>
                    <a:pt x="3800" y="2580"/>
                  </a:lnTo>
                  <a:lnTo>
                    <a:pt x="3787" y="2573"/>
                  </a:lnTo>
                  <a:lnTo>
                    <a:pt x="3787" y="2573"/>
                  </a:lnTo>
                  <a:lnTo>
                    <a:pt x="3772" y="2569"/>
                  </a:lnTo>
                  <a:lnTo>
                    <a:pt x="3757" y="2567"/>
                  </a:lnTo>
                  <a:lnTo>
                    <a:pt x="3741" y="2566"/>
                  </a:lnTo>
                  <a:lnTo>
                    <a:pt x="3725" y="2564"/>
                  </a:lnTo>
                  <a:lnTo>
                    <a:pt x="3708" y="2566"/>
                  </a:lnTo>
                  <a:lnTo>
                    <a:pt x="3692" y="2567"/>
                  </a:lnTo>
                  <a:lnTo>
                    <a:pt x="3675" y="2569"/>
                  </a:lnTo>
                  <a:lnTo>
                    <a:pt x="3657" y="2573"/>
                  </a:lnTo>
                  <a:lnTo>
                    <a:pt x="3642" y="2577"/>
                  </a:lnTo>
                  <a:lnTo>
                    <a:pt x="3625" y="2582"/>
                  </a:lnTo>
                  <a:lnTo>
                    <a:pt x="3610" y="2587"/>
                  </a:lnTo>
                  <a:lnTo>
                    <a:pt x="3596" y="2594"/>
                  </a:lnTo>
                  <a:lnTo>
                    <a:pt x="3582" y="2601"/>
                  </a:lnTo>
                  <a:lnTo>
                    <a:pt x="3569" y="2608"/>
                  </a:lnTo>
                  <a:lnTo>
                    <a:pt x="3558" y="2617"/>
                  </a:lnTo>
                  <a:lnTo>
                    <a:pt x="3547" y="2624"/>
                  </a:lnTo>
                  <a:lnTo>
                    <a:pt x="3547" y="2624"/>
                  </a:lnTo>
                  <a:lnTo>
                    <a:pt x="3536" y="2635"/>
                  </a:lnTo>
                  <a:lnTo>
                    <a:pt x="3523" y="2650"/>
                  </a:lnTo>
                  <a:lnTo>
                    <a:pt x="3490" y="2690"/>
                  </a:lnTo>
                  <a:lnTo>
                    <a:pt x="3452" y="2738"/>
                  </a:lnTo>
                  <a:lnTo>
                    <a:pt x="3412" y="2789"/>
                  </a:lnTo>
                  <a:lnTo>
                    <a:pt x="3343" y="2881"/>
                  </a:lnTo>
                  <a:lnTo>
                    <a:pt x="3314" y="2922"/>
                  </a:lnTo>
                  <a:lnTo>
                    <a:pt x="3314" y="2614"/>
                  </a:lnTo>
                  <a:lnTo>
                    <a:pt x="3314" y="2614"/>
                  </a:lnTo>
                  <a:lnTo>
                    <a:pt x="3300" y="2612"/>
                  </a:lnTo>
                  <a:lnTo>
                    <a:pt x="3261" y="2601"/>
                  </a:lnTo>
                  <a:lnTo>
                    <a:pt x="3205" y="2584"/>
                  </a:lnTo>
                  <a:lnTo>
                    <a:pt x="3172" y="2572"/>
                  </a:lnTo>
                  <a:lnTo>
                    <a:pt x="3136" y="2559"/>
                  </a:lnTo>
                  <a:lnTo>
                    <a:pt x="3101" y="2544"/>
                  </a:lnTo>
                  <a:lnTo>
                    <a:pt x="3062" y="2527"/>
                  </a:lnTo>
                  <a:lnTo>
                    <a:pt x="3025" y="2509"/>
                  </a:lnTo>
                  <a:lnTo>
                    <a:pt x="2990" y="2489"/>
                  </a:lnTo>
                  <a:lnTo>
                    <a:pt x="2955" y="2467"/>
                  </a:lnTo>
                  <a:lnTo>
                    <a:pt x="2939" y="2456"/>
                  </a:lnTo>
                  <a:lnTo>
                    <a:pt x="2923" y="2443"/>
                  </a:lnTo>
                  <a:lnTo>
                    <a:pt x="2908" y="2430"/>
                  </a:lnTo>
                  <a:lnTo>
                    <a:pt x="2894" y="2417"/>
                  </a:lnTo>
                  <a:lnTo>
                    <a:pt x="2881" y="2403"/>
                  </a:lnTo>
                  <a:lnTo>
                    <a:pt x="2870" y="2389"/>
                  </a:lnTo>
                  <a:lnTo>
                    <a:pt x="2870" y="2389"/>
                  </a:lnTo>
                  <a:lnTo>
                    <a:pt x="2845" y="2360"/>
                  </a:lnTo>
                  <a:lnTo>
                    <a:pt x="2819" y="2329"/>
                  </a:lnTo>
                  <a:lnTo>
                    <a:pt x="2757" y="2260"/>
                  </a:lnTo>
                  <a:lnTo>
                    <a:pt x="2690" y="2185"/>
                  </a:lnTo>
                  <a:lnTo>
                    <a:pt x="2656" y="2145"/>
                  </a:lnTo>
                  <a:lnTo>
                    <a:pt x="2622" y="2105"/>
                  </a:lnTo>
                  <a:lnTo>
                    <a:pt x="2588" y="2064"/>
                  </a:lnTo>
                  <a:lnTo>
                    <a:pt x="2556" y="2022"/>
                  </a:lnTo>
                  <a:lnTo>
                    <a:pt x="2525" y="1980"/>
                  </a:lnTo>
                  <a:lnTo>
                    <a:pt x="2496" y="1938"/>
                  </a:lnTo>
                  <a:lnTo>
                    <a:pt x="2470" y="1896"/>
                  </a:lnTo>
                  <a:lnTo>
                    <a:pt x="2447" y="1852"/>
                  </a:lnTo>
                  <a:lnTo>
                    <a:pt x="2437" y="1832"/>
                  </a:lnTo>
                  <a:lnTo>
                    <a:pt x="2428" y="1810"/>
                  </a:lnTo>
                  <a:lnTo>
                    <a:pt x="2420" y="1790"/>
                  </a:lnTo>
                  <a:lnTo>
                    <a:pt x="2413" y="1769"/>
                  </a:lnTo>
                  <a:lnTo>
                    <a:pt x="2413" y="1769"/>
                  </a:lnTo>
                  <a:lnTo>
                    <a:pt x="2399" y="1727"/>
                  </a:lnTo>
                  <a:lnTo>
                    <a:pt x="2383" y="1684"/>
                  </a:lnTo>
                  <a:lnTo>
                    <a:pt x="2365" y="1640"/>
                  </a:lnTo>
                  <a:lnTo>
                    <a:pt x="2346" y="1595"/>
                  </a:lnTo>
                  <a:lnTo>
                    <a:pt x="2327" y="1552"/>
                  </a:lnTo>
                  <a:lnTo>
                    <a:pt x="2305" y="1508"/>
                  </a:lnTo>
                  <a:lnTo>
                    <a:pt x="2284" y="1465"/>
                  </a:lnTo>
                  <a:lnTo>
                    <a:pt x="2261" y="1424"/>
                  </a:lnTo>
                  <a:lnTo>
                    <a:pt x="2238" y="1384"/>
                  </a:lnTo>
                  <a:lnTo>
                    <a:pt x="2215" y="1346"/>
                  </a:lnTo>
                  <a:lnTo>
                    <a:pt x="2192" y="1310"/>
                  </a:lnTo>
                  <a:lnTo>
                    <a:pt x="2169" y="1277"/>
                  </a:lnTo>
                  <a:lnTo>
                    <a:pt x="2147" y="1248"/>
                  </a:lnTo>
                  <a:lnTo>
                    <a:pt x="2125" y="1221"/>
                  </a:lnTo>
                  <a:lnTo>
                    <a:pt x="2104" y="1198"/>
                  </a:lnTo>
                  <a:lnTo>
                    <a:pt x="2085" y="1179"/>
                  </a:lnTo>
                  <a:lnTo>
                    <a:pt x="2085" y="1179"/>
                  </a:lnTo>
                  <a:lnTo>
                    <a:pt x="2074" y="1171"/>
                  </a:lnTo>
                  <a:lnTo>
                    <a:pt x="2063" y="1163"/>
                  </a:lnTo>
                  <a:lnTo>
                    <a:pt x="2036" y="1148"/>
                  </a:lnTo>
                  <a:lnTo>
                    <a:pt x="2007" y="1133"/>
                  </a:lnTo>
                  <a:lnTo>
                    <a:pt x="1972" y="1119"/>
                  </a:lnTo>
                  <a:lnTo>
                    <a:pt x="1937" y="1106"/>
                  </a:lnTo>
                  <a:lnTo>
                    <a:pt x="1901" y="1093"/>
                  </a:lnTo>
                  <a:lnTo>
                    <a:pt x="1863" y="1083"/>
                  </a:lnTo>
                  <a:lnTo>
                    <a:pt x="1826" y="1072"/>
                  </a:lnTo>
                  <a:lnTo>
                    <a:pt x="1755" y="1055"/>
                  </a:lnTo>
                  <a:lnTo>
                    <a:pt x="1698" y="1042"/>
                  </a:lnTo>
                  <a:lnTo>
                    <a:pt x="1643" y="1032"/>
                  </a:lnTo>
                  <a:lnTo>
                    <a:pt x="1643" y="1032"/>
                  </a:lnTo>
                  <a:lnTo>
                    <a:pt x="1629" y="1030"/>
                  </a:lnTo>
                  <a:lnTo>
                    <a:pt x="1591" y="1029"/>
                  </a:lnTo>
                  <a:lnTo>
                    <a:pt x="1536" y="1029"/>
                  </a:lnTo>
                  <a:lnTo>
                    <a:pt x="1503" y="1029"/>
                  </a:lnTo>
                  <a:lnTo>
                    <a:pt x="1467" y="1030"/>
                  </a:lnTo>
                  <a:lnTo>
                    <a:pt x="1431" y="1033"/>
                  </a:lnTo>
                  <a:lnTo>
                    <a:pt x="1393" y="1037"/>
                  </a:lnTo>
                  <a:lnTo>
                    <a:pt x="1356" y="1042"/>
                  </a:lnTo>
                  <a:lnTo>
                    <a:pt x="1319" y="1048"/>
                  </a:lnTo>
                  <a:lnTo>
                    <a:pt x="1283" y="1057"/>
                  </a:lnTo>
                  <a:lnTo>
                    <a:pt x="1250" y="1067"/>
                  </a:lnTo>
                  <a:lnTo>
                    <a:pt x="1235" y="1074"/>
                  </a:lnTo>
                  <a:lnTo>
                    <a:pt x="1219" y="1080"/>
                  </a:lnTo>
                  <a:lnTo>
                    <a:pt x="1205" y="1088"/>
                  </a:lnTo>
                  <a:lnTo>
                    <a:pt x="1192" y="1096"/>
                  </a:lnTo>
                  <a:lnTo>
                    <a:pt x="1192" y="1096"/>
                  </a:lnTo>
                  <a:lnTo>
                    <a:pt x="1167" y="1113"/>
                  </a:lnTo>
                  <a:lnTo>
                    <a:pt x="1138" y="1135"/>
                  </a:lnTo>
                  <a:lnTo>
                    <a:pt x="1108" y="1158"/>
                  </a:lnTo>
                  <a:lnTo>
                    <a:pt x="1076" y="1182"/>
                  </a:lnTo>
                  <a:lnTo>
                    <a:pt x="1043" y="1211"/>
                  </a:lnTo>
                  <a:lnTo>
                    <a:pt x="1009" y="1240"/>
                  </a:lnTo>
                  <a:lnTo>
                    <a:pt x="975" y="1271"/>
                  </a:lnTo>
                  <a:lnTo>
                    <a:pt x="941" y="1303"/>
                  </a:lnTo>
                  <a:lnTo>
                    <a:pt x="908" y="1337"/>
                  </a:lnTo>
                  <a:lnTo>
                    <a:pt x="875" y="1372"/>
                  </a:lnTo>
                  <a:lnTo>
                    <a:pt x="843" y="1406"/>
                  </a:lnTo>
                  <a:lnTo>
                    <a:pt x="813" y="1443"/>
                  </a:lnTo>
                  <a:lnTo>
                    <a:pt x="785" y="1480"/>
                  </a:lnTo>
                  <a:lnTo>
                    <a:pt x="760" y="1516"/>
                  </a:lnTo>
                  <a:lnTo>
                    <a:pt x="737" y="1553"/>
                  </a:lnTo>
                  <a:lnTo>
                    <a:pt x="718" y="1590"/>
                  </a:lnTo>
                  <a:lnTo>
                    <a:pt x="718" y="1590"/>
                  </a:lnTo>
                  <a:lnTo>
                    <a:pt x="701" y="1629"/>
                  </a:lnTo>
                  <a:lnTo>
                    <a:pt x="686" y="1667"/>
                  </a:lnTo>
                  <a:lnTo>
                    <a:pt x="672" y="1707"/>
                  </a:lnTo>
                  <a:lnTo>
                    <a:pt x="659" y="1746"/>
                  </a:lnTo>
                  <a:lnTo>
                    <a:pt x="647" y="1787"/>
                  </a:lnTo>
                  <a:lnTo>
                    <a:pt x="637" y="1828"/>
                  </a:lnTo>
                  <a:lnTo>
                    <a:pt x="628" y="1870"/>
                  </a:lnTo>
                  <a:lnTo>
                    <a:pt x="621" y="1911"/>
                  </a:lnTo>
                  <a:lnTo>
                    <a:pt x="614" y="1952"/>
                  </a:lnTo>
                  <a:lnTo>
                    <a:pt x="609" y="1992"/>
                  </a:lnTo>
                  <a:lnTo>
                    <a:pt x="600" y="2071"/>
                  </a:lnTo>
                  <a:lnTo>
                    <a:pt x="595" y="2144"/>
                  </a:lnTo>
                  <a:lnTo>
                    <a:pt x="591" y="2213"/>
                  </a:lnTo>
                  <a:lnTo>
                    <a:pt x="591" y="2213"/>
                  </a:lnTo>
                  <a:lnTo>
                    <a:pt x="586" y="2374"/>
                  </a:lnTo>
                  <a:lnTo>
                    <a:pt x="584" y="2573"/>
                  </a:lnTo>
                  <a:lnTo>
                    <a:pt x="584" y="2673"/>
                  </a:lnTo>
                  <a:lnTo>
                    <a:pt x="585" y="2762"/>
                  </a:lnTo>
                  <a:lnTo>
                    <a:pt x="587" y="2840"/>
                  </a:lnTo>
                  <a:lnTo>
                    <a:pt x="589" y="2871"/>
                  </a:lnTo>
                  <a:lnTo>
                    <a:pt x="591" y="2897"/>
                  </a:lnTo>
                  <a:lnTo>
                    <a:pt x="591" y="2897"/>
                  </a:lnTo>
                  <a:lnTo>
                    <a:pt x="595" y="2953"/>
                  </a:lnTo>
                  <a:lnTo>
                    <a:pt x="600" y="3026"/>
                  </a:lnTo>
                  <a:lnTo>
                    <a:pt x="608" y="3200"/>
                  </a:lnTo>
                  <a:lnTo>
                    <a:pt x="613" y="3288"/>
                  </a:lnTo>
                  <a:lnTo>
                    <a:pt x="619" y="3368"/>
                  </a:lnTo>
                  <a:lnTo>
                    <a:pt x="623" y="3403"/>
                  </a:lnTo>
                  <a:lnTo>
                    <a:pt x="627" y="3435"/>
                  </a:lnTo>
                  <a:lnTo>
                    <a:pt x="631" y="3460"/>
                  </a:lnTo>
                  <a:lnTo>
                    <a:pt x="636" y="3480"/>
                  </a:lnTo>
                  <a:lnTo>
                    <a:pt x="636" y="3480"/>
                  </a:lnTo>
                  <a:lnTo>
                    <a:pt x="653" y="3532"/>
                  </a:lnTo>
                  <a:lnTo>
                    <a:pt x="683" y="3614"/>
                  </a:lnTo>
                  <a:lnTo>
                    <a:pt x="702" y="3665"/>
                  </a:lnTo>
                  <a:lnTo>
                    <a:pt x="725" y="3720"/>
                  </a:lnTo>
                  <a:lnTo>
                    <a:pt x="750" y="3777"/>
                  </a:lnTo>
                  <a:lnTo>
                    <a:pt x="776" y="3838"/>
                  </a:lnTo>
                  <a:lnTo>
                    <a:pt x="806" y="3900"/>
                  </a:lnTo>
                  <a:lnTo>
                    <a:pt x="838" y="3962"/>
                  </a:lnTo>
                  <a:lnTo>
                    <a:pt x="870" y="4022"/>
                  </a:lnTo>
                  <a:lnTo>
                    <a:pt x="903" y="4080"/>
                  </a:lnTo>
                  <a:lnTo>
                    <a:pt x="938" y="4137"/>
                  </a:lnTo>
                  <a:lnTo>
                    <a:pt x="956" y="4162"/>
                  </a:lnTo>
                  <a:lnTo>
                    <a:pt x="974" y="4188"/>
                  </a:lnTo>
                  <a:lnTo>
                    <a:pt x="992" y="4211"/>
                  </a:lnTo>
                  <a:lnTo>
                    <a:pt x="1010" y="4233"/>
                  </a:lnTo>
                  <a:lnTo>
                    <a:pt x="1028" y="4253"/>
                  </a:lnTo>
                  <a:lnTo>
                    <a:pt x="1047" y="4272"/>
                  </a:lnTo>
                  <a:lnTo>
                    <a:pt x="1047" y="4272"/>
                  </a:lnTo>
                  <a:lnTo>
                    <a:pt x="1132" y="4358"/>
                  </a:lnTo>
                  <a:lnTo>
                    <a:pt x="1168" y="4392"/>
                  </a:lnTo>
                  <a:lnTo>
                    <a:pt x="1201" y="4424"/>
                  </a:lnTo>
                  <a:lnTo>
                    <a:pt x="1232" y="4451"/>
                  </a:lnTo>
                  <a:lnTo>
                    <a:pt x="1261" y="4474"/>
                  </a:lnTo>
                  <a:lnTo>
                    <a:pt x="1275" y="4484"/>
                  </a:lnTo>
                  <a:lnTo>
                    <a:pt x="1291" y="4495"/>
                  </a:lnTo>
                  <a:lnTo>
                    <a:pt x="1305" y="4502"/>
                  </a:lnTo>
                  <a:lnTo>
                    <a:pt x="1320" y="4510"/>
                  </a:lnTo>
                  <a:lnTo>
                    <a:pt x="1320" y="4970"/>
                  </a:lnTo>
                  <a:lnTo>
                    <a:pt x="1320" y="5087"/>
                  </a:lnTo>
                  <a:lnTo>
                    <a:pt x="1320" y="5087"/>
                  </a:lnTo>
                  <a:lnTo>
                    <a:pt x="1304" y="5104"/>
                  </a:lnTo>
                  <a:lnTo>
                    <a:pt x="1282" y="5124"/>
                  </a:lnTo>
                  <a:lnTo>
                    <a:pt x="1252" y="5147"/>
                  </a:lnTo>
                  <a:lnTo>
                    <a:pt x="1215" y="5173"/>
                  </a:lnTo>
                  <a:lnTo>
                    <a:pt x="1195" y="5188"/>
                  </a:lnTo>
                  <a:lnTo>
                    <a:pt x="1172" y="5202"/>
                  </a:lnTo>
                  <a:lnTo>
                    <a:pt x="1148" y="5216"/>
                  </a:lnTo>
                  <a:lnTo>
                    <a:pt x="1122" y="5230"/>
                  </a:lnTo>
                  <a:lnTo>
                    <a:pt x="1094" y="5242"/>
                  </a:lnTo>
                  <a:lnTo>
                    <a:pt x="1066" y="5255"/>
                  </a:lnTo>
                  <a:lnTo>
                    <a:pt x="1066" y="5255"/>
                  </a:lnTo>
                  <a:lnTo>
                    <a:pt x="1039" y="5266"/>
                  </a:lnTo>
                  <a:lnTo>
                    <a:pt x="1015" y="5273"/>
                  </a:lnTo>
                  <a:lnTo>
                    <a:pt x="992" y="5280"/>
                  </a:lnTo>
                  <a:lnTo>
                    <a:pt x="970" y="5285"/>
                  </a:lnTo>
                  <a:lnTo>
                    <a:pt x="950" y="5289"/>
                  </a:lnTo>
                  <a:lnTo>
                    <a:pt x="930" y="5291"/>
                  </a:lnTo>
                  <a:lnTo>
                    <a:pt x="909" y="5294"/>
                  </a:lnTo>
                  <a:lnTo>
                    <a:pt x="889" y="5295"/>
                  </a:lnTo>
                  <a:lnTo>
                    <a:pt x="847" y="5294"/>
                  </a:lnTo>
                  <a:lnTo>
                    <a:pt x="801" y="5292"/>
                  </a:lnTo>
                  <a:lnTo>
                    <a:pt x="748" y="5290"/>
                  </a:lnTo>
                  <a:lnTo>
                    <a:pt x="686" y="5287"/>
                  </a:lnTo>
                  <a:lnTo>
                    <a:pt x="686" y="5287"/>
                  </a:lnTo>
                  <a:lnTo>
                    <a:pt x="636" y="5286"/>
                  </a:lnTo>
                  <a:lnTo>
                    <a:pt x="636" y="5286"/>
                  </a:lnTo>
                  <a:lnTo>
                    <a:pt x="480" y="5286"/>
                  </a:lnTo>
                  <a:lnTo>
                    <a:pt x="322" y="5283"/>
                  </a:lnTo>
                  <a:lnTo>
                    <a:pt x="164" y="5282"/>
                  </a:lnTo>
                  <a:lnTo>
                    <a:pt x="85" y="5283"/>
                  </a:lnTo>
                  <a:lnTo>
                    <a:pt x="4" y="5285"/>
                  </a:lnTo>
                  <a:lnTo>
                    <a:pt x="4" y="5285"/>
                  </a:lnTo>
                  <a:lnTo>
                    <a:pt x="2" y="5249"/>
                  </a:lnTo>
                  <a:lnTo>
                    <a:pt x="0" y="5213"/>
                  </a:lnTo>
                  <a:lnTo>
                    <a:pt x="0" y="5179"/>
                  </a:lnTo>
                  <a:lnTo>
                    <a:pt x="0" y="5144"/>
                  </a:lnTo>
                  <a:lnTo>
                    <a:pt x="2" y="5111"/>
                  </a:lnTo>
                  <a:lnTo>
                    <a:pt x="4" y="5078"/>
                  </a:lnTo>
                  <a:lnTo>
                    <a:pt x="7" y="5044"/>
                  </a:lnTo>
                  <a:lnTo>
                    <a:pt x="11" y="5012"/>
                  </a:lnTo>
                  <a:lnTo>
                    <a:pt x="16" y="4980"/>
                  </a:lnTo>
                  <a:lnTo>
                    <a:pt x="21" y="4948"/>
                  </a:lnTo>
                  <a:lnTo>
                    <a:pt x="33" y="4887"/>
                  </a:lnTo>
                  <a:lnTo>
                    <a:pt x="50" y="4826"/>
                  </a:lnTo>
                  <a:lnTo>
                    <a:pt x="68" y="4764"/>
                  </a:lnTo>
                  <a:lnTo>
                    <a:pt x="88" y="4704"/>
                  </a:lnTo>
                  <a:lnTo>
                    <a:pt x="111" y="4646"/>
                  </a:lnTo>
                  <a:lnTo>
                    <a:pt x="136" y="4585"/>
                  </a:lnTo>
                  <a:lnTo>
                    <a:pt x="161" y="4525"/>
                  </a:lnTo>
                  <a:lnTo>
                    <a:pt x="216" y="4404"/>
                  </a:lnTo>
                  <a:lnTo>
                    <a:pt x="275" y="4277"/>
                  </a:lnTo>
                  <a:lnTo>
                    <a:pt x="275" y="4277"/>
                  </a:lnTo>
                  <a:lnTo>
                    <a:pt x="294" y="4233"/>
                  </a:lnTo>
                  <a:lnTo>
                    <a:pt x="312" y="4188"/>
                  </a:lnTo>
                  <a:lnTo>
                    <a:pt x="327" y="4143"/>
                  </a:lnTo>
                  <a:lnTo>
                    <a:pt x="342" y="4097"/>
                  </a:lnTo>
                  <a:lnTo>
                    <a:pt x="356" y="4051"/>
                  </a:lnTo>
                  <a:lnTo>
                    <a:pt x="368" y="4004"/>
                  </a:lnTo>
                  <a:lnTo>
                    <a:pt x="379" y="3958"/>
                  </a:lnTo>
                  <a:lnTo>
                    <a:pt x="388" y="3910"/>
                  </a:lnTo>
                  <a:lnTo>
                    <a:pt x="397" y="3863"/>
                  </a:lnTo>
                  <a:lnTo>
                    <a:pt x="405" y="3816"/>
                  </a:lnTo>
                  <a:lnTo>
                    <a:pt x="413" y="3767"/>
                  </a:lnTo>
                  <a:lnTo>
                    <a:pt x="418" y="3720"/>
                  </a:lnTo>
                  <a:lnTo>
                    <a:pt x="423" y="3671"/>
                  </a:lnTo>
                  <a:lnTo>
                    <a:pt x="427" y="3624"/>
                  </a:lnTo>
                  <a:lnTo>
                    <a:pt x="433" y="3528"/>
                  </a:lnTo>
                  <a:lnTo>
                    <a:pt x="433" y="3528"/>
                  </a:lnTo>
                  <a:lnTo>
                    <a:pt x="433" y="3489"/>
                  </a:lnTo>
                  <a:lnTo>
                    <a:pt x="430" y="3444"/>
                  </a:lnTo>
                  <a:lnTo>
                    <a:pt x="427" y="3394"/>
                  </a:lnTo>
                  <a:lnTo>
                    <a:pt x="420" y="3339"/>
                  </a:lnTo>
                  <a:lnTo>
                    <a:pt x="411" y="3281"/>
                  </a:lnTo>
                  <a:lnTo>
                    <a:pt x="402" y="3220"/>
                  </a:lnTo>
                  <a:lnTo>
                    <a:pt x="379" y="3091"/>
                  </a:lnTo>
                  <a:lnTo>
                    <a:pt x="355" y="2959"/>
                  </a:lnTo>
                  <a:lnTo>
                    <a:pt x="330" y="2832"/>
                  </a:lnTo>
                  <a:lnTo>
                    <a:pt x="308" y="2711"/>
                  </a:lnTo>
                  <a:lnTo>
                    <a:pt x="299" y="2656"/>
                  </a:lnTo>
                  <a:lnTo>
                    <a:pt x="290" y="2605"/>
                  </a:lnTo>
                  <a:lnTo>
                    <a:pt x="290" y="2605"/>
                  </a:lnTo>
                  <a:lnTo>
                    <a:pt x="284" y="2555"/>
                  </a:lnTo>
                  <a:lnTo>
                    <a:pt x="280" y="2503"/>
                  </a:lnTo>
                  <a:lnTo>
                    <a:pt x="276" y="2447"/>
                  </a:lnTo>
                  <a:lnTo>
                    <a:pt x="275" y="2388"/>
                  </a:lnTo>
                  <a:lnTo>
                    <a:pt x="275" y="2328"/>
                  </a:lnTo>
                  <a:lnTo>
                    <a:pt x="277" y="2264"/>
                  </a:lnTo>
                  <a:lnTo>
                    <a:pt x="280" y="2199"/>
                  </a:lnTo>
                  <a:lnTo>
                    <a:pt x="286" y="2131"/>
                  </a:lnTo>
                  <a:lnTo>
                    <a:pt x="293" y="2062"/>
                  </a:lnTo>
                  <a:lnTo>
                    <a:pt x="302" y="1992"/>
                  </a:lnTo>
                  <a:lnTo>
                    <a:pt x="313" y="1920"/>
                  </a:lnTo>
                  <a:lnTo>
                    <a:pt x="325" y="1847"/>
                  </a:lnTo>
                  <a:lnTo>
                    <a:pt x="340" y="1773"/>
                  </a:lnTo>
                  <a:lnTo>
                    <a:pt x="356" y="1699"/>
                  </a:lnTo>
                  <a:lnTo>
                    <a:pt x="374" y="1625"/>
                  </a:lnTo>
                  <a:lnTo>
                    <a:pt x="395" y="1549"/>
                  </a:lnTo>
                  <a:lnTo>
                    <a:pt x="395" y="1549"/>
                  </a:lnTo>
                  <a:lnTo>
                    <a:pt x="410" y="1498"/>
                  </a:lnTo>
                  <a:lnTo>
                    <a:pt x="428" y="1447"/>
                  </a:lnTo>
                  <a:lnTo>
                    <a:pt x="447" y="1397"/>
                  </a:lnTo>
                  <a:lnTo>
                    <a:pt x="466" y="1347"/>
                  </a:lnTo>
                  <a:lnTo>
                    <a:pt x="488" y="1297"/>
                  </a:lnTo>
                  <a:lnTo>
                    <a:pt x="511" y="1249"/>
                  </a:lnTo>
                  <a:lnTo>
                    <a:pt x="535" y="1200"/>
                  </a:lnTo>
                  <a:lnTo>
                    <a:pt x="561" y="1153"/>
                  </a:lnTo>
                  <a:lnTo>
                    <a:pt x="586" y="1104"/>
                  </a:lnTo>
                  <a:lnTo>
                    <a:pt x="613" y="1058"/>
                  </a:lnTo>
                  <a:lnTo>
                    <a:pt x="641" y="1011"/>
                  </a:lnTo>
                  <a:lnTo>
                    <a:pt x="669" y="966"/>
                  </a:lnTo>
                  <a:lnTo>
                    <a:pt x="729" y="876"/>
                  </a:lnTo>
                  <a:lnTo>
                    <a:pt x="789" y="787"/>
                  </a:lnTo>
                  <a:lnTo>
                    <a:pt x="789" y="787"/>
                  </a:lnTo>
                  <a:lnTo>
                    <a:pt x="827" y="734"/>
                  </a:lnTo>
                  <a:lnTo>
                    <a:pt x="868" y="681"/>
                  </a:lnTo>
                  <a:lnTo>
                    <a:pt x="909" y="630"/>
                  </a:lnTo>
                  <a:lnTo>
                    <a:pt x="952" y="582"/>
                  </a:lnTo>
                  <a:lnTo>
                    <a:pt x="997" y="533"/>
                  </a:lnTo>
                  <a:lnTo>
                    <a:pt x="1043" y="487"/>
                  </a:lnTo>
                  <a:lnTo>
                    <a:pt x="1090" y="442"/>
                  </a:lnTo>
                  <a:lnTo>
                    <a:pt x="1139" y="400"/>
                  </a:lnTo>
                  <a:lnTo>
                    <a:pt x="1189" y="359"/>
                  </a:lnTo>
                  <a:lnTo>
                    <a:pt x="1240" y="320"/>
                  </a:lnTo>
                  <a:lnTo>
                    <a:pt x="1293" y="281"/>
                  </a:lnTo>
                  <a:lnTo>
                    <a:pt x="1347" y="247"/>
                  </a:lnTo>
                  <a:lnTo>
                    <a:pt x="1403" y="212"/>
                  </a:lnTo>
                  <a:lnTo>
                    <a:pt x="1460" y="181"/>
                  </a:lnTo>
                  <a:lnTo>
                    <a:pt x="1519" y="151"/>
                  </a:lnTo>
                  <a:lnTo>
                    <a:pt x="1579" y="124"/>
                  </a:lnTo>
                  <a:lnTo>
                    <a:pt x="1579" y="124"/>
                  </a:lnTo>
                  <a:lnTo>
                    <a:pt x="1639" y="100"/>
                  </a:lnTo>
                  <a:lnTo>
                    <a:pt x="1700" y="77"/>
                  </a:lnTo>
                  <a:lnTo>
                    <a:pt x="1763" y="56"/>
                  </a:lnTo>
                  <a:lnTo>
                    <a:pt x="1826" y="40"/>
                  </a:lnTo>
                  <a:lnTo>
                    <a:pt x="1857" y="32"/>
                  </a:lnTo>
                  <a:lnTo>
                    <a:pt x="1889" y="26"/>
                  </a:lnTo>
                  <a:lnTo>
                    <a:pt x="1921" y="19"/>
                  </a:lnTo>
                  <a:lnTo>
                    <a:pt x="1954" y="14"/>
                  </a:lnTo>
                  <a:lnTo>
                    <a:pt x="1986" y="10"/>
                  </a:lnTo>
                  <a:lnTo>
                    <a:pt x="2018" y="6"/>
                  </a:lnTo>
                  <a:lnTo>
                    <a:pt x="2051" y="4"/>
                  </a:lnTo>
                  <a:lnTo>
                    <a:pt x="2085" y="1"/>
                  </a:lnTo>
                  <a:lnTo>
                    <a:pt x="2085" y="1"/>
                  </a:lnTo>
                  <a:lnTo>
                    <a:pt x="2140" y="0"/>
                  </a:lnTo>
                  <a:lnTo>
                    <a:pt x="2196" y="1"/>
                  </a:lnTo>
                  <a:lnTo>
                    <a:pt x="2224" y="3"/>
                  </a:lnTo>
                  <a:lnTo>
                    <a:pt x="2252" y="5"/>
                  </a:lnTo>
                  <a:lnTo>
                    <a:pt x="2279" y="9"/>
                  </a:lnTo>
                  <a:lnTo>
                    <a:pt x="2305" y="14"/>
                  </a:lnTo>
                  <a:lnTo>
                    <a:pt x="2305" y="14"/>
                  </a:lnTo>
                  <a:lnTo>
                    <a:pt x="2327" y="22"/>
                  </a:lnTo>
                  <a:lnTo>
                    <a:pt x="2358" y="33"/>
                  </a:lnTo>
                  <a:lnTo>
                    <a:pt x="2388" y="45"/>
                  </a:lnTo>
                  <a:lnTo>
                    <a:pt x="2400" y="47"/>
                  </a:lnTo>
                  <a:lnTo>
                    <a:pt x="2405" y="49"/>
                  </a:lnTo>
                  <a:lnTo>
                    <a:pt x="2408" y="47"/>
                  </a:lnTo>
                  <a:lnTo>
                    <a:pt x="2408" y="47"/>
                  </a:lnTo>
                  <a:lnTo>
                    <a:pt x="2427" y="42"/>
                  </a:lnTo>
                  <a:lnTo>
                    <a:pt x="2447" y="37"/>
                  </a:lnTo>
                  <a:lnTo>
                    <a:pt x="2469" y="33"/>
                  </a:lnTo>
                  <a:lnTo>
                    <a:pt x="2491" y="29"/>
                  </a:lnTo>
                  <a:lnTo>
                    <a:pt x="2514" y="28"/>
                  </a:lnTo>
                  <a:lnTo>
                    <a:pt x="2538" y="26"/>
                  </a:lnTo>
                  <a:lnTo>
                    <a:pt x="2586" y="26"/>
                  </a:lnTo>
                  <a:lnTo>
                    <a:pt x="2637" y="27"/>
                  </a:lnTo>
                  <a:lnTo>
                    <a:pt x="2688" y="32"/>
                  </a:lnTo>
                  <a:lnTo>
                    <a:pt x="2742" y="40"/>
                  </a:lnTo>
                  <a:lnTo>
                    <a:pt x="2794" y="49"/>
                  </a:lnTo>
                  <a:lnTo>
                    <a:pt x="2848" y="59"/>
                  </a:lnTo>
                  <a:lnTo>
                    <a:pt x="2900" y="72"/>
                  </a:lnTo>
                  <a:lnTo>
                    <a:pt x="2951" y="84"/>
                  </a:lnTo>
                  <a:lnTo>
                    <a:pt x="3000" y="100"/>
                  </a:lnTo>
                  <a:lnTo>
                    <a:pt x="3047" y="115"/>
                  </a:lnTo>
                  <a:lnTo>
                    <a:pt x="3090" y="132"/>
                  </a:lnTo>
                  <a:lnTo>
                    <a:pt x="3131" y="148"/>
                  </a:lnTo>
                  <a:lnTo>
                    <a:pt x="3167" y="165"/>
                  </a:lnTo>
                  <a:lnTo>
                    <a:pt x="3167" y="165"/>
                  </a:lnTo>
                  <a:lnTo>
                    <a:pt x="3196" y="179"/>
                  </a:lnTo>
                  <a:lnTo>
                    <a:pt x="3224" y="194"/>
                  </a:lnTo>
                  <a:lnTo>
                    <a:pt x="3251" y="210"/>
                  </a:lnTo>
                  <a:lnTo>
                    <a:pt x="3279" y="226"/>
                  </a:lnTo>
                  <a:lnTo>
                    <a:pt x="3333" y="261"/>
                  </a:lnTo>
                  <a:lnTo>
                    <a:pt x="3385" y="298"/>
                  </a:lnTo>
                  <a:lnTo>
                    <a:pt x="3435" y="337"/>
                  </a:lnTo>
                  <a:lnTo>
                    <a:pt x="3485" y="380"/>
                  </a:lnTo>
                  <a:lnTo>
                    <a:pt x="3533" y="422"/>
                  </a:lnTo>
                  <a:lnTo>
                    <a:pt x="3581" y="467"/>
                  </a:lnTo>
                  <a:lnTo>
                    <a:pt x="3625" y="513"/>
                  </a:lnTo>
                  <a:lnTo>
                    <a:pt x="3670" y="560"/>
                  </a:lnTo>
                  <a:lnTo>
                    <a:pt x="3715" y="608"/>
                  </a:lnTo>
                  <a:lnTo>
                    <a:pt x="3757" y="657"/>
                  </a:lnTo>
                  <a:lnTo>
                    <a:pt x="3798" y="707"/>
                  </a:lnTo>
                  <a:lnTo>
                    <a:pt x="3838" y="757"/>
                  </a:lnTo>
                  <a:lnTo>
                    <a:pt x="3916" y="856"/>
                  </a:lnTo>
                  <a:lnTo>
                    <a:pt x="3916" y="856"/>
                  </a:lnTo>
                  <a:lnTo>
                    <a:pt x="3943" y="892"/>
                  </a:lnTo>
                  <a:lnTo>
                    <a:pt x="3969" y="931"/>
                  </a:lnTo>
                  <a:lnTo>
                    <a:pt x="3993" y="972"/>
                  </a:lnTo>
                  <a:lnTo>
                    <a:pt x="4015" y="1012"/>
                  </a:lnTo>
                  <a:lnTo>
                    <a:pt x="4035" y="1056"/>
                  </a:lnTo>
                  <a:lnTo>
                    <a:pt x="4054" y="1101"/>
                  </a:lnTo>
                  <a:lnTo>
                    <a:pt x="4072" y="1145"/>
                  </a:lnTo>
                  <a:lnTo>
                    <a:pt x="4089" y="1193"/>
                  </a:lnTo>
                  <a:lnTo>
                    <a:pt x="4104" y="1240"/>
                  </a:lnTo>
                  <a:lnTo>
                    <a:pt x="4118" y="1287"/>
                  </a:lnTo>
                  <a:lnTo>
                    <a:pt x="4131" y="1336"/>
                  </a:lnTo>
                  <a:lnTo>
                    <a:pt x="4142" y="1386"/>
                  </a:lnTo>
                  <a:lnTo>
                    <a:pt x="4154" y="1436"/>
                  </a:lnTo>
                  <a:lnTo>
                    <a:pt x="4164" y="1485"/>
                  </a:lnTo>
                  <a:lnTo>
                    <a:pt x="4173" y="1535"/>
                  </a:lnTo>
                  <a:lnTo>
                    <a:pt x="4180" y="1584"/>
                  </a:lnTo>
                  <a:lnTo>
                    <a:pt x="4193" y="1684"/>
                  </a:lnTo>
                  <a:lnTo>
                    <a:pt x="4205" y="1781"/>
                  </a:lnTo>
                  <a:lnTo>
                    <a:pt x="4212" y="1874"/>
                  </a:lnTo>
                  <a:lnTo>
                    <a:pt x="4219" y="1965"/>
                  </a:lnTo>
                  <a:lnTo>
                    <a:pt x="4223" y="2049"/>
                  </a:lnTo>
                  <a:lnTo>
                    <a:pt x="4226" y="2128"/>
                  </a:lnTo>
                  <a:lnTo>
                    <a:pt x="4230" y="2263"/>
                  </a:lnTo>
                  <a:lnTo>
                    <a:pt x="4230" y="2263"/>
                  </a:lnTo>
                  <a:lnTo>
                    <a:pt x="4232" y="2330"/>
                  </a:lnTo>
                  <a:lnTo>
                    <a:pt x="4232" y="2412"/>
                  </a:lnTo>
                  <a:lnTo>
                    <a:pt x="4230" y="2613"/>
                  </a:lnTo>
                  <a:lnTo>
                    <a:pt x="4223" y="3095"/>
                  </a:lnTo>
                  <a:lnTo>
                    <a:pt x="4220" y="3340"/>
                  </a:lnTo>
                  <a:lnTo>
                    <a:pt x="4220" y="3563"/>
                  </a:lnTo>
                  <a:lnTo>
                    <a:pt x="4220" y="3660"/>
                  </a:lnTo>
                  <a:lnTo>
                    <a:pt x="4223" y="3746"/>
                  </a:lnTo>
                  <a:lnTo>
                    <a:pt x="4225" y="3816"/>
                  </a:lnTo>
                  <a:lnTo>
                    <a:pt x="4228" y="3845"/>
                  </a:lnTo>
                  <a:lnTo>
                    <a:pt x="4230" y="3870"/>
                  </a:lnTo>
                  <a:lnTo>
                    <a:pt x="4230" y="3870"/>
                  </a:lnTo>
                  <a:lnTo>
                    <a:pt x="4235" y="3907"/>
                  </a:lnTo>
                  <a:lnTo>
                    <a:pt x="4242" y="3944"/>
                  </a:lnTo>
                  <a:lnTo>
                    <a:pt x="4249" y="3979"/>
                  </a:lnTo>
                  <a:lnTo>
                    <a:pt x="4258" y="4015"/>
                  </a:lnTo>
                  <a:lnTo>
                    <a:pt x="4267" y="4050"/>
                  </a:lnTo>
                  <a:lnTo>
                    <a:pt x="4279" y="4084"/>
                  </a:lnTo>
                  <a:lnTo>
                    <a:pt x="4290" y="4119"/>
                  </a:lnTo>
                  <a:lnTo>
                    <a:pt x="4303" y="4153"/>
                  </a:lnTo>
                  <a:lnTo>
                    <a:pt x="4316" y="4187"/>
                  </a:lnTo>
                  <a:lnTo>
                    <a:pt x="4330" y="4220"/>
                  </a:lnTo>
                  <a:lnTo>
                    <a:pt x="4359" y="4285"/>
                  </a:lnTo>
                  <a:lnTo>
                    <a:pt x="4391" y="4349"/>
                  </a:lnTo>
                  <a:lnTo>
                    <a:pt x="4426" y="4413"/>
                  </a:lnTo>
                  <a:lnTo>
                    <a:pt x="4494" y="4541"/>
                  </a:lnTo>
                  <a:lnTo>
                    <a:pt x="4530" y="4603"/>
                  </a:lnTo>
                  <a:lnTo>
                    <a:pt x="4565" y="4667"/>
                  </a:lnTo>
                  <a:lnTo>
                    <a:pt x="4598" y="4732"/>
                  </a:lnTo>
                  <a:lnTo>
                    <a:pt x="4630" y="4798"/>
                  </a:lnTo>
                  <a:lnTo>
                    <a:pt x="4660" y="4864"/>
                  </a:lnTo>
                  <a:lnTo>
                    <a:pt x="4674" y="4897"/>
                  </a:lnTo>
                  <a:lnTo>
                    <a:pt x="4687" y="4932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" name="Freeform 8">
              <a:extLst>
                <a:ext uri="{FF2B5EF4-FFF2-40B4-BE49-F238E27FC236}">
                  <a16:creationId xmlns:a16="http://schemas.microsoft.com/office/drawing/2014/main" id="{94C7136C-B537-E276-4C50-8AAE8440B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"/>
              <a:ext cx="1608" cy="2045"/>
            </a:xfrm>
            <a:custGeom>
              <a:avLst/>
              <a:gdLst>
                <a:gd name="T0" fmla="*/ 4810 w 4824"/>
                <a:gd name="T1" fmla="*/ 5416 h 6136"/>
                <a:gd name="T2" fmla="*/ 4814 w 4824"/>
                <a:gd name="T3" fmla="*/ 5799 h 6136"/>
                <a:gd name="T4" fmla="*/ 4732 w 4824"/>
                <a:gd name="T5" fmla="*/ 6136 h 6136"/>
                <a:gd name="T6" fmla="*/ 3764 w 4824"/>
                <a:gd name="T7" fmla="*/ 5705 h 6136"/>
                <a:gd name="T8" fmla="*/ 3256 w 4824"/>
                <a:gd name="T9" fmla="*/ 5473 h 6136"/>
                <a:gd name="T10" fmla="*/ 2983 w 4824"/>
                <a:gd name="T11" fmla="*/ 5203 h 6136"/>
                <a:gd name="T12" fmla="*/ 2916 w 4824"/>
                <a:gd name="T13" fmla="*/ 4817 h 6136"/>
                <a:gd name="T14" fmla="*/ 2926 w 4824"/>
                <a:gd name="T15" fmla="*/ 4139 h 6136"/>
                <a:gd name="T16" fmla="*/ 3066 w 4824"/>
                <a:gd name="T17" fmla="*/ 3719 h 6136"/>
                <a:gd name="T18" fmla="*/ 3189 w 4824"/>
                <a:gd name="T19" fmla="*/ 3475 h 6136"/>
                <a:gd name="T20" fmla="*/ 3290 w 4824"/>
                <a:gd name="T21" fmla="*/ 3544 h 6136"/>
                <a:gd name="T22" fmla="*/ 3518 w 4824"/>
                <a:gd name="T23" fmla="*/ 3495 h 6136"/>
                <a:gd name="T24" fmla="*/ 3692 w 4824"/>
                <a:gd name="T25" fmla="*/ 3308 h 6136"/>
                <a:gd name="T26" fmla="*/ 3879 w 4824"/>
                <a:gd name="T27" fmla="*/ 2861 h 6136"/>
                <a:gd name="T28" fmla="*/ 3849 w 4824"/>
                <a:gd name="T29" fmla="*/ 2632 h 6136"/>
                <a:gd name="T30" fmla="*/ 3741 w 4824"/>
                <a:gd name="T31" fmla="*/ 2566 h 6136"/>
                <a:gd name="T32" fmla="*/ 3582 w 4824"/>
                <a:gd name="T33" fmla="*/ 2601 h 6136"/>
                <a:gd name="T34" fmla="*/ 3343 w 4824"/>
                <a:gd name="T35" fmla="*/ 2881 h 6136"/>
                <a:gd name="T36" fmla="*/ 3062 w 4824"/>
                <a:gd name="T37" fmla="*/ 2527 h 6136"/>
                <a:gd name="T38" fmla="*/ 2870 w 4824"/>
                <a:gd name="T39" fmla="*/ 2389 h 6136"/>
                <a:gd name="T40" fmla="*/ 2496 w 4824"/>
                <a:gd name="T41" fmla="*/ 1938 h 6136"/>
                <a:gd name="T42" fmla="*/ 2365 w 4824"/>
                <a:gd name="T43" fmla="*/ 1640 h 6136"/>
                <a:gd name="T44" fmla="*/ 2147 w 4824"/>
                <a:gd name="T45" fmla="*/ 1248 h 6136"/>
                <a:gd name="T46" fmla="*/ 1937 w 4824"/>
                <a:gd name="T47" fmla="*/ 1106 h 6136"/>
                <a:gd name="T48" fmla="*/ 1536 w 4824"/>
                <a:gd name="T49" fmla="*/ 1029 h 6136"/>
                <a:gd name="T50" fmla="*/ 1219 w 4824"/>
                <a:gd name="T51" fmla="*/ 1080 h 6136"/>
                <a:gd name="T52" fmla="*/ 975 w 4824"/>
                <a:gd name="T53" fmla="*/ 1271 h 6136"/>
                <a:gd name="T54" fmla="*/ 718 w 4824"/>
                <a:gd name="T55" fmla="*/ 1590 h 6136"/>
                <a:gd name="T56" fmla="*/ 609 w 4824"/>
                <a:gd name="T57" fmla="*/ 1992 h 6136"/>
                <a:gd name="T58" fmla="*/ 589 w 4824"/>
                <a:gd name="T59" fmla="*/ 2871 h 6136"/>
                <a:gd name="T60" fmla="*/ 631 w 4824"/>
                <a:gd name="T61" fmla="*/ 3460 h 6136"/>
                <a:gd name="T62" fmla="*/ 838 w 4824"/>
                <a:gd name="T63" fmla="*/ 3962 h 6136"/>
                <a:gd name="T64" fmla="*/ 1047 w 4824"/>
                <a:gd name="T65" fmla="*/ 4272 h 6136"/>
                <a:gd name="T66" fmla="*/ 1320 w 4824"/>
                <a:gd name="T67" fmla="*/ 4970 h 6136"/>
                <a:gd name="T68" fmla="*/ 1122 w 4824"/>
                <a:gd name="T69" fmla="*/ 5230 h 6136"/>
                <a:gd name="T70" fmla="*/ 909 w 4824"/>
                <a:gd name="T71" fmla="*/ 5294 h 6136"/>
                <a:gd name="T72" fmla="*/ 322 w 4824"/>
                <a:gd name="T73" fmla="*/ 5283 h 6136"/>
                <a:gd name="T74" fmla="*/ 4 w 4824"/>
                <a:gd name="T75" fmla="*/ 5078 h 6136"/>
                <a:gd name="T76" fmla="*/ 136 w 4824"/>
                <a:gd name="T77" fmla="*/ 4585 h 6136"/>
                <a:gd name="T78" fmla="*/ 368 w 4824"/>
                <a:gd name="T79" fmla="*/ 4004 h 6136"/>
                <a:gd name="T80" fmla="*/ 433 w 4824"/>
                <a:gd name="T81" fmla="*/ 3528 h 6136"/>
                <a:gd name="T82" fmla="*/ 308 w 4824"/>
                <a:gd name="T83" fmla="*/ 2711 h 6136"/>
                <a:gd name="T84" fmla="*/ 280 w 4824"/>
                <a:gd name="T85" fmla="*/ 2199 h 6136"/>
                <a:gd name="T86" fmla="*/ 395 w 4824"/>
                <a:gd name="T87" fmla="*/ 1549 h 6136"/>
                <a:gd name="T88" fmla="*/ 613 w 4824"/>
                <a:gd name="T89" fmla="*/ 1058 h 6136"/>
                <a:gd name="T90" fmla="*/ 997 w 4824"/>
                <a:gd name="T91" fmla="*/ 533 h 6136"/>
                <a:gd name="T92" fmla="*/ 1519 w 4824"/>
                <a:gd name="T93" fmla="*/ 151 h 6136"/>
                <a:gd name="T94" fmla="*/ 1954 w 4824"/>
                <a:gd name="T95" fmla="*/ 14 h 6136"/>
                <a:gd name="T96" fmla="*/ 2279 w 4824"/>
                <a:gd name="T97" fmla="*/ 9 h 6136"/>
                <a:gd name="T98" fmla="*/ 2427 w 4824"/>
                <a:gd name="T99" fmla="*/ 42 h 6136"/>
                <a:gd name="T100" fmla="*/ 2794 w 4824"/>
                <a:gd name="T101" fmla="*/ 49 h 6136"/>
                <a:gd name="T102" fmla="*/ 3196 w 4824"/>
                <a:gd name="T103" fmla="*/ 179 h 6136"/>
                <a:gd name="T104" fmla="*/ 3625 w 4824"/>
                <a:gd name="T105" fmla="*/ 513 h 6136"/>
                <a:gd name="T106" fmla="*/ 3993 w 4824"/>
                <a:gd name="T107" fmla="*/ 972 h 6136"/>
                <a:gd name="T108" fmla="*/ 4154 w 4824"/>
                <a:gd name="T109" fmla="*/ 1436 h 6136"/>
                <a:gd name="T110" fmla="*/ 4230 w 4824"/>
                <a:gd name="T111" fmla="*/ 2263 h 6136"/>
                <a:gd name="T112" fmla="*/ 4225 w 4824"/>
                <a:gd name="T113" fmla="*/ 3816 h 6136"/>
                <a:gd name="T114" fmla="*/ 4290 w 4824"/>
                <a:gd name="T115" fmla="*/ 4119 h 6136"/>
                <a:gd name="T116" fmla="*/ 4598 w 4824"/>
                <a:gd name="T117" fmla="*/ 4732 h 6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4" h="6136">
                  <a:moveTo>
                    <a:pt x="4687" y="4932"/>
                  </a:moveTo>
                  <a:lnTo>
                    <a:pt x="4687" y="4932"/>
                  </a:lnTo>
                  <a:lnTo>
                    <a:pt x="4714" y="5003"/>
                  </a:lnTo>
                  <a:lnTo>
                    <a:pt x="4737" y="5078"/>
                  </a:lnTo>
                  <a:lnTo>
                    <a:pt x="4759" y="5152"/>
                  </a:lnTo>
                  <a:lnTo>
                    <a:pt x="4777" y="5227"/>
                  </a:lnTo>
                  <a:lnTo>
                    <a:pt x="4792" y="5303"/>
                  </a:lnTo>
                  <a:lnTo>
                    <a:pt x="4800" y="5340"/>
                  </a:lnTo>
                  <a:lnTo>
                    <a:pt x="4805" y="5378"/>
                  </a:lnTo>
                  <a:lnTo>
                    <a:pt x="4810" y="5416"/>
                  </a:lnTo>
                  <a:lnTo>
                    <a:pt x="4815" y="5455"/>
                  </a:lnTo>
                  <a:lnTo>
                    <a:pt x="4817" y="5493"/>
                  </a:lnTo>
                  <a:lnTo>
                    <a:pt x="4821" y="5531"/>
                  </a:lnTo>
                  <a:lnTo>
                    <a:pt x="4822" y="5570"/>
                  </a:lnTo>
                  <a:lnTo>
                    <a:pt x="4824" y="5608"/>
                  </a:lnTo>
                  <a:lnTo>
                    <a:pt x="4824" y="5646"/>
                  </a:lnTo>
                  <a:lnTo>
                    <a:pt x="4822" y="5685"/>
                  </a:lnTo>
                  <a:lnTo>
                    <a:pt x="4821" y="5723"/>
                  </a:lnTo>
                  <a:lnTo>
                    <a:pt x="4817" y="5760"/>
                  </a:lnTo>
                  <a:lnTo>
                    <a:pt x="4814" y="5799"/>
                  </a:lnTo>
                  <a:lnTo>
                    <a:pt x="4810" y="5837"/>
                  </a:lnTo>
                  <a:lnTo>
                    <a:pt x="4803" y="5874"/>
                  </a:lnTo>
                  <a:lnTo>
                    <a:pt x="4797" y="5911"/>
                  </a:lnTo>
                  <a:lnTo>
                    <a:pt x="4789" y="5949"/>
                  </a:lnTo>
                  <a:lnTo>
                    <a:pt x="4780" y="5987"/>
                  </a:lnTo>
                  <a:lnTo>
                    <a:pt x="4770" y="6024"/>
                  </a:lnTo>
                  <a:lnTo>
                    <a:pt x="4759" y="6061"/>
                  </a:lnTo>
                  <a:lnTo>
                    <a:pt x="4747" y="6096"/>
                  </a:lnTo>
                  <a:lnTo>
                    <a:pt x="4733" y="6132"/>
                  </a:lnTo>
                  <a:lnTo>
                    <a:pt x="4732" y="6136"/>
                  </a:lnTo>
                  <a:lnTo>
                    <a:pt x="4732" y="6136"/>
                  </a:lnTo>
                  <a:lnTo>
                    <a:pt x="4690" y="6113"/>
                  </a:lnTo>
                  <a:lnTo>
                    <a:pt x="4644" y="6089"/>
                  </a:lnTo>
                  <a:lnTo>
                    <a:pt x="4546" y="6038"/>
                  </a:lnTo>
                  <a:lnTo>
                    <a:pt x="4436" y="5985"/>
                  </a:lnTo>
                  <a:lnTo>
                    <a:pt x="4317" y="5930"/>
                  </a:lnTo>
                  <a:lnTo>
                    <a:pt x="4189" y="5874"/>
                  </a:lnTo>
                  <a:lnTo>
                    <a:pt x="4054" y="5818"/>
                  </a:lnTo>
                  <a:lnTo>
                    <a:pt x="3912" y="5762"/>
                  </a:lnTo>
                  <a:lnTo>
                    <a:pt x="3764" y="5705"/>
                  </a:lnTo>
                  <a:lnTo>
                    <a:pt x="3764" y="5705"/>
                  </a:lnTo>
                  <a:lnTo>
                    <a:pt x="3683" y="5673"/>
                  </a:lnTo>
                  <a:lnTo>
                    <a:pt x="3605" y="5643"/>
                  </a:lnTo>
                  <a:lnTo>
                    <a:pt x="3533" y="5613"/>
                  </a:lnTo>
                  <a:lnTo>
                    <a:pt x="3468" y="5584"/>
                  </a:lnTo>
                  <a:lnTo>
                    <a:pt x="3468" y="5584"/>
                  </a:lnTo>
                  <a:lnTo>
                    <a:pt x="3408" y="5556"/>
                  </a:lnTo>
                  <a:lnTo>
                    <a:pt x="3353" y="5528"/>
                  </a:lnTo>
                  <a:lnTo>
                    <a:pt x="3302" y="5501"/>
                  </a:lnTo>
                  <a:lnTo>
                    <a:pt x="3256" y="5473"/>
                  </a:lnTo>
                  <a:lnTo>
                    <a:pt x="3213" y="5446"/>
                  </a:lnTo>
                  <a:lnTo>
                    <a:pt x="3175" y="5420"/>
                  </a:lnTo>
                  <a:lnTo>
                    <a:pt x="3140" y="5393"/>
                  </a:lnTo>
                  <a:lnTo>
                    <a:pt x="3108" y="5366"/>
                  </a:lnTo>
                  <a:lnTo>
                    <a:pt x="3080" y="5340"/>
                  </a:lnTo>
                  <a:lnTo>
                    <a:pt x="3056" y="5313"/>
                  </a:lnTo>
                  <a:lnTo>
                    <a:pt x="3034" y="5286"/>
                  </a:lnTo>
                  <a:lnTo>
                    <a:pt x="3014" y="5258"/>
                  </a:lnTo>
                  <a:lnTo>
                    <a:pt x="2997" y="5231"/>
                  </a:lnTo>
                  <a:lnTo>
                    <a:pt x="2983" y="5203"/>
                  </a:lnTo>
                  <a:lnTo>
                    <a:pt x="2970" y="5173"/>
                  </a:lnTo>
                  <a:lnTo>
                    <a:pt x="2960" y="5144"/>
                  </a:lnTo>
                  <a:lnTo>
                    <a:pt x="2960" y="5144"/>
                  </a:lnTo>
                  <a:lnTo>
                    <a:pt x="2954" y="5125"/>
                  </a:lnTo>
                  <a:lnTo>
                    <a:pt x="2949" y="5103"/>
                  </a:lnTo>
                  <a:lnTo>
                    <a:pt x="2940" y="5055"/>
                  </a:lnTo>
                  <a:lnTo>
                    <a:pt x="2931" y="5001"/>
                  </a:lnTo>
                  <a:lnTo>
                    <a:pt x="2925" y="4943"/>
                  </a:lnTo>
                  <a:lnTo>
                    <a:pt x="2919" y="4881"/>
                  </a:lnTo>
                  <a:lnTo>
                    <a:pt x="2916" y="4817"/>
                  </a:lnTo>
                  <a:lnTo>
                    <a:pt x="2913" y="4752"/>
                  </a:lnTo>
                  <a:lnTo>
                    <a:pt x="2910" y="4685"/>
                  </a:lnTo>
                  <a:lnTo>
                    <a:pt x="2909" y="4556"/>
                  </a:lnTo>
                  <a:lnTo>
                    <a:pt x="2909" y="4438"/>
                  </a:lnTo>
                  <a:lnTo>
                    <a:pt x="2910" y="4270"/>
                  </a:lnTo>
                  <a:lnTo>
                    <a:pt x="2910" y="4270"/>
                  </a:lnTo>
                  <a:lnTo>
                    <a:pt x="2912" y="4242"/>
                  </a:lnTo>
                  <a:lnTo>
                    <a:pt x="2914" y="4210"/>
                  </a:lnTo>
                  <a:lnTo>
                    <a:pt x="2919" y="4175"/>
                  </a:lnTo>
                  <a:lnTo>
                    <a:pt x="2926" y="4139"/>
                  </a:lnTo>
                  <a:lnTo>
                    <a:pt x="2933" y="4102"/>
                  </a:lnTo>
                  <a:lnTo>
                    <a:pt x="2941" y="4065"/>
                  </a:lnTo>
                  <a:lnTo>
                    <a:pt x="2959" y="3990"/>
                  </a:lnTo>
                  <a:lnTo>
                    <a:pt x="2977" y="3922"/>
                  </a:lnTo>
                  <a:lnTo>
                    <a:pt x="2992" y="3866"/>
                  </a:lnTo>
                  <a:lnTo>
                    <a:pt x="3009" y="3809"/>
                  </a:lnTo>
                  <a:lnTo>
                    <a:pt x="3010" y="3809"/>
                  </a:lnTo>
                  <a:lnTo>
                    <a:pt x="3010" y="3809"/>
                  </a:lnTo>
                  <a:lnTo>
                    <a:pt x="3038" y="3763"/>
                  </a:lnTo>
                  <a:lnTo>
                    <a:pt x="3066" y="3719"/>
                  </a:lnTo>
                  <a:lnTo>
                    <a:pt x="3090" y="3673"/>
                  </a:lnTo>
                  <a:lnTo>
                    <a:pt x="3113" y="3630"/>
                  </a:lnTo>
                  <a:lnTo>
                    <a:pt x="3133" y="3591"/>
                  </a:lnTo>
                  <a:lnTo>
                    <a:pt x="3148" y="3558"/>
                  </a:lnTo>
                  <a:lnTo>
                    <a:pt x="3167" y="3512"/>
                  </a:lnTo>
                  <a:lnTo>
                    <a:pt x="3167" y="3512"/>
                  </a:lnTo>
                  <a:lnTo>
                    <a:pt x="3186" y="3460"/>
                  </a:lnTo>
                  <a:lnTo>
                    <a:pt x="3186" y="3460"/>
                  </a:lnTo>
                  <a:lnTo>
                    <a:pt x="3186" y="3464"/>
                  </a:lnTo>
                  <a:lnTo>
                    <a:pt x="3189" y="3475"/>
                  </a:lnTo>
                  <a:lnTo>
                    <a:pt x="3191" y="3481"/>
                  </a:lnTo>
                  <a:lnTo>
                    <a:pt x="3195" y="3487"/>
                  </a:lnTo>
                  <a:lnTo>
                    <a:pt x="3200" y="3495"/>
                  </a:lnTo>
                  <a:lnTo>
                    <a:pt x="3208" y="3503"/>
                  </a:lnTo>
                  <a:lnTo>
                    <a:pt x="3216" y="3512"/>
                  </a:lnTo>
                  <a:lnTo>
                    <a:pt x="3226" y="3519"/>
                  </a:lnTo>
                  <a:lnTo>
                    <a:pt x="3239" y="3527"/>
                  </a:lnTo>
                  <a:lnTo>
                    <a:pt x="3253" y="3533"/>
                  </a:lnTo>
                  <a:lnTo>
                    <a:pt x="3269" y="3540"/>
                  </a:lnTo>
                  <a:lnTo>
                    <a:pt x="3290" y="3544"/>
                  </a:lnTo>
                  <a:lnTo>
                    <a:pt x="3313" y="3547"/>
                  </a:lnTo>
                  <a:lnTo>
                    <a:pt x="3338" y="3550"/>
                  </a:lnTo>
                  <a:lnTo>
                    <a:pt x="3338" y="3550"/>
                  </a:lnTo>
                  <a:lnTo>
                    <a:pt x="3365" y="3550"/>
                  </a:lnTo>
                  <a:lnTo>
                    <a:pt x="3392" y="3546"/>
                  </a:lnTo>
                  <a:lnTo>
                    <a:pt x="3418" y="3541"/>
                  </a:lnTo>
                  <a:lnTo>
                    <a:pt x="3444" y="3532"/>
                  </a:lnTo>
                  <a:lnTo>
                    <a:pt x="3470" y="3522"/>
                  </a:lnTo>
                  <a:lnTo>
                    <a:pt x="3494" y="3510"/>
                  </a:lnTo>
                  <a:lnTo>
                    <a:pt x="3518" y="3495"/>
                  </a:lnTo>
                  <a:lnTo>
                    <a:pt x="3541" y="3480"/>
                  </a:lnTo>
                  <a:lnTo>
                    <a:pt x="3564" y="3462"/>
                  </a:lnTo>
                  <a:lnTo>
                    <a:pt x="3584" y="3443"/>
                  </a:lnTo>
                  <a:lnTo>
                    <a:pt x="3606" y="3422"/>
                  </a:lnTo>
                  <a:lnTo>
                    <a:pt x="3625" y="3400"/>
                  </a:lnTo>
                  <a:lnTo>
                    <a:pt x="3643" y="3379"/>
                  </a:lnTo>
                  <a:lnTo>
                    <a:pt x="3661" y="3356"/>
                  </a:lnTo>
                  <a:lnTo>
                    <a:pt x="3678" y="3333"/>
                  </a:lnTo>
                  <a:lnTo>
                    <a:pt x="3692" y="3308"/>
                  </a:lnTo>
                  <a:lnTo>
                    <a:pt x="3692" y="3308"/>
                  </a:lnTo>
                  <a:lnTo>
                    <a:pt x="3722" y="3256"/>
                  </a:lnTo>
                  <a:lnTo>
                    <a:pt x="3754" y="3193"/>
                  </a:lnTo>
                  <a:lnTo>
                    <a:pt x="3787" y="3126"/>
                  </a:lnTo>
                  <a:lnTo>
                    <a:pt x="3818" y="3054"/>
                  </a:lnTo>
                  <a:lnTo>
                    <a:pt x="3832" y="3019"/>
                  </a:lnTo>
                  <a:lnTo>
                    <a:pt x="3845" y="2985"/>
                  </a:lnTo>
                  <a:lnTo>
                    <a:pt x="3856" y="2952"/>
                  </a:lnTo>
                  <a:lnTo>
                    <a:pt x="3865" y="2920"/>
                  </a:lnTo>
                  <a:lnTo>
                    <a:pt x="3873" y="2889"/>
                  </a:lnTo>
                  <a:lnTo>
                    <a:pt x="3879" y="2861"/>
                  </a:lnTo>
                  <a:lnTo>
                    <a:pt x="3882" y="2837"/>
                  </a:lnTo>
                  <a:lnTo>
                    <a:pt x="3882" y="2815"/>
                  </a:lnTo>
                  <a:lnTo>
                    <a:pt x="3882" y="2815"/>
                  </a:lnTo>
                  <a:lnTo>
                    <a:pt x="3879" y="2774"/>
                  </a:lnTo>
                  <a:lnTo>
                    <a:pt x="3875" y="2734"/>
                  </a:lnTo>
                  <a:lnTo>
                    <a:pt x="3869" y="2697"/>
                  </a:lnTo>
                  <a:lnTo>
                    <a:pt x="3865" y="2679"/>
                  </a:lnTo>
                  <a:lnTo>
                    <a:pt x="3860" y="2663"/>
                  </a:lnTo>
                  <a:lnTo>
                    <a:pt x="3855" y="2647"/>
                  </a:lnTo>
                  <a:lnTo>
                    <a:pt x="3849" y="2632"/>
                  </a:lnTo>
                  <a:lnTo>
                    <a:pt x="3841" y="2619"/>
                  </a:lnTo>
                  <a:lnTo>
                    <a:pt x="3833" y="2607"/>
                  </a:lnTo>
                  <a:lnTo>
                    <a:pt x="3823" y="2596"/>
                  </a:lnTo>
                  <a:lnTo>
                    <a:pt x="3813" y="2587"/>
                  </a:lnTo>
                  <a:lnTo>
                    <a:pt x="3800" y="2580"/>
                  </a:lnTo>
                  <a:lnTo>
                    <a:pt x="3787" y="2573"/>
                  </a:lnTo>
                  <a:lnTo>
                    <a:pt x="3787" y="2573"/>
                  </a:lnTo>
                  <a:lnTo>
                    <a:pt x="3772" y="2569"/>
                  </a:lnTo>
                  <a:lnTo>
                    <a:pt x="3757" y="2567"/>
                  </a:lnTo>
                  <a:lnTo>
                    <a:pt x="3741" y="2566"/>
                  </a:lnTo>
                  <a:lnTo>
                    <a:pt x="3725" y="2564"/>
                  </a:lnTo>
                  <a:lnTo>
                    <a:pt x="3708" y="2566"/>
                  </a:lnTo>
                  <a:lnTo>
                    <a:pt x="3692" y="2567"/>
                  </a:lnTo>
                  <a:lnTo>
                    <a:pt x="3675" y="2569"/>
                  </a:lnTo>
                  <a:lnTo>
                    <a:pt x="3657" y="2573"/>
                  </a:lnTo>
                  <a:lnTo>
                    <a:pt x="3642" y="2577"/>
                  </a:lnTo>
                  <a:lnTo>
                    <a:pt x="3625" y="2582"/>
                  </a:lnTo>
                  <a:lnTo>
                    <a:pt x="3610" y="2587"/>
                  </a:lnTo>
                  <a:lnTo>
                    <a:pt x="3596" y="2594"/>
                  </a:lnTo>
                  <a:lnTo>
                    <a:pt x="3582" y="2601"/>
                  </a:lnTo>
                  <a:lnTo>
                    <a:pt x="3569" y="2608"/>
                  </a:lnTo>
                  <a:lnTo>
                    <a:pt x="3558" y="2617"/>
                  </a:lnTo>
                  <a:lnTo>
                    <a:pt x="3547" y="2624"/>
                  </a:lnTo>
                  <a:lnTo>
                    <a:pt x="3547" y="2624"/>
                  </a:lnTo>
                  <a:lnTo>
                    <a:pt x="3536" y="2635"/>
                  </a:lnTo>
                  <a:lnTo>
                    <a:pt x="3523" y="2650"/>
                  </a:lnTo>
                  <a:lnTo>
                    <a:pt x="3490" y="2690"/>
                  </a:lnTo>
                  <a:lnTo>
                    <a:pt x="3452" y="2738"/>
                  </a:lnTo>
                  <a:lnTo>
                    <a:pt x="3412" y="2789"/>
                  </a:lnTo>
                  <a:lnTo>
                    <a:pt x="3343" y="2881"/>
                  </a:lnTo>
                  <a:lnTo>
                    <a:pt x="3314" y="2922"/>
                  </a:lnTo>
                  <a:lnTo>
                    <a:pt x="3314" y="2614"/>
                  </a:lnTo>
                  <a:lnTo>
                    <a:pt x="3314" y="2614"/>
                  </a:lnTo>
                  <a:lnTo>
                    <a:pt x="3300" y="2612"/>
                  </a:lnTo>
                  <a:lnTo>
                    <a:pt x="3261" y="2601"/>
                  </a:lnTo>
                  <a:lnTo>
                    <a:pt x="3205" y="2584"/>
                  </a:lnTo>
                  <a:lnTo>
                    <a:pt x="3172" y="2572"/>
                  </a:lnTo>
                  <a:lnTo>
                    <a:pt x="3136" y="2559"/>
                  </a:lnTo>
                  <a:lnTo>
                    <a:pt x="3101" y="2544"/>
                  </a:lnTo>
                  <a:lnTo>
                    <a:pt x="3062" y="2527"/>
                  </a:lnTo>
                  <a:lnTo>
                    <a:pt x="3025" y="2509"/>
                  </a:lnTo>
                  <a:lnTo>
                    <a:pt x="2990" y="2489"/>
                  </a:lnTo>
                  <a:lnTo>
                    <a:pt x="2955" y="2467"/>
                  </a:lnTo>
                  <a:lnTo>
                    <a:pt x="2939" y="2456"/>
                  </a:lnTo>
                  <a:lnTo>
                    <a:pt x="2923" y="2443"/>
                  </a:lnTo>
                  <a:lnTo>
                    <a:pt x="2908" y="2430"/>
                  </a:lnTo>
                  <a:lnTo>
                    <a:pt x="2894" y="2417"/>
                  </a:lnTo>
                  <a:lnTo>
                    <a:pt x="2881" y="2403"/>
                  </a:lnTo>
                  <a:lnTo>
                    <a:pt x="2870" y="2389"/>
                  </a:lnTo>
                  <a:lnTo>
                    <a:pt x="2870" y="2389"/>
                  </a:lnTo>
                  <a:lnTo>
                    <a:pt x="2845" y="2360"/>
                  </a:lnTo>
                  <a:lnTo>
                    <a:pt x="2819" y="2329"/>
                  </a:lnTo>
                  <a:lnTo>
                    <a:pt x="2757" y="2260"/>
                  </a:lnTo>
                  <a:lnTo>
                    <a:pt x="2690" y="2185"/>
                  </a:lnTo>
                  <a:lnTo>
                    <a:pt x="2656" y="2145"/>
                  </a:lnTo>
                  <a:lnTo>
                    <a:pt x="2622" y="2105"/>
                  </a:lnTo>
                  <a:lnTo>
                    <a:pt x="2588" y="2064"/>
                  </a:lnTo>
                  <a:lnTo>
                    <a:pt x="2556" y="2022"/>
                  </a:lnTo>
                  <a:lnTo>
                    <a:pt x="2525" y="1980"/>
                  </a:lnTo>
                  <a:lnTo>
                    <a:pt x="2496" y="1938"/>
                  </a:lnTo>
                  <a:lnTo>
                    <a:pt x="2470" y="1896"/>
                  </a:lnTo>
                  <a:lnTo>
                    <a:pt x="2447" y="1852"/>
                  </a:lnTo>
                  <a:lnTo>
                    <a:pt x="2437" y="1832"/>
                  </a:lnTo>
                  <a:lnTo>
                    <a:pt x="2428" y="1810"/>
                  </a:lnTo>
                  <a:lnTo>
                    <a:pt x="2420" y="1790"/>
                  </a:lnTo>
                  <a:lnTo>
                    <a:pt x="2413" y="1769"/>
                  </a:lnTo>
                  <a:lnTo>
                    <a:pt x="2413" y="1769"/>
                  </a:lnTo>
                  <a:lnTo>
                    <a:pt x="2399" y="1727"/>
                  </a:lnTo>
                  <a:lnTo>
                    <a:pt x="2383" y="1684"/>
                  </a:lnTo>
                  <a:lnTo>
                    <a:pt x="2365" y="1640"/>
                  </a:lnTo>
                  <a:lnTo>
                    <a:pt x="2346" y="1595"/>
                  </a:lnTo>
                  <a:lnTo>
                    <a:pt x="2327" y="1552"/>
                  </a:lnTo>
                  <a:lnTo>
                    <a:pt x="2305" y="1508"/>
                  </a:lnTo>
                  <a:lnTo>
                    <a:pt x="2284" y="1465"/>
                  </a:lnTo>
                  <a:lnTo>
                    <a:pt x="2261" y="1424"/>
                  </a:lnTo>
                  <a:lnTo>
                    <a:pt x="2238" y="1384"/>
                  </a:lnTo>
                  <a:lnTo>
                    <a:pt x="2215" y="1346"/>
                  </a:lnTo>
                  <a:lnTo>
                    <a:pt x="2192" y="1310"/>
                  </a:lnTo>
                  <a:lnTo>
                    <a:pt x="2169" y="1277"/>
                  </a:lnTo>
                  <a:lnTo>
                    <a:pt x="2147" y="1248"/>
                  </a:lnTo>
                  <a:lnTo>
                    <a:pt x="2125" y="1221"/>
                  </a:lnTo>
                  <a:lnTo>
                    <a:pt x="2104" y="1198"/>
                  </a:lnTo>
                  <a:lnTo>
                    <a:pt x="2085" y="1179"/>
                  </a:lnTo>
                  <a:lnTo>
                    <a:pt x="2085" y="1179"/>
                  </a:lnTo>
                  <a:lnTo>
                    <a:pt x="2074" y="1171"/>
                  </a:lnTo>
                  <a:lnTo>
                    <a:pt x="2063" y="1163"/>
                  </a:lnTo>
                  <a:lnTo>
                    <a:pt x="2036" y="1148"/>
                  </a:lnTo>
                  <a:lnTo>
                    <a:pt x="2007" y="1133"/>
                  </a:lnTo>
                  <a:lnTo>
                    <a:pt x="1972" y="1119"/>
                  </a:lnTo>
                  <a:lnTo>
                    <a:pt x="1937" y="1106"/>
                  </a:lnTo>
                  <a:lnTo>
                    <a:pt x="1901" y="1093"/>
                  </a:lnTo>
                  <a:lnTo>
                    <a:pt x="1863" y="1083"/>
                  </a:lnTo>
                  <a:lnTo>
                    <a:pt x="1826" y="1072"/>
                  </a:lnTo>
                  <a:lnTo>
                    <a:pt x="1755" y="1055"/>
                  </a:lnTo>
                  <a:lnTo>
                    <a:pt x="1698" y="1042"/>
                  </a:lnTo>
                  <a:lnTo>
                    <a:pt x="1643" y="1032"/>
                  </a:lnTo>
                  <a:lnTo>
                    <a:pt x="1643" y="1032"/>
                  </a:lnTo>
                  <a:lnTo>
                    <a:pt x="1629" y="1030"/>
                  </a:lnTo>
                  <a:lnTo>
                    <a:pt x="1591" y="1029"/>
                  </a:lnTo>
                  <a:lnTo>
                    <a:pt x="1536" y="1029"/>
                  </a:lnTo>
                  <a:lnTo>
                    <a:pt x="1503" y="1029"/>
                  </a:lnTo>
                  <a:lnTo>
                    <a:pt x="1467" y="1030"/>
                  </a:lnTo>
                  <a:lnTo>
                    <a:pt x="1431" y="1033"/>
                  </a:lnTo>
                  <a:lnTo>
                    <a:pt x="1393" y="1037"/>
                  </a:lnTo>
                  <a:lnTo>
                    <a:pt x="1356" y="1042"/>
                  </a:lnTo>
                  <a:lnTo>
                    <a:pt x="1319" y="1048"/>
                  </a:lnTo>
                  <a:lnTo>
                    <a:pt x="1283" y="1057"/>
                  </a:lnTo>
                  <a:lnTo>
                    <a:pt x="1250" y="1067"/>
                  </a:lnTo>
                  <a:lnTo>
                    <a:pt x="1235" y="1074"/>
                  </a:lnTo>
                  <a:lnTo>
                    <a:pt x="1219" y="1080"/>
                  </a:lnTo>
                  <a:lnTo>
                    <a:pt x="1205" y="1088"/>
                  </a:lnTo>
                  <a:lnTo>
                    <a:pt x="1192" y="1096"/>
                  </a:lnTo>
                  <a:lnTo>
                    <a:pt x="1192" y="1096"/>
                  </a:lnTo>
                  <a:lnTo>
                    <a:pt x="1167" y="1113"/>
                  </a:lnTo>
                  <a:lnTo>
                    <a:pt x="1138" y="1135"/>
                  </a:lnTo>
                  <a:lnTo>
                    <a:pt x="1108" y="1158"/>
                  </a:lnTo>
                  <a:lnTo>
                    <a:pt x="1076" y="1182"/>
                  </a:lnTo>
                  <a:lnTo>
                    <a:pt x="1043" y="1211"/>
                  </a:lnTo>
                  <a:lnTo>
                    <a:pt x="1009" y="1240"/>
                  </a:lnTo>
                  <a:lnTo>
                    <a:pt x="975" y="1271"/>
                  </a:lnTo>
                  <a:lnTo>
                    <a:pt x="941" y="1303"/>
                  </a:lnTo>
                  <a:lnTo>
                    <a:pt x="908" y="1337"/>
                  </a:lnTo>
                  <a:lnTo>
                    <a:pt x="875" y="1372"/>
                  </a:lnTo>
                  <a:lnTo>
                    <a:pt x="843" y="1406"/>
                  </a:lnTo>
                  <a:lnTo>
                    <a:pt x="813" y="1443"/>
                  </a:lnTo>
                  <a:lnTo>
                    <a:pt x="785" y="1480"/>
                  </a:lnTo>
                  <a:lnTo>
                    <a:pt x="760" y="1516"/>
                  </a:lnTo>
                  <a:lnTo>
                    <a:pt x="737" y="1553"/>
                  </a:lnTo>
                  <a:lnTo>
                    <a:pt x="718" y="1590"/>
                  </a:lnTo>
                  <a:lnTo>
                    <a:pt x="718" y="1590"/>
                  </a:lnTo>
                  <a:lnTo>
                    <a:pt x="701" y="1629"/>
                  </a:lnTo>
                  <a:lnTo>
                    <a:pt x="686" y="1667"/>
                  </a:lnTo>
                  <a:lnTo>
                    <a:pt x="672" y="1707"/>
                  </a:lnTo>
                  <a:lnTo>
                    <a:pt x="659" y="1746"/>
                  </a:lnTo>
                  <a:lnTo>
                    <a:pt x="647" y="1787"/>
                  </a:lnTo>
                  <a:lnTo>
                    <a:pt x="637" y="1828"/>
                  </a:lnTo>
                  <a:lnTo>
                    <a:pt x="628" y="1870"/>
                  </a:lnTo>
                  <a:lnTo>
                    <a:pt x="621" y="1911"/>
                  </a:lnTo>
                  <a:lnTo>
                    <a:pt x="614" y="1952"/>
                  </a:lnTo>
                  <a:lnTo>
                    <a:pt x="609" y="1992"/>
                  </a:lnTo>
                  <a:lnTo>
                    <a:pt x="600" y="2071"/>
                  </a:lnTo>
                  <a:lnTo>
                    <a:pt x="595" y="2144"/>
                  </a:lnTo>
                  <a:lnTo>
                    <a:pt x="591" y="2213"/>
                  </a:lnTo>
                  <a:lnTo>
                    <a:pt x="591" y="2213"/>
                  </a:lnTo>
                  <a:lnTo>
                    <a:pt x="586" y="2374"/>
                  </a:lnTo>
                  <a:lnTo>
                    <a:pt x="584" y="2573"/>
                  </a:lnTo>
                  <a:lnTo>
                    <a:pt x="584" y="2673"/>
                  </a:lnTo>
                  <a:lnTo>
                    <a:pt x="585" y="2762"/>
                  </a:lnTo>
                  <a:lnTo>
                    <a:pt x="587" y="2840"/>
                  </a:lnTo>
                  <a:lnTo>
                    <a:pt x="589" y="2871"/>
                  </a:lnTo>
                  <a:lnTo>
                    <a:pt x="591" y="2897"/>
                  </a:lnTo>
                  <a:lnTo>
                    <a:pt x="591" y="2897"/>
                  </a:lnTo>
                  <a:lnTo>
                    <a:pt x="595" y="2953"/>
                  </a:lnTo>
                  <a:lnTo>
                    <a:pt x="600" y="3026"/>
                  </a:lnTo>
                  <a:lnTo>
                    <a:pt x="608" y="3200"/>
                  </a:lnTo>
                  <a:lnTo>
                    <a:pt x="613" y="3288"/>
                  </a:lnTo>
                  <a:lnTo>
                    <a:pt x="619" y="3368"/>
                  </a:lnTo>
                  <a:lnTo>
                    <a:pt x="623" y="3403"/>
                  </a:lnTo>
                  <a:lnTo>
                    <a:pt x="627" y="3435"/>
                  </a:lnTo>
                  <a:lnTo>
                    <a:pt x="631" y="3460"/>
                  </a:lnTo>
                  <a:lnTo>
                    <a:pt x="636" y="3480"/>
                  </a:lnTo>
                  <a:lnTo>
                    <a:pt x="636" y="3480"/>
                  </a:lnTo>
                  <a:lnTo>
                    <a:pt x="653" y="3532"/>
                  </a:lnTo>
                  <a:lnTo>
                    <a:pt x="683" y="3614"/>
                  </a:lnTo>
                  <a:lnTo>
                    <a:pt x="702" y="3665"/>
                  </a:lnTo>
                  <a:lnTo>
                    <a:pt x="725" y="3720"/>
                  </a:lnTo>
                  <a:lnTo>
                    <a:pt x="750" y="3777"/>
                  </a:lnTo>
                  <a:lnTo>
                    <a:pt x="776" y="3838"/>
                  </a:lnTo>
                  <a:lnTo>
                    <a:pt x="806" y="3900"/>
                  </a:lnTo>
                  <a:lnTo>
                    <a:pt x="838" y="3962"/>
                  </a:lnTo>
                  <a:lnTo>
                    <a:pt x="870" y="4022"/>
                  </a:lnTo>
                  <a:lnTo>
                    <a:pt x="903" y="4080"/>
                  </a:lnTo>
                  <a:lnTo>
                    <a:pt x="938" y="4137"/>
                  </a:lnTo>
                  <a:lnTo>
                    <a:pt x="956" y="4162"/>
                  </a:lnTo>
                  <a:lnTo>
                    <a:pt x="974" y="4188"/>
                  </a:lnTo>
                  <a:lnTo>
                    <a:pt x="992" y="4211"/>
                  </a:lnTo>
                  <a:lnTo>
                    <a:pt x="1010" y="4233"/>
                  </a:lnTo>
                  <a:lnTo>
                    <a:pt x="1028" y="4253"/>
                  </a:lnTo>
                  <a:lnTo>
                    <a:pt x="1047" y="4272"/>
                  </a:lnTo>
                  <a:lnTo>
                    <a:pt x="1047" y="4272"/>
                  </a:lnTo>
                  <a:lnTo>
                    <a:pt x="1132" y="4358"/>
                  </a:lnTo>
                  <a:lnTo>
                    <a:pt x="1168" y="4392"/>
                  </a:lnTo>
                  <a:lnTo>
                    <a:pt x="1201" y="4424"/>
                  </a:lnTo>
                  <a:lnTo>
                    <a:pt x="1232" y="4451"/>
                  </a:lnTo>
                  <a:lnTo>
                    <a:pt x="1261" y="4474"/>
                  </a:lnTo>
                  <a:lnTo>
                    <a:pt x="1275" y="4484"/>
                  </a:lnTo>
                  <a:lnTo>
                    <a:pt x="1291" y="4495"/>
                  </a:lnTo>
                  <a:lnTo>
                    <a:pt x="1305" y="4502"/>
                  </a:lnTo>
                  <a:lnTo>
                    <a:pt x="1320" y="4510"/>
                  </a:lnTo>
                  <a:lnTo>
                    <a:pt x="1320" y="4970"/>
                  </a:lnTo>
                  <a:lnTo>
                    <a:pt x="1320" y="5087"/>
                  </a:lnTo>
                  <a:lnTo>
                    <a:pt x="1320" y="5087"/>
                  </a:lnTo>
                  <a:lnTo>
                    <a:pt x="1304" y="5104"/>
                  </a:lnTo>
                  <a:lnTo>
                    <a:pt x="1282" y="5124"/>
                  </a:lnTo>
                  <a:lnTo>
                    <a:pt x="1252" y="5147"/>
                  </a:lnTo>
                  <a:lnTo>
                    <a:pt x="1215" y="5173"/>
                  </a:lnTo>
                  <a:lnTo>
                    <a:pt x="1195" y="5188"/>
                  </a:lnTo>
                  <a:lnTo>
                    <a:pt x="1172" y="5202"/>
                  </a:lnTo>
                  <a:lnTo>
                    <a:pt x="1148" y="5216"/>
                  </a:lnTo>
                  <a:lnTo>
                    <a:pt x="1122" y="5230"/>
                  </a:lnTo>
                  <a:lnTo>
                    <a:pt x="1094" y="5242"/>
                  </a:lnTo>
                  <a:lnTo>
                    <a:pt x="1066" y="5255"/>
                  </a:lnTo>
                  <a:lnTo>
                    <a:pt x="1066" y="5255"/>
                  </a:lnTo>
                  <a:lnTo>
                    <a:pt x="1039" y="5266"/>
                  </a:lnTo>
                  <a:lnTo>
                    <a:pt x="1015" y="5273"/>
                  </a:lnTo>
                  <a:lnTo>
                    <a:pt x="992" y="5280"/>
                  </a:lnTo>
                  <a:lnTo>
                    <a:pt x="970" y="5285"/>
                  </a:lnTo>
                  <a:lnTo>
                    <a:pt x="950" y="5289"/>
                  </a:lnTo>
                  <a:lnTo>
                    <a:pt x="930" y="5291"/>
                  </a:lnTo>
                  <a:lnTo>
                    <a:pt x="909" y="5294"/>
                  </a:lnTo>
                  <a:lnTo>
                    <a:pt x="889" y="5295"/>
                  </a:lnTo>
                  <a:lnTo>
                    <a:pt x="847" y="5294"/>
                  </a:lnTo>
                  <a:lnTo>
                    <a:pt x="801" y="5292"/>
                  </a:lnTo>
                  <a:lnTo>
                    <a:pt x="748" y="5290"/>
                  </a:lnTo>
                  <a:lnTo>
                    <a:pt x="686" y="5287"/>
                  </a:lnTo>
                  <a:lnTo>
                    <a:pt x="686" y="5287"/>
                  </a:lnTo>
                  <a:lnTo>
                    <a:pt x="636" y="5286"/>
                  </a:lnTo>
                  <a:lnTo>
                    <a:pt x="636" y="5286"/>
                  </a:lnTo>
                  <a:lnTo>
                    <a:pt x="480" y="5286"/>
                  </a:lnTo>
                  <a:lnTo>
                    <a:pt x="322" y="5283"/>
                  </a:lnTo>
                  <a:lnTo>
                    <a:pt x="164" y="5282"/>
                  </a:lnTo>
                  <a:lnTo>
                    <a:pt x="85" y="5283"/>
                  </a:lnTo>
                  <a:lnTo>
                    <a:pt x="4" y="5285"/>
                  </a:lnTo>
                  <a:lnTo>
                    <a:pt x="4" y="5285"/>
                  </a:lnTo>
                  <a:lnTo>
                    <a:pt x="2" y="5249"/>
                  </a:lnTo>
                  <a:lnTo>
                    <a:pt x="0" y="5213"/>
                  </a:lnTo>
                  <a:lnTo>
                    <a:pt x="0" y="5179"/>
                  </a:lnTo>
                  <a:lnTo>
                    <a:pt x="0" y="5144"/>
                  </a:lnTo>
                  <a:lnTo>
                    <a:pt x="2" y="5111"/>
                  </a:lnTo>
                  <a:lnTo>
                    <a:pt x="4" y="5078"/>
                  </a:lnTo>
                  <a:lnTo>
                    <a:pt x="7" y="5044"/>
                  </a:lnTo>
                  <a:lnTo>
                    <a:pt x="11" y="5012"/>
                  </a:lnTo>
                  <a:lnTo>
                    <a:pt x="16" y="4980"/>
                  </a:lnTo>
                  <a:lnTo>
                    <a:pt x="21" y="4948"/>
                  </a:lnTo>
                  <a:lnTo>
                    <a:pt x="33" y="4887"/>
                  </a:lnTo>
                  <a:lnTo>
                    <a:pt x="50" y="4826"/>
                  </a:lnTo>
                  <a:lnTo>
                    <a:pt x="68" y="4764"/>
                  </a:lnTo>
                  <a:lnTo>
                    <a:pt x="88" y="4704"/>
                  </a:lnTo>
                  <a:lnTo>
                    <a:pt x="111" y="4646"/>
                  </a:lnTo>
                  <a:lnTo>
                    <a:pt x="136" y="4585"/>
                  </a:lnTo>
                  <a:lnTo>
                    <a:pt x="161" y="4525"/>
                  </a:lnTo>
                  <a:lnTo>
                    <a:pt x="216" y="4404"/>
                  </a:lnTo>
                  <a:lnTo>
                    <a:pt x="275" y="4277"/>
                  </a:lnTo>
                  <a:lnTo>
                    <a:pt x="275" y="4277"/>
                  </a:lnTo>
                  <a:lnTo>
                    <a:pt x="294" y="4233"/>
                  </a:lnTo>
                  <a:lnTo>
                    <a:pt x="312" y="4188"/>
                  </a:lnTo>
                  <a:lnTo>
                    <a:pt x="327" y="4143"/>
                  </a:lnTo>
                  <a:lnTo>
                    <a:pt x="342" y="4097"/>
                  </a:lnTo>
                  <a:lnTo>
                    <a:pt x="356" y="4051"/>
                  </a:lnTo>
                  <a:lnTo>
                    <a:pt x="368" y="4004"/>
                  </a:lnTo>
                  <a:lnTo>
                    <a:pt x="379" y="3958"/>
                  </a:lnTo>
                  <a:lnTo>
                    <a:pt x="388" y="3910"/>
                  </a:lnTo>
                  <a:lnTo>
                    <a:pt x="397" y="3863"/>
                  </a:lnTo>
                  <a:lnTo>
                    <a:pt x="405" y="3816"/>
                  </a:lnTo>
                  <a:lnTo>
                    <a:pt x="413" y="3767"/>
                  </a:lnTo>
                  <a:lnTo>
                    <a:pt x="418" y="3720"/>
                  </a:lnTo>
                  <a:lnTo>
                    <a:pt x="423" y="3671"/>
                  </a:lnTo>
                  <a:lnTo>
                    <a:pt x="427" y="3624"/>
                  </a:lnTo>
                  <a:lnTo>
                    <a:pt x="433" y="3528"/>
                  </a:lnTo>
                  <a:lnTo>
                    <a:pt x="433" y="3528"/>
                  </a:lnTo>
                  <a:lnTo>
                    <a:pt x="433" y="3489"/>
                  </a:lnTo>
                  <a:lnTo>
                    <a:pt x="430" y="3444"/>
                  </a:lnTo>
                  <a:lnTo>
                    <a:pt x="427" y="3394"/>
                  </a:lnTo>
                  <a:lnTo>
                    <a:pt x="420" y="3339"/>
                  </a:lnTo>
                  <a:lnTo>
                    <a:pt x="411" y="3281"/>
                  </a:lnTo>
                  <a:lnTo>
                    <a:pt x="402" y="3220"/>
                  </a:lnTo>
                  <a:lnTo>
                    <a:pt x="379" y="3091"/>
                  </a:lnTo>
                  <a:lnTo>
                    <a:pt x="355" y="2959"/>
                  </a:lnTo>
                  <a:lnTo>
                    <a:pt x="330" y="2832"/>
                  </a:lnTo>
                  <a:lnTo>
                    <a:pt x="308" y="2711"/>
                  </a:lnTo>
                  <a:lnTo>
                    <a:pt x="299" y="2656"/>
                  </a:lnTo>
                  <a:lnTo>
                    <a:pt x="290" y="2605"/>
                  </a:lnTo>
                  <a:lnTo>
                    <a:pt x="290" y="2605"/>
                  </a:lnTo>
                  <a:lnTo>
                    <a:pt x="284" y="2555"/>
                  </a:lnTo>
                  <a:lnTo>
                    <a:pt x="280" y="2503"/>
                  </a:lnTo>
                  <a:lnTo>
                    <a:pt x="276" y="2447"/>
                  </a:lnTo>
                  <a:lnTo>
                    <a:pt x="275" y="2388"/>
                  </a:lnTo>
                  <a:lnTo>
                    <a:pt x="275" y="2328"/>
                  </a:lnTo>
                  <a:lnTo>
                    <a:pt x="277" y="2264"/>
                  </a:lnTo>
                  <a:lnTo>
                    <a:pt x="280" y="2199"/>
                  </a:lnTo>
                  <a:lnTo>
                    <a:pt x="286" y="2131"/>
                  </a:lnTo>
                  <a:lnTo>
                    <a:pt x="293" y="2062"/>
                  </a:lnTo>
                  <a:lnTo>
                    <a:pt x="302" y="1992"/>
                  </a:lnTo>
                  <a:lnTo>
                    <a:pt x="313" y="1920"/>
                  </a:lnTo>
                  <a:lnTo>
                    <a:pt x="325" y="1847"/>
                  </a:lnTo>
                  <a:lnTo>
                    <a:pt x="340" y="1773"/>
                  </a:lnTo>
                  <a:lnTo>
                    <a:pt x="356" y="1699"/>
                  </a:lnTo>
                  <a:lnTo>
                    <a:pt x="374" y="1625"/>
                  </a:lnTo>
                  <a:lnTo>
                    <a:pt x="395" y="1549"/>
                  </a:lnTo>
                  <a:lnTo>
                    <a:pt x="395" y="1549"/>
                  </a:lnTo>
                  <a:lnTo>
                    <a:pt x="410" y="1498"/>
                  </a:lnTo>
                  <a:lnTo>
                    <a:pt x="428" y="1447"/>
                  </a:lnTo>
                  <a:lnTo>
                    <a:pt x="447" y="1397"/>
                  </a:lnTo>
                  <a:lnTo>
                    <a:pt x="466" y="1347"/>
                  </a:lnTo>
                  <a:lnTo>
                    <a:pt x="488" y="1297"/>
                  </a:lnTo>
                  <a:lnTo>
                    <a:pt x="511" y="1249"/>
                  </a:lnTo>
                  <a:lnTo>
                    <a:pt x="535" y="1200"/>
                  </a:lnTo>
                  <a:lnTo>
                    <a:pt x="561" y="1153"/>
                  </a:lnTo>
                  <a:lnTo>
                    <a:pt x="586" y="1104"/>
                  </a:lnTo>
                  <a:lnTo>
                    <a:pt x="613" y="1058"/>
                  </a:lnTo>
                  <a:lnTo>
                    <a:pt x="641" y="1011"/>
                  </a:lnTo>
                  <a:lnTo>
                    <a:pt x="669" y="966"/>
                  </a:lnTo>
                  <a:lnTo>
                    <a:pt x="729" y="876"/>
                  </a:lnTo>
                  <a:lnTo>
                    <a:pt x="789" y="787"/>
                  </a:lnTo>
                  <a:lnTo>
                    <a:pt x="789" y="787"/>
                  </a:lnTo>
                  <a:lnTo>
                    <a:pt x="827" y="734"/>
                  </a:lnTo>
                  <a:lnTo>
                    <a:pt x="868" y="681"/>
                  </a:lnTo>
                  <a:lnTo>
                    <a:pt x="909" y="630"/>
                  </a:lnTo>
                  <a:lnTo>
                    <a:pt x="952" y="582"/>
                  </a:lnTo>
                  <a:lnTo>
                    <a:pt x="997" y="533"/>
                  </a:lnTo>
                  <a:lnTo>
                    <a:pt x="1043" y="487"/>
                  </a:lnTo>
                  <a:lnTo>
                    <a:pt x="1090" y="442"/>
                  </a:lnTo>
                  <a:lnTo>
                    <a:pt x="1139" y="400"/>
                  </a:lnTo>
                  <a:lnTo>
                    <a:pt x="1189" y="359"/>
                  </a:lnTo>
                  <a:lnTo>
                    <a:pt x="1240" y="320"/>
                  </a:lnTo>
                  <a:lnTo>
                    <a:pt x="1293" y="281"/>
                  </a:lnTo>
                  <a:lnTo>
                    <a:pt x="1347" y="247"/>
                  </a:lnTo>
                  <a:lnTo>
                    <a:pt x="1403" y="212"/>
                  </a:lnTo>
                  <a:lnTo>
                    <a:pt x="1460" y="181"/>
                  </a:lnTo>
                  <a:lnTo>
                    <a:pt x="1519" y="151"/>
                  </a:lnTo>
                  <a:lnTo>
                    <a:pt x="1579" y="124"/>
                  </a:lnTo>
                  <a:lnTo>
                    <a:pt x="1579" y="124"/>
                  </a:lnTo>
                  <a:lnTo>
                    <a:pt x="1639" y="100"/>
                  </a:lnTo>
                  <a:lnTo>
                    <a:pt x="1700" y="77"/>
                  </a:lnTo>
                  <a:lnTo>
                    <a:pt x="1763" y="56"/>
                  </a:lnTo>
                  <a:lnTo>
                    <a:pt x="1826" y="40"/>
                  </a:lnTo>
                  <a:lnTo>
                    <a:pt x="1857" y="32"/>
                  </a:lnTo>
                  <a:lnTo>
                    <a:pt x="1889" y="26"/>
                  </a:lnTo>
                  <a:lnTo>
                    <a:pt x="1921" y="19"/>
                  </a:lnTo>
                  <a:lnTo>
                    <a:pt x="1954" y="14"/>
                  </a:lnTo>
                  <a:lnTo>
                    <a:pt x="1986" y="10"/>
                  </a:lnTo>
                  <a:lnTo>
                    <a:pt x="2018" y="6"/>
                  </a:lnTo>
                  <a:lnTo>
                    <a:pt x="2051" y="4"/>
                  </a:lnTo>
                  <a:lnTo>
                    <a:pt x="2085" y="1"/>
                  </a:lnTo>
                  <a:lnTo>
                    <a:pt x="2085" y="1"/>
                  </a:lnTo>
                  <a:lnTo>
                    <a:pt x="2140" y="0"/>
                  </a:lnTo>
                  <a:lnTo>
                    <a:pt x="2196" y="1"/>
                  </a:lnTo>
                  <a:lnTo>
                    <a:pt x="2224" y="3"/>
                  </a:lnTo>
                  <a:lnTo>
                    <a:pt x="2252" y="5"/>
                  </a:lnTo>
                  <a:lnTo>
                    <a:pt x="2279" y="9"/>
                  </a:lnTo>
                  <a:lnTo>
                    <a:pt x="2305" y="14"/>
                  </a:lnTo>
                  <a:lnTo>
                    <a:pt x="2305" y="14"/>
                  </a:lnTo>
                  <a:lnTo>
                    <a:pt x="2327" y="22"/>
                  </a:lnTo>
                  <a:lnTo>
                    <a:pt x="2358" y="33"/>
                  </a:lnTo>
                  <a:lnTo>
                    <a:pt x="2388" y="45"/>
                  </a:lnTo>
                  <a:lnTo>
                    <a:pt x="2400" y="47"/>
                  </a:lnTo>
                  <a:lnTo>
                    <a:pt x="2405" y="49"/>
                  </a:lnTo>
                  <a:lnTo>
                    <a:pt x="2408" y="47"/>
                  </a:lnTo>
                  <a:lnTo>
                    <a:pt x="2408" y="47"/>
                  </a:lnTo>
                  <a:lnTo>
                    <a:pt x="2427" y="42"/>
                  </a:lnTo>
                  <a:lnTo>
                    <a:pt x="2447" y="37"/>
                  </a:lnTo>
                  <a:lnTo>
                    <a:pt x="2469" y="33"/>
                  </a:lnTo>
                  <a:lnTo>
                    <a:pt x="2491" y="29"/>
                  </a:lnTo>
                  <a:lnTo>
                    <a:pt x="2514" y="28"/>
                  </a:lnTo>
                  <a:lnTo>
                    <a:pt x="2538" y="26"/>
                  </a:lnTo>
                  <a:lnTo>
                    <a:pt x="2586" y="26"/>
                  </a:lnTo>
                  <a:lnTo>
                    <a:pt x="2637" y="27"/>
                  </a:lnTo>
                  <a:lnTo>
                    <a:pt x="2688" y="32"/>
                  </a:lnTo>
                  <a:lnTo>
                    <a:pt x="2742" y="40"/>
                  </a:lnTo>
                  <a:lnTo>
                    <a:pt x="2794" y="49"/>
                  </a:lnTo>
                  <a:lnTo>
                    <a:pt x="2848" y="59"/>
                  </a:lnTo>
                  <a:lnTo>
                    <a:pt x="2900" y="72"/>
                  </a:lnTo>
                  <a:lnTo>
                    <a:pt x="2951" y="84"/>
                  </a:lnTo>
                  <a:lnTo>
                    <a:pt x="3000" y="100"/>
                  </a:lnTo>
                  <a:lnTo>
                    <a:pt x="3047" y="115"/>
                  </a:lnTo>
                  <a:lnTo>
                    <a:pt x="3090" y="132"/>
                  </a:lnTo>
                  <a:lnTo>
                    <a:pt x="3131" y="148"/>
                  </a:lnTo>
                  <a:lnTo>
                    <a:pt x="3167" y="165"/>
                  </a:lnTo>
                  <a:lnTo>
                    <a:pt x="3167" y="165"/>
                  </a:lnTo>
                  <a:lnTo>
                    <a:pt x="3196" y="179"/>
                  </a:lnTo>
                  <a:lnTo>
                    <a:pt x="3224" y="194"/>
                  </a:lnTo>
                  <a:lnTo>
                    <a:pt x="3251" y="210"/>
                  </a:lnTo>
                  <a:lnTo>
                    <a:pt x="3279" y="226"/>
                  </a:lnTo>
                  <a:lnTo>
                    <a:pt x="3333" y="261"/>
                  </a:lnTo>
                  <a:lnTo>
                    <a:pt x="3385" y="298"/>
                  </a:lnTo>
                  <a:lnTo>
                    <a:pt x="3435" y="337"/>
                  </a:lnTo>
                  <a:lnTo>
                    <a:pt x="3485" y="380"/>
                  </a:lnTo>
                  <a:lnTo>
                    <a:pt x="3533" y="422"/>
                  </a:lnTo>
                  <a:lnTo>
                    <a:pt x="3581" y="467"/>
                  </a:lnTo>
                  <a:lnTo>
                    <a:pt x="3625" y="513"/>
                  </a:lnTo>
                  <a:lnTo>
                    <a:pt x="3670" y="560"/>
                  </a:lnTo>
                  <a:lnTo>
                    <a:pt x="3715" y="608"/>
                  </a:lnTo>
                  <a:lnTo>
                    <a:pt x="3757" y="657"/>
                  </a:lnTo>
                  <a:lnTo>
                    <a:pt x="3798" y="707"/>
                  </a:lnTo>
                  <a:lnTo>
                    <a:pt x="3838" y="757"/>
                  </a:lnTo>
                  <a:lnTo>
                    <a:pt x="3916" y="856"/>
                  </a:lnTo>
                  <a:lnTo>
                    <a:pt x="3916" y="856"/>
                  </a:lnTo>
                  <a:lnTo>
                    <a:pt x="3943" y="892"/>
                  </a:lnTo>
                  <a:lnTo>
                    <a:pt x="3969" y="931"/>
                  </a:lnTo>
                  <a:lnTo>
                    <a:pt x="3993" y="972"/>
                  </a:lnTo>
                  <a:lnTo>
                    <a:pt x="4015" y="1012"/>
                  </a:lnTo>
                  <a:lnTo>
                    <a:pt x="4035" y="1056"/>
                  </a:lnTo>
                  <a:lnTo>
                    <a:pt x="4054" y="1101"/>
                  </a:lnTo>
                  <a:lnTo>
                    <a:pt x="4072" y="1145"/>
                  </a:lnTo>
                  <a:lnTo>
                    <a:pt x="4089" y="1193"/>
                  </a:lnTo>
                  <a:lnTo>
                    <a:pt x="4104" y="1240"/>
                  </a:lnTo>
                  <a:lnTo>
                    <a:pt x="4118" y="1287"/>
                  </a:lnTo>
                  <a:lnTo>
                    <a:pt x="4131" y="1336"/>
                  </a:lnTo>
                  <a:lnTo>
                    <a:pt x="4142" y="1386"/>
                  </a:lnTo>
                  <a:lnTo>
                    <a:pt x="4154" y="1436"/>
                  </a:lnTo>
                  <a:lnTo>
                    <a:pt x="4164" y="1485"/>
                  </a:lnTo>
                  <a:lnTo>
                    <a:pt x="4173" y="1535"/>
                  </a:lnTo>
                  <a:lnTo>
                    <a:pt x="4180" y="1584"/>
                  </a:lnTo>
                  <a:lnTo>
                    <a:pt x="4193" y="1684"/>
                  </a:lnTo>
                  <a:lnTo>
                    <a:pt x="4205" y="1781"/>
                  </a:lnTo>
                  <a:lnTo>
                    <a:pt x="4212" y="1874"/>
                  </a:lnTo>
                  <a:lnTo>
                    <a:pt x="4219" y="1965"/>
                  </a:lnTo>
                  <a:lnTo>
                    <a:pt x="4223" y="2049"/>
                  </a:lnTo>
                  <a:lnTo>
                    <a:pt x="4226" y="2128"/>
                  </a:lnTo>
                  <a:lnTo>
                    <a:pt x="4230" y="2263"/>
                  </a:lnTo>
                  <a:lnTo>
                    <a:pt x="4230" y="2263"/>
                  </a:lnTo>
                  <a:lnTo>
                    <a:pt x="4232" y="2330"/>
                  </a:lnTo>
                  <a:lnTo>
                    <a:pt x="4232" y="2412"/>
                  </a:lnTo>
                  <a:lnTo>
                    <a:pt x="4230" y="2613"/>
                  </a:lnTo>
                  <a:lnTo>
                    <a:pt x="4223" y="3095"/>
                  </a:lnTo>
                  <a:lnTo>
                    <a:pt x="4220" y="3340"/>
                  </a:lnTo>
                  <a:lnTo>
                    <a:pt x="4220" y="3563"/>
                  </a:lnTo>
                  <a:lnTo>
                    <a:pt x="4220" y="3660"/>
                  </a:lnTo>
                  <a:lnTo>
                    <a:pt x="4223" y="3746"/>
                  </a:lnTo>
                  <a:lnTo>
                    <a:pt x="4225" y="3816"/>
                  </a:lnTo>
                  <a:lnTo>
                    <a:pt x="4228" y="3845"/>
                  </a:lnTo>
                  <a:lnTo>
                    <a:pt x="4230" y="3870"/>
                  </a:lnTo>
                  <a:lnTo>
                    <a:pt x="4230" y="3870"/>
                  </a:lnTo>
                  <a:lnTo>
                    <a:pt x="4235" y="3907"/>
                  </a:lnTo>
                  <a:lnTo>
                    <a:pt x="4242" y="3944"/>
                  </a:lnTo>
                  <a:lnTo>
                    <a:pt x="4249" y="3979"/>
                  </a:lnTo>
                  <a:lnTo>
                    <a:pt x="4258" y="4015"/>
                  </a:lnTo>
                  <a:lnTo>
                    <a:pt x="4267" y="4050"/>
                  </a:lnTo>
                  <a:lnTo>
                    <a:pt x="4279" y="4084"/>
                  </a:lnTo>
                  <a:lnTo>
                    <a:pt x="4290" y="4119"/>
                  </a:lnTo>
                  <a:lnTo>
                    <a:pt x="4303" y="4153"/>
                  </a:lnTo>
                  <a:lnTo>
                    <a:pt x="4316" y="4187"/>
                  </a:lnTo>
                  <a:lnTo>
                    <a:pt x="4330" y="4220"/>
                  </a:lnTo>
                  <a:lnTo>
                    <a:pt x="4359" y="4285"/>
                  </a:lnTo>
                  <a:lnTo>
                    <a:pt x="4391" y="4349"/>
                  </a:lnTo>
                  <a:lnTo>
                    <a:pt x="4426" y="4413"/>
                  </a:lnTo>
                  <a:lnTo>
                    <a:pt x="4494" y="4541"/>
                  </a:lnTo>
                  <a:lnTo>
                    <a:pt x="4530" y="4603"/>
                  </a:lnTo>
                  <a:lnTo>
                    <a:pt x="4565" y="4667"/>
                  </a:lnTo>
                  <a:lnTo>
                    <a:pt x="4598" y="4732"/>
                  </a:lnTo>
                  <a:lnTo>
                    <a:pt x="4630" y="4798"/>
                  </a:lnTo>
                  <a:lnTo>
                    <a:pt x="4660" y="4864"/>
                  </a:lnTo>
                  <a:lnTo>
                    <a:pt x="4674" y="4897"/>
                  </a:lnTo>
                  <a:lnTo>
                    <a:pt x="4687" y="49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" name="Freeform 9">
              <a:extLst>
                <a:ext uri="{FF2B5EF4-FFF2-40B4-BE49-F238E27FC236}">
                  <a16:creationId xmlns:a16="http://schemas.microsoft.com/office/drawing/2014/main" id="{55930C88-B6E5-89E4-2E16-A753B2BF3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268"/>
              <a:ext cx="2994" cy="2044"/>
            </a:xfrm>
            <a:custGeom>
              <a:avLst/>
              <a:gdLst>
                <a:gd name="T0" fmla="*/ 427 w 8982"/>
                <a:gd name="T1" fmla="*/ 989 h 6131"/>
                <a:gd name="T2" fmla="*/ 830 w 8982"/>
                <a:gd name="T3" fmla="*/ 764 h 6131"/>
                <a:gd name="T4" fmla="*/ 1057 w 8982"/>
                <a:gd name="T5" fmla="*/ 530 h 6131"/>
                <a:gd name="T6" fmla="*/ 1266 w 8982"/>
                <a:gd name="T7" fmla="*/ 176 h 6131"/>
                <a:gd name="T8" fmla="*/ 1708 w 8982"/>
                <a:gd name="T9" fmla="*/ 860 h 6131"/>
                <a:gd name="T10" fmla="*/ 2054 w 8982"/>
                <a:gd name="T11" fmla="*/ 1407 h 6131"/>
                <a:gd name="T12" fmla="*/ 2179 w 8982"/>
                <a:gd name="T13" fmla="*/ 1203 h 6131"/>
                <a:gd name="T14" fmla="*/ 2521 w 8982"/>
                <a:gd name="T15" fmla="*/ 850 h 6131"/>
                <a:gd name="T16" fmla="*/ 2883 w 8982"/>
                <a:gd name="T17" fmla="*/ 260 h 6131"/>
                <a:gd name="T18" fmla="*/ 3100 w 8982"/>
                <a:gd name="T19" fmla="*/ 29 h 6131"/>
                <a:gd name="T20" fmla="*/ 3344 w 8982"/>
                <a:gd name="T21" fmla="*/ 96 h 6131"/>
                <a:gd name="T22" fmla="*/ 3741 w 8982"/>
                <a:gd name="T23" fmla="*/ 163 h 6131"/>
                <a:gd name="T24" fmla="*/ 4328 w 8982"/>
                <a:gd name="T25" fmla="*/ 181 h 6131"/>
                <a:gd name="T26" fmla="*/ 4647 w 8982"/>
                <a:gd name="T27" fmla="*/ 211 h 6131"/>
                <a:gd name="T28" fmla="*/ 4555 w 8982"/>
                <a:gd name="T29" fmla="*/ 335 h 6131"/>
                <a:gd name="T30" fmla="*/ 4249 w 8982"/>
                <a:gd name="T31" fmla="*/ 552 h 6131"/>
                <a:gd name="T32" fmla="*/ 4151 w 8982"/>
                <a:gd name="T33" fmla="*/ 687 h 6131"/>
                <a:gd name="T34" fmla="*/ 4129 w 8982"/>
                <a:gd name="T35" fmla="*/ 841 h 6131"/>
                <a:gd name="T36" fmla="*/ 4185 w 8982"/>
                <a:gd name="T37" fmla="*/ 969 h 6131"/>
                <a:gd name="T38" fmla="*/ 4312 w 8982"/>
                <a:gd name="T39" fmla="*/ 1015 h 6131"/>
                <a:gd name="T40" fmla="*/ 4356 w 8982"/>
                <a:gd name="T41" fmla="*/ 1058 h 6131"/>
                <a:gd name="T42" fmla="*/ 4369 w 8982"/>
                <a:gd name="T43" fmla="*/ 1254 h 6131"/>
                <a:gd name="T44" fmla="*/ 4458 w 8982"/>
                <a:gd name="T45" fmla="*/ 1328 h 6131"/>
                <a:gd name="T46" fmla="*/ 4574 w 8982"/>
                <a:gd name="T47" fmla="*/ 1357 h 6131"/>
                <a:gd name="T48" fmla="*/ 4622 w 8982"/>
                <a:gd name="T49" fmla="*/ 1580 h 6131"/>
                <a:gd name="T50" fmla="*/ 4765 w 8982"/>
                <a:gd name="T51" fmla="*/ 1659 h 6131"/>
                <a:gd name="T52" fmla="*/ 5020 w 8982"/>
                <a:gd name="T53" fmla="*/ 1668 h 6131"/>
                <a:gd name="T54" fmla="*/ 5252 w 8982"/>
                <a:gd name="T55" fmla="*/ 1568 h 6131"/>
                <a:gd name="T56" fmla="*/ 5315 w 8982"/>
                <a:gd name="T57" fmla="*/ 1474 h 6131"/>
                <a:gd name="T58" fmla="*/ 5608 w 8982"/>
                <a:gd name="T59" fmla="*/ 1566 h 6131"/>
                <a:gd name="T60" fmla="*/ 5821 w 8982"/>
                <a:gd name="T61" fmla="*/ 1673 h 6131"/>
                <a:gd name="T62" fmla="*/ 6049 w 8982"/>
                <a:gd name="T63" fmla="*/ 1755 h 6131"/>
                <a:gd name="T64" fmla="*/ 6282 w 8982"/>
                <a:gd name="T65" fmla="*/ 1773 h 6131"/>
                <a:gd name="T66" fmla="*/ 6435 w 8982"/>
                <a:gd name="T67" fmla="*/ 1818 h 6131"/>
                <a:gd name="T68" fmla="*/ 6614 w 8982"/>
                <a:gd name="T69" fmla="*/ 2067 h 6131"/>
                <a:gd name="T70" fmla="*/ 6873 w 8982"/>
                <a:gd name="T71" fmla="*/ 2342 h 6131"/>
                <a:gd name="T72" fmla="*/ 6837 w 8982"/>
                <a:gd name="T73" fmla="*/ 2458 h 6131"/>
                <a:gd name="T74" fmla="*/ 6808 w 8982"/>
                <a:gd name="T75" fmla="*/ 2688 h 6131"/>
                <a:gd name="T76" fmla="*/ 7282 w 8982"/>
                <a:gd name="T77" fmla="*/ 3230 h 6131"/>
                <a:gd name="T78" fmla="*/ 7578 w 8982"/>
                <a:gd name="T79" fmla="*/ 3698 h 6131"/>
                <a:gd name="T80" fmla="*/ 8342 w 8982"/>
                <a:gd name="T81" fmla="*/ 4870 h 6131"/>
                <a:gd name="T82" fmla="*/ 8698 w 8982"/>
                <a:gd name="T83" fmla="*/ 5270 h 6131"/>
                <a:gd name="T84" fmla="*/ 8978 w 8982"/>
                <a:gd name="T85" fmla="*/ 5493 h 6131"/>
                <a:gd name="T86" fmla="*/ 3587 w 8982"/>
                <a:gd name="T87" fmla="*/ 4468 h 6131"/>
                <a:gd name="T88" fmla="*/ 3672 w 8982"/>
                <a:gd name="T89" fmla="*/ 3768 h 6131"/>
                <a:gd name="T90" fmla="*/ 3686 w 8982"/>
                <a:gd name="T91" fmla="*/ 2769 h 6131"/>
                <a:gd name="T92" fmla="*/ 3519 w 8982"/>
                <a:gd name="T93" fmla="*/ 3036 h 6131"/>
                <a:gd name="T94" fmla="*/ 2869 w 8982"/>
                <a:gd name="T95" fmla="*/ 3635 h 6131"/>
                <a:gd name="T96" fmla="*/ 2324 w 8982"/>
                <a:gd name="T97" fmla="*/ 4015 h 6131"/>
                <a:gd name="T98" fmla="*/ 2008 w 8982"/>
                <a:gd name="T99" fmla="*/ 4139 h 6131"/>
                <a:gd name="T100" fmla="*/ 1757 w 8982"/>
                <a:gd name="T101" fmla="*/ 4116 h 6131"/>
                <a:gd name="T102" fmla="*/ 1493 w 8982"/>
                <a:gd name="T103" fmla="*/ 3956 h 6131"/>
                <a:gd name="T104" fmla="*/ 1191 w 8982"/>
                <a:gd name="T105" fmla="*/ 3606 h 6131"/>
                <a:gd name="T106" fmla="*/ 888 w 8982"/>
                <a:gd name="T107" fmla="*/ 3143 h 6131"/>
                <a:gd name="T108" fmla="*/ 521 w 8982"/>
                <a:gd name="T109" fmla="*/ 2315 h 6131"/>
                <a:gd name="T110" fmla="*/ 190 w 8982"/>
                <a:gd name="T111" fmla="*/ 1439 h 6131"/>
                <a:gd name="T112" fmla="*/ 48 w 8982"/>
                <a:gd name="T113" fmla="*/ 1066 h 6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82" h="6131">
                  <a:moveTo>
                    <a:pt x="213" y="1056"/>
                  </a:moveTo>
                  <a:lnTo>
                    <a:pt x="213" y="1056"/>
                  </a:lnTo>
                  <a:lnTo>
                    <a:pt x="235" y="1052"/>
                  </a:lnTo>
                  <a:lnTo>
                    <a:pt x="235" y="1052"/>
                  </a:lnTo>
                  <a:lnTo>
                    <a:pt x="268" y="1044"/>
                  </a:lnTo>
                  <a:lnTo>
                    <a:pt x="305" y="1034"/>
                  </a:lnTo>
                  <a:lnTo>
                    <a:pt x="343" y="1021"/>
                  </a:lnTo>
                  <a:lnTo>
                    <a:pt x="385" y="1007"/>
                  </a:lnTo>
                  <a:lnTo>
                    <a:pt x="427" y="989"/>
                  </a:lnTo>
                  <a:lnTo>
                    <a:pt x="472" y="970"/>
                  </a:lnTo>
                  <a:lnTo>
                    <a:pt x="517" y="950"/>
                  </a:lnTo>
                  <a:lnTo>
                    <a:pt x="563" y="927"/>
                  </a:lnTo>
                  <a:lnTo>
                    <a:pt x="609" y="902"/>
                  </a:lnTo>
                  <a:lnTo>
                    <a:pt x="655" y="877"/>
                  </a:lnTo>
                  <a:lnTo>
                    <a:pt x="701" y="850"/>
                  </a:lnTo>
                  <a:lnTo>
                    <a:pt x="744" y="822"/>
                  </a:lnTo>
                  <a:lnTo>
                    <a:pt x="787" y="794"/>
                  </a:lnTo>
                  <a:lnTo>
                    <a:pt x="830" y="764"/>
                  </a:lnTo>
                  <a:lnTo>
                    <a:pt x="868" y="733"/>
                  </a:lnTo>
                  <a:lnTo>
                    <a:pt x="905" y="703"/>
                  </a:lnTo>
                  <a:lnTo>
                    <a:pt x="905" y="703"/>
                  </a:lnTo>
                  <a:lnTo>
                    <a:pt x="925" y="685"/>
                  </a:lnTo>
                  <a:lnTo>
                    <a:pt x="944" y="666"/>
                  </a:lnTo>
                  <a:lnTo>
                    <a:pt x="965" y="645"/>
                  </a:lnTo>
                  <a:lnTo>
                    <a:pt x="984" y="624"/>
                  </a:lnTo>
                  <a:lnTo>
                    <a:pt x="1021" y="578"/>
                  </a:lnTo>
                  <a:lnTo>
                    <a:pt x="1057" y="530"/>
                  </a:lnTo>
                  <a:lnTo>
                    <a:pt x="1091" y="480"/>
                  </a:lnTo>
                  <a:lnTo>
                    <a:pt x="1123" y="432"/>
                  </a:lnTo>
                  <a:lnTo>
                    <a:pt x="1154" y="384"/>
                  </a:lnTo>
                  <a:lnTo>
                    <a:pt x="1181" y="338"/>
                  </a:lnTo>
                  <a:lnTo>
                    <a:pt x="1181" y="338"/>
                  </a:lnTo>
                  <a:lnTo>
                    <a:pt x="1215" y="276"/>
                  </a:lnTo>
                  <a:lnTo>
                    <a:pt x="1242" y="225"/>
                  </a:lnTo>
                  <a:lnTo>
                    <a:pt x="1266" y="176"/>
                  </a:lnTo>
                  <a:lnTo>
                    <a:pt x="1266" y="176"/>
                  </a:lnTo>
                  <a:lnTo>
                    <a:pt x="1385" y="347"/>
                  </a:lnTo>
                  <a:lnTo>
                    <a:pt x="1491" y="503"/>
                  </a:lnTo>
                  <a:lnTo>
                    <a:pt x="1542" y="580"/>
                  </a:lnTo>
                  <a:lnTo>
                    <a:pt x="1589" y="652"/>
                  </a:lnTo>
                  <a:lnTo>
                    <a:pt x="1589" y="652"/>
                  </a:lnTo>
                  <a:lnTo>
                    <a:pt x="1613" y="691"/>
                  </a:lnTo>
                  <a:lnTo>
                    <a:pt x="1641" y="740"/>
                  </a:lnTo>
                  <a:lnTo>
                    <a:pt x="1673" y="797"/>
                  </a:lnTo>
                  <a:lnTo>
                    <a:pt x="1708" y="860"/>
                  </a:lnTo>
                  <a:lnTo>
                    <a:pt x="1782" y="1001"/>
                  </a:lnTo>
                  <a:lnTo>
                    <a:pt x="1856" y="1146"/>
                  </a:lnTo>
                  <a:lnTo>
                    <a:pt x="1985" y="1400"/>
                  </a:lnTo>
                  <a:lnTo>
                    <a:pt x="2038" y="1508"/>
                  </a:lnTo>
                  <a:lnTo>
                    <a:pt x="2038" y="1508"/>
                  </a:lnTo>
                  <a:lnTo>
                    <a:pt x="2045" y="1451"/>
                  </a:lnTo>
                  <a:lnTo>
                    <a:pt x="2045" y="1451"/>
                  </a:lnTo>
                  <a:lnTo>
                    <a:pt x="2048" y="1429"/>
                  </a:lnTo>
                  <a:lnTo>
                    <a:pt x="2054" y="1407"/>
                  </a:lnTo>
                  <a:lnTo>
                    <a:pt x="2060" y="1385"/>
                  </a:lnTo>
                  <a:lnTo>
                    <a:pt x="2068" y="1365"/>
                  </a:lnTo>
                  <a:lnTo>
                    <a:pt x="2078" y="1343"/>
                  </a:lnTo>
                  <a:lnTo>
                    <a:pt x="2089" y="1323"/>
                  </a:lnTo>
                  <a:lnTo>
                    <a:pt x="2101" y="1302"/>
                  </a:lnTo>
                  <a:lnTo>
                    <a:pt x="2115" y="1282"/>
                  </a:lnTo>
                  <a:lnTo>
                    <a:pt x="2129" y="1261"/>
                  </a:lnTo>
                  <a:lnTo>
                    <a:pt x="2144" y="1242"/>
                  </a:lnTo>
                  <a:lnTo>
                    <a:pt x="2179" y="1203"/>
                  </a:lnTo>
                  <a:lnTo>
                    <a:pt x="2214" y="1163"/>
                  </a:lnTo>
                  <a:lnTo>
                    <a:pt x="2253" y="1125"/>
                  </a:lnTo>
                  <a:lnTo>
                    <a:pt x="2292" y="1086"/>
                  </a:lnTo>
                  <a:lnTo>
                    <a:pt x="2332" y="1049"/>
                  </a:lnTo>
                  <a:lnTo>
                    <a:pt x="2408" y="975"/>
                  </a:lnTo>
                  <a:lnTo>
                    <a:pt x="2444" y="939"/>
                  </a:lnTo>
                  <a:lnTo>
                    <a:pt x="2477" y="904"/>
                  </a:lnTo>
                  <a:lnTo>
                    <a:pt x="2507" y="868"/>
                  </a:lnTo>
                  <a:lnTo>
                    <a:pt x="2521" y="850"/>
                  </a:lnTo>
                  <a:lnTo>
                    <a:pt x="2532" y="832"/>
                  </a:lnTo>
                  <a:lnTo>
                    <a:pt x="2532" y="832"/>
                  </a:lnTo>
                  <a:lnTo>
                    <a:pt x="2577" y="760"/>
                  </a:lnTo>
                  <a:lnTo>
                    <a:pt x="2620" y="689"/>
                  </a:lnTo>
                  <a:lnTo>
                    <a:pt x="2706" y="544"/>
                  </a:lnTo>
                  <a:lnTo>
                    <a:pt x="2748" y="473"/>
                  </a:lnTo>
                  <a:lnTo>
                    <a:pt x="2791" y="401"/>
                  </a:lnTo>
                  <a:lnTo>
                    <a:pt x="2836" y="330"/>
                  </a:lnTo>
                  <a:lnTo>
                    <a:pt x="2883" y="260"/>
                  </a:lnTo>
                  <a:lnTo>
                    <a:pt x="2883" y="260"/>
                  </a:lnTo>
                  <a:lnTo>
                    <a:pt x="2971" y="130"/>
                  </a:lnTo>
                  <a:lnTo>
                    <a:pt x="3015" y="66"/>
                  </a:lnTo>
                  <a:lnTo>
                    <a:pt x="3057" y="0"/>
                  </a:lnTo>
                  <a:lnTo>
                    <a:pt x="3057" y="0"/>
                  </a:lnTo>
                  <a:lnTo>
                    <a:pt x="3063" y="5"/>
                  </a:lnTo>
                  <a:lnTo>
                    <a:pt x="3063" y="5"/>
                  </a:lnTo>
                  <a:lnTo>
                    <a:pt x="3081" y="18"/>
                  </a:lnTo>
                  <a:lnTo>
                    <a:pt x="3100" y="29"/>
                  </a:lnTo>
                  <a:lnTo>
                    <a:pt x="3119" y="39"/>
                  </a:lnTo>
                  <a:lnTo>
                    <a:pt x="3139" y="48"/>
                  </a:lnTo>
                  <a:lnTo>
                    <a:pt x="3158" y="56"/>
                  </a:lnTo>
                  <a:lnTo>
                    <a:pt x="3177" y="62"/>
                  </a:lnTo>
                  <a:lnTo>
                    <a:pt x="3197" y="69"/>
                  </a:lnTo>
                  <a:lnTo>
                    <a:pt x="3218" y="74"/>
                  </a:lnTo>
                  <a:lnTo>
                    <a:pt x="3259" y="83"/>
                  </a:lnTo>
                  <a:lnTo>
                    <a:pt x="3301" y="90"/>
                  </a:lnTo>
                  <a:lnTo>
                    <a:pt x="3344" y="96"/>
                  </a:lnTo>
                  <a:lnTo>
                    <a:pt x="3386" y="101"/>
                  </a:lnTo>
                  <a:lnTo>
                    <a:pt x="3386" y="101"/>
                  </a:lnTo>
                  <a:lnTo>
                    <a:pt x="3431" y="108"/>
                  </a:lnTo>
                  <a:lnTo>
                    <a:pt x="3475" y="117"/>
                  </a:lnTo>
                  <a:lnTo>
                    <a:pt x="3564" y="135"/>
                  </a:lnTo>
                  <a:lnTo>
                    <a:pt x="3607" y="143"/>
                  </a:lnTo>
                  <a:lnTo>
                    <a:pt x="3652" y="152"/>
                  </a:lnTo>
                  <a:lnTo>
                    <a:pt x="3696" y="158"/>
                  </a:lnTo>
                  <a:lnTo>
                    <a:pt x="3741" y="163"/>
                  </a:lnTo>
                  <a:lnTo>
                    <a:pt x="3741" y="163"/>
                  </a:lnTo>
                  <a:lnTo>
                    <a:pt x="3800" y="168"/>
                  </a:lnTo>
                  <a:lnTo>
                    <a:pt x="3860" y="171"/>
                  </a:lnTo>
                  <a:lnTo>
                    <a:pt x="3981" y="176"/>
                  </a:lnTo>
                  <a:lnTo>
                    <a:pt x="4102" y="179"/>
                  </a:lnTo>
                  <a:lnTo>
                    <a:pt x="4222" y="183"/>
                  </a:lnTo>
                  <a:lnTo>
                    <a:pt x="4222" y="183"/>
                  </a:lnTo>
                  <a:lnTo>
                    <a:pt x="4272" y="183"/>
                  </a:lnTo>
                  <a:lnTo>
                    <a:pt x="4328" y="181"/>
                  </a:lnTo>
                  <a:lnTo>
                    <a:pt x="4388" y="180"/>
                  </a:lnTo>
                  <a:lnTo>
                    <a:pt x="4448" y="180"/>
                  </a:lnTo>
                  <a:lnTo>
                    <a:pt x="4479" y="181"/>
                  </a:lnTo>
                  <a:lnTo>
                    <a:pt x="4509" y="184"/>
                  </a:lnTo>
                  <a:lnTo>
                    <a:pt x="4539" y="186"/>
                  </a:lnTo>
                  <a:lnTo>
                    <a:pt x="4568" y="191"/>
                  </a:lnTo>
                  <a:lnTo>
                    <a:pt x="4596" y="197"/>
                  </a:lnTo>
                  <a:lnTo>
                    <a:pt x="4623" y="203"/>
                  </a:lnTo>
                  <a:lnTo>
                    <a:pt x="4647" y="211"/>
                  </a:lnTo>
                  <a:lnTo>
                    <a:pt x="4671" y="221"/>
                  </a:lnTo>
                  <a:lnTo>
                    <a:pt x="4671" y="221"/>
                  </a:lnTo>
                  <a:lnTo>
                    <a:pt x="4665" y="235"/>
                  </a:lnTo>
                  <a:lnTo>
                    <a:pt x="4655" y="248"/>
                  </a:lnTo>
                  <a:lnTo>
                    <a:pt x="4643" y="262"/>
                  </a:lnTo>
                  <a:lnTo>
                    <a:pt x="4628" y="277"/>
                  </a:lnTo>
                  <a:lnTo>
                    <a:pt x="4613" y="291"/>
                  </a:lnTo>
                  <a:lnTo>
                    <a:pt x="4594" y="307"/>
                  </a:lnTo>
                  <a:lnTo>
                    <a:pt x="4555" y="335"/>
                  </a:lnTo>
                  <a:lnTo>
                    <a:pt x="4513" y="363"/>
                  </a:lnTo>
                  <a:lnTo>
                    <a:pt x="4472" y="388"/>
                  </a:lnTo>
                  <a:lnTo>
                    <a:pt x="4405" y="431"/>
                  </a:lnTo>
                  <a:lnTo>
                    <a:pt x="4405" y="431"/>
                  </a:lnTo>
                  <a:lnTo>
                    <a:pt x="4369" y="455"/>
                  </a:lnTo>
                  <a:lnTo>
                    <a:pt x="4333" y="480"/>
                  </a:lnTo>
                  <a:lnTo>
                    <a:pt x="4299" y="507"/>
                  </a:lnTo>
                  <a:lnTo>
                    <a:pt x="4266" y="537"/>
                  </a:lnTo>
                  <a:lnTo>
                    <a:pt x="4249" y="552"/>
                  </a:lnTo>
                  <a:lnTo>
                    <a:pt x="4234" y="567"/>
                  </a:lnTo>
                  <a:lnTo>
                    <a:pt x="4218" y="583"/>
                  </a:lnTo>
                  <a:lnTo>
                    <a:pt x="4206" y="599"/>
                  </a:lnTo>
                  <a:lnTo>
                    <a:pt x="4192" y="617"/>
                  </a:lnTo>
                  <a:lnTo>
                    <a:pt x="4180" y="634"/>
                  </a:lnTo>
                  <a:lnTo>
                    <a:pt x="4169" y="652"/>
                  </a:lnTo>
                  <a:lnTo>
                    <a:pt x="4158" y="671"/>
                  </a:lnTo>
                  <a:lnTo>
                    <a:pt x="4158" y="671"/>
                  </a:lnTo>
                  <a:lnTo>
                    <a:pt x="4151" y="687"/>
                  </a:lnTo>
                  <a:lnTo>
                    <a:pt x="4144" y="704"/>
                  </a:lnTo>
                  <a:lnTo>
                    <a:pt x="4138" y="721"/>
                  </a:lnTo>
                  <a:lnTo>
                    <a:pt x="4134" y="737"/>
                  </a:lnTo>
                  <a:lnTo>
                    <a:pt x="4130" y="755"/>
                  </a:lnTo>
                  <a:lnTo>
                    <a:pt x="4128" y="773"/>
                  </a:lnTo>
                  <a:lnTo>
                    <a:pt x="4126" y="790"/>
                  </a:lnTo>
                  <a:lnTo>
                    <a:pt x="4126" y="808"/>
                  </a:lnTo>
                  <a:lnTo>
                    <a:pt x="4126" y="824"/>
                  </a:lnTo>
                  <a:lnTo>
                    <a:pt x="4129" y="841"/>
                  </a:lnTo>
                  <a:lnTo>
                    <a:pt x="4132" y="857"/>
                  </a:lnTo>
                  <a:lnTo>
                    <a:pt x="4135" y="874"/>
                  </a:lnTo>
                  <a:lnTo>
                    <a:pt x="4139" y="889"/>
                  </a:lnTo>
                  <a:lnTo>
                    <a:pt x="4144" y="905"/>
                  </a:lnTo>
                  <a:lnTo>
                    <a:pt x="4151" y="919"/>
                  </a:lnTo>
                  <a:lnTo>
                    <a:pt x="4158" y="933"/>
                  </a:lnTo>
                  <a:lnTo>
                    <a:pt x="4166" y="946"/>
                  </a:lnTo>
                  <a:lnTo>
                    <a:pt x="4175" y="957"/>
                  </a:lnTo>
                  <a:lnTo>
                    <a:pt x="4185" y="969"/>
                  </a:lnTo>
                  <a:lnTo>
                    <a:pt x="4197" y="979"/>
                  </a:lnTo>
                  <a:lnTo>
                    <a:pt x="4208" y="988"/>
                  </a:lnTo>
                  <a:lnTo>
                    <a:pt x="4220" y="996"/>
                  </a:lnTo>
                  <a:lnTo>
                    <a:pt x="4234" y="1003"/>
                  </a:lnTo>
                  <a:lnTo>
                    <a:pt x="4248" y="1008"/>
                  </a:lnTo>
                  <a:lnTo>
                    <a:pt x="4262" y="1012"/>
                  </a:lnTo>
                  <a:lnTo>
                    <a:pt x="4277" y="1015"/>
                  </a:lnTo>
                  <a:lnTo>
                    <a:pt x="4294" y="1016"/>
                  </a:lnTo>
                  <a:lnTo>
                    <a:pt x="4312" y="1015"/>
                  </a:lnTo>
                  <a:lnTo>
                    <a:pt x="4329" y="1012"/>
                  </a:lnTo>
                  <a:lnTo>
                    <a:pt x="4347" y="1008"/>
                  </a:lnTo>
                  <a:lnTo>
                    <a:pt x="4366" y="1002"/>
                  </a:lnTo>
                  <a:lnTo>
                    <a:pt x="4387" y="994"/>
                  </a:lnTo>
                  <a:lnTo>
                    <a:pt x="4388" y="996"/>
                  </a:lnTo>
                  <a:lnTo>
                    <a:pt x="4388" y="996"/>
                  </a:lnTo>
                  <a:lnTo>
                    <a:pt x="4375" y="1015"/>
                  </a:lnTo>
                  <a:lnTo>
                    <a:pt x="4365" y="1036"/>
                  </a:lnTo>
                  <a:lnTo>
                    <a:pt x="4356" y="1058"/>
                  </a:lnTo>
                  <a:lnTo>
                    <a:pt x="4350" y="1080"/>
                  </a:lnTo>
                  <a:lnTo>
                    <a:pt x="4345" y="1103"/>
                  </a:lnTo>
                  <a:lnTo>
                    <a:pt x="4342" y="1126"/>
                  </a:lnTo>
                  <a:lnTo>
                    <a:pt x="4341" y="1148"/>
                  </a:lnTo>
                  <a:lnTo>
                    <a:pt x="4341" y="1171"/>
                  </a:lnTo>
                  <a:lnTo>
                    <a:pt x="4345" y="1192"/>
                  </a:lnTo>
                  <a:lnTo>
                    <a:pt x="4350" y="1214"/>
                  </a:lnTo>
                  <a:lnTo>
                    <a:pt x="4359" y="1235"/>
                  </a:lnTo>
                  <a:lnTo>
                    <a:pt x="4369" y="1254"/>
                  </a:lnTo>
                  <a:lnTo>
                    <a:pt x="4383" y="1273"/>
                  </a:lnTo>
                  <a:lnTo>
                    <a:pt x="4391" y="1282"/>
                  </a:lnTo>
                  <a:lnTo>
                    <a:pt x="4398" y="1290"/>
                  </a:lnTo>
                  <a:lnTo>
                    <a:pt x="4409" y="1297"/>
                  </a:lnTo>
                  <a:lnTo>
                    <a:pt x="4417" y="1305"/>
                  </a:lnTo>
                  <a:lnTo>
                    <a:pt x="4429" y="1313"/>
                  </a:lnTo>
                  <a:lnTo>
                    <a:pt x="4440" y="1319"/>
                  </a:lnTo>
                  <a:lnTo>
                    <a:pt x="4440" y="1319"/>
                  </a:lnTo>
                  <a:lnTo>
                    <a:pt x="4458" y="1328"/>
                  </a:lnTo>
                  <a:lnTo>
                    <a:pt x="4476" y="1333"/>
                  </a:lnTo>
                  <a:lnTo>
                    <a:pt x="4494" y="1337"/>
                  </a:lnTo>
                  <a:lnTo>
                    <a:pt x="4512" y="1339"/>
                  </a:lnTo>
                  <a:lnTo>
                    <a:pt x="4530" y="1339"/>
                  </a:lnTo>
                  <a:lnTo>
                    <a:pt x="4548" y="1337"/>
                  </a:lnTo>
                  <a:lnTo>
                    <a:pt x="4564" y="1333"/>
                  </a:lnTo>
                  <a:lnTo>
                    <a:pt x="4582" y="1328"/>
                  </a:lnTo>
                  <a:lnTo>
                    <a:pt x="4582" y="1328"/>
                  </a:lnTo>
                  <a:lnTo>
                    <a:pt x="4574" y="1357"/>
                  </a:lnTo>
                  <a:lnTo>
                    <a:pt x="4569" y="1385"/>
                  </a:lnTo>
                  <a:lnTo>
                    <a:pt x="4567" y="1414"/>
                  </a:lnTo>
                  <a:lnTo>
                    <a:pt x="4568" y="1440"/>
                  </a:lnTo>
                  <a:lnTo>
                    <a:pt x="4571" y="1466"/>
                  </a:lnTo>
                  <a:lnTo>
                    <a:pt x="4576" y="1492"/>
                  </a:lnTo>
                  <a:lnTo>
                    <a:pt x="4583" y="1516"/>
                  </a:lnTo>
                  <a:lnTo>
                    <a:pt x="4594" y="1539"/>
                  </a:lnTo>
                  <a:lnTo>
                    <a:pt x="4606" y="1561"/>
                  </a:lnTo>
                  <a:lnTo>
                    <a:pt x="4622" y="1580"/>
                  </a:lnTo>
                  <a:lnTo>
                    <a:pt x="4640" y="1599"/>
                  </a:lnTo>
                  <a:lnTo>
                    <a:pt x="4660" y="1616"/>
                  </a:lnTo>
                  <a:lnTo>
                    <a:pt x="4671" y="1622"/>
                  </a:lnTo>
                  <a:lnTo>
                    <a:pt x="4683" y="1630"/>
                  </a:lnTo>
                  <a:lnTo>
                    <a:pt x="4694" y="1636"/>
                  </a:lnTo>
                  <a:lnTo>
                    <a:pt x="4708" y="1641"/>
                  </a:lnTo>
                  <a:lnTo>
                    <a:pt x="4721" y="1648"/>
                  </a:lnTo>
                  <a:lnTo>
                    <a:pt x="4735" y="1651"/>
                  </a:lnTo>
                  <a:lnTo>
                    <a:pt x="4765" y="1659"/>
                  </a:lnTo>
                  <a:lnTo>
                    <a:pt x="4765" y="1659"/>
                  </a:lnTo>
                  <a:lnTo>
                    <a:pt x="4799" y="1665"/>
                  </a:lnTo>
                  <a:lnTo>
                    <a:pt x="4832" y="1671"/>
                  </a:lnTo>
                  <a:lnTo>
                    <a:pt x="4864" y="1674"/>
                  </a:lnTo>
                  <a:lnTo>
                    <a:pt x="4896" y="1676"/>
                  </a:lnTo>
                  <a:lnTo>
                    <a:pt x="4928" y="1676"/>
                  </a:lnTo>
                  <a:lnTo>
                    <a:pt x="4959" y="1674"/>
                  </a:lnTo>
                  <a:lnTo>
                    <a:pt x="4989" y="1672"/>
                  </a:lnTo>
                  <a:lnTo>
                    <a:pt x="5020" y="1668"/>
                  </a:lnTo>
                  <a:lnTo>
                    <a:pt x="5051" y="1662"/>
                  </a:lnTo>
                  <a:lnTo>
                    <a:pt x="5080" y="1654"/>
                  </a:lnTo>
                  <a:lnTo>
                    <a:pt x="5109" y="1644"/>
                  </a:lnTo>
                  <a:lnTo>
                    <a:pt x="5137" y="1632"/>
                  </a:lnTo>
                  <a:lnTo>
                    <a:pt x="5167" y="1619"/>
                  </a:lnTo>
                  <a:lnTo>
                    <a:pt x="5195" y="1604"/>
                  </a:lnTo>
                  <a:lnTo>
                    <a:pt x="5224" y="1587"/>
                  </a:lnTo>
                  <a:lnTo>
                    <a:pt x="5252" y="1568"/>
                  </a:lnTo>
                  <a:lnTo>
                    <a:pt x="5252" y="1568"/>
                  </a:lnTo>
                  <a:lnTo>
                    <a:pt x="5262" y="1561"/>
                  </a:lnTo>
                  <a:lnTo>
                    <a:pt x="5274" y="1549"/>
                  </a:lnTo>
                  <a:lnTo>
                    <a:pt x="5287" y="1535"/>
                  </a:lnTo>
                  <a:lnTo>
                    <a:pt x="5298" y="1521"/>
                  </a:lnTo>
                  <a:lnTo>
                    <a:pt x="5307" y="1504"/>
                  </a:lnTo>
                  <a:lnTo>
                    <a:pt x="5311" y="1497"/>
                  </a:lnTo>
                  <a:lnTo>
                    <a:pt x="5313" y="1489"/>
                  </a:lnTo>
                  <a:lnTo>
                    <a:pt x="5315" y="1481"/>
                  </a:lnTo>
                  <a:lnTo>
                    <a:pt x="5315" y="1474"/>
                  </a:lnTo>
                  <a:lnTo>
                    <a:pt x="5313" y="1467"/>
                  </a:lnTo>
                  <a:lnTo>
                    <a:pt x="5311" y="1460"/>
                  </a:lnTo>
                  <a:lnTo>
                    <a:pt x="5311" y="1460"/>
                  </a:lnTo>
                  <a:lnTo>
                    <a:pt x="5321" y="1465"/>
                  </a:lnTo>
                  <a:lnTo>
                    <a:pt x="5321" y="1465"/>
                  </a:lnTo>
                  <a:lnTo>
                    <a:pt x="5377" y="1486"/>
                  </a:lnTo>
                  <a:lnTo>
                    <a:pt x="5435" y="1506"/>
                  </a:lnTo>
                  <a:lnTo>
                    <a:pt x="5551" y="1545"/>
                  </a:lnTo>
                  <a:lnTo>
                    <a:pt x="5608" y="1566"/>
                  </a:lnTo>
                  <a:lnTo>
                    <a:pt x="5636" y="1576"/>
                  </a:lnTo>
                  <a:lnTo>
                    <a:pt x="5664" y="1589"/>
                  </a:lnTo>
                  <a:lnTo>
                    <a:pt x="5693" y="1600"/>
                  </a:lnTo>
                  <a:lnTo>
                    <a:pt x="5721" y="1614"/>
                  </a:lnTo>
                  <a:lnTo>
                    <a:pt x="5747" y="1628"/>
                  </a:lnTo>
                  <a:lnTo>
                    <a:pt x="5774" y="1645"/>
                  </a:lnTo>
                  <a:lnTo>
                    <a:pt x="5774" y="1645"/>
                  </a:lnTo>
                  <a:lnTo>
                    <a:pt x="5797" y="1659"/>
                  </a:lnTo>
                  <a:lnTo>
                    <a:pt x="5821" y="1673"/>
                  </a:lnTo>
                  <a:lnTo>
                    <a:pt x="5846" y="1685"/>
                  </a:lnTo>
                  <a:lnTo>
                    <a:pt x="5870" y="1697"/>
                  </a:lnTo>
                  <a:lnTo>
                    <a:pt x="5894" y="1708"/>
                  </a:lnTo>
                  <a:lnTo>
                    <a:pt x="5920" y="1718"/>
                  </a:lnTo>
                  <a:lnTo>
                    <a:pt x="5945" y="1727"/>
                  </a:lnTo>
                  <a:lnTo>
                    <a:pt x="5971" y="1736"/>
                  </a:lnTo>
                  <a:lnTo>
                    <a:pt x="5996" y="1743"/>
                  </a:lnTo>
                  <a:lnTo>
                    <a:pt x="6022" y="1750"/>
                  </a:lnTo>
                  <a:lnTo>
                    <a:pt x="6049" y="1755"/>
                  </a:lnTo>
                  <a:lnTo>
                    <a:pt x="6075" y="1760"/>
                  </a:lnTo>
                  <a:lnTo>
                    <a:pt x="6102" y="1764"/>
                  </a:lnTo>
                  <a:lnTo>
                    <a:pt x="6129" y="1768"/>
                  </a:lnTo>
                  <a:lnTo>
                    <a:pt x="6156" y="1769"/>
                  </a:lnTo>
                  <a:lnTo>
                    <a:pt x="6184" y="1770"/>
                  </a:lnTo>
                  <a:lnTo>
                    <a:pt x="6184" y="1770"/>
                  </a:lnTo>
                  <a:lnTo>
                    <a:pt x="6224" y="1773"/>
                  </a:lnTo>
                  <a:lnTo>
                    <a:pt x="6263" y="1774"/>
                  </a:lnTo>
                  <a:lnTo>
                    <a:pt x="6282" y="1773"/>
                  </a:lnTo>
                  <a:lnTo>
                    <a:pt x="6301" y="1772"/>
                  </a:lnTo>
                  <a:lnTo>
                    <a:pt x="6322" y="1770"/>
                  </a:lnTo>
                  <a:lnTo>
                    <a:pt x="6341" y="1766"/>
                  </a:lnTo>
                  <a:lnTo>
                    <a:pt x="6341" y="1766"/>
                  </a:lnTo>
                  <a:lnTo>
                    <a:pt x="6367" y="1761"/>
                  </a:lnTo>
                  <a:lnTo>
                    <a:pt x="6391" y="1755"/>
                  </a:lnTo>
                  <a:lnTo>
                    <a:pt x="6391" y="1755"/>
                  </a:lnTo>
                  <a:lnTo>
                    <a:pt x="6414" y="1786"/>
                  </a:lnTo>
                  <a:lnTo>
                    <a:pt x="6435" y="1818"/>
                  </a:lnTo>
                  <a:lnTo>
                    <a:pt x="6456" y="1851"/>
                  </a:lnTo>
                  <a:lnTo>
                    <a:pt x="6476" y="1885"/>
                  </a:lnTo>
                  <a:lnTo>
                    <a:pt x="6495" y="1919"/>
                  </a:lnTo>
                  <a:lnTo>
                    <a:pt x="6517" y="1952"/>
                  </a:lnTo>
                  <a:lnTo>
                    <a:pt x="6540" y="1982"/>
                  </a:lnTo>
                  <a:lnTo>
                    <a:pt x="6552" y="1998"/>
                  </a:lnTo>
                  <a:lnTo>
                    <a:pt x="6564" y="2013"/>
                  </a:lnTo>
                  <a:lnTo>
                    <a:pt x="6564" y="2013"/>
                  </a:lnTo>
                  <a:lnTo>
                    <a:pt x="6614" y="2067"/>
                  </a:lnTo>
                  <a:lnTo>
                    <a:pt x="6665" y="2118"/>
                  </a:lnTo>
                  <a:lnTo>
                    <a:pt x="6718" y="2168"/>
                  </a:lnTo>
                  <a:lnTo>
                    <a:pt x="6771" y="2218"/>
                  </a:lnTo>
                  <a:lnTo>
                    <a:pt x="6771" y="2218"/>
                  </a:lnTo>
                  <a:lnTo>
                    <a:pt x="6798" y="2246"/>
                  </a:lnTo>
                  <a:lnTo>
                    <a:pt x="6825" y="2275"/>
                  </a:lnTo>
                  <a:lnTo>
                    <a:pt x="6852" y="2306"/>
                  </a:lnTo>
                  <a:lnTo>
                    <a:pt x="6878" y="2337"/>
                  </a:lnTo>
                  <a:lnTo>
                    <a:pt x="6873" y="2342"/>
                  </a:lnTo>
                  <a:lnTo>
                    <a:pt x="6873" y="2342"/>
                  </a:lnTo>
                  <a:lnTo>
                    <a:pt x="6872" y="2353"/>
                  </a:lnTo>
                  <a:lnTo>
                    <a:pt x="6868" y="2367"/>
                  </a:lnTo>
                  <a:lnTo>
                    <a:pt x="6863" y="2383"/>
                  </a:lnTo>
                  <a:lnTo>
                    <a:pt x="6858" y="2399"/>
                  </a:lnTo>
                  <a:lnTo>
                    <a:pt x="6845" y="2430"/>
                  </a:lnTo>
                  <a:lnTo>
                    <a:pt x="6840" y="2444"/>
                  </a:lnTo>
                  <a:lnTo>
                    <a:pt x="6837" y="2458"/>
                  </a:lnTo>
                  <a:lnTo>
                    <a:pt x="6837" y="2458"/>
                  </a:lnTo>
                  <a:lnTo>
                    <a:pt x="6830" y="2481"/>
                  </a:lnTo>
                  <a:lnTo>
                    <a:pt x="6825" y="2503"/>
                  </a:lnTo>
                  <a:lnTo>
                    <a:pt x="6821" y="2526"/>
                  </a:lnTo>
                  <a:lnTo>
                    <a:pt x="6818" y="2550"/>
                  </a:lnTo>
                  <a:lnTo>
                    <a:pt x="6818" y="2550"/>
                  </a:lnTo>
                  <a:lnTo>
                    <a:pt x="6816" y="2585"/>
                  </a:lnTo>
                  <a:lnTo>
                    <a:pt x="6813" y="2619"/>
                  </a:lnTo>
                  <a:lnTo>
                    <a:pt x="6812" y="2654"/>
                  </a:lnTo>
                  <a:lnTo>
                    <a:pt x="6808" y="2688"/>
                  </a:lnTo>
                  <a:lnTo>
                    <a:pt x="6813" y="2693"/>
                  </a:lnTo>
                  <a:lnTo>
                    <a:pt x="6813" y="2693"/>
                  </a:lnTo>
                  <a:lnTo>
                    <a:pt x="6892" y="2779"/>
                  </a:lnTo>
                  <a:lnTo>
                    <a:pt x="6977" y="2871"/>
                  </a:lnTo>
                  <a:lnTo>
                    <a:pt x="7076" y="2983"/>
                  </a:lnTo>
                  <a:lnTo>
                    <a:pt x="7129" y="3043"/>
                  </a:lnTo>
                  <a:lnTo>
                    <a:pt x="7181" y="3106"/>
                  </a:lnTo>
                  <a:lnTo>
                    <a:pt x="7233" y="3169"/>
                  </a:lnTo>
                  <a:lnTo>
                    <a:pt x="7282" y="3230"/>
                  </a:lnTo>
                  <a:lnTo>
                    <a:pt x="7328" y="3290"/>
                  </a:lnTo>
                  <a:lnTo>
                    <a:pt x="7368" y="3346"/>
                  </a:lnTo>
                  <a:lnTo>
                    <a:pt x="7403" y="3398"/>
                  </a:lnTo>
                  <a:lnTo>
                    <a:pt x="7418" y="3422"/>
                  </a:lnTo>
                  <a:lnTo>
                    <a:pt x="7431" y="3444"/>
                  </a:lnTo>
                  <a:lnTo>
                    <a:pt x="7431" y="3444"/>
                  </a:lnTo>
                  <a:lnTo>
                    <a:pt x="7458" y="3492"/>
                  </a:lnTo>
                  <a:lnTo>
                    <a:pt x="7491" y="3552"/>
                  </a:lnTo>
                  <a:lnTo>
                    <a:pt x="7578" y="3698"/>
                  </a:lnTo>
                  <a:lnTo>
                    <a:pt x="7685" y="3873"/>
                  </a:lnTo>
                  <a:lnTo>
                    <a:pt x="7808" y="4069"/>
                  </a:lnTo>
                  <a:lnTo>
                    <a:pt x="7940" y="4275"/>
                  </a:lnTo>
                  <a:lnTo>
                    <a:pt x="8077" y="4483"/>
                  </a:lnTo>
                  <a:lnTo>
                    <a:pt x="8145" y="4585"/>
                  </a:lnTo>
                  <a:lnTo>
                    <a:pt x="8212" y="4685"/>
                  </a:lnTo>
                  <a:lnTo>
                    <a:pt x="8279" y="4779"/>
                  </a:lnTo>
                  <a:lnTo>
                    <a:pt x="8342" y="4870"/>
                  </a:lnTo>
                  <a:lnTo>
                    <a:pt x="8342" y="4870"/>
                  </a:lnTo>
                  <a:lnTo>
                    <a:pt x="8379" y="4921"/>
                  </a:lnTo>
                  <a:lnTo>
                    <a:pt x="8418" y="4971"/>
                  </a:lnTo>
                  <a:lnTo>
                    <a:pt x="8456" y="5019"/>
                  </a:lnTo>
                  <a:lnTo>
                    <a:pt x="8496" y="5065"/>
                  </a:lnTo>
                  <a:lnTo>
                    <a:pt x="8536" y="5109"/>
                  </a:lnTo>
                  <a:lnTo>
                    <a:pt x="8576" y="5151"/>
                  </a:lnTo>
                  <a:lnTo>
                    <a:pt x="8617" y="5194"/>
                  </a:lnTo>
                  <a:lnTo>
                    <a:pt x="8658" y="5232"/>
                  </a:lnTo>
                  <a:lnTo>
                    <a:pt x="8698" y="5270"/>
                  </a:lnTo>
                  <a:lnTo>
                    <a:pt x="8739" y="5306"/>
                  </a:lnTo>
                  <a:lnTo>
                    <a:pt x="8781" y="5341"/>
                  </a:lnTo>
                  <a:lnTo>
                    <a:pt x="8821" y="5374"/>
                  </a:lnTo>
                  <a:lnTo>
                    <a:pt x="8862" y="5405"/>
                  </a:lnTo>
                  <a:lnTo>
                    <a:pt x="8903" y="5434"/>
                  </a:lnTo>
                  <a:lnTo>
                    <a:pt x="8942" y="5462"/>
                  </a:lnTo>
                  <a:lnTo>
                    <a:pt x="8982" y="5488"/>
                  </a:lnTo>
                  <a:lnTo>
                    <a:pt x="8978" y="5493"/>
                  </a:lnTo>
                  <a:lnTo>
                    <a:pt x="8978" y="5493"/>
                  </a:lnTo>
                  <a:lnTo>
                    <a:pt x="8978" y="6131"/>
                  </a:lnTo>
                  <a:lnTo>
                    <a:pt x="3410" y="6131"/>
                  </a:lnTo>
                  <a:lnTo>
                    <a:pt x="3410" y="6131"/>
                  </a:lnTo>
                  <a:lnTo>
                    <a:pt x="3435" y="5872"/>
                  </a:lnTo>
                  <a:lnTo>
                    <a:pt x="3463" y="5600"/>
                  </a:lnTo>
                  <a:lnTo>
                    <a:pt x="3496" y="5278"/>
                  </a:lnTo>
                  <a:lnTo>
                    <a:pt x="3532" y="4938"/>
                  </a:lnTo>
                  <a:lnTo>
                    <a:pt x="3569" y="4613"/>
                  </a:lnTo>
                  <a:lnTo>
                    <a:pt x="3587" y="4468"/>
                  </a:lnTo>
                  <a:lnTo>
                    <a:pt x="3603" y="4337"/>
                  </a:lnTo>
                  <a:lnTo>
                    <a:pt x="3620" y="4229"/>
                  </a:lnTo>
                  <a:lnTo>
                    <a:pt x="3632" y="4145"/>
                  </a:lnTo>
                  <a:lnTo>
                    <a:pt x="3632" y="4145"/>
                  </a:lnTo>
                  <a:lnTo>
                    <a:pt x="3639" y="4108"/>
                  </a:lnTo>
                  <a:lnTo>
                    <a:pt x="3645" y="4067"/>
                  </a:lnTo>
                  <a:lnTo>
                    <a:pt x="3655" y="3978"/>
                  </a:lnTo>
                  <a:lnTo>
                    <a:pt x="3664" y="3877"/>
                  </a:lnTo>
                  <a:lnTo>
                    <a:pt x="3672" y="3768"/>
                  </a:lnTo>
                  <a:lnTo>
                    <a:pt x="3678" y="3655"/>
                  </a:lnTo>
                  <a:lnTo>
                    <a:pt x="3684" y="3538"/>
                  </a:lnTo>
                  <a:lnTo>
                    <a:pt x="3687" y="3421"/>
                  </a:lnTo>
                  <a:lnTo>
                    <a:pt x="3691" y="3304"/>
                  </a:lnTo>
                  <a:lnTo>
                    <a:pt x="3695" y="3088"/>
                  </a:lnTo>
                  <a:lnTo>
                    <a:pt x="3696" y="2911"/>
                  </a:lnTo>
                  <a:lnTo>
                    <a:pt x="3696" y="2744"/>
                  </a:lnTo>
                  <a:lnTo>
                    <a:pt x="3696" y="2744"/>
                  </a:lnTo>
                  <a:lnTo>
                    <a:pt x="3686" y="2769"/>
                  </a:lnTo>
                  <a:lnTo>
                    <a:pt x="3672" y="2798"/>
                  </a:lnTo>
                  <a:lnTo>
                    <a:pt x="3653" y="2835"/>
                  </a:lnTo>
                  <a:lnTo>
                    <a:pt x="3629" y="2879"/>
                  </a:lnTo>
                  <a:lnTo>
                    <a:pt x="3598" y="2928"/>
                  </a:lnTo>
                  <a:lnTo>
                    <a:pt x="3580" y="2954"/>
                  </a:lnTo>
                  <a:lnTo>
                    <a:pt x="3561" y="2981"/>
                  </a:lnTo>
                  <a:lnTo>
                    <a:pt x="3541" y="3008"/>
                  </a:lnTo>
                  <a:lnTo>
                    <a:pt x="3519" y="3036"/>
                  </a:lnTo>
                  <a:lnTo>
                    <a:pt x="3519" y="3036"/>
                  </a:lnTo>
                  <a:lnTo>
                    <a:pt x="3487" y="3072"/>
                  </a:lnTo>
                  <a:lnTo>
                    <a:pt x="3437" y="3124"/>
                  </a:lnTo>
                  <a:lnTo>
                    <a:pt x="3371" y="3189"/>
                  </a:lnTo>
                  <a:lnTo>
                    <a:pt x="3290" y="3267"/>
                  </a:lnTo>
                  <a:lnTo>
                    <a:pt x="3197" y="3352"/>
                  </a:lnTo>
                  <a:lnTo>
                    <a:pt x="3095" y="3444"/>
                  </a:lnTo>
                  <a:lnTo>
                    <a:pt x="2985" y="3539"/>
                  </a:lnTo>
                  <a:lnTo>
                    <a:pt x="2928" y="3587"/>
                  </a:lnTo>
                  <a:lnTo>
                    <a:pt x="2869" y="3635"/>
                  </a:lnTo>
                  <a:lnTo>
                    <a:pt x="2809" y="3683"/>
                  </a:lnTo>
                  <a:lnTo>
                    <a:pt x="2748" y="3730"/>
                  </a:lnTo>
                  <a:lnTo>
                    <a:pt x="2688" y="3776"/>
                  </a:lnTo>
                  <a:lnTo>
                    <a:pt x="2627" y="3821"/>
                  </a:lnTo>
                  <a:lnTo>
                    <a:pt x="2565" y="3864"/>
                  </a:lnTo>
                  <a:lnTo>
                    <a:pt x="2504" y="3905"/>
                  </a:lnTo>
                  <a:lnTo>
                    <a:pt x="2443" y="3945"/>
                  </a:lnTo>
                  <a:lnTo>
                    <a:pt x="2384" y="3981"/>
                  </a:lnTo>
                  <a:lnTo>
                    <a:pt x="2324" y="4015"/>
                  </a:lnTo>
                  <a:lnTo>
                    <a:pt x="2267" y="4046"/>
                  </a:lnTo>
                  <a:lnTo>
                    <a:pt x="2211" y="4073"/>
                  </a:lnTo>
                  <a:lnTo>
                    <a:pt x="2157" y="4096"/>
                  </a:lnTo>
                  <a:lnTo>
                    <a:pt x="2130" y="4106"/>
                  </a:lnTo>
                  <a:lnTo>
                    <a:pt x="2105" y="4115"/>
                  </a:lnTo>
                  <a:lnTo>
                    <a:pt x="2079" y="4122"/>
                  </a:lnTo>
                  <a:lnTo>
                    <a:pt x="2055" y="4130"/>
                  </a:lnTo>
                  <a:lnTo>
                    <a:pt x="2031" y="4135"/>
                  </a:lnTo>
                  <a:lnTo>
                    <a:pt x="2008" y="4139"/>
                  </a:lnTo>
                  <a:lnTo>
                    <a:pt x="1985" y="4143"/>
                  </a:lnTo>
                  <a:lnTo>
                    <a:pt x="1962" y="4144"/>
                  </a:lnTo>
                  <a:lnTo>
                    <a:pt x="1962" y="4144"/>
                  </a:lnTo>
                  <a:lnTo>
                    <a:pt x="1926" y="4145"/>
                  </a:lnTo>
                  <a:lnTo>
                    <a:pt x="1892" y="4144"/>
                  </a:lnTo>
                  <a:lnTo>
                    <a:pt x="1856" y="4140"/>
                  </a:lnTo>
                  <a:lnTo>
                    <a:pt x="1823" y="4134"/>
                  </a:lnTo>
                  <a:lnTo>
                    <a:pt x="1789" y="4126"/>
                  </a:lnTo>
                  <a:lnTo>
                    <a:pt x="1757" y="4116"/>
                  </a:lnTo>
                  <a:lnTo>
                    <a:pt x="1726" y="4105"/>
                  </a:lnTo>
                  <a:lnTo>
                    <a:pt x="1694" y="4092"/>
                  </a:lnTo>
                  <a:lnTo>
                    <a:pt x="1663" y="4076"/>
                  </a:lnTo>
                  <a:lnTo>
                    <a:pt x="1634" y="4060"/>
                  </a:lnTo>
                  <a:lnTo>
                    <a:pt x="1604" y="4042"/>
                  </a:lnTo>
                  <a:lnTo>
                    <a:pt x="1576" y="4021"/>
                  </a:lnTo>
                  <a:lnTo>
                    <a:pt x="1548" y="4001"/>
                  </a:lnTo>
                  <a:lnTo>
                    <a:pt x="1520" y="3979"/>
                  </a:lnTo>
                  <a:lnTo>
                    <a:pt x="1493" y="3956"/>
                  </a:lnTo>
                  <a:lnTo>
                    <a:pt x="1466" y="3932"/>
                  </a:lnTo>
                  <a:lnTo>
                    <a:pt x="1441" y="3908"/>
                  </a:lnTo>
                  <a:lnTo>
                    <a:pt x="1415" y="3882"/>
                  </a:lnTo>
                  <a:lnTo>
                    <a:pt x="1391" y="3855"/>
                  </a:lnTo>
                  <a:lnTo>
                    <a:pt x="1367" y="3828"/>
                  </a:lnTo>
                  <a:lnTo>
                    <a:pt x="1320" y="3773"/>
                  </a:lnTo>
                  <a:lnTo>
                    <a:pt x="1275" y="3718"/>
                  </a:lnTo>
                  <a:lnTo>
                    <a:pt x="1232" y="3661"/>
                  </a:lnTo>
                  <a:lnTo>
                    <a:pt x="1191" y="3606"/>
                  </a:lnTo>
                  <a:lnTo>
                    <a:pt x="1113" y="3497"/>
                  </a:lnTo>
                  <a:lnTo>
                    <a:pt x="1113" y="3497"/>
                  </a:lnTo>
                  <a:lnTo>
                    <a:pt x="1078" y="3449"/>
                  </a:lnTo>
                  <a:lnTo>
                    <a:pt x="1044" y="3400"/>
                  </a:lnTo>
                  <a:lnTo>
                    <a:pt x="1012" y="3350"/>
                  </a:lnTo>
                  <a:lnTo>
                    <a:pt x="980" y="3299"/>
                  </a:lnTo>
                  <a:lnTo>
                    <a:pt x="948" y="3248"/>
                  </a:lnTo>
                  <a:lnTo>
                    <a:pt x="919" y="3196"/>
                  </a:lnTo>
                  <a:lnTo>
                    <a:pt x="888" y="3143"/>
                  </a:lnTo>
                  <a:lnTo>
                    <a:pt x="860" y="3091"/>
                  </a:lnTo>
                  <a:lnTo>
                    <a:pt x="832" y="3037"/>
                  </a:lnTo>
                  <a:lnTo>
                    <a:pt x="805" y="2983"/>
                  </a:lnTo>
                  <a:lnTo>
                    <a:pt x="752" y="2875"/>
                  </a:lnTo>
                  <a:lnTo>
                    <a:pt x="702" y="2765"/>
                  </a:lnTo>
                  <a:lnTo>
                    <a:pt x="655" y="2654"/>
                  </a:lnTo>
                  <a:lnTo>
                    <a:pt x="607" y="2541"/>
                  </a:lnTo>
                  <a:lnTo>
                    <a:pt x="564" y="2427"/>
                  </a:lnTo>
                  <a:lnTo>
                    <a:pt x="521" y="2315"/>
                  </a:lnTo>
                  <a:lnTo>
                    <a:pt x="479" y="2201"/>
                  </a:lnTo>
                  <a:lnTo>
                    <a:pt x="397" y="1973"/>
                  </a:lnTo>
                  <a:lnTo>
                    <a:pt x="316" y="1748"/>
                  </a:lnTo>
                  <a:lnTo>
                    <a:pt x="316" y="1748"/>
                  </a:lnTo>
                  <a:lnTo>
                    <a:pt x="293" y="1686"/>
                  </a:lnTo>
                  <a:lnTo>
                    <a:pt x="269" y="1622"/>
                  </a:lnTo>
                  <a:lnTo>
                    <a:pt x="242" y="1561"/>
                  </a:lnTo>
                  <a:lnTo>
                    <a:pt x="217" y="1499"/>
                  </a:lnTo>
                  <a:lnTo>
                    <a:pt x="190" y="1439"/>
                  </a:lnTo>
                  <a:lnTo>
                    <a:pt x="163" y="1383"/>
                  </a:lnTo>
                  <a:lnTo>
                    <a:pt x="113" y="1277"/>
                  </a:lnTo>
                  <a:lnTo>
                    <a:pt x="69" y="1187"/>
                  </a:lnTo>
                  <a:lnTo>
                    <a:pt x="33" y="1118"/>
                  </a:lnTo>
                  <a:lnTo>
                    <a:pt x="0" y="1058"/>
                  </a:lnTo>
                  <a:lnTo>
                    <a:pt x="0" y="1058"/>
                  </a:lnTo>
                  <a:lnTo>
                    <a:pt x="11" y="1061"/>
                  </a:lnTo>
                  <a:lnTo>
                    <a:pt x="27" y="1063"/>
                  </a:lnTo>
                  <a:lnTo>
                    <a:pt x="48" y="1066"/>
                  </a:lnTo>
                  <a:lnTo>
                    <a:pt x="78" y="1067"/>
                  </a:lnTo>
                  <a:lnTo>
                    <a:pt x="115" y="1066"/>
                  </a:lnTo>
                  <a:lnTo>
                    <a:pt x="159" y="1062"/>
                  </a:lnTo>
                  <a:lnTo>
                    <a:pt x="213" y="10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" name="Freeform 10">
              <a:extLst>
                <a:ext uri="{FF2B5EF4-FFF2-40B4-BE49-F238E27FC236}">
                  <a16:creationId xmlns:a16="http://schemas.microsoft.com/office/drawing/2014/main" id="{2AF3397C-D72E-BF27-7B2A-1122A86A5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268"/>
              <a:ext cx="2994" cy="2044"/>
            </a:xfrm>
            <a:custGeom>
              <a:avLst/>
              <a:gdLst>
                <a:gd name="T0" fmla="*/ 427 w 8982"/>
                <a:gd name="T1" fmla="*/ 989 h 6131"/>
                <a:gd name="T2" fmla="*/ 830 w 8982"/>
                <a:gd name="T3" fmla="*/ 764 h 6131"/>
                <a:gd name="T4" fmla="*/ 1057 w 8982"/>
                <a:gd name="T5" fmla="*/ 530 h 6131"/>
                <a:gd name="T6" fmla="*/ 1266 w 8982"/>
                <a:gd name="T7" fmla="*/ 176 h 6131"/>
                <a:gd name="T8" fmla="*/ 1708 w 8982"/>
                <a:gd name="T9" fmla="*/ 860 h 6131"/>
                <a:gd name="T10" fmla="*/ 2054 w 8982"/>
                <a:gd name="T11" fmla="*/ 1407 h 6131"/>
                <a:gd name="T12" fmla="*/ 2179 w 8982"/>
                <a:gd name="T13" fmla="*/ 1203 h 6131"/>
                <a:gd name="T14" fmla="*/ 2521 w 8982"/>
                <a:gd name="T15" fmla="*/ 850 h 6131"/>
                <a:gd name="T16" fmla="*/ 2883 w 8982"/>
                <a:gd name="T17" fmla="*/ 260 h 6131"/>
                <a:gd name="T18" fmla="*/ 3100 w 8982"/>
                <a:gd name="T19" fmla="*/ 29 h 6131"/>
                <a:gd name="T20" fmla="*/ 3344 w 8982"/>
                <a:gd name="T21" fmla="*/ 96 h 6131"/>
                <a:gd name="T22" fmla="*/ 3741 w 8982"/>
                <a:gd name="T23" fmla="*/ 163 h 6131"/>
                <a:gd name="T24" fmla="*/ 4328 w 8982"/>
                <a:gd name="T25" fmla="*/ 181 h 6131"/>
                <a:gd name="T26" fmla="*/ 4647 w 8982"/>
                <a:gd name="T27" fmla="*/ 211 h 6131"/>
                <a:gd name="T28" fmla="*/ 4555 w 8982"/>
                <a:gd name="T29" fmla="*/ 335 h 6131"/>
                <a:gd name="T30" fmla="*/ 4249 w 8982"/>
                <a:gd name="T31" fmla="*/ 552 h 6131"/>
                <a:gd name="T32" fmla="*/ 4151 w 8982"/>
                <a:gd name="T33" fmla="*/ 687 h 6131"/>
                <a:gd name="T34" fmla="*/ 4129 w 8982"/>
                <a:gd name="T35" fmla="*/ 841 h 6131"/>
                <a:gd name="T36" fmla="*/ 4185 w 8982"/>
                <a:gd name="T37" fmla="*/ 969 h 6131"/>
                <a:gd name="T38" fmla="*/ 4312 w 8982"/>
                <a:gd name="T39" fmla="*/ 1015 h 6131"/>
                <a:gd name="T40" fmla="*/ 4356 w 8982"/>
                <a:gd name="T41" fmla="*/ 1058 h 6131"/>
                <a:gd name="T42" fmla="*/ 4369 w 8982"/>
                <a:gd name="T43" fmla="*/ 1254 h 6131"/>
                <a:gd name="T44" fmla="*/ 4458 w 8982"/>
                <a:gd name="T45" fmla="*/ 1328 h 6131"/>
                <a:gd name="T46" fmla="*/ 4574 w 8982"/>
                <a:gd name="T47" fmla="*/ 1357 h 6131"/>
                <a:gd name="T48" fmla="*/ 4622 w 8982"/>
                <a:gd name="T49" fmla="*/ 1580 h 6131"/>
                <a:gd name="T50" fmla="*/ 4765 w 8982"/>
                <a:gd name="T51" fmla="*/ 1659 h 6131"/>
                <a:gd name="T52" fmla="*/ 5020 w 8982"/>
                <a:gd name="T53" fmla="*/ 1668 h 6131"/>
                <a:gd name="T54" fmla="*/ 5252 w 8982"/>
                <a:gd name="T55" fmla="*/ 1568 h 6131"/>
                <a:gd name="T56" fmla="*/ 5315 w 8982"/>
                <a:gd name="T57" fmla="*/ 1474 h 6131"/>
                <a:gd name="T58" fmla="*/ 5608 w 8982"/>
                <a:gd name="T59" fmla="*/ 1566 h 6131"/>
                <a:gd name="T60" fmla="*/ 5821 w 8982"/>
                <a:gd name="T61" fmla="*/ 1673 h 6131"/>
                <a:gd name="T62" fmla="*/ 6049 w 8982"/>
                <a:gd name="T63" fmla="*/ 1755 h 6131"/>
                <a:gd name="T64" fmla="*/ 6282 w 8982"/>
                <a:gd name="T65" fmla="*/ 1773 h 6131"/>
                <a:gd name="T66" fmla="*/ 6435 w 8982"/>
                <a:gd name="T67" fmla="*/ 1818 h 6131"/>
                <a:gd name="T68" fmla="*/ 6614 w 8982"/>
                <a:gd name="T69" fmla="*/ 2067 h 6131"/>
                <a:gd name="T70" fmla="*/ 6873 w 8982"/>
                <a:gd name="T71" fmla="*/ 2342 h 6131"/>
                <a:gd name="T72" fmla="*/ 6837 w 8982"/>
                <a:gd name="T73" fmla="*/ 2458 h 6131"/>
                <a:gd name="T74" fmla="*/ 6808 w 8982"/>
                <a:gd name="T75" fmla="*/ 2688 h 6131"/>
                <a:gd name="T76" fmla="*/ 7282 w 8982"/>
                <a:gd name="T77" fmla="*/ 3230 h 6131"/>
                <a:gd name="T78" fmla="*/ 7578 w 8982"/>
                <a:gd name="T79" fmla="*/ 3698 h 6131"/>
                <a:gd name="T80" fmla="*/ 8342 w 8982"/>
                <a:gd name="T81" fmla="*/ 4870 h 6131"/>
                <a:gd name="T82" fmla="*/ 8698 w 8982"/>
                <a:gd name="T83" fmla="*/ 5270 h 6131"/>
                <a:gd name="T84" fmla="*/ 8978 w 8982"/>
                <a:gd name="T85" fmla="*/ 5493 h 6131"/>
                <a:gd name="T86" fmla="*/ 3587 w 8982"/>
                <a:gd name="T87" fmla="*/ 4468 h 6131"/>
                <a:gd name="T88" fmla="*/ 3672 w 8982"/>
                <a:gd name="T89" fmla="*/ 3768 h 6131"/>
                <a:gd name="T90" fmla="*/ 3686 w 8982"/>
                <a:gd name="T91" fmla="*/ 2769 h 6131"/>
                <a:gd name="T92" fmla="*/ 3519 w 8982"/>
                <a:gd name="T93" fmla="*/ 3036 h 6131"/>
                <a:gd name="T94" fmla="*/ 2869 w 8982"/>
                <a:gd name="T95" fmla="*/ 3635 h 6131"/>
                <a:gd name="T96" fmla="*/ 2324 w 8982"/>
                <a:gd name="T97" fmla="*/ 4015 h 6131"/>
                <a:gd name="T98" fmla="*/ 2008 w 8982"/>
                <a:gd name="T99" fmla="*/ 4139 h 6131"/>
                <a:gd name="T100" fmla="*/ 1757 w 8982"/>
                <a:gd name="T101" fmla="*/ 4116 h 6131"/>
                <a:gd name="T102" fmla="*/ 1493 w 8982"/>
                <a:gd name="T103" fmla="*/ 3956 h 6131"/>
                <a:gd name="T104" fmla="*/ 1191 w 8982"/>
                <a:gd name="T105" fmla="*/ 3606 h 6131"/>
                <a:gd name="T106" fmla="*/ 888 w 8982"/>
                <a:gd name="T107" fmla="*/ 3143 h 6131"/>
                <a:gd name="T108" fmla="*/ 521 w 8982"/>
                <a:gd name="T109" fmla="*/ 2315 h 6131"/>
                <a:gd name="T110" fmla="*/ 190 w 8982"/>
                <a:gd name="T111" fmla="*/ 1439 h 6131"/>
                <a:gd name="T112" fmla="*/ 48 w 8982"/>
                <a:gd name="T113" fmla="*/ 1066 h 6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82" h="6131">
                  <a:moveTo>
                    <a:pt x="213" y="1056"/>
                  </a:moveTo>
                  <a:lnTo>
                    <a:pt x="213" y="1056"/>
                  </a:lnTo>
                  <a:lnTo>
                    <a:pt x="235" y="1052"/>
                  </a:lnTo>
                  <a:lnTo>
                    <a:pt x="235" y="1052"/>
                  </a:lnTo>
                  <a:lnTo>
                    <a:pt x="268" y="1044"/>
                  </a:lnTo>
                  <a:lnTo>
                    <a:pt x="305" y="1034"/>
                  </a:lnTo>
                  <a:lnTo>
                    <a:pt x="343" y="1021"/>
                  </a:lnTo>
                  <a:lnTo>
                    <a:pt x="385" y="1007"/>
                  </a:lnTo>
                  <a:lnTo>
                    <a:pt x="427" y="989"/>
                  </a:lnTo>
                  <a:lnTo>
                    <a:pt x="472" y="970"/>
                  </a:lnTo>
                  <a:lnTo>
                    <a:pt x="517" y="950"/>
                  </a:lnTo>
                  <a:lnTo>
                    <a:pt x="563" y="927"/>
                  </a:lnTo>
                  <a:lnTo>
                    <a:pt x="609" y="902"/>
                  </a:lnTo>
                  <a:lnTo>
                    <a:pt x="655" y="877"/>
                  </a:lnTo>
                  <a:lnTo>
                    <a:pt x="701" y="850"/>
                  </a:lnTo>
                  <a:lnTo>
                    <a:pt x="744" y="822"/>
                  </a:lnTo>
                  <a:lnTo>
                    <a:pt x="787" y="794"/>
                  </a:lnTo>
                  <a:lnTo>
                    <a:pt x="830" y="764"/>
                  </a:lnTo>
                  <a:lnTo>
                    <a:pt x="868" y="733"/>
                  </a:lnTo>
                  <a:lnTo>
                    <a:pt x="905" y="703"/>
                  </a:lnTo>
                  <a:lnTo>
                    <a:pt x="905" y="703"/>
                  </a:lnTo>
                  <a:lnTo>
                    <a:pt x="925" y="685"/>
                  </a:lnTo>
                  <a:lnTo>
                    <a:pt x="944" y="666"/>
                  </a:lnTo>
                  <a:lnTo>
                    <a:pt x="965" y="645"/>
                  </a:lnTo>
                  <a:lnTo>
                    <a:pt x="984" y="624"/>
                  </a:lnTo>
                  <a:lnTo>
                    <a:pt x="1021" y="578"/>
                  </a:lnTo>
                  <a:lnTo>
                    <a:pt x="1057" y="530"/>
                  </a:lnTo>
                  <a:lnTo>
                    <a:pt x="1091" y="480"/>
                  </a:lnTo>
                  <a:lnTo>
                    <a:pt x="1123" y="432"/>
                  </a:lnTo>
                  <a:lnTo>
                    <a:pt x="1154" y="384"/>
                  </a:lnTo>
                  <a:lnTo>
                    <a:pt x="1181" y="338"/>
                  </a:lnTo>
                  <a:lnTo>
                    <a:pt x="1181" y="338"/>
                  </a:lnTo>
                  <a:lnTo>
                    <a:pt x="1215" y="276"/>
                  </a:lnTo>
                  <a:lnTo>
                    <a:pt x="1242" y="225"/>
                  </a:lnTo>
                  <a:lnTo>
                    <a:pt x="1266" y="176"/>
                  </a:lnTo>
                  <a:lnTo>
                    <a:pt x="1266" y="176"/>
                  </a:lnTo>
                  <a:lnTo>
                    <a:pt x="1385" y="347"/>
                  </a:lnTo>
                  <a:lnTo>
                    <a:pt x="1491" y="503"/>
                  </a:lnTo>
                  <a:lnTo>
                    <a:pt x="1542" y="580"/>
                  </a:lnTo>
                  <a:lnTo>
                    <a:pt x="1589" y="652"/>
                  </a:lnTo>
                  <a:lnTo>
                    <a:pt x="1589" y="652"/>
                  </a:lnTo>
                  <a:lnTo>
                    <a:pt x="1613" y="691"/>
                  </a:lnTo>
                  <a:lnTo>
                    <a:pt x="1641" y="740"/>
                  </a:lnTo>
                  <a:lnTo>
                    <a:pt x="1673" y="797"/>
                  </a:lnTo>
                  <a:lnTo>
                    <a:pt x="1708" y="860"/>
                  </a:lnTo>
                  <a:lnTo>
                    <a:pt x="1782" y="1001"/>
                  </a:lnTo>
                  <a:lnTo>
                    <a:pt x="1856" y="1146"/>
                  </a:lnTo>
                  <a:lnTo>
                    <a:pt x="1985" y="1400"/>
                  </a:lnTo>
                  <a:lnTo>
                    <a:pt x="2038" y="1508"/>
                  </a:lnTo>
                  <a:lnTo>
                    <a:pt x="2038" y="1508"/>
                  </a:lnTo>
                  <a:lnTo>
                    <a:pt x="2045" y="1451"/>
                  </a:lnTo>
                  <a:lnTo>
                    <a:pt x="2045" y="1451"/>
                  </a:lnTo>
                  <a:lnTo>
                    <a:pt x="2048" y="1429"/>
                  </a:lnTo>
                  <a:lnTo>
                    <a:pt x="2054" y="1407"/>
                  </a:lnTo>
                  <a:lnTo>
                    <a:pt x="2060" y="1385"/>
                  </a:lnTo>
                  <a:lnTo>
                    <a:pt x="2068" y="1365"/>
                  </a:lnTo>
                  <a:lnTo>
                    <a:pt x="2078" y="1343"/>
                  </a:lnTo>
                  <a:lnTo>
                    <a:pt x="2089" y="1323"/>
                  </a:lnTo>
                  <a:lnTo>
                    <a:pt x="2101" y="1302"/>
                  </a:lnTo>
                  <a:lnTo>
                    <a:pt x="2115" y="1282"/>
                  </a:lnTo>
                  <a:lnTo>
                    <a:pt x="2129" y="1261"/>
                  </a:lnTo>
                  <a:lnTo>
                    <a:pt x="2144" y="1242"/>
                  </a:lnTo>
                  <a:lnTo>
                    <a:pt x="2179" y="1203"/>
                  </a:lnTo>
                  <a:lnTo>
                    <a:pt x="2214" y="1163"/>
                  </a:lnTo>
                  <a:lnTo>
                    <a:pt x="2253" y="1125"/>
                  </a:lnTo>
                  <a:lnTo>
                    <a:pt x="2292" y="1086"/>
                  </a:lnTo>
                  <a:lnTo>
                    <a:pt x="2332" y="1049"/>
                  </a:lnTo>
                  <a:lnTo>
                    <a:pt x="2408" y="975"/>
                  </a:lnTo>
                  <a:lnTo>
                    <a:pt x="2444" y="939"/>
                  </a:lnTo>
                  <a:lnTo>
                    <a:pt x="2477" y="904"/>
                  </a:lnTo>
                  <a:lnTo>
                    <a:pt x="2507" y="868"/>
                  </a:lnTo>
                  <a:lnTo>
                    <a:pt x="2521" y="850"/>
                  </a:lnTo>
                  <a:lnTo>
                    <a:pt x="2532" y="832"/>
                  </a:lnTo>
                  <a:lnTo>
                    <a:pt x="2532" y="832"/>
                  </a:lnTo>
                  <a:lnTo>
                    <a:pt x="2577" y="760"/>
                  </a:lnTo>
                  <a:lnTo>
                    <a:pt x="2620" y="689"/>
                  </a:lnTo>
                  <a:lnTo>
                    <a:pt x="2706" y="544"/>
                  </a:lnTo>
                  <a:lnTo>
                    <a:pt x="2748" y="473"/>
                  </a:lnTo>
                  <a:lnTo>
                    <a:pt x="2791" y="401"/>
                  </a:lnTo>
                  <a:lnTo>
                    <a:pt x="2836" y="330"/>
                  </a:lnTo>
                  <a:lnTo>
                    <a:pt x="2883" y="260"/>
                  </a:lnTo>
                  <a:lnTo>
                    <a:pt x="2883" y="260"/>
                  </a:lnTo>
                  <a:lnTo>
                    <a:pt x="2971" y="130"/>
                  </a:lnTo>
                  <a:lnTo>
                    <a:pt x="3015" y="66"/>
                  </a:lnTo>
                  <a:lnTo>
                    <a:pt x="3057" y="0"/>
                  </a:lnTo>
                  <a:lnTo>
                    <a:pt x="3057" y="0"/>
                  </a:lnTo>
                  <a:lnTo>
                    <a:pt x="3063" y="5"/>
                  </a:lnTo>
                  <a:lnTo>
                    <a:pt x="3063" y="5"/>
                  </a:lnTo>
                  <a:lnTo>
                    <a:pt x="3081" y="18"/>
                  </a:lnTo>
                  <a:lnTo>
                    <a:pt x="3100" y="29"/>
                  </a:lnTo>
                  <a:lnTo>
                    <a:pt x="3119" y="39"/>
                  </a:lnTo>
                  <a:lnTo>
                    <a:pt x="3139" y="48"/>
                  </a:lnTo>
                  <a:lnTo>
                    <a:pt x="3158" y="56"/>
                  </a:lnTo>
                  <a:lnTo>
                    <a:pt x="3177" y="62"/>
                  </a:lnTo>
                  <a:lnTo>
                    <a:pt x="3197" y="69"/>
                  </a:lnTo>
                  <a:lnTo>
                    <a:pt x="3218" y="74"/>
                  </a:lnTo>
                  <a:lnTo>
                    <a:pt x="3259" y="83"/>
                  </a:lnTo>
                  <a:lnTo>
                    <a:pt x="3301" y="90"/>
                  </a:lnTo>
                  <a:lnTo>
                    <a:pt x="3344" y="96"/>
                  </a:lnTo>
                  <a:lnTo>
                    <a:pt x="3386" y="101"/>
                  </a:lnTo>
                  <a:lnTo>
                    <a:pt x="3386" y="101"/>
                  </a:lnTo>
                  <a:lnTo>
                    <a:pt x="3431" y="108"/>
                  </a:lnTo>
                  <a:lnTo>
                    <a:pt x="3475" y="117"/>
                  </a:lnTo>
                  <a:lnTo>
                    <a:pt x="3564" y="135"/>
                  </a:lnTo>
                  <a:lnTo>
                    <a:pt x="3607" y="143"/>
                  </a:lnTo>
                  <a:lnTo>
                    <a:pt x="3652" y="152"/>
                  </a:lnTo>
                  <a:lnTo>
                    <a:pt x="3696" y="158"/>
                  </a:lnTo>
                  <a:lnTo>
                    <a:pt x="3741" y="163"/>
                  </a:lnTo>
                  <a:lnTo>
                    <a:pt x="3741" y="163"/>
                  </a:lnTo>
                  <a:lnTo>
                    <a:pt x="3800" y="168"/>
                  </a:lnTo>
                  <a:lnTo>
                    <a:pt x="3860" y="171"/>
                  </a:lnTo>
                  <a:lnTo>
                    <a:pt x="3981" y="176"/>
                  </a:lnTo>
                  <a:lnTo>
                    <a:pt x="4102" y="179"/>
                  </a:lnTo>
                  <a:lnTo>
                    <a:pt x="4222" y="183"/>
                  </a:lnTo>
                  <a:lnTo>
                    <a:pt x="4222" y="183"/>
                  </a:lnTo>
                  <a:lnTo>
                    <a:pt x="4272" y="183"/>
                  </a:lnTo>
                  <a:lnTo>
                    <a:pt x="4328" y="181"/>
                  </a:lnTo>
                  <a:lnTo>
                    <a:pt x="4388" y="180"/>
                  </a:lnTo>
                  <a:lnTo>
                    <a:pt x="4448" y="180"/>
                  </a:lnTo>
                  <a:lnTo>
                    <a:pt x="4479" y="181"/>
                  </a:lnTo>
                  <a:lnTo>
                    <a:pt x="4509" y="184"/>
                  </a:lnTo>
                  <a:lnTo>
                    <a:pt x="4539" y="186"/>
                  </a:lnTo>
                  <a:lnTo>
                    <a:pt x="4568" y="191"/>
                  </a:lnTo>
                  <a:lnTo>
                    <a:pt x="4596" y="197"/>
                  </a:lnTo>
                  <a:lnTo>
                    <a:pt x="4623" y="203"/>
                  </a:lnTo>
                  <a:lnTo>
                    <a:pt x="4647" y="211"/>
                  </a:lnTo>
                  <a:lnTo>
                    <a:pt x="4671" y="221"/>
                  </a:lnTo>
                  <a:lnTo>
                    <a:pt x="4671" y="221"/>
                  </a:lnTo>
                  <a:lnTo>
                    <a:pt x="4665" y="235"/>
                  </a:lnTo>
                  <a:lnTo>
                    <a:pt x="4655" y="248"/>
                  </a:lnTo>
                  <a:lnTo>
                    <a:pt x="4643" y="262"/>
                  </a:lnTo>
                  <a:lnTo>
                    <a:pt x="4628" y="277"/>
                  </a:lnTo>
                  <a:lnTo>
                    <a:pt x="4613" y="291"/>
                  </a:lnTo>
                  <a:lnTo>
                    <a:pt x="4594" y="307"/>
                  </a:lnTo>
                  <a:lnTo>
                    <a:pt x="4555" y="335"/>
                  </a:lnTo>
                  <a:lnTo>
                    <a:pt x="4513" y="363"/>
                  </a:lnTo>
                  <a:lnTo>
                    <a:pt x="4472" y="388"/>
                  </a:lnTo>
                  <a:lnTo>
                    <a:pt x="4405" y="431"/>
                  </a:lnTo>
                  <a:lnTo>
                    <a:pt x="4405" y="431"/>
                  </a:lnTo>
                  <a:lnTo>
                    <a:pt x="4369" y="455"/>
                  </a:lnTo>
                  <a:lnTo>
                    <a:pt x="4333" y="480"/>
                  </a:lnTo>
                  <a:lnTo>
                    <a:pt x="4299" y="507"/>
                  </a:lnTo>
                  <a:lnTo>
                    <a:pt x="4266" y="537"/>
                  </a:lnTo>
                  <a:lnTo>
                    <a:pt x="4249" y="552"/>
                  </a:lnTo>
                  <a:lnTo>
                    <a:pt x="4234" y="567"/>
                  </a:lnTo>
                  <a:lnTo>
                    <a:pt x="4218" y="583"/>
                  </a:lnTo>
                  <a:lnTo>
                    <a:pt x="4206" y="599"/>
                  </a:lnTo>
                  <a:lnTo>
                    <a:pt x="4192" y="617"/>
                  </a:lnTo>
                  <a:lnTo>
                    <a:pt x="4180" y="634"/>
                  </a:lnTo>
                  <a:lnTo>
                    <a:pt x="4169" y="652"/>
                  </a:lnTo>
                  <a:lnTo>
                    <a:pt x="4158" y="671"/>
                  </a:lnTo>
                  <a:lnTo>
                    <a:pt x="4158" y="671"/>
                  </a:lnTo>
                  <a:lnTo>
                    <a:pt x="4151" y="687"/>
                  </a:lnTo>
                  <a:lnTo>
                    <a:pt x="4144" y="704"/>
                  </a:lnTo>
                  <a:lnTo>
                    <a:pt x="4138" y="721"/>
                  </a:lnTo>
                  <a:lnTo>
                    <a:pt x="4134" y="737"/>
                  </a:lnTo>
                  <a:lnTo>
                    <a:pt x="4130" y="755"/>
                  </a:lnTo>
                  <a:lnTo>
                    <a:pt x="4128" y="773"/>
                  </a:lnTo>
                  <a:lnTo>
                    <a:pt x="4126" y="790"/>
                  </a:lnTo>
                  <a:lnTo>
                    <a:pt x="4126" y="808"/>
                  </a:lnTo>
                  <a:lnTo>
                    <a:pt x="4126" y="824"/>
                  </a:lnTo>
                  <a:lnTo>
                    <a:pt x="4129" y="841"/>
                  </a:lnTo>
                  <a:lnTo>
                    <a:pt x="4132" y="857"/>
                  </a:lnTo>
                  <a:lnTo>
                    <a:pt x="4135" y="874"/>
                  </a:lnTo>
                  <a:lnTo>
                    <a:pt x="4139" y="889"/>
                  </a:lnTo>
                  <a:lnTo>
                    <a:pt x="4144" y="905"/>
                  </a:lnTo>
                  <a:lnTo>
                    <a:pt x="4151" y="919"/>
                  </a:lnTo>
                  <a:lnTo>
                    <a:pt x="4158" y="933"/>
                  </a:lnTo>
                  <a:lnTo>
                    <a:pt x="4166" y="946"/>
                  </a:lnTo>
                  <a:lnTo>
                    <a:pt x="4175" y="957"/>
                  </a:lnTo>
                  <a:lnTo>
                    <a:pt x="4185" y="969"/>
                  </a:lnTo>
                  <a:lnTo>
                    <a:pt x="4197" y="979"/>
                  </a:lnTo>
                  <a:lnTo>
                    <a:pt x="4208" y="988"/>
                  </a:lnTo>
                  <a:lnTo>
                    <a:pt x="4220" y="996"/>
                  </a:lnTo>
                  <a:lnTo>
                    <a:pt x="4234" y="1003"/>
                  </a:lnTo>
                  <a:lnTo>
                    <a:pt x="4248" y="1008"/>
                  </a:lnTo>
                  <a:lnTo>
                    <a:pt x="4262" y="1012"/>
                  </a:lnTo>
                  <a:lnTo>
                    <a:pt x="4277" y="1015"/>
                  </a:lnTo>
                  <a:lnTo>
                    <a:pt x="4294" y="1016"/>
                  </a:lnTo>
                  <a:lnTo>
                    <a:pt x="4312" y="1015"/>
                  </a:lnTo>
                  <a:lnTo>
                    <a:pt x="4329" y="1012"/>
                  </a:lnTo>
                  <a:lnTo>
                    <a:pt x="4347" y="1008"/>
                  </a:lnTo>
                  <a:lnTo>
                    <a:pt x="4366" y="1002"/>
                  </a:lnTo>
                  <a:lnTo>
                    <a:pt x="4387" y="994"/>
                  </a:lnTo>
                  <a:lnTo>
                    <a:pt x="4388" y="996"/>
                  </a:lnTo>
                  <a:lnTo>
                    <a:pt x="4388" y="996"/>
                  </a:lnTo>
                  <a:lnTo>
                    <a:pt x="4375" y="1015"/>
                  </a:lnTo>
                  <a:lnTo>
                    <a:pt x="4365" y="1036"/>
                  </a:lnTo>
                  <a:lnTo>
                    <a:pt x="4356" y="1058"/>
                  </a:lnTo>
                  <a:lnTo>
                    <a:pt x="4350" y="1080"/>
                  </a:lnTo>
                  <a:lnTo>
                    <a:pt x="4345" y="1103"/>
                  </a:lnTo>
                  <a:lnTo>
                    <a:pt x="4342" y="1126"/>
                  </a:lnTo>
                  <a:lnTo>
                    <a:pt x="4341" y="1148"/>
                  </a:lnTo>
                  <a:lnTo>
                    <a:pt x="4341" y="1171"/>
                  </a:lnTo>
                  <a:lnTo>
                    <a:pt x="4345" y="1192"/>
                  </a:lnTo>
                  <a:lnTo>
                    <a:pt x="4350" y="1214"/>
                  </a:lnTo>
                  <a:lnTo>
                    <a:pt x="4359" y="1235"/>
                  </a:lnTo>
                  <a:lnTo>
                    <a:pt x="4369" y="1254"/>
                  </a:lnTo>
                  <a:lnTo>
                    <a:pt x="4383" y="1273"/>
                  </a:lnTo>
                  <a:lnTo>
                    <a:pt x="4391" y="1282"/>
                  </a:lnTo>
                  <a:lnTo>
                    <a:pt x="4398" y="1290"/>
                  </a:lnTo>
                  <a:lnTo>
                    <a:pt x="4409" y="1297"/>
                  </a:lnTo>
                  <a:lnTo>
                    <a:pt x="4417" y="1305"/>
                  </a:lnTo>
                  <a:lnTo>
                    <a:pt x="4429" y="1313"/>
                  </a:lnTo>
                  <a:lnTo>
                    <a:pt x="4440" y="1319"/>
                  </a:lnTo>
                  <a:lnTo>
                    <a:pt x="4440" y="1319"/>
                  </a:lnTo>
                  <a:lnTo>
                    <a:pt x="4458" y="1328"/>
                  </a:lnTo>
                  <a:lnTo>
                    <a:pt x="4476" y="1333"/>
                  </a:lnTo>
                  <a:lnTo>
                    <a:pt x="4494" y="1337"/>
                  </a:lnTo>
                  <a:lnTo>
                    <a:pt x="4512" y="1339"/>
                  </a:lnTo>
                  <a:lnTo>
                    <a:pt x="4530" y="1339"/>
                  </a:lnTo>
                  <a:lnTo>
                    <a:pt x="4548" y="1337"/>
                  </a:lnTo>
                  <a:lnTo>
                    <a:pt x="4564" y="1333"/>
                  </a:lnTo>
                  <a:lnTo>
                    <a:pt x="4582" y="1328"/>
                  </a:lnTo>
                  <a:lnTo>
                    <a:pt x="4582" y="1328"/>
                  </a:lnTo>
                  <a:lnTo>
                    <a:pt x="4574" y="1357"/>
                  </a:lnTo>
                  <a:lnTo>
                    <a:pt x="4569" y="1385"/>
                  </a:lnTo>
                  <a:lnTo>
                    <a:pt x="4567" y="1414"/>
                  </a:lnTo>
                  <a:lnTo>
                    <a:pt x="4568" y="1440"/>
                  </a:lnTo>
                  <a:lnTo>
                    <a:pt x="4571" y="1466"/>
                  </a:lnTo>
                  <a:lnTo>
                    <a:pt x="4576" y="1492"/>
                  </a:lnTo>
                  <a:lnTo>
                    <a:pt x="4583" y="1516"/>
                  </a:lnTo>
                  <a:lnTo>
                    <a:pt x="4594" y="1539"/>
                  </a:lnTo>
                  <a:lnTo>
                    <a:pt x="4606" y="1561"/>
                  </a:lnTo>
                  <a:lnTo>
                    <a:pt x="4622" y="1580"/>
                  </a:lnTo>
                  <a:lnTo>
                    <a:pt x="4640" y="1599"/>
                  </a:lnTo>
                  <a:lnTo>
                    <a:pt x="4660" y="1616"/>
                  </a:lnTo>
                  <a:lnTo>
                    <a:pt x="4671" y="1622"/>
                  </a:lnTo>
                  <a:lnTo>
                    <a:pt x="4683" y="1630"/>
                  </a:lnTo>
                  <a:lnTo>
                    <a:pt x="4694" y="1636"/>
                  </a:lnTo>
                  <a:lnTo>
                    <a:pt x="4708" y="1641"/>
                  </a:lnTo>
                  <a:lnTo>
                    <a:pt x="4721" y="1648"/>
                  </a:lnTo>
                  <a:lnTo>
                    <a:pt x="4735" y="1651"/>
                  </a:lnTo>
                  <a:lnTo>
                    <a:pt x="4765" y="1659"/>
                  </a:lnTo>
                  <a:lnTo>
                    <a:pt x="4765" y="1659"/>
                  </a:lnTo>
                  <a:lnTo>
                    <a:pt x="4799" y="1665"/>
                  </a:lnTo>
                  <a:lnTo>
                    <a:pt x="4832" y="1671"/>
                  </a:lnTo>
                  <a:lnTo>
                    <a:pt x="4864" y="1674"/>
                  </a:lnTo>
                  <a:lnTo>
                    <a:pt x="4896" y="1676"/>
                  </a:lnTo>
                  <a:lnTo>
                    <a:pt x="4928" y="1676"/>
                  </a:lnTo>
                  <a:lnTo>
                    <a:pt x="4959" y="1674"/>
                  </a:lnTo>
                  <a:lnTo>
                    <a:pt x="4989" y="1672"/>
                  </a:lnTo>
                  <a:lnTo>
                    <a:pt x="5020" y="1668"/>
                  </a:lnTo>
                  <a:lnTo>
                    <a:pt x="5051" y="1662"/>
                  </a:lnTo>
                  <a:lnTo>
                    <a:pt x="5080" y="1654"/>
                  </a:lnTo>
                  <a:lnTo>
                    <a:pt x="5109" y="1644"/>
                  </a:lnTo>
                  <a:lnTo>
                    <a:pt x="5137" y="1632"/>
                  </a:lnTo>
                  <a:lnTo>
                    <a:pt x="5167" y="1619"/>
                  </a:lnTo>
                  <a:lnTo>
                    <a:pt x="5195" y="1604"/>
                  </a:lnTo>
                  <a:lnTo>
                    <a:pt x="5224" y="1587"/>
                  </a:lnTo>
                  <a:lnTo>
                    <a:pt x="5252" y="1568"/>
                  </a:lnTo>
                  <a:lnTo>
                    <a:pt x="5252" y="1568"/>
                  </a:lnTo>
                  <a:lnTo>
                    <a:pt x="5262" y="1561"/>
                  </a:lnTo>
                  <a:lnTo>
                    <a:pt x="5274" y="1549"/>
                  </a:lnTo>
                  <a:lnTo>
                    <a:pt x="5287" y="1535"/>
                  </a:lnTo>
                  <a:lnTo>
                    <a:pt x="5298" y="1521"/>
                  </a:lnTo>
                  <a:lnTo>
                    <a:pt x="5307" y="1504"/>
                  </a:lnTo>
                  <a:lnTo>
                    <a:pt x="5311" y="1497"/>
                  </a:lnTo>
                  <a:lnTo>
                    <a:pt x="5313" y="1489"/>
                  </a:lnTo>
                  <a:lnTo>
                    <a:pt x="5315" y="1481"/>
                  </a:lnTo>
                  <a:lnTo>
                    <a:pt x="5315" y="1474"/>
                  </a:lnTo>
                  <a:lnTo>
                    <a:pt x="5313" y="1467"/>
                  </a:lnTo>
                  <a:lnTo>
                    <a:pt x="5311" y="1460"/>
                  </a:lnTo>
                  <a:lnTo>
                    <a:pt x="5311" y="1460"/>
                  </a:lnTo>
                  <a:lnTo>
                    <a:pt x="5321" y="1465"/>
                  </a:lnTo>
                  <a:lnTo>
                    <a:pt x="5321" y="1465"/>
                  </a:lnTo>
                  <a:lnTo>
                    <a:pt x="5377" y="1486"/>
                  </a:lnTo>
                  <a:lnTo>
                    <a:pt x="5435" y="1506"/>
                  </a:lnTo>
                  <a:lnTo>
                    <a:pt x="5551" y="1545"/>
                  </a:lnTo>
                  <a:lnTo>
                    <a:pt x="5608" y="1566"/>
                  </a:lnTo>
                  <a:lnTo>
                    <a:pt x="5636" y="1576"/>
                  </a:lnTo>
                  <a:lnTo>
                    <a:pt x="5664" y="1589"/>
                  </a:lnTo>
                  <a:lnTo>
                    <a:pt x="5693" y="1600"/>
                  </a:lnTo>
                  <a:lnTo>
                    <a:pt x="5721" y="1614"/>
                  </a:lnTo>
                  <a:lnTo>
                    <a:pt x="5747" y="1628"/>
                  </a:lnTo>
                  <a:lnTo>
                    <a:pt x="5774" y="1645"/>
                  </a:lnTo>
                  <a:lnTo>
                    <a:pt x="5774" y="1645"/>
                  </a:lnTo>
                  <a:lnTo>
                    <a:pt x="5797" y="1659"/>
                  </a:lnTo>
                  <a:lnTo>
                    <a:pt x="5821" y="1673"/>
                  </a:lnTo>
                  <a:lnTo>
                    <a:pt x="5846" y="1685"/>
                  </a:lnTo>
                  <a:lnTo>
                    <a:pt x="5870" y="1697"/>
                  </a:lnTo>
                  <a:lnTo>
                    <a:pt x="5894" y="1708"/>
                  </a:lnTo>
                  <a:lnTo>
                    <a:pt x="5920" y="1718"/>
                  </a:lnTo>
                  <a:lnTo>
                    <a:pt x="5945" y="1727"/>
                  </a:lnTo>
                  <a:lnTo>
                    <a:pt x="5971" y="1736"/>
                  </a:lnTo>
                  <a:lnTo>
                    <a:pt x="5996" y="1743"/>
                  </a:lnTo>
                  <a:lnTo>
                    <a:pt x="6022" y="1750"/>
                  </a:lnTo>
                  <a:lnTo>
                    <a:pt x="6049" y="1755"/>
                  </a:lnTo>
                  <a:lnTo>
                    <a:pt x="6075" y="1760"/>
                  </a:lnTo>
                  <a:lnTo>
                    <a:pt x="6102" y="1764"/>
                  </a:lnTo>
                  <a:lnTo>
                    <a:pt x="6129" y="1768"/>
                  </a:lnTo>
                  <a:lnTo>
                    <a:pt x="6156" y="1769"/>
                  </a:lnTo>
                  <a:lnTo>
                    <a:pt x="6184" y="1770"/>
                  </a:lnTo>
                  <a:lnTo>
                    <a:pt x="6184" y="1770"/>
                  </a:lnTo>
                  <a:lnTo>
                    <a:pt x="6224" y="1773"/>
                  </a:lnTo>
                  <a:lnTo>
                    <a:pt x="6263" y="1774"/>
                  </a:lnTo>
                  <a:lnTo>
                    <a:pt x="6282" y="1773"/>
                  </a:lnTo>
                  <a:lnTo>
                    <a:pt x="6301" y="1772"/>
                  </a:lnTo>
                  <a:lnTo>
                    <a:pt x="6322" y="1770"/>
                  </a:lnTo>
                  <a:lnTo>
                    <a:pt x="6341" y="1766"/>
                  </a:lnTo>
                  <a:lnTo>
                    <a:pt x="6341" y="1766"/>
                  </a:lnTo>
                  <a:lnTo>
                    <a:pt x="6367" y="1761"/>
                  </a:lnTo>
                  <a:lnTo>
                    <a:pt x="6391" y="1755"/>
                  </a:lnTo>
                  <a:lnTo>
                    <a:pt x="6391" y="1755"/>
                  </a:lnTo>
                  <a:lnTo>
                    <a:pt x="6414" y="1786"/>
                  </a:lnTo>
                  <a:lnTo>
                    <a:pt x="6435" y="1818"/>
                  </a:lnTo>
                  <a:lnTo>
                    <a:pt x="6456" y="1851"/>
                  </a:lnTo>
                  <a:lnTo>
                    <a:pt x="6476" y="1885"/>
                  </a:lnTo>
                  <a:lnTo>
                    <a:pt x="6495" y="1919"/>
                  </a:lnTo>
                  <a:lnTo>
                    <a:pt x="6517" y="1952"/>
                  </a:lnTo>
                  <a:lnTo>
                    <a:pt x="6540" y="1982"/>
                  </a:lnTo>
                  <a:lnTo>
                    <a:pt x="6552" y="1998"/>
                  </a:lnTo>
                  <a:lnTo>
                    <a:pt x="6564" y="2013"/>
                  </a:lnTo>
                  <a:lnTo>
                    <a:pt x="6564" y="2013"/>
                  </a:lnTo>
                  <a:lnTo>
                    <a:pt x="6614" y="2067"/>
                  </a:lnTo>
                  <a:lnTo>
                    <a:pt x="6665" y="2118"/>
                  </a:lnTo>
                  <a:lnTo>
                    <a:pt x="6718" y="2168"/>
                  </a:lnTo>
                  <a:lnTo>
                    <a:pt x="6771" y="2218"/>
                  </a:lnTo>
                  <a:lnTo>
                    <a:pt x="6771" y="2218"/>
                  </a:lnTo>
                  <a:lnTo>
                    <a:pt x="6798" y="2246"/>
                  </a:lnTo>
                  <a:lnTo>
                    <a:pt x="6825" y="2275"/>
                  </a:lnTo>
                  <a:lnTo>
                    <a:pt x="6852" y="2306"/>
                  </a:lnTo>
                  <a:lnTo>
                    <a:pt x="6878" y="2337"/>
                  </a:lnTo>
                  <a:lnTo>
                    <a:pt x="6873" y="2342"/>
                  </a:lnTo>
                  <a:lnTo>
                    <a:pt x="6873" y="2342"/>
                  </a:lnTo>
                  <a:lnTo>
                    <a:pt x="6872" y="2353"/>
                  </a:lnTo>
                  <a:lnTo>
                    <a:pt x="6868" y="2367"/>
                  </a:lnTo>
                  <a:lnTo>
                    <a:pt x="6863" y="2383"/>
                  </a:lnTo>
                  <a:lnTo>
                    <a:pt x="6858" y="2399"/>
                  </a:lnTo>
                  <a:lnTo>
                    <a:pt x="6845" y="2430"/>
                  </a:lnTo>
                  <a:lnTo>
                    <a:pt x="6840" y="2444"/>
                  </a:lnTo>
                  <a:lnTo>
                    <a:pt x="6837" y="2458"/>
                  </a:lnTo>
                  <a:lnTo>
                    <a:pt x="6837" y="2458"/>
                  </a:lnTo>
                  <a:lnTo>
                    <a:pt x="6830" y="2481"/>
                  </a:lnTo>
                  <a:lnTo>
                    <a:pt x="6825" y="2503"/>
                  </a:lnTo>
                  <a:lnTo>
                    <a:pt x="6821" y="2526"/>
                  </a:lnTo>
                  <a:lnTo>
                    <a:pt x="6818" y="2550"/>
                  </a:lnTo>
                  <a:lnTo>
                    <a:pt x="6818" y="2550"/>
                  </a:lnTo>
                  <a:lnTo>
                    <a:pt x="6816" y="2585"/>
                  </a:lnTo>
                  <a:lnTo>
                    <a:pt x="6813" y="2619"/>
                  </a:lnTo>
                  <a:lnTo>
                    <a:pt x="6812" y="2654"/>
                  </a:lnTo>
                  <a:lnTo>
                    <a:pt x="6808" y="2688"/>
                  </a:lnTo>
                  <a:lnTo>
                    <a:pt x="6813" y="2693"/>
                  </a:lnTo>
                  <a:lnTo>
                    <a:pt x="6813" y="2693"/>
                  </a:lnTo>
                  <a:lnTo>
                    <a:pt x="6892" y="2779"/>
                  </a:lnTo>
                  <a:lnTo>
                    <a:pt x="6977" y="2871"/>
                  </a:lnTo>
                  <a:lnTo>
                    <a:pt x="7076" y="2983"/>
                  </a:lnTo>
                  <a:lnTo>
                    <a:pt x="7129" y="3043"/>
                  </a:lnTo>
                  <a:lnTo>
                    <a:pt x="7181" y="3106"/>
                  </a:lnTo>
                  <a:lnTo>
                    <a:pt x="7233" y="3169"/>
                  </a:lnTo>
                  <a:lnTo>
                    <a:pt x="7282" y="3230"/>
                  </a:lnTo>
                  <a:lnTo>
                    <a:pt x="7328" y="3290"/>
                  </a:lnTo>
                  <a:lnTo>
                    <a:pt x="7368" y="3346"/>
                  </a:lnTo>
                  <a:lnTo>
                    <a:pt x="7403" y="3398"/>
                  </a:lnTo>
                  <a:lnTo>
                    <a:pt x="7418" y="3422"/>
                  </a:lnTo>
                  <a:lnTo>
                    <a:pt x="7431" y="3444"/>
                  </a:lnTo>
                  <a:lnTo>
                    <a:pt x="7431" y="3444"/>
                  </a:lnTo>
                  <a:lnTo>
                    <a:pt x="7458" y="3492"/>
                  </a:lnTo>
                  <a:lnTo>
                    <a:pt x="7491" y="3552"/>
                  </a:lnTo>
                  <a:lnTo>
                    <a:pt x="7578" y="3698"/>
                  </a:lnTo>
                  <a:lnTo>
                    <a:pt x="7685" y="3873"/>
                  </a:lnTo>
                  <a:lnTo>
                    <a:pt x="7808" y="4069"/>
                  </a:lnTo>
                  <a:lnTo>
                    <a:pt x="7940" y="4275"/>
                  </a:lnTo>
                  <a:lnTo>
                    <a:pt x="8077" y="4483"/>
                  </a:lnTo>
                  <a:lnTo>
                    <a:pt x="8145" y="4585"/>
                  </a:lnTo>
                  <a:lnTo>
                    <a:pt x="8212" y="4685"/>
                  </a:lnTo>
                  <a:lnTo>
                    <a:pt x="8279" y="4779"/>
                  </a:lnTo>
                  <a:lnTo>
                    <a:pt x="8342" y="4870"/>
                  </a:lnTo>
                  <a:lnTo>
                    <a:pt x="8342" y="4870"/>
                  </a:lnTo>
                  <a:lnTo>
                    <a:pt x="8379" y="4921"/>
                  </a:lnTo>
                  <a:lnTo>
                    <a:pt x="8418" y="4971"/>
                  </a:lnTo>
                  <a:lnTo>
                    <a:pt x="8456" y="5019"/>
                  </a:lnTo>
                  <a:lnTo>
                    <a:pt x="8496" y="5065"/>
                  </a:lnTo>
                  <a:lnTo>
                    <a:pt x="8536" y="5109"/>
                  </a:lnTo>
                  <a:lnTo>
                    <a:pt x="8576" y="5151"/>
                  </a:lnTo>
                  <a:lnTo>
                    <a:pt x="8617" y="5194"/>
                  </a:lnTo>
                  <a:lnTo>
                    <a:pt x="8658" y="5232"/>
                  </a:lnTo>
                  <a:lnTo>
                    <a:pt x="8698" y="5270"/>
                  </a:lnTo>
                  <a:lnTo>
                    <a:pt x="8739" y="5306"/>
                  </a:lnTo>
                  <a:lnTo>
                    <a:pt x="8781" y="5341"/>
                  </a:lnTo>
                  <a:lnTo>
                    <a:pt x="8821" y="5374"/>
                  </a:lnTo>
                  <a:lnTo>
                    <a:pt x="8862" y="5405"/>
                  </a:lnTo>
                  <a:lnTo>
                    <a:pt x="8903" y="5434"/>
                  </a:lnTo>
                  <a:lnTo>
                    <a:pt x="8942" y="5462"/>
                  </a:lnTo>
                  <a:lnTo>
                    <a:pt x="8982" y="5488"/>
                  </a:lnTo>
                  <a:lnTo>
                    <a:pt x="8978" y="5493"/>
                  </a:lnTo>
                  <a:lnTo>
                    <a:pt x="8978" y="5493"/>
                  </a:lnTo>
                  <a:lnTo>
                    <a:pt x="8978" y="6131"/>
                  </a:lnTo>
                  <a:lnTo>
                    <a:pt x="3410" y="6131"/>
                  </a:lnTo>
                  <a:lnTo>
                    <a:pt x="3410" y="6131"/>
                  </a:lnTo>
                  <a:lnTo>
                    <a:pt x="3435" y="5872"/>
                  </a:lnTo>
                  <a:lnTo>
                    <a:pt x="3463" y="5600"/>
                  </a:lnTo>
                  <a:lnTo>
                    <a:pt x="3496" y="5278"/>
                  </a:lnTo>
                  <a:lnTo>
                    <a:pt x="3532" y="4938"/>
                  </a:lnTo>
                  <a:lnTo>
                    <a:pt x="3569" y="4613"/>
                  </a:lnTo>
                  <a:lnTo>
                    <a:pt x="3587" y="4468"/>
                  </a:lnTo>
                  <a:lnTo>
                    <a:pt x="3603" y="4337"/>
                  </a:lnTo>
                  <a:lnTo>
                    <a:pt x="3620" y="4229"/>
                  </a:lnTo>
                  <a:lnTo>
                    <a:pt x="3632" y="4145"/>
                  </a:lnTo>
                  <a:lnTo>
                    <a:pt x="3632" y="4145"/>
                  </a:lnTo>
                  <a:lnTo>
                    <a:pt x="3639" y="4108"/>
                  </a:lnTo>
                  <a:lnTo>
                    <a:pt x="3645" y="4067"/>
                  </a:lnTo>
                  <a:lnTo>
                    <a:pt x="3655" y="3978"/>
                  </a:lnTo>
                  <a:lnTo>
                    <a:pt x="3664" y="3877"/>
                  </a:lnTo>
                  <a:lnTo>
                    <a:pt x="3672" y="3768"/>
                  </a:lnTo>
                  <a:lnTo>
                    <a:pt x="3678" y="3655"/>
                  </a:lnTo>
                  <a:lnTo>
                    <a:pt x="3684" y="3538"/>
                  </a:lnTo>
                  <a:lnTo>
                    <a:pt x="3687" y="3421"/>
                  </a:lnTo>
                  <a:lnTo>
                    <a:pt x="3691" y="3304"/>
                  </a:lnTo>
                  <a:lnTo>
                    <a:pt x="3695" y="3088"/>
                  </a:lnTo>
                  <a:lnTo>
                    <a:pt x="3696" y="2911"/>
                  </a:lnTo>
                  <a:lnTo>
                    <a:pt x="3696" y="2744"/>
                  </a:lnTo>
                  <a:lnTo>
                    <a:pt x="3696" y="2744"/>
                  </a:lnTo>
                  <a:lnTo>
                    <a:pt x="3686" y="2769"/>
                  </a:lnTo>
                  <a:lnTo>
                    <a:pt x="3672" y="2798"/>
                  </a:lnTo>
                  <a:lnTo>
                    <a:pt x="3653" y="2835"/>
                  </a:lnTo>
                  <a:lnTo>
                    <a:pt x="3629" y="2879"/>
                  </a:lnTo>
                  <a:lnTo>
                    <a:pt x="3598" y="2928"/>
                  </a:lnTo>
                  <a:lnTo>
                    <a:pt x="3580" y="2954"/>
                  </a:lnTo>
                  <a:lnTo>
                    <a:pt x="3561" y="2981"/>
                  </a:lnTo>
                  <a:lnTo>
                    <a:pt x="3541" y="3008"/>
                  </a:lnTo>
                  <a:lnTo>
                    <a:pt x="3519" y="3036"/>
                  </a:lnTo>
                  <a:lnTo>
                    <a:pt x="3519" y="3036"/>
                  </a:lnTo>
                  <a:lnTo>
                    <a:pt x="3487" y="3072"/>
                  </a:lnTo>
                  <a:lnTo>
                    <a:pt x="3437" y="3124"/>
                  </a:lnTo>
                  <a:lnTo>
                    <a:pt x="3371" y="3189"/>
                  </a:lnTo>
                  <a:lnTo>
                    <a:pt x="3290" y="3267"/>
                  </a:lnTo>
                  <a:lnTo>
                    <a:pt x="3197" y="3352"/>
                  </a:lnTo>
                  <a:lnTo>
                    <a:pt x="3095" y="3444"/>
                  </a:lnTo>
                  <a:lnTo>
                    <a:pt x="2985" y="3539"/>
                  </a:lnTo>
                  <a:lnTo>
                    <a:pt x="2928" y="3587"/>
                  </a:lnTo>
                  <a:lnTo>
                    <a:pt x="2869" y="3635"/>
                  </a:lnTo>
                  <a:lnTo>
                    <a:pt x="2809" y="3683"/>
                  </a:lnTo>
                  <a:lnTo>
                    <a:pt x="2748" y="3730"/>
                  </a:lnTo>
                  <a:lnTo>
                    <a:pt x="2688" y="3776"/>
                  </a:lnTo>
                  <a:lnTo>
                    <a:pt x="2627" y="3821"/>
                  </a:lnTo>
                  <a:lnTo>
                    <a:pt x="2565" y="3864"/>
                  </a:lnTo>
                  <a:lnTo>
                    <a:pt x="2504" y="3905"/>
                  </a:lnTo>
                  <a:lnTo>
                    <a:pt x="2443" y="3945"/>
                  </a:lnTo>
                  <a:lnTo>
                    <a:pt x="2384" y="3981"/>
                  </a:lnTo>
                  <a:lnTo>
                    <a:pt x="2324" y="4015"/>
                  </a:lnTo>
                  <a:lnTo>
                    <a:pt x="2267" y="4046"/>
                  </a:lnTo>
                  <a:lnTo>
                    <a:pt x="2211" y="4073"/>
                  </a:lnTo>
                  <a:lnTo>
                    <a:pt x="2157" y="4096"/>
                  </a:lnTo>
                  <a:lnTo>
                    <a:pt x="2130" y="4106"/>
                  </a:lnTo>
                  <a:lnTo>
                    <a:pt x="2105" y="4115"/>
                  </a:lnTo>
                  <a:lnTo>
                    <a:pt x="2079" y="4122"/>
                  </a:lnTo>
                  <a:lnTo>
                    <a:pt x="2055" y="4130"/>
                  </a:lnTo>
                  <a:lnTo>
                    <a:pt x="2031" y="4135"/>
                  </a:lnTo>
                  <a:lnTo>
                    <a:pt x="2008" y="4139"/>
                  </a:lnTo>
                  <a:lnTo>
                    <a:pt x="1985" y="4143"/>
                  </a:lnTo>
                  <a:lnTo>
                    <a:pt x="1962" y="4144"/>
                  </a:lnTo>
                  <a:lnTo>
                    <a:pt x="1962" y="4144"/>
                  </a:lnTo>
                  <a:lnTo>
                    <a:pt x="1926" y="4145"/>
                  </a:lnTo>
                  <a:lnTo>
                    <a:pt x="1892" y="4144"/>
                  </a:lnTo>
                  <a:lnTo>
                    <a:pt x="1856" y="4140"/>
                  </a:lnTo>
                  <a:lnTo>
                    <a:pt x="1823" y="4134"/>
                  </a:lnTo>
                  <a:lnTo>
                    <a:pt x="1789" y="4126"/>
                  </a:lnTo>
                  <a:lnTo>
                    <a:pt x="1757" y="4116"/>
                  </a:lnTo>
                  <a:lnTo>
                    <a:pt x="1726" y="4105"/>
                  </a:lnTo>
                  <a:lnTo>
                    <a:pt x="1694" y="4092"/>
                  </a:lnTo>
                  <a:lnTo>
                    <a:pt x="1663" y="4076"/>
                  </a:lnTo>
                  <a:lnTo>
                    <a:pt x="1634" y="4060"/>
                  </a:lnTo>
                  <a:lnTo>
                    <a:pt x="1604" y="4042"/>
                  </a:lnTo>
                  <a:lnTo>
                    <a:pt x="1576" y="4021"/>
                  </a:lnTo>
                  <a:lnTo>
                    <a:pt x="1548" y="4001"/>
                  </a:lnTo>
                  <a:lnTo>
                    <a:pt x="1520" y="3979"/>
                  </a:lnTo>
                  <a:lnTo>
                    <a:pt x="1493" y="3956"/>
                  </a:lnTo>
                  <a:lnTo>
                    <a:pt x="1466" y="3932"/>
                  </a:lnTo>
                  <a:lnTo>
                    <a:pt x="1441" y="3908"/>
                  </a:lnTo>
                  <a:lnTo>
                    <a:pt x="1415" y="3882"/>
                  </a:lnTo>
                  <a:lnTo>
                    <a:pt x="1391" y="3855"/>
                  </a:lnTo>
                  <a:lnTo>
                    <a:pt x="1367" y="3828"/>
                  </a:lnTo>
                  <a:lnTo>
                    <a:pt x="1320" y="3773"/>
                  </a:lnTo>
                  <a:lnTo>
                    <a:pt x="1275" y="3718"/>
                  </a:lnTo>
                  <a:lnTo>
                    <a:pt x="1232" y="3661"/>
                  </a:lnTo>
                  <a:lnTo>
                    <a:pt x="1191" y="3606"/>
                  </a:lnTo>
                  <a:lnTo>
                    <a:pt x="1113" y="3497"/>
                  </a:lnTo>
                  <a:lnTo>
                    <a:pt x="1113" y="3497"/>
                  </a:lnTo>
                  <a:lnTo>
                    <a:pt x="1078" y="3449"/>
                  </a:lnTo>
                  <a:lnTo>
                    <a:pt x="1044" y="3400"/>
                  </a:lnTo>
                  <a:lnTo>
                    <a:pt x="1012" y="3350"/>
                  </a:lnTo>
                  <a:lnTo>
                    <a:pt x="980" y="3299"/>
                  </a:lnTo>
                  <a:lnTo>
                    <a:pt x="948" y="3248"/>
                  </a:lnTo>
                  <a:lnTo>
                    <a:pt x="919" y="3196"/>
                  </a:lnTo>
                  <a:lnTo>
                    <a:pt x="888" y="3143"/>
                  </a:lnTo>
                  <a:lnTo>
                    <a:pt x="860" y="3091"/>
                  </a:lnTo>
                  <a:lnTo>
                    <a:pt x="832" y="3037"/>
                  </a:lnTo>
                  <a:lnTo>
                    <a:pt x="805" y="2983"/>
                  </a:lnTo>
                  <a:lnTo>
                    <a:pt x="752" y="2875"/>
                  </a:lnTo>
                  <a:lnTo>
                    <a:pt x="702" y="2765"/>
                  </a:lnTo>
                  <a:lnTo>
                    <a:pt x="655" y="2654"/>
                  </a:lnTo>
                  <a:lnTo>
                    <a:pt x="607" y="2541"/>
                  </a:lnTo>
                  <a:lnTo>
                    <a:pt x="564" y="2427"/>
                  </a:lnTo>
                  <a:lnTo>
                    <a:pt x="521" y="2315"/>
                  </a:lnTo>
                  <a:lnTo>
                    <a:pt x="479" y="2201"/>
                  </a:lnTo>
                  <a:lnTo>
                    <a:pt x="397" y="1973"/>
                  </a:lnTo>
                  <a:lnTo>
                    <a:pt x="316" y="1748"/>
                  </a:lnTo>
                  <a:lnTo>
                    <a:pt x="316" y="1748"/>
                  </a:lnTo>
                  <a:lnTo>
                    <a:pt x="293" y="1686"/>
                  </a:lnTo>
                  <a:lnTo>
                    <a:pt x="269" y="1622"/>
                  </a:lnTo>
                  <a:lnTo>
                    <a:pt x="242" y="1561"/>
                  </a:lnTo>
                  <a:lnTo>
                    <a:pt x="217" y="1499"/>
                  </a:lnTo>
                  <a:lnTo>
                    <a:pt x="190" y="1439"/>
                  </a:lnTo>
                  <a:lnTo>
                    <a:pt x="163" y="1383"/>
                  </a:lnTo>
                  <a:lnTo>
                    <a:pt x="113" y="1277"/>
                  </a:lnTo>
                  <a:lnTo>
                    <a:pt x="69" y="1187"/>
                  </a:lnTo>
                  <a:lnTo>
                    <a:pt x="33" y="1118"/>
                  </a:lnTo>
                  <a:lnTo>
                    <a:pt x="0" y="1058"/>
                  </a:lnTo>
                  <a:lnTo>
                    <a:pt x="0" y="1058"/>
                  </a:lnTo>
                  <a:lnTo>
                    <a:pt x="11" y="1061"/>
                  </a:lnTo>
                  <a:lnTo>
                    <a:pt x="27" y="1063"/>
                  </a:lnTo>
                  <a:lnTo>
                    <a:pt x="48" y="1066"/>
                  </a:lnTo>
                  <a:lnTo>
                    <a:pt x="78" y="1067"/>
                  </a:lnTo>
                  <a:lnTo>
                    <a:pt x="115" y="1066"/>
                  </a:lnTo>
                  <a:lnTo>
                    <a:pt x="159" y="1062"/>
                  </a:lnTo>
                  <a:lnTo>
                    <a:pt x="213" y="10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0" name="Freeform 11">
              <a:extLst>
                <a:ext uri="{FF2B5EF4-FFF2-40B4-BE49-F238E27FC236}">
                  <a16:creationId xmlns:a16="http://schemas.microsoft.com/office/drawing/2014/main" id="{7283FEB1-D167-6D83-AACC-F5E10F445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46"/>
              <a:ext cx="1099" cy="1173"/>
            </a:xfrm>
            <a:custGeom>
              <a:avLst/>
              <a:gdLst>
                <a:gd name="T0" fmla="*/ 691 w 3298"/>
                <a:gd name="T1" fmla="*/ 3455 h 3518"/>
                <a:gd name="T2" fmla="*/ 548 w 3298"/>
                <a:gd name="T3" fmla="*/ 3329 h 3518"/>
                <a:gd name="T4" fmla="*/ 408 w 3298"/>
                <a:gd name="T5" fmla="*/ 3182 h 3518"/>
                <a:gd name="T6" fmla="*/ 286 w 3298"/>
                <a:gd name="T7" fmla="*/ 2993 h 3518"/>
                <a:gd name="T8" fmla="*/ 141 w 3298"/>
                <a:gd name="T9" fmla="*/ 2691 h 3518"/>
                <a:gd name="T10" fmla="*/ 52 w 3298"/>
                <a:gd name="T11" fmla="*/ 2451 h 3518"/>
                <a:gd name="T12" fmla="*/ 29 w 3298"/>
                <a:gd name="T13" fmla="*/ 2259 h 3518"/>
                <a:gd name="T14" fmla="*/ 7 w 3298"/>
                <a:gd name="T15" fmla="*/ 1868 h 3518"/>
                <a:gd name="T16" fmla="*/ 0 w 3298"/>
                <a:gd name="T17" fmla="*/ 1544 h 3518"/>
                <a:gd name="T18" fmla="*/ 16 w 3298"/>
                <a:gd name="T19" fmla="*/ 1042 h 3518"/>
                <a:gd name="T20" fmla="*/ 53 w 3298"/>
                <a:gd name="T21" fmla="*/ 799 h 3518"/>
                <a:gd name="T22" fmla="*/ 117 w 3298"/>
                <a:gd name="T23" fmla="*/ 600 h 3518"/>
                <a:gd name="T24" fmla="*/ 201 w 3298"/>
                <a:gd name="T25" fmla="*/ 451 h 3518"/>
                <a:gd name="T26" fmla="*/ 357 w 3298"/>
                <a:gd name="T27" fmla="*/ 274 h 3518"/>
                <a:gd name="T28" fmla="*/ 524 w 3298"/>
                <a:gd name="T29" fmla="*/ 129 h 3518"/>
                <a:gd name="T30" fmla="*/ 621 w 3298"/>
                <a:gd name="T31" fmla="*/ 59 h 3518"/>
                <a:gd name="T32" fmla="*/ 735 w 3298"/>
                <a:gd name="T33" fmla="*/ 19 h 3518"/>
                <a:gd name="T34" fmla="*/ 919 w 3298"/>
                <a:gd name="T35" fmla="*/ 0 h 3518"/>
                <a:gd name="T36" fmla="*/ 1059 w 3298"/>
                <a:gd name="T37" fmla="*/ 3 h 3518"/>
                <a:gd name="T38" fmla="*/ 1317 w 3298"/>
                <a:gd name="T39" fmla="*/ 64 h 3518"/>
                <a:gd name="T40" fmla="*/ 1479 w 3298"/>
                <a:gd name="T41" fmla="*/ 134 h 3518"/>
                <a:gd name="T42" fmla="*/ 1541 w 3298"/>
                <a:gd name="T43" fmla="*/ 192 h 3518"/>
                <a:gd name="T44" fmla="*/ 1654 w 3298"/>
                <a:gd name="T45" fmla="*/ 355 h 3518"/>
                <a:gd name="T46" fmla="*/ 1762 w 3298"/>
                <a:gd name="T47" fmla="*/ 566 h 3518"/>
                <a:gd name="T48" fmla="*/ 1829 w 3298"/>
                <a:gd name="T49" fmla="*/ 740 h 3518"/>
                <a:gd name="T50" fmla="*/ 1886 w 3298"/>
                <a:gd name="T51" fmla="*/ 867 h 3518"/>
                <a:gd name="T52" fmla="*/ 2038 w 3298"/>
                <a:gd name="T53" fmla="*/ 1076 h 3518"/>
                <a:gd name="T54" fmla="*/ 2261 w 3298"/>
                <a:gd name="T55" fmla="*/ 1331 h 3518"/>
                <a:gd name="T56" fmla="*/ 2324 w 3298"/>
                <a:gd name="T57" fmla="*/ 1401 h 3518"/>
                <a:gd name="T58" fmla="*/ 2441 w 3298"/>
                <a:gd name="T59" fmla="*/ 1480 h 3518"/>
                <a:gd name="T60" fmla="*/ 2621 w 3298"/>
                <a:gd name="T61" fmla="*/ 1555 h 3518"/>
                <a:gd name="T62" fmla="*/ 2730 w 3298"/>
                <a:gd name="T63" fmla="*/ 1893 h 3518"/>
                <a:gd name="T64" fmla="*/ 2939 w 3298"/>
                <a:gd name="T65" fmla="*/ 1621 h 3518"/>
                <a:gd name="T66" fmla="*/ 2985 w 3298"/>
                <a:gd name="T67" fmla="*/ 1579 h 3518"/>
                <a:gd name="T68" fmla="*/ 3058 w 3298"/>
                <a:gd name="T69" fmla="*/ 1548 h 3518"/>
                <a:gd name="T70" fmla="*/ 3141 w 3298"/>
                <a:gd name="T71" fmla="*/ 1535 h 3518"/>
                <a:gd name="T72" fmla="*/ 3203 w 3298"/>
                <a:gd name="T73" fmla="*/ 1544 h 3518"/>
                <a:gd name="T74" fmla="*/ 3257 w 3298"/>
                <a:gd name="T75" fmla="*/ 1590 h 3518"/>
                <a:gd name="T76" fmla="*/ 3285 w 3298"/>
                <a:gd name="T77" fmla="*/ 1668 h 3518"/>
                <a:gd name="T78" fmla="*/ 3298 w 3298"/>
                <a:gd name="T79" fmla="*/ 1808 h 3518"/>
                <a:gd name="T80" fmla="*/ 3261 w 3298"/>
                <a:gd name="T81" fmla="*/ 1956 h 3518"/>
                <a:gd name="T82" fmla="*/ 3138 w 3298"/>
                <a:gd name="T83" fmla="*/ 2227 h 3518"/>
                <a:gd name="T84" fmla="*/ 3059 w 3298"/>
                <a:gd name="T85" fmla="*/ 2350 h 3518"/>
                <a:gd name="T86" fmla="*/ 2957 w 3298"/>
                <a:gd name="T87" fmla="*/ 2451 h 3518"/>
                <a:gd name="T88" fmla="*/ 2834 w 3298"/>
                <a:gd name="T89" fmla="*/ 2512 h 3518"/>
                <a:gd name="T90" fmla="*/ 2729 w 3298"/>
                <a:gd name="T91" fmla="*/ 2518 h 3518"/>
                <a:gd name="T92" fmla="*/ 2642 w 3298"/>
                <a:gd name="T93" fmla="*/ 2490 h 3518"/>
                <a:gd name="T94" fmla="*/ 2607 w 3298"/>
                <a:gd name="T95" fmla="*/ 2452 h 3518"/>
                <a:gd name="T96" fmla="*/ 2583 w 3298"/>
                <a:gd name="T97" fmla="*/ 2483 h 3518"/>
                <a:gd name="T98" fmla="*/ 2506 w 3298"/>
                <a:gd name="T99" fmla="*/ 2644 h 3518"/>
                <a:gd name="T100" fmla="*/ 2425 w 3298"/>
                <a:gd name="T101" fmla="*/ 2780 h 3518"/>
                <a:gd name="T102" fmla="*/ 2337 w 3298"/>
                <a:gd name="T103" fmla="*/ 2888 h 3518"/>
                <a:gd name="T104" fmla="*/ 2175 w 3298"/>
                <a:gd name="T105" fmla="*/ 3018 h 3518"/>
                <a:gd name="T106" fmla="*/ 1919 w 3298"/>
                <a:gd name="T107" fmla="*/ 3193 h 3518"/>
                <a:gd name="T108" fmla="*/ 1653 w 3298"/>
                <a:gd name="T109" fmla="*/ 3357 h 3518"/>
                <a:gd name="T110" fmla="*/ 1409 w 3298"/>
                <a:gd name="T111" fmla="*/ 3458 h 3518"/>
                <a:gd name="T112" fmla="*/ 1156 w 3298"/>
                <a:gd name="T113" fmla="*/ 3508 h 3518"/>
                <a:gd name="T114" fmla="*/ 931 w 3298"/>
                <a:gd name="T115" fmla="*/ 3518 h 3518"/>
                <a:gd name="T116" fmla="*/ 825 w 3298"/>
                <a:gd name="T117" fmla="*/ 3508 h 3518"/>
                <a:gd name="T118" fmla="*/ 736 w 3298"/>
                <a:gd name="T119" fmla="*/ 3481 h 3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98" h="3518">
                  <a:moveTo>
                    <a:pt x="736" y="3481"/>
                  </a:moveTo>
                  <a:lnTo>
                    <a:pt x="736" y="3481"/>
                  </a:lnTo>
                  <a:lnTo>
                    <a:pt x="721" y="3473"/>
                  </a:lnTo>
                  <a:lnTo>
                    <a:pt x="707" y="3466"/>
                  </a:lnTo>
                  <a:lnTo>
                    <a:pt x="691" y="3455"/>
                  </a:lnTo>
                  <a:lnTo>
                    <a:pt x="677" y="3445"/>
                  </a:lnTo>
                  <a:lnTo>
                    <a:pt x="648" y="3422"/>
                  </a:lnTo>
                  <a:lnTo>
                    <a:pt x="617" y="3395"/>
                  </a:lnTo>
                  <a:lnTo>
                    <a:pt x="584" y="3363"/>
                  </a:lnTo>
                  <a:lnTo>
                    <a:pt x="548" y="3329"/>
                  </a:lnTo>
                  <a:lnTo>
                    <a:pt x="463" y="3243"/>
                  </a:lnTo>
                  <a:lnTo>
                    <a:pt x="463" y="3243"/>
                  </a:lnTo>
                  <a:lnTo>
                    <a:pt x="444" y="3224"/>
                  </a:lnTo>
                  <a:lnTo>
                    <a:pt x="426" y="3204"/>
                  </a:lnTo>
                  <a:lnTo>
                    <a:pt x="408" y="3182"/>
                  </a:lnTo>
                  <a:lnTo>
                    <a:pt x="390" y="3159"/>
                  </a:lnTo>
                  <a:lnTo>
                    <a:pt x="372" y="3133"/>
                  </a:lnTo>
                  <a:lnTo>
                    <a:pt x="354" y="3108"/>
                  </a:lnTo>
                  <a:lnTo>
                    <a:pt x="319" y="3051"/>
                  </a:lnTo>
                  <a:lnTo>
                    <a:pt x="286" y="2993"/>
                  </a:lnTo>
                  <a:lnTo>
                    <a:pt x="254" y="2933"/>
                  </a:lnTo>
                  <a:lnTo>
                    <a:pt x="222" y="2871"/>
                  </a:lnTo>
                  <a:lnTo>
                    <a:pt x="192" y="2809"/>
                  </a:lnTo>
                  <a:lnTo>
                    <a:pt x="166" y="2748"/>
                  </a:lnTo>
                  <a:lnTo>
                    <a:pt x="141" y="2691"/>
                  </a:lnTo>
                  <a:lnTo>
                    <a:pt x="118" y="2636"/>
                  </a:lnTo>
                  <a:lnTo>
                    <a:pt x="99" y="2585"/>
                  </a:lnTo>
                  <a:lnTo>
                    <a:pt x="69" y="2503"/>
                  </a:lnTo>
                  <a:lnTo>
                    <a:pt x="52" y="2451"/>
                  </a:lnTo>
                  <a:lnTo>
                    <a:pt x="52" y="2451"/>
                  </a:lnTo>
                  <a:lnTo>
                    <a:pt x="47" y="2431"/>
                  </a:lnTo>
                  <a:lnTo>
                    <a:pt x="43" y="2406"/>
                  </a:lnTo>
                  <a:lnTo>
                    <a:pt x="39" y="2374"/>
                  </a:lnTo>
                  <a:lnTo>
                    <a:pt x="35" y="2339"/>
                  </a:lnTo>
                  <a:lnTo>
                    <a:pt x="29" y="2259"/>
                  </a:lnTo>
                  <a:lnTo>
                    <a:pt x="24" y="2171"/>
                  </a:lnTo>
                  <a:lnTo>
                    <a:pt x="16" y="1997"/>
                  </a:lnTo>
                  <a:lnTo>
                    <a:pt x="11" y="1924"/>
                  </a:lnTo>
                  <a:lnTo>
                    <a:pt x="7" y="1868"/>
                  </a:lnTo>
                  <a:lnTo>
                    <a:pt x="7" y="1868"/>
                  </a:lnTo>
                  <a:lnTo>
                    <a:pt x="5" y="1842"/>
                  </a:lnTo>
                  <a:lnTo>
                    <a:pt x="3" y="1811"/>
                  </a:lnTo>
                  <a:lnTo>
                    <a:pt x="1" y="1733"/>
                  </a:lnTo>
                  <a:lnTo>
                    <a:pt x="0" y="1644"/>
                  </a:lnTo>
                  <a:lnTo>
                    <a:pt x="0" y="1544"/>
                  </a:lnTo>
                  <a:lnTo>
                    <a:pt x="2" y="1345"/>
                  </a:lnTo>
                  <a:lnTo>
                    <a:pt x="7" y="1184"/>
                  </a:lnTo>
                  <a:lnTo>
                    <a:pt x="7" y="1184"/>
                  </a:lnTo>
                  <a:lnTo>
                    <a:pt x="11" y="1115"/>
                  </a:lnTo>
                  <a:lnTo>
                    <a:pt x="16" y="1042"/>
                  </a:lnTo>
                  <a:lnTo>
                    <a:pt x="25" y="963"/>
                  </a:lnTo>
                  <a:lnTo>
                    <a:pt x="30" y="923"/>
                  </a:lnTo>
                  <a:lnTo>
                    <a:pt x="37" y="882"/>
                  </a:lnTo>
                  <a:lnTo>
                    <a:pt x="44" y="841"/>
                  </a:lnTo>
                  <a:lnTo>
                    <a:pt x="53" y="799"/>
                  </a:lnTo>
                  <a:lnTo>
                    <a:pt x="63" y="758"/>
                  </a:lnTo>
                  <a:lnTo>
                    <a:pt x="75" y="717"/>
                  </a:lnTo>
                  <a:lnTo>
                    <a:pt x="88" y="678"/>
                  </a:lnTo>
                  <a:lnTo>
                    <a:pt x="102" y="638"/>
                  </a:lnTo>
                  <a:lnTo>
                    <a:pt x="117" y="600"/>
                  </a:lnTo>
                  <a:lnTo>
                    <a:pt x="134" y="561"/>
                  </a:lnTo>
                  <a:lnTo>
                    <a:pt x="134" y="561"/>
                  </a:lnTo>
                  <a:lnTo>
                    <a:pt x="153" y="524"/>
                  </a:lnTo>
                  <a:lnTo>
                    <a:pt x="176" y="487"/>
                  </a:lnTo>
                  <a:lnTo>
                    <a:pt x="201" y="451"/>
                  </a:lnTo>
                  <a:lnTo>
                    <a:pt x="229" y="414"/>
                  </a:lnTo>
                  <a:lnTo>
                    <a:pt x="259" y="377"/>
                  </a:lnTo>
                  <a:lnTo>
                    <a:pt x="291" y="343"/>
                  </a:lnTo>
                  <a:lnTo>
                    <a:pt x="324" y="308"/>
                  </a:lnTo>
                  <a:lnTo>
                    <a:pt x="357" y="274"/>
                  </a:lnTo>
                  <a:lnTo>
                    <a:pt x="391" y="242"/>
                  </a:lnTo>
                  <a:lnTo>
                    <a:pt x="425" y="211"/>
                  </a:lnTo>
                  <a:lnTo>
                    <a:pt x="459" y="182"/>
                  </a:lnTo>
                  <a:lnTo>
                    <a:pt x="492" y="153"/>
                  </a:lnTo>
                  <a:lnTo>
                    <a:pt x="524" y="129"/>
                  </a:lnTo>
                  <a:lnTo>
                    <a:pt x="554" y="106"/>
                  </a:lnTo>
                  <a:lnTo>
                    <a:pt x="583" y="84"/>
                  </a:lnTo>
                  <a:lnTo>
                    <a:pt x="608" y="67"/>
                  </a:lnTo>
                  <a:lnTo>
                    <a:pt x="608" y="67"/>
                  </a:lnTo>
                  <a:lnTo>
                    <a:pt x="621" y="59"/>
                  </a:lnTo>
                  <a:lnTo>
                    <a:pt x="635" y="51"/>
                  </a:lnTo>
                  <a:lnTo>
                    <a:pt x="651" y="45"/>
                  </a:lnTo>
                  <a:lnTo>
                    <a:pt x="666" y="38"/>
                  </a:lnTo>
                  <a:lnTo>
                    <a:pt x="699" y="28"/>
                  </a:lnTo>
                  <a:lnTo>
                    <a:pt x="735" y="19"/>
                  </a:lnTo>
                  <a:lnTo>
                    <a:pt x="772" y="13"/>
                  </a:lnTo>
                  <a:lnTo>
                    <a:pt x="809" y="8"/>
                  </a:lnTo>
                  <a:lnTo>
                    <a:pt x="847" y="4"/>
                  </a:lnTo>
                  <a:lnTo>
                    <a:pt x="883" y="1"/>
                  </a:lnTo>
                  <a:lnTo>
                    <a:pt x="919" y="0"/>
                  </a:lnTo>
                  <a:lnTo>
                    <a:pt x="952" y="0"/>
                  </a:lnTo>
                  <a:lnTo>
                    <a:pt x="1007" y="0"/>
                  </a:lnTo>
                  <a:lnTo>
                    <a:pt x="1045" y="1"/>
                  </a:lnTo>
                  <a:lnTo>
                    <a:pt x="1059" y="3"/>
                  </a:lnTo>
                  <a:lnTo>
                    <a:pt x="1059" y="3"/>
                  </a:lnTo>
                  <a:lnTo>
                    <a:pt x="1114" y="13"/>
                  </a:lnTo>
                  <a:lnTo>
                    <a:pt x="1171" y="26"/>
                  </a:lnTo>
                  <a:lnTo>
                    <a:pt x="1242" y="43"/>
                  </a:lnTo>
                  <a:lnTo>
                    <a:pt x="1279" y="54"/>
                  </a:lnTo>
                  <a:lnTo>
                    <a:pt x="1317" y="64"/>
                  </a:lnTo>
                  <a:lnTo>
                    <a:pt x="1353" y="77"/>
                  </a:lnTo>
                  <a:lnTo>
                    <a:pt x="1388" y="90"/>
                  </a:lnTo>
                  <a:lnTo>
                    <a:pt x="1423" y="104"/>
                  </a:lnTo>
                  <a:lnTo>
                    <a:pt x="1452" y="119"/>
                  </a:lnTo>
                  <a:lnTo>
                    <a:pt x="1479" y="134"/>
                  </a:lnTo>
                  <a:lnTo>
                    <a:pt x="1490" y="142"/>
                  </a:lnTo>
                  <a:lnTo>
                    <a:pt x="1501" y="150"/>
                  </a:lnTo>
                  <a:lnTo>
                    <a:pt x="1501" y="150"/>
                  </a:lnTo>
                  <a:lnTo>
                    <a:pt x="1520" y="169"/>
                  </a:lnTo>
                  <a:lnTo>
                    <a:pt x="1541" y="192"/>
                  </a:lnTo>
                  <a:lnTo>
                    <a:pt x="1563" y="219"/>
                  </a:lnTo>
                  <a:lnTo>
                    <a:pt x="1585" y="248"/>
                  </a:lnTo>
                  <a:lnTo>
                    <a:pt x="1608" y="281"/>
                  </a:lnTo>
                  <a:lnTo>
                    <a:pt x="1631" y="317"/>
                  </a:lnTo>
                  <a:lnTo>
                    <a:pt x="1654" y="355"/>
                  </a:lnTo>
                  <a:lnTo>
                    <a:pt x="1677" y="395"/>
                  </a:lnTo>
                  <a:lnTo>
                    <a:pt x="1700" y="436"/>
                  </a:lnTo>
                  <a:lnTo>
                    <a:pt x="1721" y="479"/>
                  </a:lnTo>
                  <a:lnTo>
                    <a:pt x="1743" y="523"/>
                  </a:lnTo>
                  <a:lnTo>
                    <a:pt x="1762" y="566"/>
                  </a:lnTo>
                  <a:lnTo>
                    <a:pt x="1781" y="611"/>
                  </a:lnTo>
                  <a:lnTo>
                    <a:pt x="1799" y="655"/>
                  </a:lnTo>
                  <a:lnTo>
                    <a:pt x="1815" y="698"/>
                  </a:lnTo>
                  <a:lnTo>
                    <a:pt x="1829" y="740"/>
                  </a:lnTo>
                  <a:lnTo>
                    <a:pt x="1829" y="740"/>
                  </a:lnTo>
                  <a:lnTo>
                    <a:pt x="1836" y="761"/>
                  </a:lnTo>
                  <a:lnTo>
                    <a:pt x="1844" y="781"/>
                  </a:lnTo>
                  <a:lnTo>
                    <a:pt x="1853" y="803"/>
                  </a:lnTo>
                  <a:lnTo>
                    <a:pt x="1863" y="823"/>
                  </a:lnTo>
                  <a:lnTo>
                    <a:pt x="1886" y="867"/>
                  </a:lnTo>
                  <a:lnTo>
                    <a:pt x="1912" y="909"/>
                  </a:lnTo>
                  <a:lnTo>
                    <a:pt x="1941" y="951"/>
                  </a:lnTo>
                  <a:lnTo>
                    <a:pt x="1972" y="993"/>
                  </a:lnTo>
                  <a:lnTo>
                    <a:pt x="2004" y="1035"/>
                  </a:lnTo>
                  <a:lnTo>
                    <a:pt x="2038" y="1076"/>
                  </a:lnTo>
                  <a:lnTo>
                    <a:pt x="2072" y="1116"/>
                  </a:lnTo>
                  <a:lnTo>
                    <a:pt x="2106" y="1156"/>
                  </a:lnTo>
                  <a:lnTo>
                    <a:pt x="2173" y="1231"/>
                  </a:lnTo>
                  <a:lnTo>
                    <a:pt x="2235" y="1300"/>
                  </a:lnTo>
                  <a:lnTo>
                    <a:pt x="2261" y="1331"/>
                  </a:lnTo>
                  <a:lnTo>
                    <a:pt x="2286" y="1360"/>
                  </a:lnTo>
                  <a:lnTo>
                    <a:pt x="2286" y="1360"/>
                  </a:lnTo>
                  <a:lnTo>
                    <a:pt x="2297" y="1374"/>
                  </a:lnTo>
                  <a:lnTo>
                    <a:pt x="2310" y="1388"/>
                  </a:lnTo>
                  <a:lnTo>
                    <a:pt x="2324" y="1401"/>
                  </a:lnTo>
                  <a:lnTo>
                    <a:pt x="2339" y="1414"/>
                  </a:lnTo>
                  <a:lnTo>
                    <a:pt x="2355" y="1427"/>
                  </a:lnTo>
                  <a:lnTo>
                    <a:pt x="2371" y="1438"/>
                  </a:lnTo>
                  <a:lnTo>
                    <a:pt x="2406" y="1460"/>
                  </a:lnTo>
                  <a:lnTo>
                    <a:pt x="2441" y="1480"/>
                  </a:lnTo>
                  <a:lnTo>
                    <a:pt x="2478" y="1498"/>
                  </a:lnTo>
                  <a:lnTo>
                    <a:pt x="2517" y="1515"/>
                  </a:lnTo>
                  <a:lnTo>
                    <a:pt x="2552" y="1530"/>
                  </a:lnTo>
                  <a:lnTo>
                    <a:pt x="2588" y="1543"/>
                  </a:lnTo>
                  <a:lnTo>
                    <a:pt x="2621" y="1555"/>
                  </a:lnTo>
                  <a:lnTo>
                    <a:pt x="2677" y="1572"/>
                  </a:lnTo>
                  <a:lnTo>
                    <a:pt x="2716" y="1583"/>
                  </a:lnTo>
                  <a:lnTo>
                    <a:pt x="2730" y="1585"/>
                  </a:lnTo>
                  <a:lnTo>
                    <a:pt x="2730" y="1893"/>
                  </a:lnTo>
                  <a:lnTo>
                    <a:pt x="2730" y="1893"/>
                  </a:lnTo>
                  <a:lnTo>
                    <a:pt x="2759" y="1852"/>
                  </a:lnTo>
                  <a:lnTo>
                    <a:pt x="2828" y="1760"/>
                  </a:lnTo>
                  <a:lnTo>
                    <a:pt x="2868" y="1709"/>
                  </a:lnTo>
                  <a:lnTo>
                    <a:pt x="2906" y="1661"/>
                  </a:lnTo>
                  <a:lnTo>
                    <a:pt x="2939" y="1621"/>
                  </a:lnTo>
                  <a:lnTo>
                    <a:pt x="2952" y="1606"/>
                  </a:lnTo>
                  <a:lnTo>
                    <a:pt x="2963" y="1595"/>
                  </a:lnTo>
                  <a:lnTo>
                    <a:pt x="2963" y="1595"/>
                  </a:lnTo>
                  <a:lnTo>
                    <a:pt x="2974" y="1588"/>
                  </a:lnTo>
                  <a:lnTo>
                    <a:pt x="2985" y="1579"/>
                  </a:lnTo>
                  <a:lnTo>
                    <a:pt x="2998" y="1572"/>
                  </a:lnTo>
                  <a:lnTo>
                    <a:pt x="3012" y="1565"/>
                  </a:lnTo>
                  <a:lnTo>
                    <a:pt x="3026" y="1558"/>
                  </a:lnTo>
                  <a:lnTo>
                    <a:pt x="3041" y="1553"/>
                  </a:lnTo>
                  <a:lnTo>
                    <a:pt x="3058" y="1548"/>
                  </a:lnTo>
                  <a:lnTo>
                    <a:pt x="3073" y="1544"/>
                  </a:lnTo>
                  <a:lnTo>
                    <a:pt x="3091" y="1540"/>
                  </a:lnTo>
                  <a:lnTo>
                    <a:pt x="3108" y="1538"/>
                  </a:lnTo>
                  <a:lnTo>
                    <a:pt x="3124" y="1537"/>
                  </a:lnTo>
                  <a:lnTo>
                    <a:pt x="3141" y="1535"/>
                  </a:lnTo>
                  <a:lnTo>
                    <a:pt x="3157" y="1537"/>
                  </a:lnTo>
                  <a:lnTo>
                    <a:pt x="3173" y="1538"/>
                  </a:lnTo>
                  <a:lnTo>
                    <a:pt x="3188" y="1540"/>
                  </a:lnTo>
                  <a:lnTo>
                    <a:pt x="3203" y="1544"/>
                  </a:lnTo>
                  <a:lnTo>
                    <a:pt x="3203" y="1544"/>
                  </a:lnTo>
                  <a:lnTo>
                    <a:pt x="3216" y="1551"/>
                  </a:lnTo>
                  <a:lnTo>
                    <a:pt x="3229" y="1558"/>
                  </a:lnTo>
                  <a:lnTo>
                    <a:pt x="3239" y="1567"/>
                  </a:lnTo>
                  <a:lnTo>
                    <a:pt x="3249" y="1578"/>
                  </a:lnTo>
                  <a:lnTo>
                    <a:pt x="3257" y="1590"/>
                  </a:lnTo>
                  <a:lnTo>
                    <a:pt x="3265" y="1603"/>
                  </a:lnTo>
                  <a:lnTo>
                    <a:pt x="3271" y="1618"/>
                  </a:lnTo>
                  <a:lnTo>
                    <a:pt x="3276" y="1634"/>
                  </a:lnTo>
                  <a:lnTo>
                    <a:pt x="3281" y="1650"/>
                  </a:lnTo>
                  <a:lnTo>
                    <a:pt x="3285" y="1668"/>
                  </a:lnTo>
                  <a:lnTo>
                    <a:pt x="3291" y="1705"/>
                  </a:lnTo>
                  <a:lnTo>
                    <a:pt x="3295" y="1745"/>
                  </a:lnTo>
                  <a:lnTo>
                    <a:pt x="3298" y="1786"/>
                  </a:lnTo>
                  <a:lnTo>
                    <a:pt x="3298" y="1786"/>
                  </a:lnTo>
                  <a:lnTo>
                    <a:pt x="3298" y="1808"/>
                  </a:lnTo>
                  <a:lnTo>
                    <a:pt x="3295" y="1832"/>
                  </a:lnTo>
                  <a:lnTo>
                    <a:pt x="3289" y="1860"/>
                  </a:lnTo>
                  <a:lnTo>
                    <a:pt x="3281" y="1891"/>
                  </a:lnTo>
                  <a:lnTo>
                    <a:pt x="3272" y="1923"/>
                  </a:lnTo>
                  <a:lnTo>
                    <a:pt x="3261" y="1956"/>
                  </a:lnTo>
                  <a:lnTo>
                    <a:pt x="3248" y="1990"/>
                  </a:lnTo>
                  <a:lnTo>
                    <a:pt x="3234" y="2025"/>
                  </a:lnTo>
                  <a:lnTo>
                    <a:pt x="3203" y="2097"/>
                  </a:lnTo>
                  <a:lnTo>
                    <a:pt x="3170" y="2164"/>
                  </a:lnTo>
                  <a:lnTo>
                    <a:pt x="3138" y="2227"/>
                  </a:lnTo>
                  <a:lnTo>
                    <a:pt x="3108" y="2279"/>
                  </a:lnTo>
                  <a:lnTo>
                    <a:pt x="3108" y="2279"/>
                  </a:lnTo>
                  <a:lnTo>
                    <a:pt x="3094" y="2304"/>
                  </a:lnTo>
                  <a:lnTo>
                    <a:pt x="3077" y="2327"/>
                  </a:lnTo>
                  <a:lnTo>
                    <a:pt x="3059" y="2350"/>
                  </a:lnTo>
                  <a:lnTo>
                    <a:pt x="3041" y="2371"/>
                  </a:lnTo>
                  <a:lnTo>
                    <a:pt x="3022" y="2393"/>
                  </a:lnTo>
                  <a:lnTo>
                    <a:pt x="3000" y="2414"/>
                  </a:lnTo>
                  <a:lnTo>
                    <a:pt x="2980" y="2433"/>
                  </a:lnTo>
                  <a:lnTo>
                    <a:pt x="2957" y="2451"/>
                  </a:lnTo>
                  <a:lnTo>
                    <a:pt x="2934" y="2466"/>
                  </a:lnTo>
                  <a:lnTo>
                    <a:pt x="2910" y="2481"/>
                  </a:lnTo>
                  <a:lnTo>
                    <a:pt x="2886" y="2493"/>
                  </a:lnTo>
                  <a:lnTo>
                    <a:pt x="2860" y="2503"/>
                  </a:lnTo>
                  <a:lnTo>
                    <a:pt x="2834" y="2512"/>
                  </a:lnTo>
                  <a:lnTo>
                    <a:pt x="2808" y="2517"/>
                  </a:lnTo>
                  <a:lnTo>
                    <a:pt x="2781" y="2521"/>
                  </a:lnTo>
                  <a:lnTo>
                    <a:pt x="2754" y="2521"/>
                  </a:lnTo>
                  <a:lnTo>
                    <a:pt x="2754" y="2521"/>
                  </a:lnTo>
                  <a:lnTo>
                    <a:pt x="2729" y="2518"/>
                  </a:lnTo>
                  <a:lnTo>
                    <a:pt x="2706" y="2515"/>
                  </a:lnTo>
                  <a:lnTo>
                    <a:pt x="2685" y="2511"/>
                  </a:lnTo>
                  <a:lnTo>
                    <a:pt x="2669" y="2504"/>
                  </a:lnTo>
                  <a:lnTo>
                    <a:pt x="2655" y="2498"/>
                  </a:lnTo>
                  <a:lnTo>
                    <a:pt x="2642" y="2490"/>
                  </a:lnTo>
                  <a:lnTo>
                    <a:pt x="2632" y="2483"/>
                  </a:lnTo>
                  <a:lnTo>
                    <a:pt x="2624" y="2474"/>
                  </a:lnTo>
                  <a:lnTo>
                    <a:pt x="2616" y="2466"/>
                  </a:lnTo>
                  <a:lnTo>
                    <a:pt x="2611" y="2458"/>
                  </a:lnTo>
                  <a:lnTo>
                    <a:pt x="2607" y="2452"/>
                  </a:lnTo>
                  <a:lnTo>
                    <a:pt x="2605" y="2446"/>
                  </a:lnTo>
                  <a:lnTo>
                    <a:pt x="2602" y="2435"/>
                  </a:lnTo>
                  <a:lnTo>
                    <a:pt x="2602" y="2431"/>
                  </a:lnTo>
                  <a:lnTo>
                    <a:pt x="2602" y="2431"/>
                  </a:lnTo>
                  <a:lnTo>
                    <a:pt x="2583" y="2483"/>
                  </a:lnTo>
                  <a:lnTo>
                    <a:pt x="2583" y="2483"/>
                  </a:lnTo>
                  <a:lnTo>
                    <a:pt x="2564" y="2529"/>
                  </a:lnTo>
                  <a:lnTo>
                    <a:pt x="2549" y="2562"/>
                  </a:lnTo>
                  <a:lnTo>
                    <a:pt x="2529" y="2601"/>
                  </a:lnTo>
                  <a:lnTo>
                    <a:pt x="2506" y="2644"/>
                  </a:lnTo>
                  <a:lnTo>
                    <a:pt x="2482" y="2690"/>
                  </a:lnTo>
                  <a:lnTo>
                    <a:pt x="2454" y="2734"/>
                  </a:lnTo>
                  <a:lnTo>
                    <a:pt x="2426" y="2780"/>
                  </a:lnTo>
                  <a:lnTo>
                    <a:pt x="2425" y="2780"/>
                  </a:lnTo>
                  <a:lnTo>
                    <a:pt x="2425" y="2780"/>
                  </a:lnTo>
                  <a:lnTo>
                    <a:pt x="2404" y="2810"/>
                  </a:lnTo>
                  <a:lnTo>
                    <a:pt x="2381" y="2838"/>
                  </a:lnTo>
                  <a:lnTo>
                    <a:pt x="2360" y="2865"/>
                  </a:lnTo>
                  <a:lnTo>
                    <a:pt x="2337" y="2888"/>
                  </a:lnTo>
                  <a:lnTo>
                    <a:pt x="2337" y="2888"/>
                  </a:lnTo>
                  <a:lnTo>
                    <a:pt x="2305" y="2916"/>
                  </a:lnTo>
                  <a:lnTo>
                    <a:pt x="2266" y="2948"/>
                  </a:lnTo>
                  <a:lnTo>
                    <a:pt x="2223" y="2982"/>
                  </a:lnTo>
                  <a:lnTo>
                    <a:pt x="2175" y="3018"/>
                  </a:lnTo>
                  <a:lnTo>
                    <a:pt x="2175" y="3018"/>
                  </a:lnTo>
                  <a:lnTo>
                    <a:pt x="2175" y="3018"/>
                  </a:lnTo>
                  <a:lnTo>
                    <a:pt x="2116" y="3060"/>
                  </a:lnTo>
                  <a:lnTo>
                    <a:pt x="2053" y="3104"/>
                  </a:lnTo>
                  <a:lnTo>
                    <a:pt x="1987" y="3149"/>
                  </a:lnTo>
                  <a:lnTo>
                    <a:pt x="1919" y="3193"/>
                  </a:lnTo>
                  <a:lnTo>
                    <a:pt x="1852" y="3237"/>
                  </a:lnTo>
                  <a:lnTo>
                    <a:pt x="1783" y="3279"/>
                  </a:lnTo>
                  <a:lnTo>
                    <a:pt x="1716" y="3320"/>
                  </a:lnTo>
                  <a:lnTo>
                    <a:pt x="1653" y="3357"/>
                  </a:lnTo>
                  <a:lnTo>
                    <a:pt x="1653" y="3357"/>
                  </a:lnTo>
                  <a:lnTo>
                    <a:pt x="1607" y="3383"/>
                  </a:lnTo>
                  <a:lnTo>
                    <a:pt x="1559" y="3404"/>
                  </a:lnTo>
                  <a:lnTo>
                    <a:pt x="1510" y="3425"/>
                  </a:lnTo>
                  <a:lnTo>
                    <a:pt x="1460" y="3443"/>
                  </a:lnTo>
                  <a:lnTo>
                    <a:pt x="1409" y="3458"/>
                  </a:lnTo>
                  <a:lnTo>
                    <a:pt x="1358" y="3472"/>
                  </a:lnTo>
                  <a:lnTo>
                    <a:pt x="1307" y="3484"/>
                  </a:lnTo>
                  <a:lnTo>
                    <a:pt x="1257" y="3494"/>
                  </a:lnTo>
                  <a:lnTo>
                    <a:pt x="1206" y="3501"/>
                  </a:lnTo>
                  <a:lnTo>
                    <a:pt x="1156" y="3508"/>
                  </a:lnTo>
                  <a:lnTo>
                    <a:pt x="1108" y="3513"/>
                  </a:lnTo>
                  <a:lnTo>
                    <a:pt x="1060" y="3516"/>
                  </a:lnTo>
                  <a:lnTo>
                    <a:pt x="1016" y="3518"/>
                  </a:lnTo>
                  <a:lnTo>
                    <a:pt x="972" y="3518"/>
                  </a:lnTo>
                  <a:lnTo>
                    <a:pt x="931" y="3518"/>
                  </a:lnTo>
                  <a:lnTo>
                    <a:pt x="893" y="3516"/>
                  </a:lnTo>
                  <a:lnTo>
                    <a:pt x="893" y="3516"/>
                  </a:lnTo>
                  <a:lnTo>
                    <a:pt x="869" y="3514"/>
                  </a:lnTo>
                  <a:lnTo>
                    <a:pt x="847" y="3512"/>
                  </a:lnTo>
                  <a:lnTo>
                    <a:pt x="825" y="3508"/>
                  </a:lnTo>
                  <a:lnTo>
                    <a:pt x="806" y="3504"/>
                  </a:lnTo>
                  <a:lnTo>
                    <a:pt x="787" y="3500"/>
                  </a:lnTo>
                  <a:lnTo>
                    <a:pt x="769" y="3494"/>
                  </a:lnTo>
                  <a:lnTo>
                    <a:pt x="753" y="3489"/>
                  </a:lnTo>
                  <a:lnTo>
                    <a:pt x="736" y="348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1" name="Freeform 12">
              <a:extLst>
                <a:ext uri="{FF2B5EF4-FFF2-40B4-BE49-F238E27FC236}">
                  <a16:creationId xmlns:a16="http://schemas.microsoft.com/office/drawing/2014/main" id="{C08F4519-C316-037A-113B-81A3EE4E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46"/>
              <a:ext cx="1099" cy="1173"/>
            </a:xfrm>
            <a:custGeom>
              <a:avLst/>
              <a:gdLst>
                <a:gd name="T0" fmla="*/ 691 w 3298"/>
                <a:gd name="T1" fmla="*/ 3455 h 3518"/>
                <a:gd name="T2" fmla="*/ 548 w 3298"/>
                <a:gd name="T3" fmla="*/ 3329 h 3518"/>
                <a:gd name="T4" fmla="*/ 408 w 3298"/>
                <a:gd name="T5" fmla="*/ 3182 h 3518"/>
                <a:gd name="T6" fmla="*/ 286 w 3298"/>
                <a:gd name="T7" fmla="*/ 2993 h 3518"/>
                <a:gd name="T8" fmla="*/ 141 w 3298"/>
                <a:gd name="T9" fmla="*/ 2691 h 3518"/>
                <a:gd name="T10" fmla="*/ 52 w 3298"/>
                <a:gd name="T11" fmla="*/ 2451 h 3518"/>
                <a:gd name="T12" fmla="*/ 29 w 3298"/>
                <a:gd name="T13" fmla="*/ 2259 h 3518"/>
                <a:gd name="T14" fmla="*/ 7 w 3298"/>
                <a:gd name="T15" fmla="*/ 1868 h 3518"/>
                <a:gd name="T16" fmla="*/ 0 w 3298"/>
                <a:gd name="T17" fmla="*/ 1544 h 3518"/>
                <a:gd name="T18" fmla="*/ 16 w 3298"/>
                <a:gd name="T19" fmla="*/ 1042 h 3518"/>
                <a:gd name="T20" fmla="*/ 53 w 3298"/>
                <a:gd name="T21" fmla="*/ 799 h 3518"/>
                <a:gd name="T22" fmla="*/ 117 w 3298"/>
                <a:gd name="T23" fmla="*/ 600 h 3518"/>
                <a:gd name="T24" fmla="*/ 201 w 3298"/>
                <a:gd name="T25" fmla="*/ 451 h 3518"/>
                <a:gd name="T26" fmla="*/ 357 w 3298"/>
                <a:gd name="T27" fmla="*/ 274 h 3518"/>
                <a:gd name="T28" fmla="*/ 524 w 3298"/>
                <a:gd name="T29" fmla="*/ 129 h 3518"/>
                <a:gd name="T30" fmla="*/ 621 w 3298"/>
                <a:gd name="T31" fmla="*/ 59 h 3518"/>
                <a:gd name="T32" fmla="*/ 735 w 3298"/>
                <a:gd name="T33" fmla="*/ 19 h 3518"/>
                <a:gd name="T34" fmla="*/ 919 w 3298"/>
                <a:gd name="T35" fmla="*/ 0 h 3518"/>
                <a:gd name="T36" fmla="*/ 1059 w 3298"/>
                <a:gd name="T37" fmla="*/ 3 h 3518"/>
                <a:gd name="T38" fmla="*/ 1317 w 3298"/>
                <a:gd name="T39" fmla="*/ 64 h 3518"/>
                <a:gd name="T40" fmla="*/ 1479 w 3298"/>
                <a:gd name="T41" fmla="*/ 134 h 3518"/>
                <a:gd name="T42" fmla="*/ 1541 w 3298"/>
                <a:gd name="T43" fmla="*/ 192 h 3518"/>
                <a:gd name="T44" fmla="*/ 1654 w 3298"/>
                <a:gd name="T45" fmla="*/ 355 h 3518"/>
                <a:gd name="T46" fmla="*/ 1762 w 3298"/>
                <a:gd name="T47" fmla="*/ 566 h 3518"/>
                <a:gd name="T48" fmla="*/ 1829 w 3298"/>
                <a:gd name="T49" fmla="*/ 740 h 3518"/>
                <a:gd name="T50" fmla="*/ 1886 w 3298"/>
                <a:gd name="T51" fmla="*/ 867 h 3518"/>
                <a:gd name="T52" fmla="*/ 2038 w 3298"/>
                <a:gd name="T53" fmla="*/ 1076 h 3518"/>
                <a:gd name="T54" fmla="*/ 2261 w 3298"/>
                <a:gd name="T55" fmla="*/ 1331 h 3518"/>
                <a:gd name="T56" fmla="*/ 2324 w 3298"/>
                <a:gd name="T57" fmla="*/ 1401 h 3518"/>
                <a:gd name="T58" fmla="*/ 2441 w 3298"/>
                <a:gd name="T59" fmla="*/ 1480 h 3518"/>
                <a:gd name="T60" fmla="*/ 2621 w 3298"/>
                <a:gd name="T61" fmla="*/ 1555 h 3518"/>
                <a:gd name="T62" fmla="*/ 2730 w 3298"/>
                <a:gd name="T63" fmla="*/ 1893 h 3518"/>
                <a:gd name="T64" fmla="*/ 2939 w 3298"/>
                <a:gd name="T65" fmla="*/ 1621 h 3518"/>
                <a:gd name="T66" fmla="*/ 2985 w 3298"/>
                <a:gd name="T67" fmla="*/ 1579 h 3518"/>
                <a:gd name="T68" fmla="*/ 3058 w 3298"/>
                <a:gd name="T69" fmla="*/ 1548 h 3518"/>
                <a:gd name="T70" fmla="*/ 3141 w 3298"/>
                <a:gd name="T71" fmla="*/ 1535 h 3518"/>
                <a:gd name="T72" fmla="*/ 3203 w 3298"/>
                <a:gd name="T73" fmla="*/ 1544 h 3518"/>
                <a:gd name="T74" fmla="*/ 3257 w 3298"/>
                <a:gd name="T75" fmla="*/ 1590 h 3518"/>
                <a:gd name="T76" fmla="*/ 3285 w 3298"/>
                <a:gd name="T77" fmla="*/ 1668 h 3518"/>
                <a:gd name="T78" fmla="*/ 3298 w 3298"/>
                <a:gd name="T79" fmla="*/ 1808 h 3518"/>
                <a:gd name="T80" fmla="*/ 3261 w 3298"/>
                <a:gd name="T81" fmla="*/ 1956 h 3518"/>
                <a:gd name="T82" fmla="*/ 3138 w 3298"/>
                <a:gd name="T83" fmla="*/ 2227 h 3518"/>
                <a:gd name="T84" fmla="*/ 3059 w 3298"/>
                <a:gd name="T85" fmla="*/ 2350 h 3518"/>
                <a:gd name="T86" fmla="*/ 2957 w 3298"/>
                <a:gd name="T87" fmla="*/ 2451 h 3518"/>
                <a:gd name="T88" fmla="*/ 2834 w 3298"/>
                <a:gd name="T89" fmla="*/ 2512 h 3518"/>
                <a:gd name="T90" fmla="*/ 2729 w 3298"/>
                <a:gd name="T91" fmla="*/ 2518 h 3518"/>
                <a:gd name="T92" fmla="*/ 2642 w 3298"/>
                <a:gd name="T93" fmla="*/ 2490 h 3518"/>
                <a:gd name="T94" fmla="*/ 2607 w 3298"/>
                <a:gd name="T95" fmla="*/ 2452 h 3518"/>
                <a:gd name="T96" fmla="*/ 2583 w 3298"/>
                <a:gd name="T97" fmla="*/ 2483 h 3518"/>
                <a:gd name="T98" fmla="*/ 2506 w 3298"/>
                <a:gd name="T99" fmla="*/ 2644 h 3518"/>
                <a:gd name="T100" fmla="*/ 2425 w 3298"/>
                <a:gd name="T101" fmla="*/ 2780 h 3518"/>
                <a:gd name="T102" fmla="*/ 2337 w 3298"/>
                <a:gd name="T103" fmla="*/ 2888 h 3518"/>
                <a:gd name="T104" fmla="*/ 2175 w 3298"/>
                <a:gd name="T105" fmla="*/ 3018 h 3518"/>
                <a:gd name="T106" fmla="*/ 1919 w 3298"/>
                <a:gd name="T107" fmla="*/ 3193 h 3518"/>
                <a:gd name="T108" fmla="*/ 1653 w 3298"/>
                <a:gd name="T109" fmla="*/ 3357 h 3518"/>
                <a:gd name="T110" fmla="*/ 1409 w 3298"/>
                <a:gd name="T111" fmla="*/ 3458 h 3518"/>
                <a:gd name="T112" fmla="*/ 1156 w 3298"/>
                <a:gd name="T113" fmla="*/ 3508 h 3518"/>
                <a:gd name="T114" fmla="*/ 931 w 3298"/>
                <a:gd name="T115" fmla="*/ 3518 h 3518"/>
                <a:gd name="T116" fmla="*/ 825 w 3298"/>
                <a:gd name="T117" fmla="*/ 3508 h 3518"/>
                <a:gd name="T118" fmla="*/ 736 w 3298"/>
                <a:gd name="T119" fmla="*/ 3481 h 3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98" h="3518">
                  <a:moveTo>
                    <a:pt x="736" y="3481"/>
                  </a:moveTo>
                  <a:lnTo>
                    <a:pt x="736" y="3481"/>
                  </a:lnTo>
                  <a:lnTo>
                    <a:pt x="721" y="3473"/>
                  </a:lnTo>
                  <a:lnTo>
                    <a:pt x="707" y="3466"/>
                  </a:lnTo>
                  <a:lnTo>
                    <a:pt x="691" y="3455"/>
                  </a:lnTo>
                  <a:lnTo>
                    <a:pt x="677" y="3445"/>
                  </a:lnTo>
                  <a:lnTo>
                    <a:pt x="648" y="3422"/>
                  </a:lnTo>
                  <a:lnTo>
                    <a:pt x="617" y="3395"/>
                  </a:lnTo>
                  <a:lnTo>
                    <a:pt x="584" y="3363"/>
                  </a:lnTo>
                  <a:lnTo>
                    <a:pt x="548" y="3329"/>
                  </a:lnTo>
                  <a:lnTo>
                    <a:pt x="463" y="3243"/>
                  </a:lnTo>
                  <a:lnTo>
                    <a:pt x="463" y="3243"/>
                  </a:lnTo>
                  <a:lnTo>
                    <a:pt x="444" y="3224"/>
                  </a:lnTo>
                  <a:lnTo>
                    <a:pt x="426" y="3204"/>
                  </a:lnTo>
                  <a:lnTo>
                    <a:pt x="408" y="3182"/>
                  </a:lnTo>
                  <a:lnTo>
                    <a:pt x="390" y="3159"/>
                  </a:lnTo>
                  <a:lnTo>
                    <a:pt x="372" y="3133"/>
                  </a:lnTo>
                  <a:lnTo>
                    <a:pt x="354" y="3108"/>
                  </a:lnTo>
                  <a:lnTo>
                    <a:pt x="319" y="3051"/>
                  </a:lnTo>
                  <a:lnTo>
                    <a:pt x="286" y="2993"/>
                  </a:lnTo>
                  <a:lnTo>
                    <a:pt x="254" y="2933"/>
                  </a:lnTo>
                  <a:lnTo>
                    <a:pt x="222" y="2871"/>
                  </a:lnTo>
                  <a:lnTo>
                    <a:pt x="192" y="2809"/>
                  </a:lnTo>
                  <a:lnTo>
                    <a:pt x="166" y="2748"/>
                  </a:lnTo>
                  <a:lnTo>
                    <a:pt x="141" y="2691"/>
                  </a:lnTo>
                  <a:lnTo>
                    <a:pt x="118" y="2636"/>
                  </a:lnTo>
                  <a:lnTo>
                    <a:pt x="99" y="2585"/>
                  </a:lnTo>
                  <a:lnTo>
                    <a:pt x="69" y="2503"/>
                  </a:lnTo>
                  <a:lnTo>
                    <a:pt x="52" y="2451"/>
                  </a:lnTo>
                  <a:lnTo>
                    <a:pt x="52" y="2451"/>
                  </a:lnTo>
                  <a:lnTo>
                    <a:pt x="47" y="2431"/>
                  </a:lnTo>
                  <a:lnTo>
                    <a:pt x="43" y="2406"/>
                  </a:lnTo>
                  <a:lnTo>
                    <a:pt x="39" y="2374"/>
                  </a:lnTo>
                  <a:lnTo>
                    <a:pt x="35" y="2339"/>
                  </a:lnTo>
                  <a:lnTo>
                    <a:pt x="29" y="2259"/>
                  </a:lnTo>
                  <a:lnTo>
                    <a:pt x="24" y="2171"/>
                  </a:lnTo>
                  <a:lnTo>
                    <a:pt x="16" y="1997"/>
                  </a:lnTo>
                  <a:lnTo>
                    <a:pt x="11" y="1924"/>
                  </a:lnTo>
                  <a:lnTo>
                    <a:pt x="7" y="1868"/>
                  </a:lnTo>
                  <a:lnTo>
                    <a:pt x="7" y="1868"/>
                  </a:lnTo>
                  <a:lnTo>
                    <a:pt x="5" y="1842"/>
                  </a:lnTo>
                  <a:lnTo>
                    <a:pt x="3" y="1811"/>
                  </a:lnTo>
                  <a:lnTo>
                    <a:pt x="1" y="1733"/>
                  </a:lnTo>
                  <a:lnTo>
                    <a:pt x="0" y="1644"/>
                  </a:lnTo>
                  <a:lnTo>
                    <a:pt x="0" y="1544"/>
                  </a:lnTo>
                  <a:lnTo>
                    <a:pt x="2" y="1345"/>
                  </a:lnTo>
                  <a:lnTo>
                    <a:pt x="7" y="1184"/>
                  </a:lnTo>
                  <a:lnTo>
                    <a:pt x="7" y="1184"/>
                  </a:lnTo>
                  <a:lnTo>
                    <a:pt x="11" y="1115"/>
                  </a:lnTo>
                  <a:lnTo>
                    <a:pt x="16" y="1042"/>
                  </a:lnTo>
                  <a:lnTo>
                    <a:pt x="25" y="963"/>
                  </a:lnTo>
                  <a:lnTo>
                    <a:pt x="30" y="923"/>
                  </a:lnTo>
                  <a:lnTo>
                    <a:pt x="37" y="882"/>
                  </a:lnTo>
                  <a:lnTo>
                    <a:pt x="44" y="841"/>
                  </a:lnTo>
                  <a:lnTo>
                    <a:pt x="53" y="799"/>
                  </a:lnTo>
                  <a:lnTo>
                    <a:pt x="63" y="758"/>
                  </a:lnTo>
                  <a:lnTo>
                    <a:pt x="75" y="717"/>
                  </a:lnTo>
                  <a:lnTo>
                    <a:pt x="88" y="678"/>
                  </a:lnTo>
                  <a:lnTo>
                    <a:pt x="102" y="638"/>
                  </a:lnTo>
                  <a:lnTo>
                    <a:pt x="117" y="600"/>
                  </a:lnTo>
                  <a:lnTo>
                    <a:pt x="134" y="561"/>
                  </a:lnTo>
                  <a:lnTo>
                    <a:pt x="134" y="561"/>
                  </a:lnTo>
                  <a:lnTo>
                    <a:pt x="153" y="524"/>
                  </a:lnTo>
                  <a:lnTo>
                    <a:pt x="176" y="487"/>
                  </a:lnTo>
                  <a:lnTo>
                    <a:pt x="201" y="451"/>
                  </a:lnTo>
                  <a:lnTo>
                    <a:pt x="229" y="414"/>
                  </a:lnTo>
                  <a:lnTo>
                    <a:pt x="259" y="377"/>
                  </a:lnTo>
                  <a:lnTo>
                    <a:pt x="291" y="343"/>
                  </a:lnTo>
                  <a:lnTo>
                    <a:pt x="324" y="308"/>
                  </a:lnTo>
                  <a:lnTo>
                    <a:pt x="357" y="274"/>
                  </a:lnTo>
                  <a:lnTo>
                    <a:pt x="391" y="242"/>
                  </a:lnTo>
                  <a:lnTo>
                    <a:pt x="425" y="211"/>
                  </a:lnTo>
                  <a:lnTo>
                    <a:pt x="459" y="182"/>
                  </a:lnTo>
                  <a:lnTo>
                    <a:pt x="492" y="153"/>
                  </a:lnTo>
                  <a:lnTo>
                    <a:pt x="524" y="129"/>
                  </a:lnTo>
                  <a:lnTo>
                    <a:pt x="554" y="106"/>
                  </a:lnTo>
                  <a:lnTo>
                    <a:pt x="583" y="84"/>
                  </a:lnTo>
                  <a:lnTo>
                    <a:pt x="608" y="67"/>
                  </a:lnTo>
                  <a:lnTo>
                    <a:pt x="608" y="67"/>
                  </a:lnTo>
                  <a:lnTo>
                    <a:pt x="621" y="59"/>
                  </a:lnTo>
                  <a:lnTo>
                    <a:pt x="635" y="51"/>
                  </a:lnTo>
                  <a:lnTo>
                    <a:pt x="651" y="45"/>
                  </a:lnTo>
                  <a:lnTo>
                    <a:pt x="666" y="38"/>
                  </a:lnTo>
                  <a:lnTo>
                    <a:pt x="699" y="28"/>
                  </a:lnTo>
                  <a:lnTo>
                    <a:pt x="735" y="19"/>
                  </a:lnTo>
                  <a:lnTo>
                    <a:pt x="772" y="13"/>
                  </a:lnTo>
                  <a:lnTo>
                    <a:pt x="809" y="8"/>
                  </a:lnTo>
                  <a:lnTo>
                    <a:pt x="847" y="4"/>
                  </a:lnTo>
                  <a:lnTo>
                    <a:pt x="883" y="1"/>
                  </a:lnTo>
                  <a:lnTo>
                    <a:pt x="919" y="0"/>
                  </a:lnTo>
                  <a:lnTo>
                    <a:pt x="952" y="0"/>
                  </a:lnTo>
                  <a:lnTo>
                    <a:pt x="1007" y="0"/>
                  </a:lnTo>
                  <a:lnTo>
                    <a:pt x="1045" y="1"/>
                  </a:lnTo>
                  <a:lnTo>
                    <a:pt x="1059" y="3"/>
                  </a:lnTo>
                  <a:lnTo>
                    <a:pt x="1059" y="3"/>
                  </a:lnTo>
                  <a:lnTo>
                    <a:pt x="1114" y="13"/>
                  </a:lnTo>
                  <a:lnTo>
                    <a:pt x="1171" y="26"/>
                  </a:lnTo>
                  <a:lnTo>
                    <a:pt x="1242" y="43"/>
                  </a:lnTo>
                  <a:lnTo>
                    <a:pt x="1279" y="54"/>
                  </a:lnTo>
                  <a:lnTo>
                    <a:pt x="1317" y="64"/>
                  </a:lnTo>
                  <a:lnTo>
                    <a:pt x="1353" y="77"/>
                  </a:lnTo>
                  <a:lnTo>
                    <a:pt x="1388" y="90"/>
                  </a:lnTo>
                  <a:lnTo>
                    <a:pt x="1423" y="104"/>
                  </a:lnTo>
                  <a:lnTo>
                    <a:pt x="1452" y="119"/>
                  </a:lnTo>
                  <a:lnTo>
                    <a:pt x="1479" y="134"/>
                  </a:lnTo>
                  <a:lnTo>
                    <a:pt x="1490" y="142"/>
                  </a:lnTo>
                  <a:lnTo>
                    <a:pt x="1501" y="150"/>
                  </a:lnTo>
                  <a:lnTo>
                    <a:pt x="1501" y="150"/>
                  </a:lnTo>
                  <a:lnTo>
                    <a:pt x="1520" y="169"/>
                  </a:lnTo>
                  <a:lnTo>
                    <a:pt x="1541" y="192"/>
                  </a:lnTo>
                  <a:lnTo>
                    <a:pt x="1563" y="219"/>
                  </a:lnTo>
                  <a:lnTo>
                    <a:pt x="1585" y="248"/>
                  </a:lnTo>
                  <a:lnTo>
                    <a:pt x="1608" y="281"/>
                  </a:lnTo>
                  <a:lnTo>
                    <a:pt x="1631" y="317"/>
                  </a:lnTo>
                  <a:lnTo>
                    <a:pt x="1654" y="355"/>
                  </a:lnTo>
                  <a:lnTo>
                    <a:pt x="1677" y="395"/>
                  </a:lnTo>
                  <a:lnTo>
                    <a:pt x="1700" y="436"/>
                  </a:lnTo>
                  <a:lnTo>
                    <a:pt x="1721" y="479"/>
                  </a:lnTo>
                  <a:lnTo>
                    <a:pt x="1743" y="523"/>
                  </a:lnTo>
                  <a:lnTo>
                    <a:pt x="1762" y="566"/>
                  </a:lnTo>
                  <a:lnTo>
                    <a:pt x="1781" y="611"/>
                  </a:lnTo>
                  <a:lnTo>
                    <a:pt x="1799" y="655"/>
                  </a:lnTo>
                  <a:lnTo>
                    <a:pt x="1815" y="698"/>
                  </a:lnTo>
                  <a:lnTo>
                    <a:pt x="1829" y="740"/>
                  </a:lnTo>
                  <a:lnTo>
                    <a:pt x="1829" y="740"/>
                  </a:lnTo>
                  <a:lnTo>
                    <a:pt x="1836" y="761"/>
                  </a:lnTo>
                  <a:lnTo>
                    <a:pt x="1844" y="781"/>
                  </a:lnTo>
                  <a:lnTo>
                    <a:pt x="1853" y="803"/>
                  </a:lnTo>
                  <a:lnTo>
                    <a:pt x="1863" y="823"/>
                  </a:lnTo>
                  <a:lnTo>
                    <a:pt x="1886" y="867"/>
                  </a:lnTo>
                  <a:lnTo>
                    <a:pt x="1912" y="909"/>
                  </a:lnTo>
                  <a:lnTo>
                    <a:pt x="1941" y="951"/>
                  </a:lnTo>
                  <a:lnTo>
                    <a:pt x="1972" y="993"/>
                  </a:lnTo>
                  <a:lnTo>
                    <a:pt x="2004" y="1035"/>
                  </a:lnTo>
                  <a:lnTo>
                    <a:pt x="2038" y="1076"/>
                  </a:lnTo>
                  <a:lnTo>
                    <a:pt x="2072" y="1116"/>
                  </a:lnTo>
                  <a:lnTo>
                    <a:pt x="2106" y="1156"/>
                  </a:lnTo>
                  <a:lnTo>
                    <a:pt x="2173" y="1231"/>
                  </a:lnTo>
                  <a:lnTo>
                    <a:pt x="2235" y="1300"/>
                  </a:lnTo>
                  <a:lnTo>
                    <a:pt x="2261" y="1331"/>
                  </a:lnTo>
                  <a:lnTo>
                    <a:pt x="2286" y="1360"/>
                  </a:lnTo>
                  <a:lnTo>
                    <a:pt x="2286" y="1360"/>
                  </a:lnTo>
                  <a:lnTo>
                    <a:pt x="2297" y="1374"/>
                  </a:lnTo>
                  <a:lnTo>
                    <a:pt x="2310" y="1388"/>
                  </a:lnTo>
                  <a:lnTo>
                    <a:pt x="2324" y="1401"/>
                  </a:lnTo>
                  <a:lnTo>
                    <a:pt x="2339" y="1414"/>
                  </a:lnTo>
                  <a:lnTo>
                    <a:pt x="2355" y="1427"/>
                  </a:lnTo>
                  <a:lnTo>
                    <a:pt x="2371" y="1438"/>
                  </a:lnTo>
                  <a:lnTo>
                    <a:pt x="2406" y="1460"/>
                  </a:lnTo>
                  <a:lnTo>
                    <a:pt x="2441" y="1480"/>
                  </a:lnTo>
                  <a:lnTo>
                    <a:pt x="2478" y="1498"/>
                  </a:lnTo>
                  <a:lnTo>
                    <a:pt x="2517" y="1515"/>
                  </a:lnTo>
                  <a:lnTo>
                    <a:pt x="2552" y="1530"/>
                  </a:lnTo>
                  <a:lnTo>
                    <a:pt x="2588" y="1543"/>
                  </a:lnTo>
                  <a:lnTo>
                    <a:pt x="2621" y="1555"/>
                  </a:lnTo>
                  <a:lnTo>
                    <a:pt x="2677" y="1572"/>
                  </a:lnTo>
                  <a:lnTo>
                    <a:pt x="2716" y="1583"/>
                  </a:lnTo>
                  <a:lnTo>
                    <a:pt x="2730" y="1585"/>
                  </a:lnTo>
                  <a:lnTo>
                    <a:pt x="2730" y="1893"/>
                  </a:lnTo>
                  <a:lnTo>
                    <a:pt x="2730" y="1893"/>
                  </a:lnTo>
                  <a:lnTo>
                    <a:pt x="2759" y="1852"/>
                  </a:lnTo>
                  <a:lnTo>
                    <a:pt x="2828" y="1760"/>
                  </a:lnTo>
                  <a:lnTo>
                    <a:pt x="2868" y="1709"/>
                  </a:lnTo>
                  <a:lnTo>
                    <a:pt x="2906" y="1661"/>
                  </a:lnTo>
                  <a:lnTo>
                    <a:pt x="2939" y="1621"/>
                  </a:lnTo>
                  <a:lnTo>
                    <a:pt x="2952" y="1606"/>
                  </a:lnTo>
                  <a:lnTo>
                    <a:pt x="2963" y="1595"/>
                  </a:lnTo>
                  <a:lnTo>
                    <a:pt x="2963" y="1595"/>
                  </a:lnTo>
                  <a:lnTo>
                    <a:pt x="2974" y="1588"/>
                  </a:lnTo>
                  <a:lnTo>
                    <a:pt x="2985" y="1579"/>
                  </a:lnTo>
                  <a:lnTo>
                    <a:pt x="2998" y="1572"/>
                  </a:lnTo>
                  <a:lnTo>
                    <a:pt x="3012" y="1565"/>
                  </a:lnTo>
                  <a:lnTo>
                    <a:pt x="3026" y="1558"/>
                  </a:lnTo>
                  <a:lnTo>
                    <a:pt x="3041" y="1553"/>
                  </a:lnTo>
                  <a:lnTo>
                    <a:pt x="3058" y="1548"/>
                  </a:lnTo>
                  <a:lnTo>
                    <a:pt x="3073" y="1544"/>
                  </a:lnTo>
                  <a:lnTo>
                    <a:pt x="3091" y="1540"/>
                  </a:lnTo>
                  <a:lnTo>
                    <a:pt x="3108" y="1538"/>
                  </a:lnTo>
                  <a:lnTo>
                    <a:pt x="3124" y="1537"/>
                  </a:lnTo>
                  <a:lnTo>
                    <a:pt x="3141" y="1535"/>
                  </a:lnTo>
                  <a:lnTo>
                    <a:pt x="3157" y="1537"/>
                  </a:lnTo>
                  <a:lnTo>
                    <a:pt x="3173" y="1538"/>
                  </a:lnTo>
                  <a:lnTo>
                    <a:pt x="3188" y="1540"/>
                  </a:lnTo>
                  <a:lnTo>
                    <a:pt x="3203" y="1544"/>
                  </a:lnTo>
                  <a:lnTo>
                    <a:pt x="3203" y="1544"/>
                  </a:lnTo>
                  <a:lnTo>
                    <a:pt x="3216" y="1551"/>
                  </a:lnTo>
                  <a:lnTo>
                    <a:pt x="3229" y="1558"/>
                  </a:lnTo>
                  <a:lnTo>
                    <a:pt x="3239" y="1567"/>
                  </a:lnTo>
                  <a:lnTo>
                    <a:pt x="3249" y="1578"/>
                  </a:lnTo>
                  <a:lnTo>
                    <a:pt x="3257" y="1590"/>
                  </a:lnTo>
                  <a:lnTo>
                    <a:pt x="3265" y="1603"/>
                  </a:lnTo>
                  <a:lnTo>
                    <a:pt x="3271" y="1618"/>
                  </a:lnTo>
                  <a:lnTo>
                    <a:pt x="3276" y="1634"/>
                  </a:lnTo>
                  <a:lnTo>
                    <a:pt x="3281" y="1650"/>
                  </a:lnTo>
                  <a:lnTo>
                    <a:pt x="3285" y="1668"/>
                  </a:lnTo>
                  <a:lnTo>
                    <a:pt x="3291" y="1705"/>
                  </a:lnTo>
                  <a:lnTo>
                    <a:pt x="3295" y="1745"/>
                  </a:lnTo>
                  <a:lnTo>
                    <a:pt x="3298" y="1786"/>
                  </a:lnTo>
                  <a:lnTo>
                    <a:pt x="3298" y="1786"/>
                  </a:lnTo>
                  <a:lnTo>
                    <a:pt x="3298" y="1808"/>
                  </a:lnTo>
                  <a:lnTo>
                    <a:pt x="3295" y="1832"/>
                  </a:lnTo>
                  <a:lnTo>
                    <a:pt x="3289" y="1860"/>
                  </a:lnTo>
                  <a:lnTo>
                    <a:pt x="3281" y="1891"/>
                  </a:lnTo>
                  <a:lnTo>
                    <a:pt x="3272" y="1923"/>
                  </a:lnTo>
                  <a:lnTo>
                    <a:pt x="3261" y="1956"/>
                  </a:lnTo>
                  <a:lnTo>
                    <a:pt x="3248" y="1990"/>
                  </a:lnTo>
                  <a:lnTo>
                    <a:pt x="3234" y="2025"/>
                  </a:lnTo>
                  <a:lnTo>
                    <a:pt x="3203" y="2097"/>
                  </a:lnTo>
                  <a:lnTo>
                    <a:pt x="3170" y="2164"/>
                  </a:lnTo>
                  <a:lnTo>
                    <a:pt x="3138" y="2227"/>
                  </a:lnTo>
                  <a:lnTo>
                    <a:pt x="3108" y="2279"/>
                  </a:lnTo>
                  <a:lnTo>
                    <a:pt x="3108" y="2279"/>
                  </a:lnTo>
                  <a:lnTo>
                    <a:pt x="3094" y="2304"/>
                  </a:lnTo>
                  <a:lnTo>
                    <a:pt x="3077" y="2327"/>
                  </a:lnTo>
                  <a:lnTo>
                    <a:pt x="3059" y="2350"/>
                  </a:lnTo>
                  <a:lnTo>
                    <a:pt x="3041" y="2371"/>
                  </a:lnTo>
                  <a:lnTo>
                    <a:pt x="3022" y="2393"/>
                  </a:lnTo>
                  <a:lnTo>
                    <a:pt x="3000" y="2414"/>
                  </a:lnTo>
                  <a:lnTo>
                    <a:pt x="2980" y="2433"/>
                  </a:lnTo>
                  <a:lnTo>
                    <a:pt x="2957" y="2451"/>
                  </a:lnTo>
                  <a:lnTo>
                    <a:pt x="2934" y="2466"/>
                  </a:lnTo>
                  <a:lnTo>
                    <a:pt x="2910" y="2481"/>
                  </a:lnTo>
                  <a:lnTo>
                    <a:pt x="2886" y="2493"/>
                  </a:lnTo>
                  <a:lnTo>
                    <a:pt x="2860" y="2503"/>
                  </a:lnTo>
                  <a:lnTo>
                    <a:pt x="2834" y="2512"/>
                  </a:lnTo>
                  <a:lnTo>
                    <a:pt x="2808" y="2517"/>
                  </a:lnTo>
                  <a:lnTo>
                    <a:pt x="2781" y="2521"/>
                  </a:lnTo>
                  <a:lnTo>
                    <a:pt x="2754" y="2521"/>
                  </a:lnTo>
                  <a:lnTo>
                    <a:pt x="2754" y="2521"/>
                  </a:lnTo>
                  <a:lnTo>
                    <a:pt x="2729" y="2518"/>
                  </a:lnTo>
                  <a:lnTo>
                    <a:pt x="2706" y="2515"/>
                  </a:lnTo>
                  <a:lnTo>
                    <a:pt x="2685" y="2511"/>
                  </a:lnTo>
                  <a:lnTo>
                    <a:pt x="2669" y="2504"/>
                  </a:lnTo>
                  <a:lnTo>
                    <a:pt x="2655" y="2498"/>
                  </a:lnTo>
                  <a:lnTo>
                    <a:pt x="2642" y="2490"/>
                  </a:lnTo>
                  <a:lnTo>
                    <a:pt x="2632" y="2483"/>
                  </a:lnTo>
                  <a:lnTo>
                    <a:pt x="2624" y="2474"/>
                  </a:lnTo>
                  <a:lnTo>
                    <a:pt x="2616" y="2466"/>
                  </a:lnTo>
                  <a:lnTo>
                    <a:pt x="2611" y="2458"/>
                  </a:lnTo>
                  <a:lnTo>
                    <a:pt x="2607" y="2452"/>
                  </a:lnTo>
                  <a:lnTo>
                    <a:pt x="2605" y="2446"/>
                  </a:lnTo>
                  <a:lnTo>
                    <a:pt x="2602" y="2435"/>
                  </a:lnTo>
                  <a:lnTo>
                    <a:pt x="2602" y="2431"/>
                  </a:lnTo>
                  <a:lnTo>
                    <a:pt x="2602" y="2431"/>
                  </a:lnTo>
                  <a:lnTo>
                    <a:pt x="2583" y="2483"/>
                  </a:lnTo>
                  <a:lnTo>
                    <a:pt x="2583" y="2483"/>
                  </a:lnTo>
                  <a:lnTo>
                    <a:pt x="2564" y="2529"/>
                  </a:lnTo>
                  <a:lnTo>
                    <a:pt x="2549" y="2562"/>
                  </a:lnTo>
                  <a:lnTo>
                    <a:pt x="2529" y="2601"/>
                  </a:lnTo>
                  <a:lnTo>
                    <a:pt x="2506" y="2644"/>
                  </a:lnTo>
                  <a:lnTo>
                    <a:pt x="2482" y="2690"/>
                  </a:lnTo>
                  <a:lnTo>
                    <a:pt x="2454" y="2734"/>
                  </a:lnTo>
                  <a:lnTo>
                    <a:pt x="2426" y="2780"/>
                  </a:lnTo>
                  <a:lnTo>
                    <a:pt x="2425" y="2780"/>
                  </a:lnTo>
                  <a:lnTo>
                    <a:pt x="2425" y="2780"/>
                  </a:lnTo>
                  <a:lnTo>
                    <a:pt x="2404" y="2810"/>
                  </a:lnTo>
                  <a:lnTo>
                    <a:pt x="2381" y="2838"/>
                  </a:lnTo>
                  <a:lnTo>
                    <a:pt x="2360" y="2865"/>
                  </a:lnTo>
                  <a:lnTo>
                    <a:pt x="2337" y="2888"/>
                  </a:lnTo>
                  <a:lnTo>
                    <a:pt x="2337" y="2888"/>
                  </a:lnTo>
                  <a:lnTo>
                    <a:pt x="2305" y="2916"/>
                  </a:lnTo>
                  <a:lnTo>
                    <a:pt x="2266" y="2948"/>
                  </a:lnTo>
                  <a:lnTo>
                    <a:pt x="2223" y="2982"/>
                  </a:lnTo>
                  <a:lnTo>
                    <a:pt x="2175" y="3018"/>
                  </a:lnTo>
                  <a:lnTo>
                    <a:pt x="2175" y="3018"/>
                  </a:lnTo>
                  <a:lnTo>
                    <a:pt x="2175" y="3018"/>
                  </a:lnTo>
                  <a:lnTo>
                    <a:pt x="2116" y="3060"/>
                  </a:lnTo>
                  <a:lnTo>
                    <a:pt x="2053" y="3104"/>
                  </a:lnTo>
                  <a:lnTo>
                    <a:pt x="1987" y="3149"/>
                  </a:lnTo>
                  <a:lnTo>
                    <a:pt x="1919" y="3193"/>
                  </a:lnTo>
                  <a:lnTo>
                    <a:pt x="1852" y="3237"/>
                  </a:lnTo>
                  <a:lnTo>
                    <a:pt x="1783" y="3279"/>
                  </a:lnTo>
                  <a:lnTo>
                    <a:pt x="1716" y="3320"/>
                  </a:lnTo>
                  <a:lnTo>
                    <a:pt x="1653" y="3357"/>
                  </a:lnTo>
                  <a:lnTo>
                    <a:pt x="1653" y="3357"/>
                  </a:lnTo>
                  <a:lnTo>
                    <a:pt x="1607" y="3383"/>
                  </a:lnTo>
                  <a:lnTo>
                    <a:pt x="1559" y="3404"/>
                  </a:lnTo>
                  <a:lnTo>
                    <a:pt x="1510" y="3425"/>
                  </a:lnTo>
                  <a:lnTo>
                    <a:pt x="1460" y="3443"/>
                  </a:lnTo>
                  <a:lnTo>
                    <a:pt x="1409" y="3458"/>
                  </a:lnTo>
                  <a:lnTo>
                    <a:pt x="1358" y="3472"/>
                  </a:lnTo>
                  <a:lnTo>
                    <a:pt x="1307" y="3484"/>
                  </a:lnTo>
                  <a:lnTo>
                    <a:pt x="1257" y="3494"/>
                  </a:lnTo>
                  <a:lnTo>
                    <a:pt x="1206" y="3501"/>
                  </a:lnTo>
                  <a:lnTo>
                    <a:pt x="1156" y="3508"/>
                  </a:lnTo>
                  <a:lnTo>
                    <a:pt x="1108" y="3513"/>
                  </a:lnTo>
                  <a:lnTo>
                    <a:pt x="1060" y="3516"/>
                  </a:lnTo>
                  <a:lnTo>
                    <a:pt x="1016" y="3518"/>
                  </a:lnTo>
                  <a:lnTo>
                    <a:pt x="972" y="3518"/>
                  </a:lnTo>
                  <a:lnTo>
                    <a:pt x="931" y="3518"/>
                  </a:lnTo>
                  <a:lnTo>
                    <a:pt x="893" y="3516"/>
                  </a:lnTo>
                  <a:lnTo>
                    <a:pt x="893" y="3516"/>
                  </a:lnTo>
                  <a:lnTo>
                    <a:pt x="869" y="3514"/>
                  </a:lnTo>
                  <a:lnTo>
                    <a:pt x="847" y="3512"/>
                  </a:lnTo>
                  <a:lnTo>
                    <a:pt x="825" y="3508"/>
                  </a:lnTo>
                  <a:lnTo>
                    <a:pt x="806" y="3504"/>
                  </a:lnTo>
                  <a:lnTo>
                    <a:pt x="787" y="3500"/>
                  </a:lnTo>
                  <a:lnTo>
                    <a:pt x="769" y="3494"/>
                  </a:lnTo>
                  <a:lnTo>
                    <a:pt x="753" y="3489"/>
                  </a:lnTo>
                  <a:lnTo>
                    <a:pt x="736" y="348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2" name="Freeform 13">
              <a:extLst>
                <a:ext uri="{FF2B5EF4-FFF2-40B4-BE49-F238E27FC236}">
                  <a16:creationId xmlns:a16="http://schemas.microsoft.com/office/drawing/2014/main" id="{12D3C49D-6DD0-2F2A-EC0A-44F4E4F5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73"/>
              <a:ext cx="927" cy="690"/>
            </a:xfrm>
            <a:custGeom>
              <a:avLst/>
              <a:gdLst>
                <a:gd name="T0" fmla="*/ 2284 w 2782"/>
                <a:gd name="T1" fmla="*/ 1364 h 2070"/>
                <a:gd name="T2" fmla="*/ 2328 w 2782"/>
                <a:gd name="T3" fmla="*/ 1449 h 2070"/>
                <a:gd name="T4" fmla="*/ 2394 w 2782"/>
                <a:gd name="T5" fmla="*/ 1531 h 2070"/>
                <a:gd name="T6" fmla="*/ 2489 w 2782"/>
                <a:gd name="T7" fmla="*/ 1611 h 2070"/>
                <a:gd name="T8" fmla="*/ 2616 w 2782"/>
                <a:gd name="T9" fmla="*/ 1692 h 2070"/>
                <a:gd name="T10" fmla="*/ 2782 w 2782"/>
                <a:gd name="T11" fmla="*/ 1775 h 2070"/>
                <a:gd name="T12" fmla="*/ 2685 w 2782"/>
                <a:gd name="T13" fmla="*/ 1812 h 2070"/>
                <a:gd name="T14" fmla="*/ 2510 w 2782"/>
                <a:gd name="T15" fmla="*/ 1873 h 2070"/>
                <a:gd name="T16" fmla="*/ 2276 w 2782"/>
                <a:gd name="T17" fmla="*/ 1945 h 2070"/>
                <a:gd name="T18" fmla="*/ 2005 w 2782"/>
                <a:gd name="T19" fmla="*/ 2009 h 2070"/>
                <a:gd name="T20" fmla="*/ 1866 w 2782"/>
                <a:gd name="T21" fmla="*/ 2033 h 2070"/>
                <a:gd name="T22" fmla="*/ 1727 w 2782"/>
                <a:gd name="T23" fmla="*/ 2048 h 2070"/>
                <a:gd name="T24" fmla="*/ 1480 w 2782"/>
                <a:gd name="T25" fmla="*/ 2065 h 2070"/>
                <a:gd name="T26" fmla="*/ 1279 w 2782"/>
                <a:gd name="T27" fmla="*/ 2070 h 2070"/>
                <a:gd name="T28" fmla="*/ 1104 w 2782"/>
                <a:gd name="T29" fmla="*/ 2065 h 2070"/>
                <a:gd name="T30" fmla="*/ 935 w 2782"/>
                <a:gd name="T31" fmla="*/ 2046 h 2070"/>
                <a:gd name="T32" fmla="*/ 755 w 2782"/>
                <a:gd name="T33" fmla="*/ 2011 h 2070"/>
                <a:gd name="T34" fmla="*/ 656 w 2782"/>
                <a:gd name="T35" fmla="*/ 1988 h 2070"/>
                <a:gd name="T36" fmla="*/ 556 w 2782"/>
                <a:gd name="T37" fmla="*/ 1951 h 2070"/>
                <a:gd name="T38" fmla="*/ 461 w 2782"/>
                <a:gd name="T39" fmla="*/ 1900 h 2070"/>
                <a:gd name="T40" fmla="*/ 370 w 2782"/>
                <a:gd name="T41" fmla="*/ 1840 h 2070"/>
                <a:gd name="T42" fmla="*/ 259 w 2782"/>
                <a:gd name="T43" fmla="*/ 1752 h 2070"/>
                <a:gd name="T44" fmla="*/ 124 w 2782"/>
                <a:gd name="T45" fmla="*/ 1620 h 2070"/>
                <a:gd name="T46" fmla="*/ 15 w 2782"/>
                <a:gd name="T47" fmla="*/ 1497 h 2070"/>
                <a:gd name="T48" fmla="*/ 62 w 2782"/>
                <a:gd name="T49" fmla="*/ 1481 h 2070"/>
                <a:gd name="T50" fmla="*/ 203 w 2782"/>
                <a:gd name="T51" fmla="*/ 1486 h 2070"/>
                <a:gd name="T52" fmla="*/ 264 w 2782"/>
                <a:gd name="T53" fmla="*/ 1480 h 2070"/>
                <a:gd name="T54" fmla="*/ 329 w 2782"/>
                <a:gd name="T55" fmla="*/ 1464 h 2070"/>
                <a:gd name="T56" fmla="*/ 380 w 2782"/>
                <a:gd name="T57" fmla="*/ 1446 h 2070"/>
                <a:gd name="T58" fmla="*/ 462 w 2782"/>
                <a:gd name="T59" fmla="*/ 1407 h 2070"/>
                <a:gd name="T60" fmla="*/ 529 w 2782"/>
                <a:gd name="T61" fmla="*/ 1364 h 2070"/>
                <a:gd name="T62" fmla="*/ 618 w 2782"/>
                <a:gd name="T63" fmla="*/ 1295 h 2070"/>
                <a:gd name="T64" fmla="*/ 634 w 2782"/>
                <a:gd name="T65" fmla="*/ 1161 h 2070"/>
                <a:gd name="T66" fmla="*/ 739 w 2782"/>
                <a:gd name="T67" fmla="*/ 1152 h 2070"/>
                <a:gd name="T68" fmla="*/ 875 w 2782"/>
                <a:gd name="T69" fmla="*/ 1133 h 2070"/>
                <a:gd name="T70" fmla="*/ 1044 w 2782"/>
                <a:gd name="T71" fmla="*/ 1097 h 2070"/>
                <a:gd name="T72" fmla="*/ 1192 w 2782"/>
                <a:gd name="T73" fmla="*/ 1050 h 2070"/>
                <a:gd name="T74" fmla="*/ 1280 w 2782"/>
                <a:gd name="T75" fmla="*/ 1013 h 2070"/>
                <a:gd name="T76" fmla="*/ 1335 w 2782"/>
                <a:gd name="T77" fmla="*/ 984 h 2070"/>
                <a:gd name="T78" fmla="*/ 1445 w 2782"/>
                <a:gd name="T79" fmla="*/ 914 h 2070"/>
                <a:gd name="T80" fmla="*/ 1599 w 2782"/>
                <a:gd name="T81" fmla="*/ 794 h 2070"/>
                <a:gd name="T82" fmla="*/ 1736 w 2782"/>
                <a:gd name="T83" fmla="*/ 672 h 2070"/>
                <a:gd name="T84" fmla="*/ 1867 w 2782"/>
                <a:gd name="T85" fmla="*/ 537 h 2070"/>
                <a:gd name="T86" fmla="*/ 2073 w 2782"/>
                <a:gd name="T87" fmla="*/ 238 h 2070"/>
                <a:gd name="T88" fmla="*/ 2121 w 2782"/>
                <a:gd name="T89" fmla="*/ 202 h 2070"/>
                <a:gd name="T90" fmla="*/ 2235 w 2782"/>
                <a:gd name="T91" fmla="*/ 108 h 2070"/>
                <a:gd name="T92" fmla="*/ 2279 w 2782"/>
                <a:gd name="T93" fmla="*/ 58 h 2070"/>
                <a:gd name="T94" fmla="*/ 2323 w 2782"/>
                <a:gd name="T95" fmla="*/ 0 h 2070"/>
                <a:gd name="T96" fmla="*/ 2273 w 2782"/>
                <a:gd name="T97" fmla="*/ 181 h 2070"/>
                <a:gd name="T98" fmla="*/ 2240 w 2782"/>
                <a:gd name="T99" fmla="*/ 330 h 2070"/>
                <a:gd name="T100" fmla="*/ 2226 w 2782"/>
                <a:gd name="T101" fmla="*/ 433 h 2070"/>
                <a:gd name="T102" fmla="*/ 2223 w 2782"/>
                <a:gd name="T103" fmla="*/ 629 h 2070"/>
                <a:gd name="T104" fmla="*/ 2227 w 2782"/>
                <a:gd name="T105" fmla="*/ 943 h 2070"/>
                <a:gd name="T106" fmla="*/ 2239 w 2782"/>
                <a:gd name="T107" fmla="*/ 1134 h 2070"/>
                <a:gd name="T108" fmla="*/ 2263 w 2782"/>
                <a:gd name="T109" fmla="*/ 129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2" h="2070">
                  <a:moveTo>
                    <a:pt x="2274" y="1335"/>
                  </a:moveTo>
                  <a:lnTo>
                    <a:pt x="2274" y="1335"/>
                  </a:lnTo>
                  <a:lnTo>
                    <a:pt x="2284" y="1364"/>
                  </a:lnTo>
                  <a:lnTo>
                    <a:pt x="2297" y="1394"/>
                  </a:lnTo>
                  <a:lnTo>
                    <a:pt x="2311" y="1422"/>
                  </a:lnTo>
                  <a:lnTo>
                    <a:pt x="2328" y="1449"/>
                  </a:lnTo>
                  <a:lnTo>
                    <a:pt x="2348" y="1477"/>
                  </a:lnTo>
                  <a:lnTo>
                    <a:pt x="2370" y="1504"/>
                  </a:lnTo>
                  <a:lnTo>
                    <a:pt x="2394" y="1531"/>
                  </a:lnTo>
                  <a:lnTo>
                    <a:pt x="2422" y="1557"/>
                  </a:lnTo>
                  <a:lnTo>
                    <a:pt x="2454" y="1584"/>
                  </a:lnTo>
                  <a:lnTo>
                    <a:pt x="2489" y="1611"/>
                  </a:lnTo>
                  <a:lnTo>
                    <a:pt x="2527" y="1637"/>
                  </a:lnTo>
                  <a:lnTo>
                    <a:pt x="2570" y="1664"/>
                  </a:lnTo>
                  <a:lnTo>
                    <a:pt x="2616" y="1692"/>
                  </a:lnTo>
                  <a:lnTo>
                    <a:pt x="2667" y="1719"/>
                  </a:lnTo>
                  <a:lnTo>
                    <a:pt x="2722" y="1747"/>
                  </a:lnTo>
                  <a:lnTo>
                    <a:pt x="2782" y="1775"/>
                  </a:lnTo>
                  <a:lnTo>
                    <a:pt x="2782" y="1775"/>
                  </a:lnTo>
                  <a:lnTo>
                    <a:pt x="2757" y="1785"/>
                  </a:lnTo>
                  <a:lnTo>
                    <a:pt x="2685" y="1812"/>
                  </a:lnTo>
                  <a:lnTo>
                    <a:pt x="2635" y="1830"/>
                  </a:lnTo>
                  <a:lnTo>
                    <a:pt x="2577" y="1852"/>
                  </a:lnTo>
                  <a:lnTo>
                    <a:pt x="2510" y="1873"/>
                  </a:lnTo>
                  <a:lnTo>
                    <a:pt x="2438" y="1898"/>
                  </a:lnTo>
                  <a:lnTo>
                    <a:pt x="2358" y="1921"/>
                  </a:lnTo>
                  <a:lnTo>
                    <a:pt x="2276" y="1945"/>
                  </a:lnTo>
                  <a:lnTo>
                    <a:pt x="2187" y="1968"/>
                  </a:lnTo>
                  <a:lnTo>
                    <a:pt x="2098" y="1990"/>
                  </a:lnTo>
                  <a:lnTo>
                    <a:pt x="2005" y="2009"/>
                  </a:lnTo>
                  <a:lnTo>
                    <a:pt x="1959" y="2018"/>
                  </a:lnTo>
                  <a:lnTo>
                    <a:pt x="1912" y="2025"/>
                  </a:lnTo>
                  <a:lnTo>
                    <a:pt x="1866" y="2033"/>
                  </a:lnTo>
                  <a:lnTo>
                    <a:pt x="1819" y="2038"/>
                  </a:lnTo>
                  <a:lnTo>
                    <a:pt x="1773" y="2043"/>
                  </a:lnTo>
                  <a:lnTo>
                    <a:pt x="1727" y="2048"/>
                  </a:lnTo>
                  <a:lnTo>
                    <a:pt x="1727" y="2048"/>
                  </a:lnTo>
                  <a:lnTo>
                    <a:pt x="1557" y="2060"/>
                  </a:lnTo>
                  <a:lnTo>
                    <a:pt x="1480" y="2065"/>
                  </a:lnTo>
                  <a:lnTo>
                    <a:pt x="1409" y="2068"/>
                  </a:lnTo>
                  <a:lnTo>
                    <a:pt x="1342" y="2070"/>
                  </a:lnTo>
                  <a:lnTo>
                    <a:pt x="1279" y="2070"/>
                  </a:lnTo>
                  <a:lnTo>
                    <a:pt x="1219" y="2070"/>
                  </a:lnTo>
                  <a:lnTo>
                    <a:pt x="1160" y="2068"/>
                  </a:lnTo>
                  <a:lnTo>
                    <a:pt x="1104" y="2065"/>
                  </a:lnTo>
                  <a:lnTo>
                    <a:pt x="1048" y="2060"/>
                  </a:lnTo>
                  <a:lnTo>
                    <a:pt x="991" y="2054"/>
                  </a:lnTo>
                  <a:lnTo>
                    <a:pt x="935" y="2046"/>
                  </a:lnTo>
                  <a:lnTo>
                    <a:pt x="878" y="2036"/>
                  </a:lnTo>
                  <a:lnTo>
                    <a:pt x="818" y="2024"/>
                  </a:lnTo>
                  <a:lnTo>
                    <a:pt x="755" y="2011"/>
                  </a:lnTo>
                  <a:lnTo>
                    <a:pt x="690" y="1997"/>
                  </a:lnTo>
                  <a:lnTo>
                    <a:pt x="690" y="1997"/>
                  </a:lnTo>
                  <a:lnTo>
                    <a:pt x="656" y="1988"/>
                  </a:lnTo>
                  <a:lnTo>
                    <a:pt x="623" y="1978"/>
                  </a:lnTo>
                  <a:lnTo>
                    <a:pt x="589" y="1965"/>
                  </a:lnTo>
                  <a:lnTo>
                    <a:pt x="556" y="1951"/>
                  </a:lnTo>
                  <a:lnTo>
                    <a:pt x="524" y="1936"/>
                  </a:lnTo>
                  <a:lnTo>
                    <a:pt x="492" y="1919"/>
                  </a:lnTo>
                  <a:lnTo>
                    <a:pt x="461" y="1900"/>
                  </a:lnTo>
                  <a:lnTo>
                    <a:pt x="430" y="1881"/>
                  </a:lnTo>
                  <a:lnTo>
                    <a:pt x="399" y="1862"/>
                  </a:lnTo>
                  <a:lnTo>
                    <a:pt x="370" y="1840"/>
                  </a:lnTo>
                  <a:lnTo>
                    <a:pt x="341" y="1818"/>
                  </a:lnTo>
                  <a:lnTo>
                    <a:pt x="312" y="1797"/>
                  </a:lnTo>
                  <a:lnTo>
                    <a:pt x="259" y="1752"/>
                  </a:lnTo>
                  <a:lnTo>
                    <a:pt x="209" y="1707"/>
                  </a:lnTo>
                  <a:lnTo>
                    <a:pt x="164" y="1662"/>
                  </a:lnTo>
                  <a:lnTo>
                    <a:pt x="124" y="1620"/>
                  </a:lnTo>
                  <a:lnTo>
                    <a:pt x="88" y="1582"/>
                  </a:lnTo>
                  <a:lnTo>
                    <a:pt x="57" y="1547"/>
                  </a:lnTo>
                  <a:lnTo>
                    <a:pt x="15" y="1497"/>
                  </a:lnTo>
                  <a:lnTo>
                    <a:pt x="0" y="1478"/>
                  </a:lnTo>
                  <a:lnTo>
                    <a:pt x="0" y="1478"/>
                  </a:lnTo>
                  <a:lnTo>
                    <a:pt x="62" y="1481"/>
                  </a:lnTo>
                  <a:lnTo>
                    <a:pt x="115" y="1483"/>
                  </a:lnTo>
                  <a:lnTo>
                    <a:pt x="161" y="1485"/>
                  </a:lnTo>
                  <a:lnTo>
                    <a:pt x="203" y="1486"/>
                  </a:lnTo>
                  <a:lnTo>
                    <a:pt x="223" y="1485"/>
                  </a:lnTo>
                  <a:lnTo>
                    <a:pt x="244" y="1482"/>
                  </a:lnTo>
                  <a:lnTo>
                    <a:pt x="264" y="1480"/>
                  </a:lnTo>
                  <a:lnTo>
                    <a:pt x="284" y="1476"/>
                  </a:lnTo>
                  <a:lnTo>
                    <a:pt x="306" y="1471"/>
                  </a:lnTo>
                  <a:lnTo>
                    <a:pt x="329" y="1464"/>
                  </a:lnTo>
                  <a:lnTo>
                    <a:pt x="353" y="1457"/>
                  </a:lnTo>
                  <a:lnTo>
                    <a:pt x="380" y="1446"/>
                  </a:lnTo>
                  <a:lnTo>
                    <a:pt x="380" y="1446"/>
                  </a:lnTo>
                  <a:lnTo>
                    <a:pt x="408" y="1433"/>
                  </a:lnTo>
                  <a:lnTo>
                    <a:pt x="436" y="1421"/>
                  </a:lnTo>
                  <a:lnTo>
                    <a:pt x="462" y="1407"/>
                  </a:lnTo>
                  <a:lnTo>
                    <a:pt x="486" y="1393"/>
                  </a:lnTo>
                  <a:lnTo>
                    <a:pt x="509" y="1379"/>
                  </a:lnTo>
                  <a:lnTo>
                    <a:pt x="529" y="1364"/>
                  </a:lnTo>
                  <a:lnTo>
                    <a:pt x="566" y="1338"/>
                  </a:lnTo>
                  <a:lnTo>
                    <a:pt x="596" y="1315"/>
                  </a:lnTo>
                  <a:lnTo>
                    <a:pt x="618" y="1295"/>
                  </a:lnTo>
                  <a:lnTo>
                    <a:pt x="634" y="1278"/>
                  </a:lnTo>
                  <a:lnTo>
                    <a:pt x="634" y="1161"/>
                  </a:lnTo>
                  <a:lnTo>
                    <a:pt x="634" y="1161"/>
                  </a:lnTo>
                  <a:lnTo>
                    <a:pt x="653" y="1160"/>
                  </a:lnTo>
                  <a:lnTo>
                    <a:pt x="703" y="1156"/>
                  </a:lnTo>
                  <a:lnTo>
                    <a:pt x="739" y="1152"/>
                  </a:lnTo>
                  <a:lnTo>
                    <a:pt x="780" y="1148"/>
                  </a:lnTo>
                  <a:lnTo>
                    <a:pt x="826" y="1142"/>
                  </a:lnTo>
                  <a:lnTo>
                    <a:pt x="875" y="1133"/>
                  </a:lnTo>
                  <a:lnTo>
                    <a:pt x="929" y="1124"/>
                  </a:lnTo>
                  <a:lnTo>
                    <a:pt x="985" y="1111"/>
                  </a:lnTo>
                  <a:lnTo>
                    <a:pt x="1044" y="1097"/>
                  </a:lnTo>
                  <a:lnTo>
                    <a:pt x="1103" y="1081"/>
                  </a:lnTo>
                  <a:lnTo>
                    <a:pt x="1163" y="1060"/>
                  </a:lnTo>
                  <a:lnTo>
                    <a:pt x="1192" y="1050"/>
                  </a:lnTo>
                  <a:lnTo>
                    <a:pt x="1221" y="1038"/>
                  </a:lnTo>
                  <a:lnTo>
                    <a:pt x="1251" y="1026"/>
                  </a:lnTo>
                  <a:lnTo>
                    <a:pt x="1280" y="1013"/>
                  </a:lnTo>
                  <a:lnTo>
                    <a:pt x="1308" y="998"/>
                  </a:lnTo>
                  <a:lnTo>
                    <a:pt x="1335" y="984"/>
                  </a:lnTo>
                  <a:lnTo>
                    <a:pt x="1335" y="984"/>
                  </a:lnTo>
                  <a:lnTo>
                    <a:pt x="1363" y="967"/>
                  </a:lnTo>
                  <a:lnTo>
                    <a:pt x="1390" y="950"/>
                  </a:lnTo>
                  <a:lnTo>
                    <a:pt x="1445" y="914"/>
                  </a:lnTo>
                  <a:lnTo>
                    <a:pt x="1497" y="876"/>
                  </a:lnTo>
                  <a:lnTo>
                    <a:pt x="1549" y="835"/>
                  </a:lnTo>
                  <a:lnTo>
                    <a:pt x="1599" y="794"/>
                  </a:lnTo>
                  <a:lnTo>
                    <a:pt x="1648" y="752"/>
                  </a:lnTo>
                  <a:lnTo>
                    <a:pt x="1693" y="711"/>
                  </a:lnTo>
                  <a:lnTo>
                    <a:pt x="1736" y="672"/>
                  </a:lnTo>
                  <a:lnTo>
                    <a:pt x="1775" y="633"/>
                  </a:lnTo>
                  <a:lnTo>
                    <a:pt x="1810" y="597"/>
                  </a:lnTo>
                  <a:lnTo>
                    <a:pt x="1867" y="537"/>
                  </a:lnTo>
                  <a:lnTo>
                    <a:pt x="1904" y="498"/>
                  </a:lnTo>
                  <a:lnTo>
                    <a:pt x="1918" y="482"/>
                  </a:lnTo>
                  <a:lnTo>
                    <a:pt x="2073" y="238"/>
                  </a:lnTo>
                  <a:lnTo>
                    <a:pt x="2073" y="238"/>
                  </a:lnTo>
                  <a:lnTo>
                    <a:pt x="2073" y="238"/>
                  </a:lnTo>
                  <a:lnTo>
                    <a:pt x="2121" y="202"/>
                  </a:lnTo>
                  <a:lnTo>
                    <a:pt x="2164" y="168"/>
                  </a:lnTo>
                  <a:lnTo>
                    <a:pt x="2203" y="136"/>
                  </a:lnTo>
                  <a:lnTo>
                    <a:pt x="2235" y="108"/>
                  </a:lnTo>
                  <a:lnTo>
                    <a:pt x="2235" y="108"/>
                  </a:lnTo>
                  <a:lnTo>
                    <a:pt x="2258" y="85"/>
                  </a:lnTo>
                  <a:lnTo>
                    <a:pt x="2279" y="58"/>
                  </a:lnTo>
                  <a:lnTo>
                    <a:pt x="2302" y="30"/>
                  </a:lnTo>
                  <a:lnTo>
                    <a:pt x="2323" y="0"/>
                  </a:lnTo>
                  <a:lnTo>
                    <a:pt x="2323" y="0"/>
                  </a:lnTo>
                  <a:lnTo>
                    <a:pt x="2306" y="57"/>
                  </a:lnTo>
                  <a:lnTo>
                    <a:pt x="2291" y="113"/>
                  </a:lnTo>
                  <a:lnTo>
                    <a:pt x="2273" y="181"/>
                  </a:lnTo>
                  <a:lnTo>
                    <a:pt x="2255" y="256"/>
                  </a:lnTo>
                  <a:lnTo>
                    <a:pt x="2247" y="293"/>
                  </a:lnTo>
                  <a:lnTo>
                    <a:pt x="2240" y="330"/>
                  </a:lnTo>
                  <a:lnTo>
                    <a:pt x="2233" y="366"/>
                  </a:lnTo>
                  <a:lnTo>
                    <a:pt x="2228" y="401"/>
                  </a:lnTo>
                  <a:lnTo>
                    <a:pt x="2226" y="433"/>
                  </a:lnTo>
                  <a:lnTo>
                    <a:pt x="2224" y="461"/>
                  </a:lnTo>
                  <a:lnTo>
                    <a:pt x="2224" y="461"/>
                  </a:lnTo>
                  <a:lnTo>
                    <a:pt x="2223" y="629"/>
                  </a:lnTo>
                  <a:lnTo>
                    <a:pt x="2223" y="747"/>
                  </a:lnTo>
                  <a:lnTo>
                    <a:pt x="2224" y="876"/>
                  </a:lnTo>
                  <a:lnTo>
                    <a:pt x="2227" y="943"/>
                  </a:lnTo>
                  <a:lnTo>
                    <a:pt x="2230" y="1008"/>
                  </a:lnTo>
                  <a:lnTo>
                    <a:pt x="2233" y="1072"/>
                  </a:lnTo>
                  <a:lnTo>
                    <a:pt x="2239" y="1134"/>
                  </a:lnTo>
                  <a:lnTo>
                    <a:pt x="2245" y="1192"/>
                  </a:lnTo>
                  <a:lnTo>
                    <a:pt x="2254" y="1246"/>
                  </a:lnTo>
                  <a:lnTo>
                    <a:pt x="2263" y="1294"/>
                  </a:lnTo>
                  <a:lnTo>
                    <a:pt x="2268" y="1316"/>
                  </a:lnTo>
                  <a:lnTo>
                    <a:pt x="2274" y="133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3" name="Freeform 14">
              <a:extLst>
                <a:ext uri="{FF2B5EF4-FFF2-40B4-BE49-F238E27FC236}">
                  <a16:creationId xmlns:a16="http://schemas.microsoft.com/office/drawing/2014/main" id="{56130C98-4B5E-4954-3C2D-AB178F17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73"/>
              <a:ext cx="927" cy="690"/>
            </a:xfrm>
            <a:custGeom>
              <a:avLst/>
              <a:gdLst>
                <a:gd name="T0" fmla="*/ 2284 w 2782"/>
                <a:gd name="T1" fmla="*/ 1364 h 2070"/>
                <a:gd name="T2" fmla="*/ 2328 w 2782"/>
                <a:gd name="T3" fmla="*/ 1449 h 2070"/>
                <a:gd name="T4" fmla="*/ 2394 w 2782"/>
                <a:gd name="T5" fmla="*/ 1531 h 2070"/>
                <a:gd name="T6" fmla="*/ 2489 w 2782"/>
                <a:gd name="T7" fmla="*/ 1611 h 2070"/>
                <a:gd name="T8" fmla="*/ 2616 w 2782"/>
                <a:gd name="T9" fmla="*/ 1692 h 2070"/>
                <a:gd name="T10" fmla="*/ 2782 w 2782"/>
                <a:gd name="T11" fmla="*/ 1775 h 2070"/>
                <a:gd name="T12" fmla="*/ 2685 w 2782"/>
                <a:gd name="T13" fmla="*/ 1812 h 2070"/>
                <a:gd name="T14" fmla="*/ 2510 w 2782"/>
                <a:gd name="T15" fmla="*/ 1873 h 2070"/>
                <a:gd name="T16" fmla="*/ 2276 w 2782"/>
                <a:gd name="T17" fmla="*/ 1945 h 2070"/>
                <a:gd name="T18" fmla="*/ 2005 w 2782"/>
                <a:gd name="T19" fmla="*/ 2009 h 2070"/>
                <a:gd name="T20" fmla="*/ 1866 w 2782"/>
                <a:gd name="T21" fmla="*/ 2033 h 2070"/>
                <a:gd name="T22" fmla="*/ 1727 w 2782"/>
                <a:gd name="T23" fmla="*/ 2048 h 2070"/>
                <a:gd name="T24" fmla="*/ 1480 w 2782"/>
                <a:gd name="T25" fmla="*/ 2065 h 2070"/>
                <a:gd name="T26" fmla="*/ 1279 w 2782"/>
                <a:gd name="T27" fmla="*/ 2070 h 2070"/>
                <a:gd name="T28" fmla="*/ 1104 w 2782"/>
                <a:gd name="T29" fmla="*/ 2065 h 2070"/>
                <a:gd name="T30" fmla="*/ 935 w 2782"/>
                <a:gd name="T31" fmla="*/ 2046 h 2070"/>
                <a:gd name="T32" fmla="*/ 755 w 2782"/>
                <a:gd name="T33" fmla="*/ 2011 h 2070"/>
                <a:gd name="T34" fmla="*/ 656 w 2782"/>
                <a:gd name="T35" fmla="*/ 1988 h 2070"/>
                <a:gd name="T36" fmla="*/ 556 w 2782"/>
                <a:gd name="T37" fmla="*/ 1951 h 2070"/>
                <a:gd name="T38" fmla="*/ 461 w 2782"/>
                <a:gd name="T39" fmla="*/ 1900 h 2070"/>
                <a:gd name="T40" fmla="*/ 370 w 2782"/>
                <a:gd name="T41" fmla="*/ 1840 h 2070"/>
                <a:gd name="T42" fmla="*/ 259 w 2782"/>
                <a:gd name="T43" fmla="*/ 1752 h 2070"/>
                <a:gd name="T44" fmla="*/ 124 w 2782"/>
                <a:gd name="T45" fmla="*/ 1620 h 2070"/>
                <a:gd name="T46" fmla="*/ 15 w 2782"/>
                <a:gd name="T47" fmla="*/ 1497 h 2070"/>
                <a:gd name="T48" fmla="*/ 62 w 2782"/>
                <a:gd name="T49" fmla="*/ 1481 h 2070"/>
                <a:gd name="T50" fmla="*/ 203 w 2782"/>
                <a:gd name="T51" fmla="*/ 1486 h 2070"/>
                <a:gd name="T52" fmla="*/ 264 w 2782"/>
                <a:gd name="T53" fmla="*/ 1480 h 2070"/>
                <a:gd name="T54" fmla="*/ 329 w 2782"/>
                <a:gd name="T55" fmla="*/ 1464 h 2070"/>
                <a:gd name="T56" fmla="*/ 380 w 2782"/>
                <a:gd name="T57" fmla="*/ 1446 h 2070"/>
                <a:gd name="T58" fmla="*/ 462 w 2782"/>
                <a:gd name="T59" fmla="*/ 1407 h 2070"/>
                <a:gd name="T60" fmla="*/ 529 w 2782"/>
                <a:gd name="T61" fmla="*/ 1364 h 2070"/>
                <a:gd name="T62" fmla="*/ 618 w 2782"/>
                <a:gd name="T63" fmla="*/ 1295 h 2070"/>
                <a:gd name="T64" fmla="*/ 634 w 2782"/>
                <a:gd name="T65" fmla="*/ 1161 h 2070"/>
                <a:gd name="T66" fmla="*/ 739 w 2782"/>
                <a:gd name="T67" fmla="*/ 1152 h 2070"/>
                <a:gd name="T68" fmla="*/ 875 w 2782"/>
                <a:gd name="T69" fmla="*/ 1133 h 2070"/>
                <a:gd name="T70" fmla="*/ 1044 w 2782"/>
                <a:gd name="T71" fmla="*/ 1097 h 2070"/>
                <a:gd name="T72" fmla="*/ 1192 w 2782"/>
                <a:gd name="T73" fmla="*/ 1050 h 2070"/>
                <a:gd name="T74" fmla="*/ 1280 w 2782"/>
                <a:gd name="T75" fmla="*/ 1013 h 2070"/>
                <a:gd name="T76" fmla="*/ 1335 w 2782"/>
                <a:gd name="T77" fmla="*/ 984 h 2070"/>
                <a:gd name="T78" fmla="*/ 1445 w 2782"/>
                <a:gd name="T79" fmla="*/ 914 h 2070"/>
                <a:gd name="T80" fmla="*/ 1599 w 2782"/>
                <a:gd name="T81" fmla="*/ 794 h 2070"/>
                <a:gd name="T82" fmla="*/ 1736 w 2782"/>
                <a:gd name="T83" fmla="*/ 672 h 2070"/>
                <a:gd name="T84" fmla="*/ 1867 w 2782"/>
                <a:gd name="T85" fmla="*/ 537 h 2070"/>
                <a:gd name="T86" fmla="*/ 2073 w 2782"/>
                <a:gd name="T87" fmla="*/ 238 h 2070"/>
                <a:gd name="T88" fmla="*/ 2121 w 2782"/>
                <a:gd name="T89" fmla="*/ 202 h 2070"/>
                <a:gd name="T90" fmla="*/ 2235 w 2782"/>
                <a:gd name="T91" fmla="*/ 108 h 2070"/>
                <a:gd name="T92" fmla="*/ 2279 w 2782"/>
                <a:gd name="T93" fmla="*/ 58 h 2070"/>
                <a:gd name="T94" fmla="*/ 2323 w 2782"/>
                <a:gd name="T95" fmla="*/ 0 h 2070"/>
                <a:gd name="T96" fmla="*/ 2273 w 2782"/>
                <a:gd name="T97" fmla="*/ 181 h 2070"/>
                <a:gd name="T98" fmla="*/ 2240 w 2782"/>
                <a:gd name="T99" fmla="*/ 330 h 2070"/>
                <a:gd name="T100" fmla="*/ 2226 w 2782"/>
                <a:gd name="T101" fmla="*/ 433 h 2070"/>
                <a:gd name="T102" fmla="*/ 2223 w 2782"/>
                <a:gd name="T103" fmla="*/ 629 h 2070"/>
                <a:gd name="T104" fmla="*/ 2227 w 2782"/>
                <a:gd name="T105" fmla="*/ 943 h 2070"/>
                <a:gd name="T106" fmla="*/ 2239 w 2782"/>
                <a:gd name="T107" fmla="*/ 1134 h 2070"/>
                <a:gd name="T108" fmla="*/ 2263 w 2782"/>
                <a:gd name="T109" fmla="*/ 129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2" h="2070">
                  <a:moveTo>
                    <a:pt x="2274" y="1335"/>
                  </a:moveTo>
                  <a:lnTo>
                    <a:pt x="2274" y="1335"/>
                  </a:lnTo>
                  <a:lnTo>
                    <a:pt x="2284" y="1364"/>
                  </a:lnTo>
                  <a:lnTo>
                    <a:pt x="2297" y="1394"/>
                  </a:lnTo>
                  <a:lnTo>
                    <a:pt x="2311" y="1422"/>
                  </a:lnTo>
                  <a:lnTo>
                    <a:pt x="2328" y="1449"/>
                  </a:lnTo>
                  <a:lnTo>
                    <a:pt x="2348" y="1477"/>
                  </a:lnTo>
                  <a:lnTo>
                    <a:pt x="2370" y="1504"/>
                  </a:lnTo>
                  <a:lnTo>
                    <a:pt x="2394" y="1531"/>
                  </a:lnTo>
                  <a:lnTo>
                    <a:pt x="2422" y="1557"/>
                  </a:lnTo>
                  <a:lnTo>
                    <a:pt x="2454" y="1584"/>
                  </a:lnTo>
                  <a:lnTo>
                    <a:pt x="2489" y="1611"/>
                  </a:lnTo>
                  <a:lnTo>
                    <a:pt x="2527" y="1637"/>
                  </a:lnTo>
                  <a:lnTo>
                    <a:pt x="2570" y="1664"/>
                  </a:lnTo>
                  <a:lnTo>
                    <a:pt x="2616" y="1692"/>
                  </a:lnTo>
                  <a:lnTo>
                    <a:pt x="2667" y="1719"/>
                  </a:lnTo>
                  <a:lnTo>
                    <a:pt x="2722" y="1747"/>
                  </a:lnTo>
                  <a:lnTo>
                    <a:pt x="2782" y="1775"/>
                  </a:lnTo>
                  <a:lnTo>
                    <a:pt x="2782" y="1775"/>
                  </a:lnTo>
                  <a:lnTo>
                    <a:pt x="2757" y="1785"/>
                  </a:lnTo>
                  <a:lnTo>
                    <a:pt x="2685" y="1812"/>
                  </a:lnTo>
                  <a:lnTo>
                    <a:pt x="2635" y="1830"/>
                  </a:lnTo>
                  <a:lnTo>
                    <a:pt x="2577" y="1852"/>
                  </a:lnTo>
                  <a:lnTo>
                    <a:pt x="2510" y="1873"/>
                  </a:lnTo>
                  <a:lnTo>
                    <a:pt x="2438" y="1898"/>
                  </a:lnTo>
                  <a:lnTo>
                    <a:pt x="2358" y="1921"/>
                  </a:lnTo>
                  <a:lnTo>
                    <a:pt x="2276" y="1945"/>
                  </a:lnTo>
                  <a:lnTo>
                    <a:pt x="2187" y="1968"/>
                  </a:lnTo>
                  <a:lnTo>
                    <a:pt x="2098" y="1990"/>
                  </a:lnTo>
                  <a:lnTo>
                    <a:pt x="2005" y="2009"/>
                  </a:lnTo>
                  <a:lnTo>
                    <a:pt x="1959" y="2018"/>
                  </a:lnTo>
                  <a:lnTo>
                    <a:pt x="1912" y="2025"/>
                  </a:lnTo>
                  <a:lnTo>
                    <a:pt x="1866" y="2033"/>
                  </a:lnTo>
                  <a:lnTo>
                    <a:pt x="1819" y="2038"/>
                  </a:lnTo>
                  <a:lnTo>
                    <a:pt x="1773" y="2043"/>
                  </a:lnTo>
                  <a:lnTo>
                    <a:pt x="1727" y="2048"/>
                  </a:lnTo>
                  <a:lnTo>
                    <a:pt x="1727" y="2048"/>
                  </a:lnTo>
                  <a:lnTo>
                    <a:pt x="1557" y="2060"/>
                  </a:lnTo>
                  <a:lnTo>
                    <a:pt x="1480" y="2065"/>
                  </a:lnTo>
                  <a:lnTo>
                    <a:pt x="1409" y="2068"/>
                  </a:lnTo>
                  <a:lnTo>
                    <a:pt x="1342" y="2070"/>
                  </a:lnTo>
                  <a:lnTo>
                    <a:pt x="1279" y="2070"/>
                  </a:lnTo>
                  <a:lnTo>
                    <a:pt x="1219" y="2070"/>
                  </a:lnTo>
                  <a:lnTo>
                    <a:pt x="1160" y="2068"/>
                  </a:lnTo>
                  <a:lnTo>
                    <a:pt x="1104" y="2065"/>
                  </a:lnTo>
                  <a:lnTo>
                    <a:pt x="1048" y="2060"/>
                  </a:lnTo>
                  <a:lnTo>
                    <a:pt x="991" y="2054"/>
                  </a:lnTo>
                  <a:lnTo>
                    <a:pt x="935" y="2046"/>
                  </a:lnTo>
                  <a:lnTo>
                    <a:pt x="878" y="2036"/>
                  </a:lnTo>
                  <a:lnTo>
                    <a:pt x="818" y="2024"/>
                  </a:lnTo>
                  <a:lnTo>
                    <a:pt x="755" y="2011"/>
                  </a:lnTo>
                  <a:lnTo>
                    <a:pt x="690" y="1997"/>
                  </a:lnTo>
                  <a:lnTo>
                    <a:pt x="690" y="1997"/>
                  </a:lnTo>
                  <a:lnTo>
                    <a:pt x="656" y="1988"/>
                  </a:lnTo>
                  <a:lnTo>
                    <a:pt x="623" y="1978"/>
                  </a:lnTo>
                  <a:lnTo>
                    <a:pt x="589" y="1965"/>
                  </a:lnTo>
                  <a:lnTo>
                    <a:pt x="556" y="1951"/>
                  </a:lnTo>
                  <a:lnTo>
                    <a:pt x="524" y="1936"/>
                  </a:lnTo>
                  <a:lnTo>
                    <a:pt x="492" y="1919"/>
                  </a:lnTo>
                  <a:lnTo>
                    <a:pt x="461" y="1900"/>
                  </a:lnTo>
                  <a:lnTo>
                    <a:pt x="430" y="1881"/>
                  </a:lnTo>
                  <a:lnTo>
                    <a:pt x="399" y="1862"/>
                  </a:lnTo>
                  <a:lnTo>
                    <a:pt x="370" y="1840"/>
                  </a:lnTo>
                  <a:lnTo>
                    <a:pt x="341" y="1818"/>
                  </a:lnTo>
                  <a:lnTo>
                    <a:pt x="312" y="1797"/>
                  </a:lnTo>
                  <a:lnTo>
                    <a:pt x="259" y="1752"/>
                  </a:lnTo>
                  <a:lnTo>
                    <a:pt x="209" y="1707"/>
                  </a:lnTo>
                  <a:lnTo>
                    <a:pt x="164" y="1662"/>
                  </a:lnTo>
                  <a:lnTo>
                    <a:pt x="124" y="1620"/>
                  </a:lnTo>
                  <a:lnTo>
                    <a:pt x="88" y="1582"/>
                  </a:lnTo>
                  <a:lnTo>
                    <a:pt x="57" y="1547"/>
                  </a:lnTo>
                  <a:lnTo>
                    <a:pt x="15" y="1497"/>
                  </a:lnTo>
                  <a:lnTo>
                    <a:pt x="0" y="1478"/>
                  </a:lnTo>
                  <a:lnTo>
                    <a:pt x="0" y="1478"/>
                  </a:lnTo>
                  <a:lnTo>
                    <a:pt x="62" y="1481"/>
                  </a:lnTo>
                  <a:lnTo>
                    <a:pt x="115" y="1483"/>
                  </a:lnTo>
                  <a:lnTo>
                    <a:pt x="161" y="1485"/>
                  </a:lnTo>
                  <a:lnTo>
                    <a:pt x="203" y="1486"/>
                  </a:lnTo>
                  <a:lnTo>
                    <a:pt x="223" y="1485"/>
                  </a:lnTo>
                  <a:lnTo>
                    <a:pt x="244" y="1482"/>
                  </a:lnTo>
                  <a:lnTo>
                    <a:pt x="264" y="1480"/>
                  </a:lnTo>
                  <a:lnTo>
                    <a:pt x="284" y="1476"/>
                  </a:lnTo>
                  <a:lnTo>
                    <a:pt x="306" y="1471"/>
                  </a:lnTo>
                  <a:lnTo>
                    <a:pt x="329" y="1464"/>
                  </a:lnTo>
                  <a:lnTo>
                    <a:pt x="353" y="1457"/>
                  </a:lnTo>
                  <a:lnTo>
                    <a:pt x="380" y="1446"/>
                  </a:lnTo>
                  <a:lnTo>
                    <a:pt x="380" y="1446"/>
                  </a:lnTo>
                  <a:lnTo>
                    <a:pt x="408" y="1433"/>
                  </a:lnTo>
                  <a:lnTo>
                    <a:pt x="436" y="1421"/>
                  </a:lnTo>
                  <a:lnTo>
                    <a:pt x="462" y="1407"/>
                  </a:lnTo>
                  <a:lnTo>
                    <a:pt x="486" y="1393"/>
                  </a:lnTo>
                  <a:lnTo>
                    <a:pt x="509" y="1379"/>
                  </a:lnTo>
                  <a:lnTo>
                    <a:pt x="529" y="1364"/>
                  </a:lnTo>
                  <a:lnTo>
                    <a:pt x="566" y="1338"/>
                  </a:lnTo>
                  <a:lnTo>
                    <a:pt x="596" y="1315"/>
                  </a:lnTo>
                  <a:lnTo>
                    <a:pt x="618" y="1295"/>
                  </a:lnTo>
                  <a:lnTo>
                    <a:pt x="634" y="1278"/>
                  </a:lnTo>
                  <a:lnTo>
                    <a:pt x="634" y="1161"/>
                  </a:lnTo>
                  <a:lnTo>
                    <a:pt x="634" y="1161"/>
                  </a:lnTo>
                  <a:lnTo>
                    <a:pt x="653" y="1160"/>
                  </a:lnTo>
                  <a:lnTo>
                    <a:pt x="703" y="1156"/>
                  </a:lnTo>
                  <a:lnTo>
                    <a:pt x="739" y="1152"/>
                  </a:lnTo>
                  <a:lnTo>
                    <a:pt x="780" y="1148"/>
                  </a:lnTo>
                  <a:lnTo>
                    <a:pt x="826" y="1142"/>
                  </a:lnTo>
                  <a:lnTo>
                    <a:pt x="875" y="1133"/>
                  </a:lnTo>
                  <a:lnTo>
                    <a:pt x="929" y="1124"/>
                  </a:lnTo>
                  <a:lnTo>
                    <a:pt x="985" y="1111"/>
                  </a:lnTo>
                  <a:lnTo>
                    <a:pt x="1044" y="1097"/>
                  </a:lnTo>
                  <a:lnTo>
                    <a:pt x="1103" y="1081"/>
                  </a:lnTo>
                  <a:lnTo>
                    <a:pt x="1163" y="1060"/>
                  </a:lnTo>
                  <a:lnTo>
                    <a:pt x="1192" y="1050"/>
                  </a:lnTo>
                  <a:lnTo>
                    <a:pt x="1221" y="1038"/>
                  </a:lnTo>
                  <a:lnTo>
                    <a:pt x="1251" y="1026"/>
                  </a:lnTo>
                  <a:lnTo>
                    <a:pt x="1280" y="1013"/>
                  </a:lnTo>
                  <a:lnTo>
                    <a:pt x="1308" y="998"/>
                  </a:lnTo>
                  <a:lnTo>
                    <a:pt x="1335" y="984"/>
                  </a:lnTo>
                  <a:lnTo>
                    <a:pt x="1335" y="984"/>
                  </a:lnTo>
                  <a:lnTo>
                    <a:pt x="1363" y="967"/>
                  </a:lnTo>
                  <a:lnTo>
                    <a:pt x="1390" y="950"/>
                  </a:lnTo>
                  <a:lnTo>
                    <a:pt x="1445" y="914"/>
                  </a:lnTo>
                  <a:lnTo>
                    <a:pt x="1497" y="876"/>
                  </a:lnTo>
                  <a:lnTo>
                    <a:pt x="1549" y="835"/>
                  </a:lnTo>
                  <a:lnTo>
                    <a:pt x="1599" y="794"/>
                  </a:lnTo>
                  <a:lnTo>
                    <a:pt x="1648" y="752"/>
                  </a:lnTo>
                  <a:lnTo>
                    <a:pt x="1693" y="711"/>
                  </a:lnTo>
                  <a:lnTo>
                    <a:pt x="1736" y="672"/>
                  </a:lnTo>
                  <a:lnTo>
                    <a:pt x="1775" y="633"/>
                  </a:lnTo>
                  <a:lnTo>
                    <a:pt x="1810" y="597"/>
                  </a:lnTo>
                  <a:lnTo>
                    <a:pt x="1867" y="537"/>
                  </a:lnTo>
                  <a:lnTo>
                    <a:pt x="1904" y="498"/>
                  </a:lnTo>
                  <a:lnTo>
                    <a:pt x="1918" y="482"/>
                  </a:lnTo>
                  <a:lnTo>
                    <a:pt x="2073" y="238"/>
                  </a:lnTo>
                  <a:lnTo>
                    <a:pt x="2073" y="238"/>
                  </a:lnTo>
                  <a:lnTo>
                    <a:pt x="2073" y="238"/>
                  </a:lnTo>
                  <a:lnTo>
                    <a:pt x="2121" y="202"/>
                  </a:lnTo>
                  <a:lnTo>
                    <a:pt x="2164" y="168"/>
                  </a:lnTo>
                  <a:lnTo>
                    <a:pt x="2203" y="136"/>
                  </a:lnTo>
                  <a:lnTo>
                    <a:pt x="2235" y="108"/>
                  </a:lnTo>
                  <a:lnTo>
                    <a:pt x="2235" y="108"/>
                  </a:lnTo>
                  <a:lnTo>
                    <a:pt x="2258" y="85"/>
                  </a:lnTo>
                  <a:lnTo>
                    <a:pt x="2279" y="58"/>
                  </a:lnTo>
                  <a:lnTo>
                    <a:pt x="2302" y="30"/>
                  </a:lnTo>
                  <a:lnTo>
                    <a:pt x="2323" y="0"/>
                  </a:lnTo>
                  <a:lnTo>
                    <a:pt x="2323" y="0"/>
                  </a:lnTo>
                  <a:lnTo>
                    <a:pt x="2306" y="57"/>
                  </a:lnTo>
                  <a:lnTo>
                    <a:pt x="2291" y="113"/>
                  </a:lnTo>
                  <a:lnTo>
                    <a:pt x="2273" y="181"/>
                  </a:lnTo>
                  <a:lnTo>
                    <a:pt x="2255" y="256"/>
                  </a:lnTo>
                  <a:lnTo>
                    <a:pt x="2247" y="293"/>
                  </a:lnTo>
                  <a:lnTo>
                    <a:pt x="2240" y="330"/>
                  </a:lnTo>
                  <a:lnTo>
                    <a:pt x="2233" y="366"/>
                  </a:lnTo>
                  <a:lnTo>
                    <a:pt x="2228" y="401"/>
                  </a:lnTo>
                  <a:lnTo>
                    <a:pt x="2226" y="433"/>
                  </a:lnTo>
                  <a:lnTo>
                    <a:pt x="2224" y="461"/>
                  </a:lnTo>
                  <a:lnTo>
                    <a:pt x="2224" y="461"/>
                  </a:lnTo>
                  <a:lnTo>
                    <a:pt x="2223" y="629"/>
                  </a:lnTo>
                  <a:lnTo>
                    <a:pt x="2223" y="747"/>
                  </a:lnTo>
                  <a:lnTo>
                    <a:pt x="2224" y="876"/>
                  </a:lnTo>
                  <a:lnTo>
                    <a:pt x="2227" y="943"/>
                  </a:lnTo>
                  <a:lnTo>
                    <a:pt x="2230" y="1008"/>
                  </a:lnTo>
                  <a:lnTo>
                    <a:pt x="2233" y="1072"/>
                  </a:lnTo>
                  <a:lnTo>
                    <a:pt x="2239" y="1134"/>
                  </a:lnTo>
                  <a:lnTo>
                    <a:pt x="2245" y="1192"/>
                  </a:lnTo>
                  <a:lnTo>
                    <a:pt x="2254" y="1246"/>
                  </a:lnTo>
                  <a:lnTo>
                    <a:pt x="2263" y="1294"/>
                  </a:lnTo>
                  <a:lnTo>
                    <a:pt x="2268" y="1316"/>
                  </a:lnTo>
                  <a:lnTo>
                    <a:pt x="2274" y="13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4" name="Freeform 15">
              <a:extLst>
                <a:ext uri="{FF2B5EF4-FFF2-40B4-BE49-F238E27FC236}">
                  <a16:creationId xmlns:a16="http://schemas.microsoft.com/office/drawing/2014/main" id="{61BA4FA0-1B68-A53B-9F58-0828D93E0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787"/>
              <a:ext cx="45" cy="40"/>
            </a:xfrm>
            <a:custGeom>
              <a:avLst/>
              <a:gdLst>
                <a:gd name="T0" fmla="*/ 137 w 137"/>
                <a:gd name="T1" fmla="*/ 13 h 119"/>
                <a:gd name="T2" fmla="*/ 137 w 137"/>
                <a:gd name="T3" fmla="*/ 13 h 119"/>
                <a:gd name="T4" fmla="*/ 131 w 137"/>
                <a:gd name="T5" fmla="*/ 33 h 119"/>
                <a:gd name="T6" fmla="*/ 124 w 137"/>
                <a:gd name="T7" fmla="*/ 57 h 119"/>
                <a:gd name="T8" fmla="*/ 114 w 137"/>
                <a:gd name="T9" fmla="*/ 87 h 119"/>
                <a:gd name="T10" fmla="*/ 100 w 137"/>
                <a:gd name="T11" fmla="*/ 119 h 119"/>
                <a:gd name="T12" fmla="*/ 100 w 137"/>
                <a:gd name="T13" fmla="*/ 119 h 119"/>
                <a:gd name="T14" fmla="*/ 0 w 137"/>
                <a:gd name="T15" fmla="*/ 5 h 119"/>
                <a:gd name="T16" fmla="*/ 3 w 137"/>
                <a:gd name="T17" fmla="*/ 1 h 119"/>
                <a:gd name="T18" fmla="*/ 3 w 137"/>
                <a:gd name="T19" fmla="*/ 1 h 119"/>
                <a:gd name="T20" fmla="*/ 36 w 137"/>
                <a:gd name="T21" fmla="*/ 0 h 119"/>
                <a:gd name="T22" fmla="*/ 72 w 137"/>
                <a:gd name="T23" fmla="*/ 0 h 119"/>
                <a:gd name="T24" fmla="*/ 88 w 137"/>
                <a:gd name="T25" fmla="*/ 0 h 119"/>
                <a:gd name="T26" fmla="*/ 106 w 137"/>
                <a:gd name="T27" fmla="*/ 2 h 119"/>
                <a:gd name="T28" fmla="*/ 123 w 137"/>
                <a:gd name="T29" fmla="*/ 6 h 119"/>
                <a:gd name="T30" fmla="*/ 129 w 137"/>
                <a:gd name="T31" fmla="*/ 9 h 119"/>
                <a:gd name="T32" fmla="*/ 137 w 137"/>
                <a:gd name="T33" fmla="*/ 1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19">
                  <a:moveTo>
                    <a:pt x="137" y="13"/>
                  </a:moveTo>
                  <a:lnTo>
                    <a:pt x="137" y="13"/>
                  </a:lnTo>
                  <a:lnTo>
                    <a:pt x="131" y="33"/>
                  </a:lnTo>
                  <a:lnTo>
                    <a:pt x="124" y="57"/>
                  </a:lnTo>
                  <a:lnTo>
                    <a:pt x="114" y="87"/>
                  </a:lnTo>
                  <a:lnTo>
                    <a:pt x="100" y="119"/>
                  </a:lnTo>
                  <a:lnTo>
                    <a:pt x="100" y="119"/>
                  </a:lnTo>
                  <a:lnTo>
                    <a:pt x="0" y="5"/>
                  </a:lnTo>
                  <a:lnTo>
                    <a:pt x="3" y="1"/>
                  </a:lnTo>
                  <a:lnTo>
                    <a:pt x="3" y="1"/>
                  </a:lnTo>
                  <a:lnTo>
                    <a:pt x="36" y="0"/>
                  </a:lnTo>
                  <a:lnTo>
                    <a:pt x="72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3" y="6"/>
                  </a:lnTo>
                  <a:lnTo>
                    <a:pt x="129" y="9"/>
                  </a:lnTo>
                  <a:lnTo>
                    <a:pt x="137" y="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5" name="Freeform 16">
              <a:extLst>
                <a:ext uri="{FF2B5EF4-FFF2-40B4-BE49-F238E27FC236}">
                  <a16:creationId xmlns:a16="http://schemas.microsoft.com/office/drawing/2014/main" id="{FF9BFEFB-0CFB-39F7-5ED7-45B04B826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787"/>
              <a:ext cx="45" cy="40"/>
            </a:xfrm>
            <a:custGeom>
              <a:avLst/>
              <a:gdLst>
                <a:gd name="T0" fmla="*/ 137 w 137"/>
                <a:gd name="T1" fmla="*/ 13 h 119"/>
                <a:gd name="T2" fmla="*/ 137 w 137"/>
                <a:gd name="T3" fmla="*/ 13 h 119"/>
                <a:gd name="T4" fmla="*/ 131 w 137"/>
                <a:gd name="T5" fmla="*/ 33 h 119"/>
                <a:gd name="T6" fmla="*/ 124 w 137"/>
                <a:gd name="T7" fmla="*/ 57 h 119"/>
                <a:gd name="T8" fmla="*/ 114 w 137"/>
                <a:gd name="T9" fmla="*/ 87 h 119"/>
                <a:gd name="T10" fmla="*/ 100 w 137"/>
                <a:gd name="T11" fmla="*/ 119 h 119"/>
                <a:gd name="T12" fmla="*/ 100 w 137"/>
                <a:gd name="T13" fmla="*/ 119 h 119"/>
                <a:gd name="T14" fmla="*/ 0 w 137"/>
                <a:gd name="T15" fmla="*/ 5 h 119"/>
                <a:gd name="T16" fmla="*/ 3 w 137"/>
                <a:gd name="T17" fmla="*/ 1 h 119"/>
                <a:gd name="T18" fmla="*/ 3 w 137"/>
                <a:gd name="T19" fmla="*/ 1 h 119"/>
                <a:gd name="T20" fmla="*/ 36 w 137"/>
                <a:gd name="T21" fmla="*/ 0 h 119"/>
                <a:gd name="T22" fmla="*/ 72 w 137"/>
                <a:gd name="T23" fmla="*/ 0 h 119"/>
                <a:gd name="T24" fmla="*/ 88 w 137"/>
                <a:gd name="T25" fmla="*/ 0 h 119"/>
                <a:gd name="T26" fmla="*/ 106 w 137"/>
                <a:gd name="T27" fmla="*/ 2 h 119"/>
                <a:gd name="T28" fmla="*/ 123 w 137"/>
                <a:gd name="T29" fmla="*/ 6 h 119"/>
                <a:gd name="T30" fmla="*/ 129 w 137"/>
                <a:gd name="T31" fmla="*/ 9 h 119"/>
                <a:gd name="T32" fmla="*/ 137 w 137"/>
                <a:gd name="T33" fmla="*/ 1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19">
                  <a:moveTo>
                    <a:pt x="137" y="13"/>
                  </a:moveTo>
                  <a:lnTo>
                    <a:pt x="137" y="13"/>
                  </a:lnTo>
                  <a:lnTo>
                    <a:pt x="131" y="33"/>
                  </a:lnTo>
                  <a:lnTo>
                    <a:pt x="124" y="57"/>
                  </a:lnTo>
                  <a:lnTo>
                    <a:pt x="114" y="87"/>
                  </a:lnTo>
                  <a:lnTo>
                    <a:pt x="100" y="119"/>
                  </a:lnTo>
                  <a:lnTo>
                    <a:pt x="100" y="119"/>
                  </a:lnTo>
                  <a:lnTo>
                    <a:pt x="0" y="5"/>
                  </a:lnTo>
                  <a:lnTo>
                    <a:pt x="3" y="1"/>
                  </a:lnTo>
                  <a:lnTo>
                    <a:pt x="3" y="1"/>
                  </a:lnTo>
                  <a:lnTo>
                    <a:pt x="36" y="0"/>
                  </a:lnTo>
                  <a:lnTo>
                    <a:pt x="72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3" y="6"/>
                  </a:lnTo>
                  <a:lnTo>
                    <a:pt x="129" y="9"/>
                  </a:lnTo>
                  <a:lnTo>
                    <a:pt x="137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6" name="Freeform 17">
              <a:extLst>
                <a:ext uri="{FF2B5EF4-FFF2-40B4-BE49-F238E27FC236}">
                  <a16:creationId xmlns:a16="http://schemas.microsoft.com/office/drawing/2014/main" id="{409CEBEE-8DD6-B7B5-A6A3-82B2E337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52"/>
              <a:ext cx="480" cy="308"/>
            </a:xfrm>
            <a:custGeom>
              <a:avLst/>
              <a:gdLst>
                <a:gd name="T0" fmla="*/ 1284 w 1439"/>
                <a:gd name="T1" fmla="*/ 244 h 923"/>
                <a:gd name="T2" fmla="*/ 1270 w 1439"/>
                <a:gd name="T3" fmla="*/ 260 h 923"/>
                <a:gd name="T4" fmla="*/ 1176 w 1439"/>
                <a:gd name="T5" fmla="*/ 359 h 923"/>
                <a:gd name="T6" fmla="*/ 1102 w 1439"/>
                <a:gd name="T7" fmla="*/ 434 h 923"/>
                <a:gd name="T8" fmla="*/ 1014 w 1439"/>
                <a:gd name="T9" fmla="*/ 514 h 923"/>
                <a:gd name="T10" fmla="*/ 915 w 1439"/>
                <a:gd name="T11" fmla="*/ 597 h 923"/>
                <a:gd name="T12" fmla="*/ 811 w 1439"/>
                <a:gd name="T13" fmla="*/ 676 h 923"/>
                <a:gd name="T14" fmla="*/ 729 w 1439"/>
                <a:gd name="T15" fmla="*/ 729 h 923"/>
                <a:gd name="T16" fmla="*/ 701 w 1439"/>
                <a:gd name="T17" fmla="*/ 746 h 923"/>
                <a:gd name="T18" fmla="*/ 646 w 1439"/>
                <a:gd name="T19" fmla="*/ 775 h 923"/>
                <a:gd name="T20" fmla="*/ 587 w 1439"/>
                <a:gd name="T21" fmla="*/ 800 h 923"/>
                <a:gd name="T22" fmla="*/ 529 w 1439"/>
                <a:gd name="T23" fmla="*/ 822 h 923"/>
                <a:gd name="T24" fmla="*/ 410 w 1439"/>
                <a:gd name="T25" fmla="*/ 859 h 923"/>
                <a:gd name="T26" fmla="*/ 295 w 1439"/>
                <a:gd name="T27" fmla="*/ 886 h 923"/>
                <a:gd name="T28" fmla="*/ 192 w 1439"/>
                <a:gd name="T29" fmla="*/ 904 h 923"/>
                <a:gd name="T30" fmla="*/ 105 w 1439"/>
                <a:gd name="T31" fmla="*/ 914 h 923"/>
                <a:gd name="T32" fmla="*/ 19 w 1439"/>
                <a:gd name="T33" fmla="*/ 922 h 923"/>
                <a:gd name="T34" fmla="*/ 0 w 1439"/>
                <a:gd name="T35" fmla="*/ 463 h 923"/>
                <a:gd name="T36" fmla="*/ 17 w 1439"/>
                <a:gd name="T37" fmla="*/ 471 h 923"/>
                <a:gd name="T38" fmla="*/ 51 w 1439"/>
                <a:gd name="T39" fmla="*/ 482 h 923"/>
                <a:gd name="T40" fmla="*/ 89 w 1439"/>
                <a:gd name="T41" fmla="*/ 490 h 923"/>
                <a:gd name="T42" fmla="*/ 133 w 1439"/>
                <a:gd name="T43" fmla="*/ 496 h 923"/>
                <a:gd name="T44" fmla="*/ 157 w 1439"/>
                <a:gd name="T45" fmla="*/ 498 h 923"/>
                <a:gd name="T46" fmla="*/ 236 w 1439"/>
                <a:gd name="T47" fmla="*/ 500 h 923"/>
                <a:gd name="T48" fmla="*/ 324 w 1439"/>
                <a:gd name="T49" fmla="*/ 498 h 923"/>
                <a:gd name="T50" fmla="*/ 420 w 1439"/>
                <a:gd name="T51" fmla="*/ 490 h 923"/>
                <a:gd name="T52" fmla="*/ 521 w 1439"/>
                <a:gd name="T53" fmla="*/ 476 h 923"/>
                <a:gd name="T54" fmla="*/ 622 w 1439"/>
                <a:gd name="T55" fmla="*/ 454 h 923"/>
                <a:gd name="T56" fmla="*/ 724 w 1439"/>
                <a:gd name="T57" fmla="*/ 425 h 923"/>
                <a:gd name="T58" fmla="*/ 823 w 1439"/>
                <a:gd name="T59" fmla="*/ 386 h 923"/>
                <a:gd name="T60" fmla="*/ 917 w 1439"/>
                <a:gd name="T61" fmla="*/ 339 h 923"/>
                <a:gd name="T62" fmla="*/ 980 w 1439"/>
                <a:gd name="T63" fmla="*/ 302 h 923"/>
                <a:gd name="T64" fmla="*/ 1116 w 1439"/>
                <a:gd name="T65" fmla="*/ 219 h 923"/>
                <a:gd name="T66" fmla="*/ 1251 w 1439"/>
                <a:gd name="T67" fmla="*/ 131 h 923"/>
                <a:gd name="T68" fmla="*/ 1380 w 1439"/>
                <a:gd name="T69" fmla="*/ 42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9" h="923">
                  <a:moveTo>
                    <a:pt x="1439" y="0"/>
                  </a:moveTo>
                  <a:lnTo>
                    <a:pt x="1284" y="244"/>
                  </a:lnTo>
                  <a:lnTo>
                    <a:pt x="1284" y="244"/>
                  </a:lnTo>
                  <a:lnTo>
                    <a:pt x="1270" y="260"/>
                  </a:lnTo>
                  <a:lnTo>
                    <a:pt x="1233" y="299"/>
                  </a:lnTo>
                  <a:lnTo>
                    <a:pt x="1176" y="359"/>
                  </a:lnTo>
                  <a:lnTo>
                    <a:pt x="1141" y="395"/>
                  </a:lnTo>
                  <a:lnTo>
                    <a:pt x="1102" y="434"/>
                  </a:lnTo>
                  <a:lnTo>
                    <a:pt x="1059" y="473"/>
                  </a:lnTo>
                  <a:lnTo>
                    <a:pt x="1014" y="514"/>
                  </a:lnTo>
                  <a:lnTo>
                    <a:pt x="965" y="556"/>
                  </a:lnTo>
                  <a:lnTo>
                    <a:pt x="915" y="597"/>
                  </a:lnTo>
                  <a:lnTo>
                    <a:pt x="863" y="638"/>
                  </a:lnTo>
                  <a:lnTo>
                    <a:pt x="811" y="676"/>
                  </a:lnTo>
                  <a:lnTo>
                    <a:pt x="756" y="712"/>
                  </a:lnTo>
                  <a:lnTo>
                    <a:pt x="729" y="729"/>
                  </a:lnTo>
                  <a:lnTo>
                    <a:pt x="701" y="746"/>
                  </a:lnTo>
                  <a:lnTo>
                    <a:pt x="701" y="746"/>
                  </a:lnTo>
                  <a:lnTo>
                    <a:pt x="674" y="760"/>
                  </a:lnTo>
                  <a:lnTo>
                    <a:pt x="646" y="775"/>
                  </a:lnTo>
                  <a:lnTo>
                    <a:pt x="617" y="788"/>
                  </a:lnTo>
                  <a:lnTo>
                    <a:pt x="587" y="800"/>
                  </a:lnTo>
                  <a:lnTo>
                    <a:pt x="558" y="812"/>
                  </a:lnTo>
                  <a:lnTo>
                    <a:pt x="529" y="822"/>
                  </a:lnTo>
                  <a:lnTo>
                    <a:pt x="469" y="843"/>
                  </a:lnTo>
                  <a:lnTo>
                    <a:pt x="410" y="859"/>
                  </a:lnTo>
                  <a:lnTo>
                    <a:pt x="351" y="873"/>
                  </a:lnTo>
                  <a:lnTo>
                    <a:pt x="295" y="886"/>
                  </a:lnTo>
                  <a:lnTo>
                    <a:pt x="241" y="895"/>
                  </a:lnTo>
                  <a:lnTo>
                    <a:pt x="192" y="904"/>
                  </a:lnTo>
                  <a:lnTo>
                    <a:pt x="146" y="910"/>
                  </a:lnTo>
                  <a:lnTo>
                    <a:pt x="105" y="914"/>
                  </a:lnTo>
                  <a:lnTo>
                    <a:pt x="69" y="918"/>
                  </a:lnTo>
                  <a:lnTo>
                    <a:pt x="19" y="922"/>
                  </a:lnTo>
                  <a:lnTo>
                    <a:pt x="0" y="923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17" y="471"/>
                  </a:lnTo>
                  <a:lnTo>
                    <a:pt x="33" y="476"/>
                  </a:lnTo>
                  <a:lnTo>
                    <a:pt x="51" y="482"/>
                  </a:lnTo>
                  <a:lnTo>
                    <a:pt x="70" y="486"/>
                  </a:lnTo>
                  <a:lnTo>
                    <a:pt x="89" y="490"/>
                  </a:lnTo>
                  <a:lnTo>
                    <a:pt x="111" y="494"/>
                  </a:lnTo>
                  <a:lnTo>
                    <a:pt x="133" y="496"/>
                  </a:lnTo>
                  <a:lnTo>
                    <a:pt x="157" y="498"/>
                  </a:lnTo>
                  <a:lnTo>
                    <a:pt x="157" y="498"/>
                  </a:lnTo>
                  <a:lnTo>
                    <a:pt x="195" y="500"/>
                  </a:lnTo>
                  <a:lnTo>
                    <a:pt x="236" y="500"/>
                  </a:lnTo>
                  <a:lnTo>
                    <a:pt x="280" y="500"/>
                  </a:lnTo>
                  <a:lnTo>
                    <a:pt x="324" y="498"/>
                  </a:lnTo>
                  <a:lnTo>
                    <a:pt x="372" y="495"/>
                  </a:lnTo>
                  <a:lnTo>
                    <a:pt x="420" y="490"/>
                  </a:lnTo>
                  <a:lnTo>
                    <a:pt x="470" y="483"/>
                  </a:lnTo>
                  <a:lnTo>
                    <a:pt x="521" y="476"/>
                  </a:lnTo>
                  <a:lnTo>
                    <a:pt x="571" y="466"/>
                  </a:lnTo>
                  <a:lnTo>
                    <a:pt x="622" y="454"/>
                  </a:lnTo>
                  <a:lnTo>
                    <a:pt x="673" y="440"/>
                  </a:lnTo>
                  <a:lnTo>
                    <a:pt x="724" y="425"/>
                  </a:lnTo>
                  <a:lnTo>
                    <a:pt x="774" y="407"/>
                  </a:lnTo>
                  <a:lnTo>
                    <a:pt x="823" y="386"/>
                  </a:lnTo>
                  <a:lnTo>
                    <a:pt x="871" y="365"/>
                  </a:lnTo>
                  <a:lnTo>
                    <a:pt x="917" y="339"/>
                  </a:lnTo>
                  <a:lnTo>
                    <a:pt x="917" y="339"/>
                  </a:lnTo>
                  <a:lnTo>
                    <a:pt x="980" y="302"/>
                  </a:lnTo>
                  <a:lnTo>
                    <a:pt x="1047" y="261"/>
                  </a:lnTo>
                  <a:lnTo>
                    <a:pt x="1116" y="219"/>
                  </a:lnTo>
                  <a:lnTo>
                    <a:pt x="1183" y="175"/>
                  </a:lnTo>
                  <a:lnTo>
                    <a:pt x="1251" y="131"/>
                  </a:lnTo>
                  <a:lnTo>
                    <a:pt x="1317" y="86"/>
                  </a:lnTo>
                  <a:lnTo>
                    <a:pt x="1380" y="42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7" name="Freeform 18">
              <a:extLst>
                <a:ext uri="{FF2B5EF4-FFF2-40B4-BE49-F238E27FC236}">
                  <a16:creationId xmlns:a16="http://schemas.microsoft.com/office/drawing/2014/main" id="{BCE39A88-1B80-7929-8846-8051A14F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52"/>
              <a:ext cx="480" cy="308"/>
            </a:xfrm>
            <a:custGeom>
              <a:avLst/>
              <a:gdLst>
                <a:gd name="T0" fmla="*/ 1284 w 1439"/>
                <a:gd name="T1" fmla="*/ 244 h 923"/>
                <a:gd name="T2" fmla="*/ 1270 w 1439"/>
                <a:gd name="T3" fmla="*/ 260 h 923"/>
                <a:gd name="T4" fmla="*/ 1176 w 1439"/>
                <a:gd name="T5" fmla="*/ 359 h 923"/>
                <a:gd name="T6" fmla="*/ 1102 w 1439"/>
                <a:gd name="T7" fmla="*/ 434 h 923"/>
                <a:gd name="T8" fmla="*/ 1014 w 1439"/>
                <a:gd name="T9" fmla="*/ 514 h 923"/>
                <a:gd name="T10" fmla="*/ 915 w 1439"/>
                <a:gd name="T11" fmla="*/ 597 h 923"/>
                <a:gd name="T12" fmla="*/ 811 w 1439"/>
                <a:gd name="T13" fmla="*/ 676 h 923"/>
                <a:gd name="T14" fmla="*/ 729 w 1439"/>
                <a:gd name="T15" fmla="*/ 729 h 923"/>
                <a:gd name="T16" fmla="*/ 701 w 1439"/>
                <a:gd name="T17" fmla="*/ 746 h 923"/>
                <a:gd name="T18" fmla="*/ 646 w 1439"/>
                <a:gd name="T19" fmla="*/ 775 h 923"/>
                <a:gd name="T20" fmla="*/ 587 w 1439"/>
                <a:gd name="T21" fmla="*/ 800 h 923"/>
                <a:gd name="T22" fmla="*/ 529 w 1439"/>
                <a:gd name="T23" fmla="*/ 822 h 923"/>
                <a:gd name="T24" fmla="*/ 410 w 1439"/>
                <a:gd name="T25" fmla="*/ 859 h 923"/>
                <a:gd name="T26" fmla="*/ 295 w 1439"/>
                <a:gd name="T27" fmla="*/ 886 h 923"/>
                <a:gd name="T28" fmla="*/ 192 w 1439"/>
                <a:gd name="T29" fmla="*/ 904 h 923"/>
                <a:gd name="T30" fmla="*/ 105 w 1439"/>
                <a:gd name="T31" fmla="*/ 914 h 923"/>
                <a:gd name="T32" fmla="*/ 19 w 1439"/>
                <a:gd name="T33" fmla="*/ 922 h 923"/>
                <a:gd name="T34" fmla="*/ 0 w 1439"/>
                <a:gd name="T35" fmla="*/ 463 h 923"/>
                <a:gd name="T36" fmla="*/ 17 w 1439"/>
                <a:gd name="T37" fmla="*/ 471 h 923"/>
                <a:gd name="T38" fmla="*/ 51 w 1439"/>
                <a:gd name="T39" fmla="*/ 482 h 923"/>
                <a:gd name="T40" fmla="*/ 89 w 1439"/>
                <a:gd name="T41" fmla="*/ 490 h 923"/>
                <a:gd name="T42" fmla="*/ 133 w 1439"/>
                <a:gd name="T43" fmla="*/ 496 h 923"/>
                <a:gd name="T44" fmla="*/ 157 w 1439"/>
                <a:gd name="T45" fmla="*/ 498 h 923"/>
                <a:gd name="T46" fmla="*/ 236 w 1439"/>
                <a:gd name="T47" fmla="*/ 500 h 923"/>
                <a:gd name="T48" fmla="*/ 324 w 1439"/>
                <a:gd name="T49" fmla="*/ 498 h 923"/>
                <a:gd name="T50" fmla="*/ 420 w 1439"/>
                <a:gd name="T51" fmla="*/ 490 h 923"/>
                <a:gd name="T52" fmla="*/ 521 w 1439"/>
                <a:gd name="T53" fmla="*/ 476 h 923"/>
                <a:gd name="T54" fmla="*/ 622 w 1439"/>
                <a:gd name="T55" fmla="*/ 454 h 923"/>
                <a:gd name="T56" fmla="*/ 724 w 1439"/>
                <a:gd name="T57" fmla="*/ 425 h 923"/>
                <a:gd name="T58" fmla="*/ 823 w 1439"/>
                <a:gd name="T59" fmla="*/ 386 h 923"/>
                <a:gd name="T60" fmla="*/ 917 w 1439"/>
                <a:gd name="T61" fmla="*/ 339 h 923"/>
                <a:gd name="T62" fmla="*/ 980 w 1439"/>
                <a:gd name="T63" fmla="*/ 302 h 923"/>
                <a:gd name="T64" fmla="*/ 1116 w 1439"/>
                <a:gd name="T65" fmla="*/ 219 h 923"/>
                <a:gd name="T66" fmla="*/ 1251 w 1439"/>
                <a:gd name="T67" fmla="*/ 131 h 923"/>
                <a:gd name="T68" fmla="*/ 1380 w 1439"/>
                <a:gd name="T69" fmla="*/ 42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9" h="923">
                  <a:moveTo>
                    <a:pt x="1439" y="0"/>
                  </a:moveTo>
                  <a:lnTo>
                    <a:pt x="1284" y="244"/>
                  </a:lnTo>
                  <a:lnTo>
                    <a:pt x="1284" y="244"/>
                  </a:lnTo>
                  <a:lnTo>
                    <a:pt x="1270" y="260"/>
                  </a:lnTo>
                  <a:lnTo>
                    <a:pt x="1233" y="299"/>
                  </a:lnTo>
                  <a:lnTo>
                    <a:pt x="1176" y="359"/>
                  </a:lnTo>
                  <a:lnTo>
                    <a:pt x="1141" y="395"/>
                  </a:lnTo>
                  <a:lnTo>
                    <a:pt x="1102" y="434"/>
                  </a:lnTo>
                  <a:lnTo>
                    <a:pt x="1059" y="473"/>
                  </a:lnTo>
                  <a:lnTo>
                    <a:pt x="1014" y="514"/>
                  </a:lnTo>
                  <a:lnTo>
                    <a:pt x="965" y="556"/>
                  </a:lnTo>
                  <a:lnTo>
                    <a:pt x="915" y="597"/>
                  </a:lnTo>
                  <a:lnTo>
                    <a:pt x="863" y="638"/>
                  </a:lnTo>
                  <a:lnTo>
                    <a:pt x="811" y="676"/>
                  </a:lnTo>
                  <a:lnTo>
                    <a:pt x="756" y="712"/>
                  </a:lnTo>
                  <a:lnTo>
                    <a:pt x="729" y="729"/>
                  </a:lnTo>
                  <a:lnTo>
                    <a:pt x="701" y="746"/>
                  </a:lnTo>
                  <a:lnTo>
                    <a:pt x="701" y="746"/>
                  </a:lnTo>
                  <a:lnTo>
                    <a:pt x="674" y="760"/>
                  </a:lnTo>
                  <a:lnTo>
                    <a:pt x="646" y="775"/>
                  </a:lnTo>
                  <a:lnTo>
                    <a:pt x="617" y="788"/>
                  </a:lnTo>
                  <a:lnTo>
                    <a:pt x="587" y="800"/>
                  </a:lnTo>
                  <a:lnTo>
                    <a:pt x="558" y="812"/>
                  </a:lnTo>
                  <a:lnTo>
                    <a:pt x="529" y="822"/>
                  </a:lnTo>
                  <a:lnTo>
                    <a:pt x="469" y="843"/>
                  </a:lnTo>
                  <a:lnTo>
                    <a:pt x="410" y="859"/>
                  </a:lnTo>
                  <a:lnTo>
                    <a:pt x="351" y="873"/>
                  </a:lnTo>
                  <a:lnTo>
                    <a:pt x="295" y="886"/>
                  </a:lnTo>
                  <a:lnTo>
                    <a:pt x="241" y="895"/>
                  </a:lnTo>
                  <a:lnTo>
                    <a:pt x="192" y="904"/>
                  </a:lnTo>
                  <a:lnTo>
                    <a:pt x="146" y="910"/>
                  </a:lnTo>
                  <a:lnTo>
                    <a:pt x="105" y="914"/>
                  </a:lnTo>
                  <a:lnTo>
                    <a:pt x="69" y="918"/>
                  </a:lnTo>
                  <a:lnTo>
                    <a:pt x="19" y="922"/>
                  </a:lnTo>
                  <a:lnTo>
                    <a:pt x="0" y="923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17" y="471"/>
                  </a:lnTo>
                  <a:lnTo>
                    <a:pt x="33" y="476"/>
                  </a:lnTo>
                  <a:lnTo>
                    <a:pt x="51" y="482"/>
                  </a:lnTo>
                  <a:lnTo>
                    <a:pt x="70" y="486"/>
                  </a:lnTo>
                  <a:lnTo>
                    <a:pt x="89" y="490"/>
                  </a:lnTo>
                  <a:lnTo>
                    <a:pt x="111" y="494"/>
                  </a:lnTo>
                  <a:lnTo>
                    <a:pt x="133" y="496"/>
                  </a:lnTo>
                  <a:lnTo>
                    <a:pt x="157" y="498"/>
                  </a:lnTo>
                  <a:lnTo>
                    <a:pt x="157" y="498"/>
                  </a:lnTo>
                  <a:lnTo>
                    <a:pt x="195" y="500"/>
                  </a:lnTo>
                  <a:lnTo>
                    <a:pt x="236" y="500"/>
                  </a:lnTo>
                  <a:lnTo>
                    <a:pt x="280" y="500"/>
                  </a:lnTo>
                  <a:lnTo>
                    <a:pt x="324" y="498"/>
                  </a:lnTo>
                  <a:lnTo>
                    <a:pt x="372" y="495"/>
                  </a:lnTo>
                  <a:lnTo>
                    <a:pt x="420" y="490"/>
                  </a:lnTo>
                  <a:lnTo>
                    <a:pt x="470" y="483"/>
                  </a:lnTo>
                  <a:lnTo>
                    <a:pt x="521" y="476"/>
                  </a:lnTo>
                  <a:lnTo>
                    <a:pt x="571" y="466"/>
                  </a:lnTo>
                  <a:lnTo>
                    <a:pt x="622" y="454"/>
                  </a:lnTo>
                  <a:lnTo>
                    <a:pt x="673" y="440"/>
                  </a:lnTo>
                  <a:lnTo>
                    <a:pt x="724" y="425"/>
                  </a:lnTo>
                  <a:lnTo>
                    <a:pt x="774" y="407"/>
                  </a:lnTo>
                  <a:lnTo>
                    <a:pt x="823" y="386"/>
                  </a:lnTo>
                  <a:lnTo>
                    <a:pt x="871" y="365"/>
                  </a:lnTo>
                  <a:lnTo>
                    <a:pt x="917" y="339"/>
                  </a:lnTo>
                  <a:lnTo>
                    <a:pt x="917" y="339"/>
                  </a:lnTo>
                  <a:lnTo>
                    <a:pt x="980" y="302"/>
                  </a:lnTo>
                  <a:lnTo>
                    <a:pt x="1047" y="261"/>
                  </a:lnTo>
                  <a:lnTo>
                    <a:pt x="1116" y="219"/>
                  </a:lnTo>
                  <a:lnTo>
                    <a:pt x="1183" y="175"/>
                  </a:lnTo>
                  <a:lnTo>
                    <a:pt x="1251" y="131"/>
                  </a:lnTo>
                  <a:lnTo>
                    <a:pt x="1317" y="86"/>
                  </a:lnTo>
                  <a:lnTo>
                    <a:pt x="1380" y="42"/>
                  </a:lnTo>
                  <a:lnTo>
                    <a:pt x="14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8" name="Freeform 19">
              <a:extLst>
                <a:ext uri="{FF2B5EF4-FFF2-40B4-BE49-F238E27FC236}">
                  <a16:creationId xmlns:a16="http://schemas.microsoft.com/office/drawing/2014/main" id="{745873A3-EDB2-356D-9AB7-5D1CEAD7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83"/>
              <a:ext cx="1556" cy="940"/>
            </a:xfrm>
            <a:custGeom>
              <a:avLst/>
              <a:gdLst>
                <a:gd name="T0" fmla="*/ 1272 w 4668"/>
                <a:gd name="T1" fmla="*/ 1268 h 2819"/>
                <a:gd name="T2" fmla="*/ 1177 w 4668"/>
                <a:gd name="T3" fmla="*/ 1259 h 2819"/>
                <a:gd name="T4" fmla="*/ 1109 w 4668"/>
                <a:gd name="T5" fmla="*/ 1202 h 2819"/>
                <a:gd name="T6" fmla="*/ 1075 w 4668"/>
                <a:gd name="T7" fmla="*/ 1113 h 2819"/>
                <a:gd name="T8" fmla="*/ 1073 w 4668"/>
                <a:gd name="T9" fmla="*/ 1011 h 2819"/>
                <a:gd name="T10" fmla="*/ 1101 w 4668"/>
                <a:gd name="T11" fmla="*/ 927 h 2819"/>
                <a:gd name="T12" fmla="*/ 1177 w 4668"/>
                <a:gd name="T13" fmla="*/ 823 h 2819"/>
                <a:gd name="T14" fmla="*/ 1348 w 4668"/>
                <a:gd name="T15" fmla="*/ 687 h 2819"/>
                <a:gd name="T16" fmla="*/ 1556 w 4668"/>
                <a:gd name="T17" fmla="*/ 547 h 2819"/>
                <a:gd name="T18" fmla="*/ 1614 w 4668"/>
                <a:gd name="T19" fmla="*/ 477 h 2819"/>
                <a:gd name="T20" fmla="*/ 1452 w 4668"/>
                <a:gd name="T21" fmla="*/ 440 h 2819"/>
                <a:gd name="T22" fmla="*/ 1165 w 4668"/>
                <a:gd name="T23" fmla="*/ 439 h 2819"/>
                <a:gd name="T24" fmla="*/ 684 w 4668"/>
                <a:gd name="T25" fmla="*/ 419 h 2819"/>
                <a:gd name="T26" fmla="*/ 418 w 4668"/>
                <a:gd name="T27" fmla="*/ 373 h 2819"/>
                <a:gd name="T28" fmla="*/ 202 w 4668"/>
                <a:gd name="T29" fmla="*/ 339 h 2819"/>
                <a:gd name="T30" fmla="*/ 62 w 4668"/>
                <a:gd name="T31" fmla="*/ 295 h 2819"/>
                <a:gd name="T32" fmla="*/ 0 w 4668"/>
                <a:gd name="T33" fmla="*/ 256 h 2819"/>
                <a:gd name="T34" fmla="*/ 144 w 4668"/>
                <a:gd name="T35" fmla="*/ 0 h 2819"/>
                <a:gd name="T36" fmla="*/ 426 w 4668"/>
                <a:gd name="T37" fmla="*/ 15 h 2819"/>
                <a:gd name="T38" fmla="*/ 868 w 4668"/>
                <a:gd name="T39" fmla="*/ 40 h 2819"/>
                <a:gd name="T40" fmla="*/ 1443 w 4668"/>
                <a:gd name="T41" fmla="*/ 65 h 2819"/>
                <a:gd name="T42" fmla="*/ 1752 w 4668"/>
                <a:gd name="T43" fmla="*/ 58 h 2819"/>
                <a:gd name="T44" fmla="*/ 1994 w 4668"/>
                <a:gd name="T45" fmla="*/ 78 h 2819"/>
                <a:gd name="T46" fmla="*/ 2202 w 4668"/>
                <a:gd name="T47" fmla="*/ 159 h 2819"/>
                <a:gd name="T48" fmla="*/ 2975 w 4668"/>
                <a:gd name="T49" fmla="*/ 515 h 2819"/>
                <a:gd name="T50" fmla="*/ 3422 w 4668"/>
                <a:gd name="T51" fmla="*/ 761 h 2819"/>
                <a:gd name="T52" fmla="*/ 3849 w 4668"/>
                <a:gd name="T53" fmla="*/ 1028 h 2819"/>
                <a:gd name="T54" fmla="*/ 3966 w 4668"/>
                <a:gd name="T55" fmla="*/ 1130 h 2819"/>
                <a:gd name="T56" fmla="*/ 4645 w 4668"/>
                <a:gd name="T57" fmla="*/ 1985 h 2819"/>
                <a:gd name="T58" fmla="*/ 4419 w 4668"/>
                <a:gd name="T59" fmla="*/ 2387 h 2819"/>
                <a:gd name="T60" fmla="*/ 4290 w 4668"/>
                <a:gd name="T61" fmla="*/ 2555 h 2819"/>
                <a:gd name="T62" fmla="*/ 4075 w 4668"/>
                <a:gd name="T63" fmla="*/ 2741 h 2819"/>
                <a:gd name="T64" fmla="*/ 3936 w 4668"/>
                <a:gd name="T65" fmla="*/ 2760 h 2819"/>
                <a:gd name="T66" fmla="*/ 3821 w 4668"/>
                <a:gd name="T67" fmla="*/ 2593 h 2819"/>
                <a:gd name="T68" fmla="*/ 3714 w 4668"/>
                <a:gd name="T69" fmla="*/ 2474 h 2819"/>
                <a:gd name="T70" fmla="*/ 3495 w 4668"/>
                <a:gd name="T71" fmla="*/ 2254 h 2819"/>
                <a:gd name="T72" fmla="*/ 3378 w 4668"/>
                <a:gd name="T73" fmla="*/ 2074 h 2819"/>
                <a:gd name="T74" fmla="*/ 3284 w 4668"/>
                <a:gd name="T75" fmla="*/ 2022 h 2819"/>
                <a:gd name="T76" fmla="*/ 3127 w 4668"/>
                <a:gd name="T77" fmla="*/ 2026 h 2819"/>
                <a:gd name="T78" fmla="*/ 2992 w 4668"/>
                <a:gd name="T79" fmla="*/ 2011 h 2819"/>
                <a:gd name="T80" fmla="*/ 2837 w 4668"/>
                <a:gd name="T81" fmla="*/ 1964 h 2819"/>
                <a:gd name="T82" fmla="*/ 2717 w 4668"/>
                <a:gd name="T83" fmla="*/ 1901 h 2819"/>
                <a:gd name="T84" fmla="*/ 2551 w 4668"/>
                <a:gd name="T85" fmla="*/ 1822 h 2819"/>
                <a:gd name="T86" fmla="*/ 2254 w 4668"/>
                <a:gd name="T87" fmla="*/ 1716 h 2819"/>
                <a:gd name="T88" fmla="*/ 2254 w 4668"/>
                <a:gd name="T89" fmla="*/ 1753 h 2819"/>
                <a:gd name="T90" fmla="*/ 2195 w 4668"/>
                <a:gd name="T91" fmla="*/ 1824 h 2819"/>
                <a:gd name="T92" fmla="*/ 2052 w 4668"/>
                <a:gd name="T93" fmla="*/ 1900 h 2819"/>
                <a:gd name="T94" fmla="*/ 1871 w 4668"/>
                <a:gd name="T95" fmla="*/ 1932 h 2819"/>
                <a:gd name="T96" fmla="*/ 1708 w 4668"/>
                <a:gd name="T97" fmla="*/ 1915 h 2819"/>
                <a:gd name="T98" fmla="*/ 1614 w 4668"/>
                <a:gd name="T99" fmla="*/ 1878 h 2819"/>
                <a:gd name="T100" fmla="*/ 1526 w 4668"/>
                <a:gd name="T101" fmla="*/ 1772 h 2819"/>
                <a:gd name="T102" fmla="*/ 1517 w 4668"/>
                <a:gd name="T103" fmla="*/ 1613 h 2819"/>
                <a:gd name="T104" fmla="*/ 1455 w 4668"/>
                <a:gd name="T105" fmla="*/ 1595 h 2819"/>
                <a:gd name="T106" fmla="*/ 1372 w 4668"/>
                <a:gd name="T107" fmla="*/ 1569 h 2819"/>
                <a:gd name="T108" fmla="*/ 1312 w 4668"/>
                <a:gd name="T109" fmla="*/ 1510 h 2819"/>
                <a:gd name="T110" fmla="*/ 1285 w 4668"/>
                <a:gd name="T111" fmla="*/ 1382 h 2819"/>
                <a:gd name="T112" fmla="*/ 1331 w 4668"/>
                <a:gd name="T113" fmla="*/ 1252 h 2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68" h="2819">
                  <a:moveTo>
                    <a:pt x="1331" y="1252"/>
                  </a:moveTo>
                  <a:lnTo>
                    <a:pt x="1330" y="1250"/>
                  </a:lnTo>
                  <a:lnTo>
                    <a:pt x="1330" y="1250"/>
                  </a:lnTo>
                  <a:lnTo>
                    <a:pt x="1309" y="1258"/>
                  </a:lnTo>
                  <a:lnTo>
                    <a:pt x="1290" y="1264"/>
                  </a:lnTo>
                  <a:lnTo>
                    <a:pt x="1272" y="1268"/>
                  </a:lnTo>
                  <a:lnTo>
                    <a:pt x="1255" y="1271"/>
                  </a:lnTo>
                  <a:lnTo>
                    <a:pt x="1237" y="1272"/>
                  </a:lnTo>
                  <a:lnTo>
                    <a:pt x="1220" y="1271"/>
                  </a:lnTo>
                  <a:lnTo>
                    <a:pt x="1205" y="1268"/>
                  </a:lnTo>
                  <a:lnTo>
                    <a:pt x="1191" y="1264"/>
                  </a:lnTo>
                  <a:lnTo>
                    <a:pt x="1177" y="1259"/>
                  </a:lnTo>
                  <a:lnTo>
                    <a:pt x="1163" y="1252"/>
                  </a:lnTo>
                  <a:lnTo>
                    <a:pt x="1151" y="1244"/>
                  </a:lnTo>
                  <a:lnTo>
                    <a:pt x="1140" y="1235"/>
                  </a:lnTo>
                  <a:lnTo>
                    <a:pt x="1128" y="1225"/>
                  </a:lnTo>
                  <a:lnTo>
                    <a:pt x="1118" y="1213"/>
                  </a:lnTo>
                  <a:lnTo>
                    <a:pt x="1109" y="1202"/>
                  </a:lnTo>
                  <a:lnTo>
                    <a:pt x="1101" y="1189"/>
                  </a:lnTo>
                  <a:lnTo>
                    <a:pt x="1094" y="1175"/>
                  </a:lnTo>
                  <a:lnTo>
                    <a:pt x="1087" y="1161"/>
                  </a:lnTo>
                  <a:lnTo>
                    <a:pt x="1082" y="1145"/>
                  </a:lnTo>
                  <a:lnTo>
                    <a:pt x="1078" y="1130"/>
                  </a:lnTo>
                  <a:lnTo>
                    <a:pt x="1075" y="1113"/>
                  </a:lnTo>
                  <a:lnTo>
                    <a:pt x="1072" y="1097"/>
                  </a:lnTo>
                  <a:lnTo>
                    <a:pt x="1069" y="1080"/>
                  </a:lnTo>
                  <a:lnTo>
                    <a:pt x="1069" y="1064"/>
                  </a:lnTo>
                  <a:lnTo>
                    <a:pt x="1069" y="1046"/>
                  </a:lnTo>
                  <a:lnTo>
                    <a:pt x="1071" y="1029"/>
                  </a:lnTo>
                  <a:lnTo>
                    <a:pt x="1073" y="1011"/>
                  </a:lnTo>
                  <a:lnTo>
                    <a:pt x="1077" y="993"/>
                  </a:lnTo>
                  <a:lnTo>
                    <a:pt x="1081" y="977"/>
                  </a:lnTo>
                  <a:lnTo>
                    <a:pt x="1087" y="960"/>
                  </a:lnTo>
                  <a:lnTo>
                    <a:pt x="1094" y="943"/>
                  </a:lnTo>
                  <a:lnTo>
                    <a:pt x="1101" y="927"/>
                  </a:lnTo>
                  <a:lnTo>
                    <a:pt x="1101" y="927"/>
                  </a:lnTo>
                  <a:lnTo>
                    <a:pt x="1112" y="908"/>
                  </a:lnTo>
                  <a:lnTo>
                    <a:pt x="1123" y="890"/>
                  </a:lnTo>
                  <a:lnTo>
                    <a:pt x="1135" y="873"/>
                  </a:lnTo>
                  <a:lnTo>
                    <a:pt x="1149" y="855"/>
                  </a:lnTo>
                  <a:lnTo>
                    <a:pt x="1161" y="839"/>
                  </a:lnTo>
                  <a:lnTo>
                    <a:pt x="1177" y="823"/>
                  </a:lnTo>
                  <a:lnTo>
                    <a:pt x="1192" y="808"/>
                  </a:lnTo>
                  <a:lnTo>
                    <a:pt x="1209" y="793"/>
                  </a:lnTo>
                  <a:lnTo>
                    <a:pt x="1242" y="763"/>
                  </a:lnTo>
                  <a:lnTo>
                    <a:pt x="1276" y="736"/>
                  </a:lnTo>
                  <a:lnTo>
                    <a:pt x="1312" y="711"/>
                  </a:lnTo>
                  <a:lnTo>
                    <a:pt x="1348" y="687"/>
                  </a:lnTo>
                  <a:lnTo>
                    <a:pt x="1348" y="687"/>
                  </a:lnTo>
                  <a:lnTo>
                    <a:pt x="1415" y="644"/>
                  </a:lnTo>
                  <a:lnTo>
                    <a:pt x="1456" y="619"/>
                  </a:lnTo>
                  <a:lnTo>
                    <a:pt x="1498" y="591"/>
                  </a:lnTo>
                  <a:lnTo>
                    <a:pt x="1537" y="563"/>
                  </a:lnTo>
                  <a:lnTo>
                    <a:pt x="1556" y="547"/>
                  </a:lnTo>
                  <a:lnTo>
                    <a:pt x="1571" y="533"/>
                  </a:lnTo>
                  <a:lnTo>
                    <a:pt x="1586" y="518"/>
                  </a:lnTo>
                  <a:lnTo>
                    <a:pt x="1598" y="504"/>
                  </a:lnTo>
                  <a:lnTo>
                    <a:pt x="1608" y="491"/>
                  </a:lnTo>
                  <a:lnTo>
                    <a:pt x="1614" y="477"/>
                  </a:lnTo>
                  <a:lnTo>
                    <a:pt x="1614" y="477"/>
                  </a:lnTo>
                  <a:lnTo>
                    <a:pt x="1590" y="467"/>
                  </a:lnTo>
                  <a:lnTo>
                    <a:pt x="1566" y="459"/>
                  </a:lnTo>
                  <a:lnTo>
                    <a:pt x="1539" y="453"/>
                  </a:lnTo>
                  <a:lnTo>
                    <a:pt x="1511" y="447"/>
                  </a:lnTo>
                  <a:lnTo>
                    <a:pt x="1482" y="442"/>
                  </a:lnTo>
                  <a:lnTo>
                    <a:pt x="1452" y="440"/>
                  </a:lnTo>
                  <a:lnTo>
                    <a:pt x="1422" y="437"/>
                  </a:lnTo>
                  <a:lnTo>
                    <a:pt x="1391" y="436"/>
                  </a:lnTo>
                  <a:lnTo>
                    <a:pt x="1331" y="436"/>
                  </a:lnTo>
                  <a:lnTo>
                    <a:pt x="1271" y="437"/>
                  </a:lnTo>
                  <a:lnTo>
                    <a:pt x="1215" y="439"/>
                  </a:lnTo>
                  <a:lnTo>
                    <a:pt x="1165" y="439"/>
                  </a:lnTo>
                  <a:lnTo>
                    <a:pt x="1165" y="439"/>
                  </a:lnTo>
                  <a:lnTo>
                    <a:pt x="1045" y="435"/>
                  </a:lnTo>
                  <a:lnTo>
                    <a:pt x="924" y="432"/>
                  </a:lnTo>
                  <a:lnTo>
                    <a:pt x="803" y="427"/>
                  </a:lnTo>
                  <a:lnTo>
                    <a:pt x="743" y="424"/>
                  </a:lnTo>
                  <a:lnTo>
                    <a:pt x="684" y="419"/>
                  </a:lnTo>
                  <a:lnTo>
                    <a:pt x="684" y="419"/>
                  </a:lnTo>
                  <a:lnTo>
                    <a:pt x="639" y="414"/>
                  </a:lnTo>
                  <a:lnTo>
                    <a:pt x="595" y="408"/>
                  </a:lnTo>
                  <a:lnTo>
                    <a:pt x="550" y="399"/>
                  </a:lnTo>
                  <a:lnTo>
                    <a:pt x="507" y="391"/>
                  </a:lnTo>
                  <a:lnTo>
                    <a:pt x="418" y="373"/>
                  </a:lnTo>
                  <a:lnTo>
                    <a:pt x="374" y="364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287" y="352"/>
                  </a:lnTo>
                  <a:lnTo>
                    <a:pt x="244" y="346"/>
                  </a:lnTo>
                  <a:lnTo>
                    <a:pt x="202" y="339"/>
                  </a:lnTo>
                  <a:lnTo>
                    <a:pt x="161" y="330"/>
                  </a:lnTo>
                  <a:lnTo>
                    <a:pt x="140" y="325"/>
                  </a:lnTo>
                  <a:lnTo>
                    <a:pt x="120" y="318"/>
                  </a:lnTo>
                  <a:lnTo>
                    <a:pt x="101" y="312"/>
                  </a:lnTo>
                  <a:lnTo>
                    <a:pt x="82" y="304"/>
                  </a:lnTo>
                  <a:lnTo>
                    <a:pt x="62" y="295"/>
                  </a:lnTo>
                  <a:lnTo>
                    <a:pt x="43" y="285"/>
                  </a:lnTo>
                  <a:lnTo>
                    <a:pt x="24" y="274"/>
                  </a:lnTo>
                  <a:lnTo>
                    <a:pt x="6" y="261"/>
                  </a:lnTo>
                  <a:lnTo>
                    <a:pt x="6" y="261"/>
                  </a:lnTo>
                  <a:lnTo>
                    <a:pt x="0" y="256"/>
                  </a:lnTo>
                  <a:lnTo>
                    <a:pt x="0" y="256"/>
                  </a:lnTo>
                  <a:lnTo>
                    <a:pt x="39" y="194"/>
                  </a:lnTo>
                  <a:lnTo>
                    <a:pt x="76" y="130"/>
                  </a:lnTo>
                  <a:lnTo>
                    <a:pt x="111" y="67"/>
                  </a:lnTo>
                  <a:lnTo>
                    <a:pt x="127" y="33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219" y="5"/>
                  </a:lnTo>
                  <a:lnTo>
                    <a:pt x="251" y="8"/>
                  </a:lnTo>
                  <a:lnTo>
                    <a:pt x="278" y="8"/>
                  </a:lnTo>
                  <a:lnTo>
                    <a:pt x="278" y="8"/>
                  </a:lnTo>
                  <a:lnTo>
                    <a:pt x="352" y="12"/>
                  </a:lnTo>
                  <a:lnTo>
                    <a:pt x="426" y="15"/>
                  </a:lnTo>
                  <a:lnTo>
                    <a:pt x="573" y="26"/>
                  </a:lnTo>
                  <a:lnTo>
                    <a:pt x="647" y="31"/>
                  </a:lnTo>
                  <a:lnTo>
                    <a:pt x="720" y="36"/>
                  </a:lnTo>
                  <a:lnTo>
                    <a:pt x="794" y="38"/>
                  </a:lnTo>
                  <a:lnTo>
                    <a:pt x="868" y="40"/>
                  </a:lnTo>
                  <a:lnTo>
                    <a:pt x="868" y="40"/>
                  </a:lnTo>
                  <a:lnTo>
                    <a:pt x="969" y="43"/>
                  </a:lnTo>
                  <a:lnTo>
                    <a:pt x="1069" y="49"/>
                  </a:lnTo>
                  <a:lnTo>
                    <a:pt x="1274" y="59"/>
                  </a:lnTo>
                  <a:lnTo>
                    <a:pt x="1274" y="59"/>
                  </a:lnTo>
                  <a:lnTo>
                    <a:pt x="1386" y="64"/>
                  </a:lnTo>
                  <a:lnTo>
                    <a:pt x="1443" y="65"/>
                  </a:lnTo>
                  <a:lnTo>
                    <a:pt x="1500" y="65"/>
                  </a:lnTo>
                  <a:lnTo>
                    <a:pt x="1500" y="65"/>
                  </a:lnTo>
                  <a:lnTo>
                    <a:pt x="1549" y="64"/>
                  </a:lnTo>
                  <a:lnTo>
                    <a:pt x="1599" y="63"/>
                  </a:lnTo>
                  <a:lnTo>
                    <a:pt x="1701" y="59"/>
                  </a:lnTo>
                  <a:lnTo>
                    <a:pt x="1752" y="58"/>
                  </a:lnTo>
                  <a:lnTo>
                    <a:pt x="1805" y="58"/>
                  </a:lnTo>
                  <a:lnTo>
                    <a:pt x="1856" y="60"/>
                  </a:lnTo>
                  <a:lnTo>
                    <a:pt x="1907" y="64"/>
                  </a:lnTo>
                  <a:lnTo>
                    <a:pt x="1907" y="64"/>
                  </a:lnTo>
                  <a:lnTo>
                    <a:pt x="1950" y="70"/>
                  </a:lnTo>
                  <a:lnTo>
                    <a:pt x="1994" y="78"/>
                  </a:lnTo>
                  <a:lnTo>
                    <a:pt x="2014" y="83"/>
                  </a:lnTo>
                  <a:lnTo>
                    <a:pt x="2036" y="90"/>
                  </a:lnTo>
                  <a:lnTo>
                    <a:pt x="2056" y="96"/>
                  </a:lnTo>
                  <a:lnTo>
                    <a:pt x="2077" y="104"/>
                  </a:lnTo>
                  <a:lnTo>
                    <a:pt x="2077" y="104"/>
                  </a:lnTo>
                  <a:lnTo>
                    <a:pt x="2202" y="159"/>
                  </a:lnTo>
                  <a:lnTo>
                    <a:pt x="2336" y="219"/>
                  </a:lnTo>
                  <a:lnTo>
                    <a:pt x="2496" y="290"/>
                  </a:lnTo>
                  <a:lnTo>
                    <a:pt x="2666" y="368"/>
                  </a:lnTo>
                  <a:lnTo>
                    <a:pt x="2832" y="445"/>
                  </a:lnTo>
                  <a:lnTo>
                    <a:pt x="2907" y="482"/>
                  </a:lnTo>
                  <a:lnTo>
                    <a:pt x="2975" y="515"/>
                  </a:lnTo>
                  <a:lnTo>
                    <a:pt x="3035" y="546"/>
                  </a:lnTo>
                  <a:lnTo>
                    <a:pt x="3082" y="571"/>
                  </a:lnTo>
                  <a:lnTo>
                    <a:pt x="3082" y="571"/>
                  </a:lnTo>
                  <a:lnTo>
                    <a:pt x="3178" y="625"/>
                  </a:lnTo>
                  <a:lnTo>
                    <a:pt x="3294" y="689"/>
                  </a:lnTo>
                  <a:lnTo>
                    <a:pt x="3422" y="761"/>
                  </a:lnTo>
                  <a:lnTo>
                    <a:pt x="3553" y="836"/>
                  </a:lnTo>
                  <a:lnTo>
                    <a:pt x="3618" y="876"/>
                  </a:lnTo>
                  <a:lnTo>
                    <a:pt x="3682" y="914"/>
                  </a:lnTo>
                  <a:lnTo>
                    <a:pt x="3742" y="952"/>
                  </a:lnTo>
                  <a:lnTo>
                    <a:pt x="3798" y="991"/>
                  </a:lnTo>
                  <a:lnTo>
                    <a:pt x="3849" y="1028"/>
                  </a:lnTo>
                  <a:lnTo>
                    <a:pt x="3895" y="1064"/>
                  </a:lnTo>
                  <a:lnTo>
                    <a:pt x="3916" y="1082"/>
                  </a:lnTo>
                  <a:lnTo>
                    <a:pt x="3934" y="1098"/>
                  </a:lnTo>
                  <a:lnTo>
                    <a:pt x="3950" y="1115"/>
                  </a:lnTo>
                  <a:lnTo>
                    <a:pt x="3966" y="1130"/>
                  </a:lnTo>
                  <a:lnTo>
                    <a:pt x="3966" y="1130"/>
                  </a:lnTo>
                  <a:lnTo>
                    <a:pt x="4243" y="1447"/>
                  </a:lnTo>
                  <a:lnTo>
                    <a:pt x="4568" y="1818"/>
                  </a:lnTo>
                  <a:lnTo>
                    <a:pt x="4568" y="1818"/>
                  </a:lnTo>
                  <a:lnTo>
                    <a:pt x="4668" y="1932"/>
                  </a:lnTo>
                  <a:lnTo>
                    <a:pt x="4668" y="1932"/>
                  </a:lnTo>
                  <a:lnTo>
                    <a:pt x="4645" y="1985"/>
                  </a:lnTo>
                  <a:lnTo>
                    <a:pt x="4615" y="2045"/>
                  </a:lnTo>
                  <a:lnTo>
                    <a:pt x="4582" y="2109"/>
                  </a:lnTo>
                  <a:lnTo>
                    <a:pt x="4546" y="2177"/>
                  </a:lnTo>
                  <a:lnTo>
                    <a:pt x="4505" y="2246"/>
                  </a:lnTo>
                  <a:lnTo>
                    <a:pt x="4463" y="2316"/>
                  </a:lnTo>
                  <a:lnTo>
                    <a:pt x="4419" y="2387"/>
                  </a:lnTo>
                  <a:lnTo>
                    <a:pt x="4374" y="2454"/>
                  </a:lnTo>
                  <a:lnTo>
                    <a:pt x="4374" y="2454"/>
                  </a:lnTo>
                  <a:lnTo>
                    <a:pt x="4355" y="2480"/>
                  </a:lnTo>
                  <a:lnTo>
                    <a:pt x="4334" y="2506"/>
                  </a:lnTo>
                  <a:lnTo>
                    <a:pt x="4313" y="2530"/>
                  </a:lnTo>
                  <a:lnTo>
                    <a:pt x="4290" y="2555"/>
                  </a:lnTo>
                  <a:lnTo>
                    <a:pt x="4266" y="2580"/>
                  </a:lnTo>
                  <a:lnTo>
                    <a:pt x="4240" y="2604"/>
                  </a:lnTo>
                  <a:lnTo>
                    <a:pt x="4214" y="2628"/>
                  </a:lnTo>
                  <a:lnTo>
                    <a:pt x="4186" y="2651"/>
                  </a:lnTo>
                  <a:lnTo>
                    <a:pt x="4131" y="2697"/>
                  </a:lnTo>
                  <a:lnTo>
                    <a:pt x="4075" y="2741"/>
                  </a:lnTo>
                  <a:lnTo>
                    <a:pt x="4019" y="2782"/>
                  </a:lnTo>
                  <a:lnTo>
                    <a:pt x="3966" y="2819"/>
                  </a:lnTo>
                  <a:lnTo>
                    <a:pt x="3966" y="2819"/>
                  </a:lnTo>
                  <a:lnTo>
                    <a:pt x="3966" y="2819"/>
                  </a:lnTo>
                  <a:lnTo>
                    <a:pt x="3952" y="2789"/>
                  </a:lnTo>
                  <a:lnTo>
                    <a:pt x="3936" y="2760"/>
                  </a:lnTo>
                  <a:lnTo>
                    <a:pt x="3920" y="2731"/>
                  </a:lnTo>
                  <a:lnTo>
                    <a:pt x="3902" y="2702"/>
                  </a:lnTo>
                  <a:lnTo>
                    <a:pt x="3883" y="2674"/>
                  </a:lnTo>
                  <a:lnTo>
                    <a:pt x="3863" y="2646"/>
                  </a:lnTo>
                  <a:lnTo>
                    <a:pt x="3843" y="2619"/>
                  </a:lnTo>
                  <a:lnTo>
                    <a:pt x="3821" y="2593"/>
                  </a:lnTo>
                  <a:lnTo>
                    <a:pt x="3821" y="2593"/>
                  </a:lnTo>
                  <a:lnTo>
                    <a:pt x="3795" y="2562"/>
                  </a:lnTo>
                  <a:lnTo>
                    <a:pt x="3768" y="2531"/>
                  </a:lnTo>
                  <a:lnTo>
                    <a:pt x="3741" y="2502"/>
                  </a:lnTo>
                  <a:lnTo>
                    <a:pt x="3714" y="2474"/>
                  </a:lnTo>
                  <a:lnTo>
                    <a:pt x="3714" y="2474"/>
                  </a:lnTo>
                  <a:lnTo>
                    <a:pt x="3661" y="2424"/>
                  </a:lnTo>
                  <a:lnTo>
                    <a:pt x="3608" y="2374"/>
                  </a:lnTo>
                  <a:lnTo>
                    <a:pt x="3557" y="2323"/>
                  </a:lnTo>
                  <a:lnTo>
                    <a:pt x="3507" y="2269"/>
                  </a:lnTo>
                  <a:lnTo>
                    <a:pt x="3507" y="2269"/>
                  </a:lnTo>
                  <a:lnTo>
                    <a:pt x="3495" y="2254"/>
                  </a:lnTo>
                  <a:lnTo>
                    <a:pt x="3483" y="2238"/>
                  </a:lnTo>
                  <a:lnTo>
                    <a:pt x="3460" y="2208"/>
                  </a:lnTo>
                  <a:lnTo>
                    <a:pt x="3438" y="2175"/>
                  </a:lnTo>
                  <a:lnTo>
                    <a:pt x="3419" y="2141"/>
                  </a:lnTo>
                  <a:lnTo>
                    <a:pt x="3399" y="2107"/>
                  </a:lnTo>
                  <a:lnTo>
                    <a:pt x="3378" y="2074"/>
                  </a:lnTo>
                  <a:lnTo>
                    <a:pt x="3357" y="2042"/>
                  </a:lnTo>
                  <a:lnTo>
                    <a:pt x="3334" y="2011"/>
                  </a:lnTo>
                  <a:lnTo>
                    <a:pt x="3334" y="2011"/>
                  </a:lnTo>
                  <a:lnTo>
                    <a:pt x="3310" y="2017"/>
                  </a:lnTo>
                  <a:lnTo>
                    <a:pt x="3284" y="2022"/>
                  </a:lnTo>
                  <a:lnTo>
                    <a:pt x="3284" y="2022"/>
                  </a:lnTo>
                  <a:lnTo>
                    <a:pt x="3265" y="2026"/>
                  </a:lnTo>
                  <a:lnTo>
                    <a:pt x="3244" y="2028"/>
                  </a:lnTo>
                  <a:lnTo>
                    <a:pt x="3225" y="2029"/>
                  </a:lnTo>
                  <a:lnTo>
                    <a:pt x="3206" y="2030"/>
                  </a:lnTo>
                  <a:lnTo>
                    <a:pt x="3167" y="2029"/>
                  </a:lnTo>
                  <a:lnTo>
                    <a:pt x="3127" y="2026"/>
                  </a:lnTo>
                  <a:lnTo>
                    <a:pt x="3127" y="2026"/>
                  </a:lnTo>
                  <a:lnTo>
                    <a:pt x="3099" y="2025"/>
                  </a:lnTo>
                  <a:lnTo>
                    <a:pt x="3072" y="2024"/>
                  </a:lnTo>
                  <a:lnTo>
                    <a:pt x="3045" y="2020"/>
                  </a:lnTo>
                  <a:lnTo>
                    <a:pt x="3018" y="2016"/>
                  </a:lnTo>
                  <a:lnTo>
                    <a:pt x="2992" y="2011"/>
                  </a:lnTo>
                  <a:lnTo>
                    <a:pt x="2965" y="2006"/>
                  </a:lnTo>
                  <a:lnTo>
                    <a:pt x="2939" y="1999"/>
                  </a:lnTo>
                  <a:lnTo>
                    <a:pt x="2914" y="1992"/>
                  </a:lnTo>
                  <a:lnTo>
                    <a:pt x="2888" y="1983"/>
                  </a:lnTo>
                  <a:lnTo>
                    <a:pt x="2863" y="1974"/>
                  </a:lnTo>
                  <a:lnTo>
                    <a:pt x="2837" y="1964"/>
                  </a:lnTo>
                  <a:lnTo>
                    <a:pt x="2813" y="1953"/>
                  </a:lnTo>
                  <a:lnTo>
                    <a:pt x="2789" y="1941"/>
                  </a:lnTo>
                  <a:lnTo>
                    <a:pt x="2764" y="1929"/>
                  </a:lnTo>
                  <a:lnTo>
                    <a:pt x="2740" y="1915"/>
                  </a:lnTo>
                  <a:lnTo>
                    <a:pt x="2717" y="1901"/>
                  </a:lnTo>
                  <a:lnTo>
                    <a:pt x="2717" y="1901"/>
                  </a:lnTo>
                  <a:lnTo>
                    <a:pt x="2690" y="1884"/>
                  </a:lnTo>
                  <a:lnTo>
                    <a:pt x="2664" y="1870"/>
                  </a:lnTo>
                  <a:lnTo>
                    <a:pt x="2636" y="1856"/>
                  </a:lnTo>
                  <a:lnTo>
                    <a:pt x="2607" y="1845"/>
                  </a:lnTo>
                  <a:lnTo>
                    <a:pt x="2579" y="1832"/>
                  </a:lnTo>
                  <a:lnTo>
                    <a:pt x="2551" y="1822"/>
                  </a:lnTo>
                  <a:lnTo>
                    <a:pt x="2494" y="1801"/>
                  </a:lnTo>
                  <a:lnTo>
                    <a:pt x="2378" y="1762"/>
                  </a:lnTo>
                  <a:lnTo>
                    <a:pt x="2320" y="1742"/>
                  </a:lnTo>
                  <a:lnTo>
                    <a:pt x="2264" y="1721"/>
                  </a:lnTo>
                  <a:lnTo>
                    <a:pt x="2264" y="1721"/>
                  </a:lnTo>
                  <a:lnTo>
                    <a:pt x="2254" y="1716"/>
                  </a:lnTo>
                  <a:lnTo>
                    <a:pt x="2254" y="1716"/>
                  </a:lnTo>
                  <a:lnTo>
                    <a:pt x="2256" y="1723"/>
                  </a:lnTo>
                  <a:lnTo>
                    <a:pt x="2258" y="1730"/>
                  </a:lnTo>
                  <a:lnTo>
                    <a:pt x="2258" y="1737"/>
                  </a:lnTo>
                  <a:lnTo>
                    <a:pt x="2256" y="1745"/>
                  </a:lnTo>
                  <a:lnTo>
                    <a:pt x="2254" y="1753"/>
                  </a:lnTo>
                  <a:lnTo>
                    <a:pt x="2250" y="1760"/>
                  </a:lnTo>
                  <a:lnTo>
                    <a:pt x="2241" y="1777"/>
                  </a:lnTo>
                  <a:lnTo>
                    <a:pt x="2230" y="1791"/>
                  </a:lnTo>
                  <a:lnTo>
                    <a:pt x="2217" y="1805"/>
                  </a:lnTo>
                  <a:lnTo>
                    <a:pt x="2205" y="1817"/>
                  </a:lnTo>
                  <a:lnTo>
                    <a:pt x="2195" y="1824"/>
                  </a:lnTo>
                  <a:lnTo>
                    <a:pt x="2195" y="1824"/>
                  </a:lnTo>
                  <a:lnTo>
                    <a:pt x="2167" y="1843"/>
                  </a:lnTo>
                  <a:lnTo>
                    <a:pt x="2138" y="1860"/>
                  </a:lnTo>
                  <a:lnTo>
                    <a:pt x="2110" y="1875"/>
                  </a:lnTo>
                  <a:lnTo>
                    <a:pt x="2080" y="1888"/>
                  </a:lnTo>
                  <a:lnTo>
                    <a:pt x="2052" y="1900"/>
                  </a:lnTo>
                  <a:lnTo>
                    <a:pt x="2023" y="1910"/>
                  </a:lnTo>
                  <a:lnTo>
                    <a:pt x="1994" y="1918"/>
                  </a:lnTo>
                  <a:lnTo>
                    <a:pt x="1963" y="1924"/>
                  </a:lnTo>
                  <a:lnTo>
                    <a:pt x="1932" y="1928"/>
                  </a:lnTo>
                  <a:lnTo>
                    <a:pt x="1902" y="1930"/>
                  </a:lnTo>
                  <a:lnTo>
                    <a:pt x="1871" y="1932"/>
                  </a:lnTo>
                  <a:lnTo>
                    <a:pt x="1839" y="1932"/>
                  </a:lnTo>
                  <a:lnTo>
                    <a:pt x="1807" y="1930"/>
                  </a:lnTo>
                  <a:lnTo>
                    <a:pt x="1775" y="1927"/>
                  </a:lnTo>
                  <a:lnTo>
                    <a:pt x="1742" y="1921"/>
                  </a:lnTo>
                  <a:lnTo>
                    <a:pt x="1708" y="1915"/>
                  </a:lnTo>
                  <a:lnTo>
                    <a:pt x="1708" y="1915"/>
                  </a:lnTo>
                  <a:lnTo>
                    <a:pt x="1678" y="1907"/>
                  </a:lnTo>
                  <a:lnTo>
                    <a:pt x="1664" y="1904"/>
                  </a:lnTo>
                  <a:lnTo>
                    <a:pt x="1651" y="1897"/>
                  </a:lnTo>
                  <a:lnTo>
                    <a:pt x="1637" y="1892"/>
                  </a:lnTo>
                  <a:lnTo>
                    <a:pt x="1626" y="1886"/>
                  </a:lnTo>
                  <a:lnTo>
                    <a:pt x="1614" y="1878"/>
                  </a:lnTo>
                  <a:lnTo>
                    <a:pt x="1603" y="1872"/>
                  </a:lnTo>
                  <a:lnTo>
                    <a:pt x="1583" y="1855"/>
                  </a:lnTo>
                  <a:lnTo>
                    <a:pt x="1565" y="1836"/>
                  </a:lnTo>
                  <a:lnTo>
                    <a:pt x="1549" y="1817"/>
                  </a:lnTo>
                  <a:lnTo>
                    <a:pt x="1537" y="1795"/>
                  </a:lnTo>
                  <a:lnTo>
                    <a:pt x="1526" y="1772"/>
                  </a:lnTo>
                  <a:lnTo>
                    <a:pt x="1519" y="1748"/>
                  </a:lnTo>
                  <a:lnTo>
                    <a:pt x="1514" y="1722"/>
                  </a:lnTo>
                  <a:lnTo>
                    <a:pt x="1511" y="1696"/>
                  </a:lnTo>
                  <a:lnTo>
                    <a:pt x="1510" y="1670"/>
                  </a:lnTo>
                  <a:lnTo>
                    <a:pt x="1512" y="1641"/>
                  </a:lnTo>
                  <a:lnTo>
                    <a:pt x="1517" y="1613"/>
                  </a:lnTo>
                  <a:lnTo>
                    <a:pt x="1525" y="1584"/>
                  </a:lnTo>
                  <a:lnTo>
                    <a:pt x="1525" y="1584"/>
                  </a:lnTo>
                  <a:lnTo>
                    <a:pt x="1507" y="1589"/>
                  </a:lnTo>
                  <a:lnTo>
                    <a:pt x="1491" y="1593"/>
                  </a:lnTo>
                  <a:lnTo>
                    <a:pt x="1473" y="1595"/>
                  </a:lnTo>
                  <a:lnTo>
                    <a:pt x="1455" y="1595"/>
                  </a:lnTo>
                  <a:lnTo>
                    <a:pt x="1437" y="1593"/>
                  </a:lnTo>
                  <a:lnTo>
                    <a:pt x="1419" y="1589"/>
                  </a:lnTo>
                  <a:lnTo>
                    <a:pt x="1401" y="1584"/>
                  </a:lnTo>
                  <a:lnTo>
                    <a:pt x="1383" y="1575"/>
                  </a:lnTo>
                  <a:lnTo>
                    <a:pt x="1383" y="1575"/>
                  </a:lnTo>
                  <a:lnTo>
                    <a:pt x="1372" y="1569"/>
                  </a:lnTo>
                  <a:lnTo>
                    <a:pt x="1360" y="1561"/>
                  </a:lnTo>
                  <a:lnTo>
                    <a:pt x="1352" y="1553"/>
                  </a:lnTo>
                  <a:lnTo>
                    <a:pt x="1341" y="1546"/>
                  </a:lnTo>
                  <a:lnTo>
                    <a:pt x="1334" y="1538"/>
                  </a:lnTo>
                  <a:lnTo>
                    <a:pt x="1326" y="1529"/>
                  </a:lnTo>
                  <a:lnTo>
                    <a:pt x="1312" y="1510"/>
                  </a:lnTo>
                  <a:lnTo>
                    <a:pt x="1302" y="1491"/>
                  </a:lnTo>
                  <a:lnTo>
                    <a:pt x="1293" y="1470"/>
                  </a:lnTo>
                  <a:lnTo>
                    <a:pt x="1288" y="1448"/>
                  </a:lnTo>
                  <a:lnTo>
                    <a:pt x="1284" y="1427"/>
                  </a:lnTo>
                  <a:lnTo>
                    <a:pt x="1284" y="1404"/>
                  </a:lnTo>
                  <a:lnTo>
                    <a:pt x="1285" y="1382"/>
                  </a:lnTo>
                  <a:lnTo>
                    <a:pt x="1288" y="1359"/>
                  </a:lnTo>
                  <a:lnTo>
                    <a:pt x="1293" y="1336"/>
                  </a:lnTo>
                  <a:lnTo>
                    <a:pt x="1299" y="1314"/>
                  </a:lnTo>
                  <a:lnTo>
                    <a:pt x="1308" y="1292"/>
                  </a:lnTo>
                  <a:lnTo>
                    <a:pt x="1318" y="1271"/>
                  </a:lnTo>
                  <a:lnTo>
                    <a:pt x="1331" y="125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9" name="Freeform 20">
              <a:extLst>
                <a:ext uri="{FF2B5EF4-FFF2-40B4-BE49-F238E27FC236}">
                  <a16:creationId xmlns:a16="http://schemas.microsoft.com/office/drawing/2014/main" id="{727A5C2D-E2D2-E2DF-D480-FA9AC908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83"/>
              <a:ext cx="1556" cy="940"/>
            </a:xfrm>
            <a:custGeom>
              <a:avLst/>
              <a:gdLst>
                <a:gd name="T0" fmla="*/ 1272 w 4668"/>
                <a:gd name="T1" fmla="*/ 1268 h 2819"/>
                <a:gd name="T2" fmla="*/ 1177 w 4668"/>
                <a:gd name="T3" fmla="*/ 1259 h 2819"/>
                <a:gd name="T4" fmla="*/ 1109 w 4668"/>
                <a:gd name="T5" fmla="*/ 1202 h 2819"/>
                <a:gd name="T6" fmla="*/ 1075 w 4668"/>
                <a:gd name="T7" fmla="*/ 1113 h 2819"/>
                <a:gd name="T8" fmla="*/ 1073 w 4668"/>
                <a:gd name="T9" fmla="*/ 1011 h 2819"/>
                <a:gd name="T10" fmla="*/ 1101 w 4668"/>
                <a:gd name="T11" fmla="*/ 927 h 2819"/>
                <a:gd name="T12" fmla="*/ 1177 w 4668"/>
                <a:gd name="T13" fmla="*/ 823 h 2819"/>
                <a:gd name="T14" fmla="*/ 1348 w 4668"/>
                <a:gd name="T15" fmla="*/ 687 h 2819"/>
                <a:gd name="T16" fmla="*/ 1556 w 4668"/>
                <a:gd name="T17" fmla="*/ 547 h 2819"/>
                <a:gd name="T18" fmla="*/ 1614 w 4668"/>
                <a:gd name="T19" fmla="*/ 477 h 2819"/>
                <a:gd name="T20" fmla="*/ 1452 w 4668"/>
                <a:gd name="T21" fmla="*/ 440 h 2819"/>
                <a:gd name="T22" fmla="*/ 1165 w 4668"/>
                <a:gd name="T23" fmla="*/ 439 h 2819"/>
                <a:gd name="T24" fmla="*/ 684 w 4668"/>
                <a:gd name="T25" fmla="*/ 419 h 2819"/>
                <a:gd name="T26" fmla="*/ 418 w 4668"/>
                <a:gd name="T27" fmla="*/ 373 h 2819"/>
                <a:gd name="T28" fmla="*/ 202 w 4668"/>
                <a:gd name="T29" fmla="*/ 339 h 2819"/>
                <a:gd name="T30" fmla="*/ 62 w 4668"/>
                <a:gd name="T31" fmla="*/ 295 h 2819"/>
                <a:gd name="T32" fmla="*/ 0 w 4668"/>
                <a:gd name="T33" fmla="*/ 256 h 2819"/>
                <a:gd name="T34" fmla="*/ 144 w 4668"/>
                <a:gd name="T35" fmla="*/ 0 h 2819"/>
                <a:gd name="T36" fmla="*/ 426 w 4668"/>
                <a:gd name="T37" fmla="*/ 15 h 2819"/>
                <a:gd name="T38" fmla="*/ 868 w 4668"/>
                <a:gd name="T39" fmla="*/ 40 h 2819"/>
                <a:gd name="T40" fmla="*/ 1443 w 4668"/>
                <a:gd name="T41" fmla="*/ 65 h 2819"/>
                <a:gd name="T42" fmla="*/ 1752 w 4668"/>
                <a:gd name="T43" fmla="*/ 58 h 2819"/>
                <a:gd name="T44" fmla="*/ 1994 w 4668"/>
                <a:gd name="T45" fmla="*/ 78 h 2819"/>
                <a:gd name="T46" fmla="*/ 2202 w 4668"/>
                <a:gd name="T47" fmla="*/ 159 h 2819"/>
                <a:gd name="T48" fmla="*/ 2975 w 4668"/>
                <a:gd name="T49" fmla="*/ 515 h 2819"/>
                <a:gd name="T50" fmla="*/ 3422 w 4668"/>
                <a:gd name="T51" fmla="*/ 761 h 2819"/>
                <a:gd name="T52" fmla="*/ 3849 w 4668"/>
                <a:gd name="T53" fmla="*/ 1028 h 2819"/>
                <a:gd name="T54" fmla="*/ 3966 w 4668"/>
                <a:gd name="T55" fmla="*/ 1130 h 2819"/>
                <a:gd name="T56" fmla="*/ 4645 w 4668"/>
                <a:gd name="T57" fmla="*/ 1985 h 2819"/>
                <a:gd name="T58" fmla="*/ 4419 w 4668"/>
                <a:gd name="T59" fmla="*/ 2387 h 2819"/>
                <a:gd name="T60" fmla="*/ 4290 w 4668"/>
                <a:gd name="T61" fmla="*/ 2555 h 2819"/>
                <a:gd name="T62" fmla="*/ 4075 w 4668"/>
                <a:gd name="T63" fmla="*/ 2741 h 2819"/>
                <a:gd name="T64" fmla="*/ 3936 w 4668"/>
                <a:gd name="T65" fmla="*/ 2760 h 2819"/>
                <a:gd name="T66" fmla="*/ 3821 w 4668"/>
                <a:gd name="T67" fmla="*/ 2593 h 2819"/>
                <a:gd name="T68" fmla="*/ 3714 w 4668"/>
                <a:gd name="T69" fmla="*/ 2474 h 2819"/>
                <a:gd name="T70" fmla="*/ 3495 w 4668"/>
                <a:gd name="T71" fmla="*/ 2254 h 2819"/>
                <a:gd name="T72" fmla="*/ 3378 w 4668"/>
                <a:gd name="T73" fmla="*/ 2074 h 2819"/>
                <a:gd name="T74" fmla="*/ 3284 w 4668"/>
                <a:gd name="T75" fmla="*/ 2022 h 2819"/>
                <a:gd name="T76" fmla="*/ 3127 w 4668"/>
                <a:gd name="T77" fmla="*/ 2026 h 2819"/>
                <a:gd name="T78" fmla="*/ 2992 w 4668"/>
                <a:gd name="T79" fmla="*/ 2011 h 2819"/>
                <a:gd name="T80" fmla="*/ 2837 w 4668"/>
                <a:gd name="T81" fmla="*/ 1964 h 2819"/>
                <a:gd name="T82" fmla="*/ 2717 w 4668"/>
                <a:gd name="T83" fmla="*/ 1901 h 2819"/>
                <a:gd name="T84" fmla="*/ 2551 w 4668"/>
                <a:gd name="T85" fmla="*/ 1822 h 2819"/>
                <a:gd name="T86" fmla="*/ 2254 w 4668"/>
                <a:gd name="T87" fmla="*/ 1716 h 2819"/>
                <a:gd name="T88" fmla="*/ 2254 w 4668"/>
                <a:gd name="T89" fmla="*/ 1753 h 2819"/>
                <a:gd name="T90" fmla="*/ 2195 w 4668"/>
                <a:gd name="T91" fmla="*/ 1824 h 2819"/>
                <a:gd name="T92" fmla="*/ 2052 w 4668"/>
                <a:gd name="T93" fmla="*/ 1900 h 2819"/>
                <a:gd name="T94" fmla="*/ 1871 w 4668"/>
                <a:gd name="T95" fmla="*/ 1932 h 2819"/>
                <a:gd name="T96" fmla="*/ 1708 w 4668"/>
                <a:gd name="T97" fmla="*/ 1915 h 2819"/>
                <a:gd name="T98" fmla="*/ 1614 w 4668"/>
                <a:gd name="T99" fmla="*/ 1878 h 2819"/>
                <a:gd name="T100" fmla="*/ 1526 w 4668"/>
                <a:gd name="T101" fmla="*/ 1772 h 2819"/>
                <a:gd name="T102" fmla="*/ 1517 w 4668"/>
                <a:gd name="T103" fmla="*/ 1613 h 2819"/>
                <a:gd name="T104" fmla="*/ 1455 w 4668"/>
                <a:gd name="T105" fmla="*/ 1595 h 2819"/>
                <a:gd name="T106" fmla="*/ 1372 w 4668"/>
                <a:gd name="T107" fmla="*/ 1569 h 2819"/>
                <a:gd name="T108" fmla="*/ 1312 w 4668"/>
                <a:gd name="T109" fmla="*/ 1510 h 2819"/>
                <a:gd name="T110" fmla="*/ 1285 w 4668"/>
                <a:gd name="T111" fmla="*/ 1382 h 2819"/>
                <a:gd name="T112" fmla="*/ 1331 w 4668"/>
                <a:gd name="T113" fmla="*/ 1252 h 2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68" h="2819">
                  <a:moveTo>
                    <a:pt x="1331" y="1252"/>
                  </a:moveTo>
                  <a:lnTo>
                    <a:pt x="1330" y="1250"/>
                  </a:lnTo>
                  <a:lnTo>
                    <a:pt x="1330" y="1250"/>
                  </a:lnTo>
                  <a:lnTo>
                    <a:pt x="1309" y="1258"/>
                  </a:lnTo>
                  <a:lnTo>
                    <a:pt x="1290" y="1264"/>
                  </a:lnTo>
                  <a:lnTo>
                    <a:pt x="1272" y="1268"/>
                  </a:lnTo>
                  <a:lnTo>
                    <a:pt x="1255" y="1271"/>
                  </a:lnTo>
                  <a:lnTo>
                    <a:pt x="1237" y="1272"/>
                  </a:lnTo>
                  <a:lnTo>
                    <a:pt x="1220" y="1271"/>
                  </a:lnTo>
                  <a:lnTo>
                    <a:pt x="1205" y="1268"/>
                  </a:lnTo>
                  <a:lnTo>
                    <a:pt x="1191" y="1264"/>
                  </a:lnTo>
                  <a:lnTo>
                    <a:pt x="1177" y="1259"/>
                  </a:lnTo>
                  <a:lnTo>
                    <a:pt x="1163" y="1252"/>
                  </a:lnTo>
                  <a:lnTo>
                    <a:pt x="1151" y="1244"/>
                  </a:lnTo>
                  <a:lnTo>
                    <a:pt x="1140" y="1235"/>
                  </a:lnTo>
                  <a:lnTo>
                    <a:pt x="1128" y="1225"/>
                  </a:lnTo>
                  <a:lnTo>
                    <a:pt x="1118" y="1213"/>
                  </a:lnTo>
                  <a:lnTo>
                    <a:pt x="1109" y="1202"/>
                  </a:lnTo>
                  <a:lnTo>
                    <a:pt x="1101" y="1189"/>
                  </a:lnTo>
                  <a:lnTo>
                    <a:pt x="1094" y="1175"/>
                  </a:lnTo>
                  <a:lnTo>
                    <a:pt x="1087" y="1161"/>
                  </a:lnTo>
                  <a:lnTo>
                    <a:pt x="1082" y="1145"/>
                  </a:lnTo>
                  <a:lnTo>
                    <a:pt x="1078" y="1130"/>
                  </a:lnTo>
                  <a:lnTo>
                    <a:pt x="1075" y="1113"/>
                  </a:lnTo>
                  <a:lnTo>
                    <a:pt x="1072" y="1097"/>
                  </a:lnTo>
                  <a:lnTo>
                    <a:pt x="1069" y="1080"/>
                  </a:lnTo>
                  <a:lnTo>
                    <a:pt x="1069" y="1064"/>
                  </a:lnTo>
                  <a:lnTo>
                    <a:pt x="1069" y="1046"/>
                  </a:lnTo>
                  <a:lnTo>
                    <a:pt x="1071" y="1029"/>
                  </a:lnTo>
                  <a:lnTo>
                    <a:pt x="1073" y="1011"/>
                  </a:lnTo>
                  <a:lnTo>
                    <a:pt x="1077" y="993"/>
                  </a:lnTo>
                  <a:lnTo>
                    <a:pt x="1081" y="977"/>
                  </a:lnTo>
                  <a:lnTo>
                    <a:pt x="1087" y="960"/>
                  </a:lnTo>
                  <a:lnTo>
                    <a:pt x="1094" y="943"/>
                  </a:lnTo>
                  <a:lnTo>
                    <a:pt x="1101" y="927"/>
                  </a:lnTo>
                  <a:lnTo>
                    <a:pt x="1101" y="927"/>
                  </a:lnTo>
                  <a:lnTo>
                    <a:pt x="1112" y="908"/>
                  </a:lnTo>
                  <a:lnTo>
                    <a:pt x="1123" y="890"/>
                  </a:lnTo>
                  <a:lnTo>
                    <a:pt x="1135" y="873"/>
                  </a:lnTo>
                  <a:lnTo>
                    <a:pt x="1149" y="855"/>
                  </a:lnTo>
                  <a:lnTo>
                    <a:pt x="1161" y="839"/>
                  </a:lnTo>
                  <a:lnTo>
                    <a:pt x="1177" y="823"/>
                  </a:lnTo>
                  <a:lnTo>
                    <a:pt x="1192" y="808"/>
                  </a:lnTo>
                  <a:lnTo>
                    <a:pt x="1209" y="793"/>
                  </a:lnTo>
                  <a:lnTo>
                    <a:pt x="1242" y="763"/>
                  </a:lnTo>
                  <a:lnTo>
                    <a:pt x="1276" y="736"/>
                  </a:lnTo>
                  <a:lnTo>
                    <a:pt x="1312" y="711"/>
                  </a:lnTo>
                  <a:lnTo>
                    <a:pt x="1348" y="687"/>
                  </a:lnTo>
                  <a:lnTo>
                    <a:pt x="1348" y="687"/>
                  </a:lnTo>
                  <a:lnTo>
                    <a:pt x="1415" y="644"/>
                  </a:lnTo>
                  <a:lnTo>
                    <a:pt x="1456" y="619"/>
                  </a:lnTo>
                  <a:lnTo>
                    <a:pt x="1498" y="591"/>
                  </a:lnTo>
                  <a:lnTo>
                    <a:pt x="1537" y="563"/>
                  </a:lnTo>
                  <a:lnTo>
                    <a:pt x="1556" y="547"/>
                  </a:lnTo>
                  <a:lnTo>
                    <a:pt x="1571" y="533"/>
                  </a:lnTo>
                  <a:lnTo>
                    <a:pt x="1586" y="518"/>
                  </a:lnTo>
                  <a:lnTo>
                    <a:pt x="1598" y="504"/>
                  </a:lnTo>
                  <a:lnTo>
                    <a:pt x="1608" y="491"/>
                  </a:lnTo>
                  <a:lnTo>
                    <a:pt x="1614" y="477"/>
                  </a:lnTo>
                  <a:lnTo>
                    <a:pt x="1614" y="477"/>
                  </a:lnTo>
                  <a:lnTo>
                    <a:pt x="1590" y="467"/>
                  </a:lnTo>
                  <a:lnTo>
                    <a:pt x="1566" y="459"/>
                  </a:lnTo>
                  <a:lnTo>
                    <a:pt x="1539" y="453"/>
                  </a:lnTo>
                  <a:lnTo>
                    <a:pt x="1511" y="447"/>
                  </a:lnTo>
                  <a:lnTo>
                    <a:pt x="1482" y="442"/>
                  </a:lnTo>
                  <a:lnTo>
                    <a:pt x="1452" y="440"/>
                  </a:lnTo>
                  <a:lnTo>
                    <a:pt x="1422" y="437"/>
                  </a:lnTo>
                  <a:lnTo>
                    <a:pt x="1391" y="436"/>
                  </a:lnTo>
                  <a:lnTo>
                    <a:pt x="1331" y="436"/>
                  </a:lnTo>
                  <a:lnTo>
                    <a:pt x="1271" y="437"/>
                  </a:lnTo>
                  <a:lnTo>
                    <a:pt x="1215" y="439"/>
                  </a:lnTo>
                  <a:lnTo>
                    <a:pt x="1165" y="439"/>
                  </a:lnTo>
                  <a:lnTo>
                    <a:pt x="1165" y="439"/>
                  </a:lnTo>
                  <a:lnTo>
                    <a:pt x="1045" y="435"/>
                  </a:lnTo>
                  <a:lnTo>
                    <a:pt x="924" y="432"/>
                  </a:lnTo>
                  <a:lnTo>
                    <a:pt x="803" y="427"/>
                  </a:lnTo>
                  <a:lnTo>
                    <a:pt x="743" y="424"/>
                  </a:lnTo>
                  <a:lnTo>
                    <a:pt x="684" y="419"/>
                  </a:lnTo>
                  <a:lnTo>
                    <a:pt x="684" y="419"/>
                  </a:lnTo>
                  <a:lnTo>
                    <a:pt x="639" y="414"/>
                  </a:lnTo>
                  <a:lnTo>
                    <a:pt x="595" y="408"/>
                  </a:lnTo>
                  <a:lnTo>
                    <a:pt x="550" y="399"/>
                  </a:lnTo>
                  <a:lnTo>
                    <a:pt x="507" y="391"/>
                  </a:lnTo>
                  <a:lnTo>
                    <a:pt x="418" y="373"/>
                  </a:lnTo>
                  <a:lnTo>
                    <a:pt x="374" y="364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287" y="352"/>
                  </a:lnTo>
                  <a:lnTo>
                    <a:pt x="244" y="346"/>
                  </a:lnTo>
                  <a:lnTo>
                    <a:pt x="202" y="339"/>
                  </a:lnTo>
                  <a:lnTo>
                    <a:pt x="161" y="330"/>
                  </a:lnTo>
                  <a:lnTo>
                    <a:pt x="140" y="325"/>
                  </a:lnTo>
                  <a:lnTo>
                    <a:pt x="120" y="318"/>
                  </a:lnTo>
                  <a:lnTo>
                    <a:pt x="101" y="312"/>
                  </a:lnTo>
                  <a:lnTo>
                    <a:pt x="82" y="304"/>
                  </a:lnTo>
                  <a:lnTo>
                    <a:pt x="62" y="295"/>
                  </a:lnTo>
                  <a:lnTo>
                    <a:pt x="43" y="285"/>
                  </a:lnTo>
                  <a:lnTo>
                    <a:pt x="24" y="274"/>
                  </a:lnTo>
                  <a:lnTo>
                    <a:pt x="6" y="261"/>
                  </a:lnTo>
                  <a:lnTo>
                    <a:pt x="6" y="261"/>
                  </a:lnTo>
                  <a:lnTo>
                    <a:pt x="0" y="256"/>
                  </a:lnTo>
                  <a:lnTo>
                    <a:pt x="0" y="256"/>
                  </a:lnTo>
                  <a:lnTo>
                    <a:pt x="39" y="194"/>
                  </a:lnTo>
                  <a:lnTo>
                    <a:pt x="76" y="130"/>
                  </a:lnTo>
                  <a:lnTo>
                    <a:pt x="111" y="67"/>
                  </a:lnTo>
                  <a:lnTo>
                    <a:pt x="127" y="33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219" y="5"/>
                  </a:lnTo>
                  <a:lnTo>
                    <a:pt x="251" y="8"/>
                  </a:lnTo>
                  <a:lnTo>
                    <a:pt x="278" y="8"/>
                  </a:lnTo>
                  <a:lnTo>
                    <a:pt x="278" y="8"/>
                  </a:lnTo>
                  <a:lnTo>
                    <a:pt x="352" y="12"/>
                  </a:lnTo>
                  <a:lnTo>
                    <a:pt x="426" y="15"/>
                  </a:lnTo>
                  <a:lnTo>
                    <a:pt x="573" y="26"/>
                  </a:lnTo>
                  <a:lnTo>
                    <a:pt x="647" y="31"/>
                  </a:lnTo>
                  <a:lnTo>
                    <a:pt x="720" y="36"/>
                  </a:lnTo>
                  <a:lnTo>
                    <a:pt x="794" y="38"/>
                  </a:lnTo>
                  <a:lnTo>
                    <a:pt x="868" y="40"/>
                  </a:lnTo>
                  <a:lnTo>
                    <a:pt x="868" y="40"/>
                  </a:lnTo>
                  <a:lnTo>
                    <a:pt x="969" y="43"/>
                  </a:lnTo>
                  <a:lnTo>
                    <a:pt x="1069" y="49"/>
                  </a:lnTo>
                  <a:lnTo>
                    <a:pt x="1274" y="59"/>
                  </a:lnTo>
                  <a:lnTo>
                    <a:pt x="1274" y="59"/>
                  </a:lnTo>
                  <a:lnTo>
                    <a:pt x="1386" y="64"/>
                  </a:lnTo>
                  <a:lnTo>
                    <a:pt x="1443" y="65"/>
                  </a:lnTo>
                  <a:lnTo>
                    <a:pt x="1500" y="65"/>
                  </a:lnTo>
                  <a:lnTo>
                    <a:pt x="1500" y="65"/>
                  </a:lnTo>
                  <a:lnTo>
                    <a:pt x="1549" y="64"/>
                  </a:lnTo>
                  <a:lnTo>
                    <a:pt x="1599" y="63"/>
                  </a:lnTo>
                  <a:lnTo>
                    <a:pt x="1701" y="59"/>
                  </a:lnTo>
                  <a:lnTo>
                    <a:pt x="1752" y="58"/>
                  </a:lnTo>
                  <a:lnTo>
                    <a:pt x="1805" y="58"/>
                  </a:lnTo>
                  <a:lnTo>
                    <a:pt x="1856" y="60"/>
                  </a:lnTo>
                  <a:lnTo>
                    <a:pt x="1907" y="64"/>
                  </a:lnTo>
                  <a:lnTo>
                    <a:pt x="1907" y="64"/>
                  </a:lnTo>
                  <a:lnTo>
                    <a:pt x="1950" y="70"/>
                  </a:lnTo>
                  <a:lnTo>
                    <a:pt x="1994" y="78"/>
                  </a:lnTo>
                  <a:lnTo>
                    <a:pt x="2014" y="83"/>
                  </a:lnTo>
                  <a:lnTo>
                    <a:pt x="2036" y="90"/>
                  </a:lnTo>
                  <a:lnTo>
                    <a:pt x="2056" y="96"/>
                  </a:lnTo>
                  <a:lnTo>
                    <a:pt x="2077" y="104"/>
                  </a:lnTo>
                  <a:lnTo>
                    <a:pt x="2077" y="104"/>
                  </a:lnTo>
                  <a:lnTo>
                    <a:pt x="2202" y="159"/>
                  </a:lnTo>
                  <a:lnTo>
                    <a:pt x="2336" y="219"/>
                  </a:lnTo>
                  <a:lnTo>
                    <a:pt x="2496" y="290"/>
                  </a:lnTo>
                  <a:lnTo>
                    <a:pt x="2666" y="368"/>
                  </a:lnTo>
                  <a:lnTo>
                    <a:pt x="2832" y="445"/>
                  </a:lnTo>
                  <a:lnTo>
                    <a:pt x="2907" y="482"/>
                  </a:lnTo>
                  <a:lnTo>
                    <a:pt x="2975" y="515"/>
                  </a:lnTo>
                  <a:lnTo>
                    <a:pt x="3035" y="546"/>
                  </a:lnTo>
                  <a:lnTo>
                    <a:pt x="3082" y="571"/>
                  </a:lnTo>
                  <a:lnTo>
                    <a:pt x="3082" y="571"/>
                  </a:lnTo>
                  <a:lnTo>
                    <a:pt x="3178" y="625"/>
                  </a:lnTo>
                  <a:lnTo>
                    <a:pt x="3294" y="689"/>
                  </a:lnTo>
                  <a:lnTo>
                    <a:pt x="3422" y="761"/>
                  </a:lnTo>
                  <a:lnTo>
                    <a:pt x="3553" y="836"/>
                  </a:lnTo>
                  <a:lnTo>
                    <a:pt x="3618" y="876"/>
                  </a:lnTo>
                  <a:lnTo>
                    <a:pt x="3682" y="914"/>
                  </a:lnTo>
                  <a:lnTo>
                    <a:pt x="3742" y="952"/>
                  </a:lnTo>
                  <a:lnTo>
                    <a:pt x="3798" y="991"/>
                  </a:lnTo>
                  <a:lnTo>
                    <a:pt x="3849" y="1028"/>
                  </a:lnTo>
                  <a:lnTo>
                    <a:pt x="3895" y="1064"/>
                  </a:lnTo>
                  <a:lnTo>
                    <a:pt x="3916" y="1082"/>
                  </a:lnTo>
                  <a:lnTo>
                    <a:pt x="3934" y="1098"/>
                  </a:lnTo>
                  <a:lnTo>
                    <a:pt x="3950" y="1115"/>
                  </a:lnTo>
                  <a:lnTo>
                    <a:pt x="3966" y="1130"/>
                  </a:lnTo>
                  <a:lnTo>
                    <a:pt x="3966" y="1130"/>
                  </a:lnTo>
                  <a:lnTo>
                    <a:pt x="4243" y="1447"/>
                  </a:lnTo>
                  <a:lnTo>
                    <a:pt x="4568" y="1818"/>
                  </a:lnTo>
                  <a:lnTo>
                    <a:pt x="4568" y="1818"/>
                  </a:lnTo>
                  <a:lnTo>
                    <a:pt x="4668" y="1932"/>
                  </a:lnTo>
                  <a:lnTo>
                    <a:pt x="4668" y="1932"/>
                  </a:lnTo>
                  <a:lnTo>
                    <a:pt x="4645" y="1985"/>
                  </a:lnTo>
                  <a:lnTo>
                    <a:pt x="4615" y="2045"/>
                  </a:lnTo>
                  <a:lnTo>
                    <a:pt x="4582" y="2109"/>
                  </a:lnTo>
                  <a:lnTo>
                    <a:pt x="4546" y="2177"/>
                  </a:lnTo>
                  <a:lnTo>
                    <a:pt x="4505" y="2246"/>
                  </a:lnTo>
                  <a:lnTo>
                    <a:pt x="4463" y="2316"/>
                  </a:lnTo>
                  <a:lnTo>
                    <a:pt x="4419" y="2387"/>
                  </a:lnTo>
                  <a:lnTo>
                    <a:pt x="4374" y="2454"/>
                  </a:lnTo>
                  <a:lnTo>
                    <a:pt x="4374" y="2454"/>
                  </a:lnTo>
                  <a:lnTo>
                    <a:pt x="4355" y="2480"/>
                  </a:lnTo>
                  <a:lnTo>
                    <a:pt x="4334" y="2506"/>
                  </a:lnTo>
                  <a:lnTo>
                    <a:pt x="4313" y="2530"/>
                  </a:lnTo>
                  <a:lnTo>
                    <a:pt x="4290" y="2555"/>
                  </a:lnTo>
                  <a:lnTo>
                    <a:pt x="4266" y="2580"/>
                  </a:lnTo>
                  <a:lnTo>
                    <a:pt x="4240" y="2604"/>
                  </a:lnTo>
                  <a:lnTo>
                    <a:pt x="4214" y="2628"/>
                  </a:lnTo>
                  <a:lnTo>
                    <a:pt x="4186" y="2651"/>
                  </a:lnTo>
                  <a:lnTo>
                    <a:pt x="4131" y="2697"/>
                  </a:lnTo>
                  <a:lnTo>
                    <a:pt x="4075" y="2741"/>
                  </a:lnTo>
                  <a:lnTo>
                    <a:pt x="4019" y="2782"/>
                  </a:lnTo>
                  <a:lnTo>
                    <a:pt x="3966" y="2819"/>
                  </a:lnTo>
                  <a:lnTo>
                    <a:pt x="3966" y="2819"/>
                  </a:lnTo>
                  <a:lnTo>
                    <a:pt x="3966" y="2819"/>
                  </a:lnTo>
                  <a:lnTo>
                    <a:pt x="3952" y="2789"/>
                  </a:lnTo>
                  <a:lnTo>
                    <a:pt x="3936" y="2760"/>
                  </a:lnTo>
                  <a:lnTo>
                    <a:pt x="3920" y="2731"/>
                  </a:lnTo>
                  <a:lnTo>
                    <a:pt x="3902" y="2702"/>
                  </a:lnTo>
                  <a:lnTo>
                    <a:pt x="3883" y="2674"/>
                  </a:lnTo>
                  <a:lnTo>
                    <a:pt x="3863" y="2646"/>
                  </a:lnTo>
                  <a:lnTo>
                    <a:pt x="3843" y="2619"/>
                  </a:lnTo>
                  <a:lnTo>
                    <a:pt x="3821" y="2593"/>
                  </a:lnTo>
                  <a:lnTo>
                    <a:pt x="3821" y="2593"/>
                  </a:lnTo>
                  <a:lnTo>
                    <a:pt x="3795" y="2562"/>
                  </a:lnTo>
                  <a:lnTo>
                    <a:pt x="3768" y="2531"/>
                  </a:lnTo>
                  <a:lnTo>
                    <a:pt x="3741" y="2502"/>
                  </a:lnTo>
                  <a:lnTo>
                    <a:pt x="3714" y="2474"/>
                  </a:lnTo>
                  <a:lnTo>
                    <a:pt x="3714" y="2474"/>
                  </a:lnTo>
                  <a:lnTo>
                    <a:pt x="3661" y="2424"/>
                  </a:lnTo>
                  <a:lnTo>
                    <a:pt x="3608" y="2374"/>
                  </a:lnTo>
                  <a:lnTo>
                    <a:pt x="3557" y="2323"/>
                  </a:lnTo>
                  <a:lnTo>
                    <a:pt x="3507" y="2269"/>
                  </a:lnTo>
                  <a:lnTo>
                    <a:pt x="3507" y="2269"/>
                  </a:lnTo>
                  <a:lnTo>
                    <a:pt x="3495" y="2254"/>
                  </a:lnTo>
                  <a:lnTo>
                    <a:pt x="3483" y="2238"/>
                  </a:lnTo>
                  <a:lnTo>
                    <a:pt x="3460" y="2208"/>
                  </a:lnTo>
                  <a:lnTo>
                    <a:pt x="3438" y="2175"/>
                  </a:lnTo>
                  <a:lnTo>
                    <a:pt x="3419" y="2141"/>
                  </a:lnTo>
                  <a:lnTo>
                    <a:pt x="3399" y="2107"/>
                  </a:lnTo>
                  <a:lnTo>
                    <a:pt x="3378" y="2074"/>
                  </a:lnTo>
                  <a:lnTo>
                    <a:pt x="3357" y="2042"/>
                  </a:lnTo>
                  <a:lnTo>
                    <a:pt x="3334" y="2011"/>
                  </a:lnTo>
                  <a:lnTo>
                    <a:pt x="3334" y="2011"/>
                  </a:lnTo>
                  <a:lnTo>
                    <a:pt x="3310" y="2017"/>
                  </a:lnTo>
                  <a:lnTo>
                    <a:pt x="3284" y="2022"/>
                  </a:lnTo>
                  <a:lnTo>
                    <a:pt x="3284" y="2022"/>
                  </a:lnTo>
                  <a:lnTo>
                    <a:pt x="3265" y="2026"/>
                  </a:lnTo>
                  <a:lnTo>
                    <a:pt x="3244" y="2028"/>
                  </a:lnTo>
                  <a:lnTo>
                    <a:pt x="3225" y="2029"/>
                  </a:lnTo>
                  <a:lnTo>
                    <a:pt x="3206" y="2030"/>
                  </a:lnTo>
                  <a:lnTo>
                    <a:pt x="3167" y="2029"/>
                  </a:lnTo>
                  <a:lnTo>
                    <a:pt x="3127" y="2026"/>
                  </a:lnTo>
                  <a:lnTo>
                    <a:pt x="3127" y="2026"/>
                  </a:lnTo>
                  <a:lnTo>
                    <a:pt x="3099" y="2025"/>
                  </a:lnTo>
                  <a:lnTo>
                    <a:pt x="3072" y="2024"/>
                  </a:lnTo>
                  <a:lnTo>
                    <a:pt x="3045" y="2020"/>
                  </a:lnTo>
                  <a:lnTo>
                    <a:pt x="3018" y="2016"/>
                  </a:lnTo>
                  <a:lnTo>
                    <a:pt x="2992" y="2011"/>
                  </a:lnTo>
                  <a:lnTo>
                    <a:pt x="2965" y="2006"/>
                  </a:lnTo>
                  <a:lnTo>
                    <a:pt x="2939" y="1999"/>
                  </a:lnTo>
                  <a:lnTo>
                    <a:pt x="2914" y="1992"/>
                  </a:lnTo>
                  <a:lnTo>
                    <a:pt x="2888" y="1983"/>
                  </a:lnTo>
                  <a:lnTo>
                    <a:pt x="2863" y="1974"/>
                  </a:lnTo>
                  <a:lnTo>
                    <a:pt x="2837" y="1964"/>
                  </a:lnTo>
                  <a:lnTo>
                    <a:pt x="2813" y="1953"/>
                  </a:lnTo>
                  <a:lnTo>
                    <a:pt x="2789" y="1941"/>
                  </a:lnTo>
                  <a:lnTo>
                    <a:pt x="2764" y="1929"/>
                  </a:lnTo>
                  <a:lnTo>
                    <a:pt x="2740" y="1915"/>
                  </a:lnTo>
                  <a:lnTo>
                    <a:pt x="2717" y="1901"/>
                  </a:lnTo>
                  <a:lnTo>
                    <a:pt x="2717" y="1901"/>
                  </a:lnTo>
                  <a:lnTo>
                    <a:pt x="2690" y="1884"/>
                  </a:lnTo>
                  <a:lnTo>
                    <a:pt x="2664" y="1870"/>
                  </a:lnTo>
                  <a:lnTo>
                    <a:pt x="2636" y="1856"/>
                  </a:lnTo>
                  <a:lnTo>
                    <a:pt x="2607" y="1845"/>
                  </a:lnTo>
                  <a:lnTo>
                    <a:pt x="2579" y="1832"/>
                  </a:lnTo>
                  <a:lnTo>
                    <a:pt x="2551" y="1822"/>
                  </a:lnTo>
                  <a:lnTo>
                    <a:pt x="2494" y="1801"/>
                  </a:lnTo>
                  <a:lnTo>
                    <a:pt x="2378" y="1762"/>
                  </a:lnTo>
                  <a:lnTo>
                    <a:pt x="2320" y="1742"/>
                  </a:lnTo>
                  <a:lnTo>
                    <a:pt x="2264" y="1721"/>
                  </a:lnTo>
                  <a:lnTo>
                    <a:pt x="2264" y="1721"/>
                  </a:lnTo>
                  <a:lnTo>
                    <a:pt x="2254" y="1716"/>
                  </a:lnTo>
                  <a:lnTo>
                    <a:pt x="2254" y="1716"/>
                  </a:lnTo>
                  <a:lnTo>
                    <a:pt x="2256" y="1723"/>
                  </a:lnTo>
                  <a:lnTo>
                    <a:pt x="2258" y="1730"/>
                  </a:lnTo>
                  <a:lnTo>
                    <a:pt x="2258" y="1737"/>
                  </a:lnTo>
                  <a:lnTo>
                    <a:pt x="2256" y="1745"/>
                  </a:lnTo>
                  <a:lnTo>
                    <a:pt x="2254" y="1753"/>
                  </a:lnTo>
                  <a:lnTo>
                    <a:pt x="2250" y="1760"/>
                  </a:lnTo>
                  <a:lnTo>
                    <a:pt x="2241" y="1777"/>
                  </a:lnTo>
                  <a:lnTo>
                    <a:pt x="2230" y="1791"/>
                  </a:lnTo>
                  <a:lnTo>
                    <a:pt x="2217" y="1805"/>
                  </a:lnTo>
                  <a:lnTo>
                    <a:pt x="2205" y="1817"/>
                  </a:lnTo>
                  <a:lnTo>
                    <a:pt x="2195" y="1824"/>
                  </a:lnTo>
                  <a:lnTo>
                    <a:pt x="2195" y="1824"/>
                  </a:lnTo>
                  <a:lnTo>
                    <a:pt x="2167" y="1843"/>
                  </a:lnTo>
                  <a:lnTo>
                    <a:pt x="2138" y="1860"/>
                  </a:lnTo>
                  <a:lnTo>
                    <a:pt x="2110" y="1875"/>
                  </a:lnTo>
                  <a:lnTo>
                    <a:pt x="2080" y="1888"/>
                  </a:lnTo>
                  <a:lnTo>
                    <a:pt x="2052" y="1900"/>
                  </a:lnTo>
                  <a:lnTo>
                    <a:pt x="2023" y="1910"/>
                  </a:lnTo>
                  <a:lnTo>
                    <a:pt x="1994" y="1918"/>
                  </a:lnTo>
                  <a:lnTo>
                    <a:pt x="1963" y="1924"/>
                  </a:lnTo>
                  <a:lnTo>
                    <a:pt x="1932" y="1928"/>
                  </a:lnTo>
                  <a:lnTo>
                    <a:pt x="1902" y="1930"/>
                  </a:lnTo>
                  <a:lnTo>
                    <a:pt x="1871" y="1932"/>
                  </a:lnTo>
                  <a:lnTo>
                    <a:pt x="1839" y="1932"/>
                  </a:lnTo>
                  <a:lnTo>
                    <a:pt x="1807" y="1930"/>
                  </a:lnTo>
                  <a:lnTo>
                    <a:pt x="1775" y="1927"/>
                  </a:lnTo>
                  <a:lnTo>
                    <a:pt x="1742" y="1921"/>
                  </a:lnTo>
                  <a:lnTo>
                    <a:pt x="1708" y="1915"/>
                  </a:lnTo>
                  <a:lnTo>
                    <a:pt x="1708" y="1915"/>
                  </a:lnTo>
                  <a:lnTo>
                    <a:pt x="1678" y="1907"/>
                  </a:lnTo>
                  <a:lnTo>
                    <a:pt x="1664" y="1904"/>
                  </a:lnTo>
                  <a:lnTo>
                    <a:pt x="1651" y="1897"/>
                  </a:lnTo>
                  <a:lnTo>
                    <a:pt x="1637" y="1892"/>
                  </a:lnTo>
                  <a:lnTo>
                    <a:pt x="1626" y="1886"/>
                  </a:lnTo>
                  <a:lnTo>
                    <a:pt x="1614" y="1878"/>
                  </a:lnTo>
                  <a:lnTo>
                    <a:pt x="1603" y="1872"/>
                  </a:lnTo>
                  <a:lnTo>
                    <a:pt x="1583" y="1855"/>
                  </a:lnTo>
                  <a:lnTo>
                    <a:pt x="1565" y="1836"/>
                  </a:lnTo>
                  <a:lnTo>
                    <a:pt x="1549" y="1817"/>
                  </a:lnTo>
                  <a:lnTo>
                    <a:pt x="1537" y="1795"/>
                  </a:lnTo>
                  <a:lnTo>
                    <a:pt x="1526" y="1772"/>
                  </a:lnTo>
                  <a:lnTo>
                    <a:pt x="1519" y="1748"/>
                  </a:lnTo>
                  <a:lnTo>
                    <a:pt x="1514" y="1722"/>
                  </a:lnTo>
                  <a:lnTo>
                    <a:pt x="1511" y="1696"/>
                  </a:lnTo>
                  <a:lnTo>
                    <a:pt x="1510" y="1670"/>
                  </a:lnTo>
                  <a:lnTo>
                    <a:pt x="1512" y="1641"/>
                  </a:lnTo>
                  <a:lnTo>
                    <a:pt x="1517" y="1613"/>
                  </a:lnTo>
                  <a:lnTo>
                    <a:pt x="1525" y="1584"/>
                  </a:lnTo>
                  <a:lnTo>
                    <a:pt x="1525" y="1584"/>
                  </a:lnTo>
                  <a:lnTo>
                    <a:pt x="1507" y="1589"/>
                  </a:lnTo>
                  <a:lnTo>
                    <a:pt x="1491" y="1593"/>
                  </a:lnTo>
                  <a:lnTo>
                    <a:pt x="1473" y="1595"/>
                  </a:lnTo>
                  <a:lnTo>
                    <a:pt x="1455" y="1595"/>
                  </a:lnTo>
                  <a:lnTo>
                    <a:pt x="1437" y="1593"/>
                  </a:lnTo>
                  <a:lnTo>
                    <a:pt x="1419" y="1589"/>
                  </a:lnTo>
                  <a:lnTo>
                    <a:pt x="1401" y="1584"/>
                  </a:lnTo>
                  <a:lnTo>
                    <a:pt x="1383" y="1575"/>
                  </a:lnTo>
                  <a:lnTo>
                    <a:pt x="1383" y="1575"/>
                  </a:lnTo>
                  <a:lnTo>
                    <a:pt x="1372" y="1569"/>
                  </a:lnTo>
                  <a:lnTo>
                    <a:pt x="1360" y="1561"/>
                  </a:lnTo>
                  <a:lnTo>
                    <a:pt x="1352" y="1553"/>
                  </a:lnTo>
                  <a:lnTo>
                    <a:pt x="1341" y="1546"/>
                  </a:lnTo>
                  <a:lnTo>
                    <a:pt x="1334" y="1538"/>
                  </a:lnTo>
                  <a:lnTo>
                    <a:pt x="1326" y="1529"/>
                  </a:lnTo>
                  <a:lnTo>
                    <a:pt x="1312" y="1510"/>
                  </a:lnTo>
                  <a:lnTo>
                    <a:pt x="1302" y="1491"/>
                  </a:lnTo>
                  <a:lnTo>
                    <a:pt x="1293" y="1470"/>
                  </a:lnTo>
                  <a:lnTo>
                    <a:pt x="1288" y="1448"/>
                  </a:lnTo>
                  <a:lnTo>
                    <a:pt x="1284" y="1427"/>
                  </a:lnTo>
                  <a:lnTo>
                    <a:pt x="1284" y="1404"/>
                  </a:lnTo>
                  <a:lnTo>
                    <a:pt x="1285" y="1382"/>
                  </a:lnTo>
                  <a:lnTo>
                    <a:pt x="1288" y="1359"/>
                  </a:lnTo>
                  <a:lnTo>
                    <a:pt x="1293" y="1336"/>
                  </a:lnTo>
                  <a:lnTo>
                    <a:pt x="1299" y="1314"/>
                  </a:lnTo>
                  <a:lnTo>
                    <a:pt x="1308" y="1292"/>
                  </a:lnTo>
                  <a:lnTo>
                    <a:pt x="1318" y="1271"/>
                  </a:lnTo>
                  <a:lnTo>
                    <a:pt x="1331" y="12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0" name="Freeform 21">
              <a:extLst>
                <a:ext uri="{FF2B5EF4-FFF2-40B4-BE49-F238E27FC236}">
                  <a16:creationId xmlns:a16="http://schemas.microsoft.com/office/drawing/2014/main" id="{673C49EA-DE7B-1DE0-B924-7DE2FAC5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47"/>
              <a:ext cx="72" cy="119"/>
            </a:xfrm>
            <a:custGeom>
              <a:avLst/>
              <a:gdLst>
                <a:gd name="T0" fmla="*/ 215 w 215"/>
                <a:gd name="T1" fmla="*/ 226 h 356"/>
                <a:gd name="T2" fmla="*/ 215 w 215"/>
                <a:gd name="T3" fmla="*/ 226 h 356"/>
                <a:gd name="T4" fmla="*/ 215 w 215"/>
                <a:gd name="T5" fmla="*/ 226 h 356"/>
                <a:gd name="T6" fmla="*/ 172 w 215"/>
                <a:gd name="T7" fmla="*/ 254 h 356"/>
                <a:gd name="T8" fmla="*/ 133 w 215"/>
                <a:gd name="T9" fmla="*/ 280 h 356"/>
                <a:gd name="T10" fmla="*/ 67 w 215"/>
                <a:gd name="T11" fmla="*/ 320 h 356"/>
                <a:gd name="T12" fmla="*/ 22 w 215"/>
                <a:gd name="T13" fmla="*/ 347 h 356"/>
                <a:gd name="T14" fmla="*/ 5 w 215"/>
                <a:gd name="T15" fmla="*/ 356 h 356"/>
                <a:gd name="T16" fmla="*/ 0 w 215"/>
                <a:gd name="T17" fmla="*/ 351 h 356"/>
                <a:gd name="T18" fmla="*/ 0 w 215"/>
                <a:gd name="T19" fmla="*/ 351 h 356"/>
                <a:gd name="T20" fmla="*/ 4 w 215"/>
                <a:gd name="T21" fmla="*/ 317 h 356"/>
                <a:gd name="T22" fmla="*/ 5 w 215"/>
                <a:gd name="T23" fmla="*/ 282 h 356"/>
                <a:gd name="T24" fmla="*/ 8 w 215"/>
                <a:gd name="T25" fmla="*/ 248 h 356"/>
                <a:gd name="T26" fmla="*/ 10 w 215"/>
                <a:gd name="T27" fmla="*/ 213 h 356"/>
                <a:gd name="T28" fmla="*/ 10 w 215"/>
                <a:gd name="T29" fmla="*/ 213 h 356"/>
                <a:gd name="T30" fmla="*/ 13 w 215"/>
                <a:gd name="T31" fmla="*/ 189 h 356"/>
                <a:gd name="T32" fmla="*/ 17 w 215"/>
                <a:gd name="T33" fmla="*/ 166 h 356"/>
                <a:gd name="T34" fmla="*/ 22 w 215"/>
                <a:gd name="T35" fmla="*/ 144 h 356"/>
                <a:gd name="T36" fmla="*/ 29 w 215"/>
                <a:gd name="T37" fmla="*/ 121 h 356"/>
                <a:gd name="T38" fmla="*/ 29 w 215"/>
                <a:gd name="T39" fmla="*/ 121 h 356"/>
                <a:gd name="T40" fmla="*/ 32 w 215"/>
                <a:gd name="T41" fmla="*/ 107 h 356"/>
                <a:gd name="T42" fmla="*/ 37 w 215"/>
                <a:gd name="T43" fmla="*/ 93 h 356"/>
                <a:gd name="T44" fmla="*/ 50 w 215"/>
                <a:gd name="T45" fmla="*/ 62 h 356"/>
                <a:gd name="T46" fmla="*/ 55 w 215"/>
                <a:gd name="T47" fmla="*/ 46 h 356"/>
                <a:gd name="T48" fmla="*/ 60 w 215"/>
                <a:gd name="T49" fmla="*/ 30 h 356"/>
                <a:gd name="T50" fmla="*/ 64 w 215"/>
                <a:gd name="T51" fmla="*/ 16 h 356"/>
                <a:gd name="T52" fmla="*/ 65 w 215"/>
                <a:gd name="T53" fmla="*/ 5 h 356"/>
                <a:gd name="T54" fmla="*/ 70 w 215"/>
                <a:gd name="T55" fmla="*/ 0 h 356"/>
                <a:gd name="T56" fmla="*/ 70 w 215"/>
                <a:gd name="T57" fmla="*/ 0 h 356"/>
                <a:gd name="T58" fmla="*/ 92 w 215"/>
                <a:gd name="T59" fmla="*/ 26 h 356"/>
                <a:gd name="T60" fmla="*/ 112 w 215"/>
                <a:gd name="T61" fmla="*/ 53 h 356"/>
                <a:gd name="T62" fmla="*/ 132 w 215"/>
                <a:gd name="T63" fmla="*/ 81 h 356"/>
                <a:gd name="T64" fmla="*/ 151 w 215"/>
                <a:gd name="T65" fmla="*/ 109 h 356"/>
                <a:gd name="T66" fmla="*/ 169 w 215"/>
                <a:gd name="T67" fmla="*/ 138 h 356"/>
                <a:gd name="T68" fmla="*/ 185 w 215"/>
                <a:gd name="T69" fmla="*/ 167 h 356"/>
                <a:gd name="T70" fmla="*/ 201 w 215"/>
                <a:gd name="T71" fmla="*/ 196 h 356"/>
                <a:gd name="T72" fmla="*/ 215 w 215"/>
                <a:gd name="T73" fmla="*/ 22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5" h="356">
                  <a:moveTo>
                    <a:pt x="215" y="226"/>
                  </a:moveTo>
                  <a:lnTo>
                    <a:pt x="215" y="226"/>
                  </a:lnTo>
                  <a:lnTo>
                    <a:pt x="215" y="226"/>
                  </a:lnTo>
                  <a:lnTo>
                    <a:pt x="172" y="254"/>
                  </a:lnTo>
                  <a:lnTo>
                    <a:pt x="133" y="280"/>
                  </a:lnTo>
                  <a:lnTo>
                    <a:pt x="67" y="320"/>
                  </a:lnTo>
                  <a:lnTo>
                    <a:pt x="22" y="347"/>
                  </a:lnTo>
                  <a:lnTo>
                    <a:pt x="5" y="356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4" y="317"/>
                  </a:lnTo>
                  <a:lnTo>
                    <a:pt x="5" y="282"/>
                  </a:lnTo>
                  <a:lnTo>
                    <a:pt x="8" y="248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3" y="189"/>
                  </a:lnTo>
                  <a:lnTo>
                    <a:pt x="17" y="166"/>
                  </a:lnTo>
                  <a:lnTo>
                    <a:pt x="22" y="144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2" y="107"/>
                  </a:lnTo>
                  <a:lnTo>
                    <a:pt x="37" y="93"/>
                  </a:lnTo>
                  <a:lnTo>
                    <a:pt x="50" y="62"/>
                  </a:lnTo>
                  <a:lnTo>
                    <a:pt x="55" y="46"/>
                  </a:lnTo>
                  <a:lnTo>
                    <a:pt x="60" y="30"/>
                  </a:lnTo>
                  <a:lnTo>
                    <a:pt x="64" y="16"/>
                  </a:lnTo>
                  <a:lnTo>
                    <a:pt x="65" y="5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92" y="26"/>
                  </a:lnTo>
                  <a:lnTo>
                    <a:pt x="112" y="53"/>
                  </a:lnTo>
                  <a:lnTo>
                    <a:pt x="132" y="81"/>
                  </a:lnTo>
                  <a:lnTo>
                    <a:pt x="151" y="109"/>
                  </a:lnTo>
                  <a:lnTo>
                    <a:pt x="169" y="138"/>
                  </a:lnTo>
                  <a:lnTo>
                    <a:pt x="185" y="167"/>
                  </a:lnTo>
                  <a:lnTo>
                    <a:pt x="201" y="196"/>
                  </a:lnTo>
                  <a:lnTo>
                    <a:pt x="215" y="2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1" name="Freeform 22">
              <a:extLst>
                <a:ext uri="{FF2B5EF4-FFF2-40B4-BE49-F238E27FC236}">
                  <a16:creationId xmlns:a16="http://schemas.microsoft.com/office/drawing/2014/main" id="{FC980CC1-1B78-DB0B-80CF-2CFBC996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47"/>
              <a:ext cx="72" cy="119"/>
            </a:xfrm>
            <a:custGeom>
              <a:avLst/>
              <a:gdLst>
                <a:gd name="T0" fmla="*/ 215 w 215"/>
                <a:gd name="T1" fmla="*/ 226 h 356"/>
                <a:gd name="T2" fmla="*/ 215 w 215"/>
                <a:gd name="T3" fmla="*/ 226 h 356"/>
                <a:gd name="T4" fmla="*/ 215 w 215"/>
                <a:gd name="T5" fmla="*/ 226 h 356"/>
                <a:gd name="T6" fmla="*/ 172 w 215"/>
                <a:gd name="T7" fmla="*/ 254 h 356"/>
                <a:gd name="T8" fmla="*/ 133 w 215"/>
                <a:gd name="T9" fmla="*/ 280 h 356"/>
                <a:gd name="T10" fmla="*/ 67 w 215"/>
                <a:gd name="T11" fmla="*/ 320 h 356"/>
                <a:gd name="T12" fmla="*/ 22 w 215"/>
                <a:gd name="T13" fmla="*/ 347 h 356"/>
                <a:gd name="T14" fmla="*/ 5 w 215"/>
                <a:gd name="T15" fmla="*/ 356 h 356"/>
                <a:gd name="T16" fmla="*/ 0 w 215"/>
                <a:gd name="T17" fmla="*/ 351 h 356"/>
                <a:gd name="T18" fmla="*/ 0 w 215"/>
                <a:gd name="T19" fmla="*/ 351 h 356"/>
                <a:gd name="T20" fmla="*/ 4 w 215"/>
                <a:gd name="T21" fmla="*/ 317 h 356"/>
                <a:gd name="T22" fmla="*/ 5 w 215"/>
                <a:gd name="T23" fmla="*/ 282 h 356"/>
                <a:gd name="T24" fmla="*/ 8 w 215"/>
                <a:gd name="T25" fmla="*/ 248 h 356"/>
                <a:gd name="T26" fmla="*/ 10 w 215"/>
                <a:gd name="T27" fmla="*/ 213 h 356"/>
                <a:gd name="T28" fmla="*/ 10 w 215"/>
                <a:gd name="T29" fmla="*/ 213 h 356"/>
                <a:gd name="T30" fmla="*/ 13 w 215"/>
                <a:gd name="T31" fmla="*/ 189 h 356"/>
                <a:gd name="T32" fmla="*/ 17 w 215"/>
                <a:gd name="T33" fmla="*/ 166 h 356"/>
                <a:gd name="T34" fmla="*/ 22 w 215"/>
                <a:gd name="T35" fmla="*/ 144 h 356"/>
                <a:gd name="T36" fmla="*/ 29 w 215"/>
                <a:gd name="T37" fmla="*/ 121 h 356"/>
                <a:gd name="T38" fmla="*/ 29 w 215"/>
                <a:gd name="T39" fmla="*/ 121 h 356"/>
                <a:gd name="T40" fmla="*/ 32 w 215"/>
                <a:gd name="T41" fmla="*/ 107 h 356"/>
                <a:gd name="T42" fmla="*/ 37 w 215"/>
                <a:gd name="T43" fmla="*/ 93 h 356"/>
                <a:gd name="T44" fmla="*/ 50 w 215"/>
                <a:gd name="T45" fmla="*/ 62 h 356"/>
                <a:gd name="T46" fmla="*/ 55 w 215"/>
                <a:gd name="T47" fmla="*/ 46 h 356"/>
                <a:gd name="T48" fmla="*/ 60 w 215"/>
                <a:gd name="T49" fmla="*/ 30 h 356"/>
                <a:gd name="T50" fmla="*/ 64 w 215"/>
                <a:gd name="T51" fmla="*/ 16 h 356"/>
                <a:gd name="T52" fmla="*/ 65 w 215"/>
                <a:gd name="T53" fmla="*/ 5 h 356"/>
                <a:gd name="T54" fmla="*/ 70 w 215"/>
                <a:gd name="T55" fmla="*/ 0 h 356"/>
                <a:gd name="T56" fmla="*/ 70 w 215"/>
                <a:gd name="T57" fmla="*/ 0 h 356"/>
                <a:gd name="T58" fmla="*/ 92 w 215"/>
                <a:gd name="T59" fmla="*/ 26 h 356"/>
                <a:gd name="T60" fmla="*/ 112 w 215"/>
                <a:gd name="T61" fmla="*/ 53 h 356"/>
                <a:gd name="T62" fmla="*/ 132 w 215"/>
                <a:gd name="T63" fmla="*/ 81 h 356"/>
                <a:gd name="T64" fmla="*/ 151 w 215"/>
                <a:gd name="T65" fmla="*/ 109 h 356"/>
                <a:gd name="T66" fmla="*/ 169 w 215"/>
                <a:gd name="T67" fmla="*/ 138 h 356"/>
                <a:gd name="T68" fmla="*/ 185 w 215"/>
                <a:gd name="T69" fmla="*/ 167 h 356"/>
                <a:gd name="T70" fmla="*/ 201 w 215"/>
                <a:gd name="T71" fmla="*/ 196 h 356"/>
                <a:gd name="T72" fmla="*/ 215 w 215"/>
                <a:gd name="T73" fmla="*/ 22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5" h="356">
                  <a:moveTo>
                    <a:pt x="215" y="226"/>
                  </a:moveTo>
                  <a:lnTo>
                    <a:pt x="215" y="226"/>
                  </a:lnTo>
                  <a:lnTo>
                    <a:pt x="215" y="226"/>
                  </a:lnTo>
                  <a:lnTo>
                    <a:pt x="172" y="254"/>
                  </a:lnTo>
                  <a:lnTo>
                    <a:pt x="133" y="280"/>
                  </a:lnTo>
                  <a:lnTo>
                    <a:pt x="67" y="320"/>
                  </a:lnTo>
                  <a:lnTo>
                    <a:pt x="22" y="347"/>
                  </a:lnTo>
                  <a:lnTo>
                    <a:pt x="5" y="356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4" y="317"/>
                  </a:lnTo>
                  <a:lnTo>
                    <a:pt x="5" y="282"/>
                  </a:lnTo>
                  <a:lnTo>
                    <a:pt x="8" y="248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3" y="189"/>
                  </a:lnTo>
                  <a:lnTo>
                    <a:pt x="17" y="166"/>
                  </a:lnTo>
                  <a:lnTo>
                    <a:pt x="22" y="144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2" y="107"/>
                  </a:lnTo>
                  <a:lnTo>
                    <a:pt x="37" y="93"/>
                  </a:lnTo>
                  <a:lnTo>
                    <a:pt x="50" y="62"/>
                  </a:lnTo>
                  <a:lnTo>
                    <a:pt x="55" y="46"/>
                  </a:lnTo>
                  <a:lnTo>
                    <a:pt x="60" y="30"/>
                  </a:lnTo>
                  <a:lnTo>
                    <a:pt x="64" y="16"/>
                  </a:lnTo>
                  <a:lnTo>
                    <a:pt x="65" y="5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92" y="26"/>
                  </a:lnTo>
                  <a:lnTo>
                    <a:pt x="112" y="53"/>
                  </a:lnTo>
                  <a:lnTo>
                    <a:pt x="132" y="81"/>
                  </a:lnTo>
                  <a:lnTo>
                    <a:pt x="151" y="109"/>
                  </a:lnTo>
                  <a:lnTo>
                    <a:pt x="169" y="138"/>
                  </a:lnTo>
                  <a:lnTo>
                    <a:pt x="185" y="167"/>
                  </a:lnTo>
                  <a:lnTo>
                    <a:pt x="201" y="196"/>
                  </a:lnTo>
                  <a:lnTo>
                    <a:pt x="215" y="2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2" name="Freeform 23">
              <a:extLst>
                <a:ext uri="{FF2B5EF4-FFF2-40B4-BE49-F238E27FC236}">
                  <a16:creationId xmlns:a16="http://schemas.microsoft.com/office/drawing/2014/main" id="{2FC8971F-C441-DB43-D9F4-713ACFCC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075"/>
              <a:ext cx="234" cy="130"/>
            </a:xfrm>
            <a:custGeom>
              <a:avLst/>
              <a:gdLst>
                <a:gd name="T0" fmla="*/ 701 w 702"/>
                <a:gd name="T1" fmla="*/ 387 h 388"/>
                <a:gd name="T2" fmla="*/ 650 w 702"/>
                <a:gd name="T3" fmla="*/ 383 h 388"/>
                <a:gd name="T4" fmla="*/ 546 w 702"/>
                <a:gd name="T5" fmla="*/ 381 h 388"/>
                <a:gd name="T6" fmla="*/ 393 w 702"/>
                <a:gd name="T7" fmla="*/ 386 h 388"/>
                <a:gd name="T8" fmla="*/ 294 w 702"/>
                <a:gd name="T9" fmla="*/ 388 h 388"/>
                <a:gd name="T10" fmla="*/ 237 w 702"/>
                <a:gd name="T11" fmla="*/ 388 h 388"/>
                <a:gd name="T12" fmla="*/ 68 w 702"/>
                <a:gd name="T13" fmla="*/ 382 h 388"/>
                <a:gd name="T14" fmla="*/ 68 w 702"/>
                <a:gd name="T15" fmla="*/ 382 h 388"/>
                <a:gd name="T16" fmla="*/ 61 w 702"/>
                <a:gd name="T17" fmla="*/ 369 h 388"/>
                <a:gd name="T18" fmla="*/ 46 w 702"/>
                <a:gd name="T19" fmla="*/ 347 h 388"/>
                <a:gd name="T20" fmla="*/ 38 w 702"/>
                <a:gd name="T21" fmla="*/ 336 h 388"/>
                <a:gd name="T22" fmla="*/ 27 w 702"/>
                <a:gd name="T23" fmla="*/ 312 h 388"/>
                <a:gd name="T24" fmla="*/ 18 w 702"/>
                <a:gd name="T25" fmla="*/ 286 h 388"/>
                <a:gd name="T26" fmla="*/ 10 w 702"/>
                <a:gd name="T27" fmla="*/ 255 h 388"/>
                <a:gd name="T28" fmla="*/ 1 w 702"/>
                <a:gd name="T29" fmla="*/ 190 h 388"/>
                <a:gd name="T30" fmla="*/ 0 w 702"/>
                <a:gd name="T31" fmla="*/ 158 h 388"/>
                <a:gd name="T32" fmla="*/ 4 w 702"/>
                <a:gd name="T33" fmla="*/ 125 h 388"/>
                <a:gd name="T34" fmla="*/ 14 w 702"/>
                <a:gd name="T35" fmla="*/ 94 h 388"/>
                <a:gd name="T36" fmla="*/ 29 w 702"/>
                <a:gd name="T37" fmla="*/ 66 h 388"/>
                <a:gd name="T38" fmla="*/ 49 w 702"/>
                <a:gd name="T39" fmla="*/ 38 h 388"/>
                <a:gd name="T40" fmla="*/ 69 w 702"/>
                <a:gd name="T41" fmla="*/ 15 h 388"/>
                <a:gd name="T42" fmla="*/ 80 w 702"/>
                <a:gd name="T43" fmla="*/ 5 h 388"/>
                <a:gd name="T44" fmla="*/ 93 w 702"/>
                <a:gd name="T45" fmla="*/ 0 h 388"/>
                <a:gd name="T46" fmla="*/ 100 w 702"/>
                <a:gd name="T47" fmla="*/ 0 h 388"/>
                <a:gd name="T48" fmla="*/ 120 w 702"/>
                <a:gd name="T49" fmla="*/ 3 h 388"/>
                <a:gd name="T50" fmla="*/ 151 w 702"/>
                <a:gd name="T51" fmla="*/ 15 h 388"/>
                <a:gd name="T52" fmla="*/ 180 w 702"/>
                <a:gd name="T53" fmla="*/ 30 h 388"/>
                <a:gd name="T54" fmla="*/ 203 w 702"/>
                <a:gd name="T55" fmla="*/ 44 h 388"/>
                <a:gd name="T56" fmla="*/ 277 w 702"/>
                <a:gd name="T57" fmla="*/ 93 h 388"/>
                <a:gd name="T58" fmla="*/ 311 w 702"/>
                <a:gd name="T59" fmla="*/ 121 h 388"/>
                <a:gd name="T60" fmla="*/ 345 w 702"/>
                <a:gd name="T61" fmla="*/ 150 h 388"/>
                <a:gd name="T62" fmla="*/ 369 w 702"/>
                <a:gd name="T63" fmla="*/ 176 h 388"/>
                <a:gd name="T64" fmla="*/ 423 w 702"/>
                <a:gd name="T65" fmla="*/ 226 h 388"/>
                <a:gd name="T66" fmla="*/ 451 w 702"/>
                <a:gd name="T67" fmla="*/ 248 h 388"/>
                <a:gd name="T68" fmla="*/ 488 w 702"/>
                <a:gd name="T69" fmla="*/ 272 h 388"/>
                <a:gd name="T70" fmla="*/ 567 w 702"/>
                <a:gd name="T71" fmla="*/ 313 h 388"/>
                <a:gd name="T72" fmla="*/ 606 w 702"/>
                <a:gd name="T73" fmla="*/ 335 h 388"/>
                <a:gd name="T74" fmla="*/ 654 w 702"/>
                <a:gd name="T75" fmla="*/ 360 h 388"/>
                <a:gd name="T76" fmla="*/ 702 w 702"/>
                <a:gd name="T77" fmla="*/ 38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02" h="388">
                  <a:moveTo>
                    <a:pt x="702" y="384"/>
                  </a:moveTo>
                  <a:lnTo>
                    <a:pt x="701" y="387"/>
                  </a:lnTo>
                  <a:lnTo>
                    <a:pt x="701" y="387"/>
                  </a:lnTo>
                  <a:lnTo>
                    <a:pt x="650" y="383"/>
                  </a:lnTo>
                  <a:lnTo>
                    <a:pt x="599" y="381"/>
                  </a:lnTo>
                  <a:lnTo>
                    <a:pt x="546" y="381"/>
                  </a:lnTo>
                  <a:lnTo>
                    <a:pt x="495" y="382"/>
                  </a:lnTo>
                  <a:lnTo>
                    <a:pt x="393" y="386"/>
                  </a:lnTo>
                  <a:lnTo>
                    <a:pt x="343" y="387"/>
                  </a:lnTo>
                  <a:lnTo>
                    <a:pt x="294" y="388"/>
                  </a:lnTo>
                  <a:lnTo>
                    <a:pt x="294" y="388"/>
                  </a:lnTo>
                  <a:lnTo>
                    <a:pt x="237" y="388"/>
                  </a:lnTo>
                  <a:lnTo>
                    <a:pt x="180" y="387"/>
                  </a:lnTo>
                  <a:lnTo>
                    <a:pt x="68" y="382"/>
                  </a:lnTo>
                  <a:lnTo>
                    <a:pt x="68" y="382"/>
                  </a:lnTo>
                  <a:lnTo>
                    <a:pt x="68" y="382"/>
                  </a:lnTo>
                  <a:lnTo>
                    <a:pt x="65" y="375"/>
                  </a:lnTo>
                  <a:lnTo>
                    <a:pt x="61" y="369"/>
                  </a:lnTo>
                  <a:lnTo>
                    <a:pt x="54" y="358"/>
                  </a:lnTo>
                  <a:lnTo>
                    <a:pt x="46" y="347"/>
                  </a:lnTo>
                  <a:lnTo>
                    <a:pt x="38" y="336"/>
                  </a:lnTo>
                  <a:lnTo>
                    <a:pt x="38" y="336"/>
                  </a:lnTo>
                  <a:lnTo>
                    <a:pt x="32" y="324"/>
                  </a:lnTo>
                  <a:lnTo>
                    <a:pt x="27" y="312"/>
                  </a:lnTo>
                  <a:lnTo>
                    <a:pt x="18" y="286"/>
                  </a:lnTo>
                  <a:lnTo>
                    <a:pt x="18" y="286"/>
                  </a:lnTo>
                  <a:lnTo>
                    <a:pt x="14" y="271"/>
                  </a:lnTo>
                  <a:lnTo>
                    <a:pt x="10" y="255"/>
                  </a:lnTo>
                  <a:lnTo>
                    <a:pt x="4" y="223"/>
                  </a:lnTo>
                  <a:lnTo>
                    <a:pt x="1" y="190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1" y="142"/>
                  </a:lnTo>
                  <a:lnTo>
                    <a:pt x="4" y="125"/>
                  </a:lnTo>
                  <a:lnTo>
                    <a:pt x="9" y="110"/>
                  </a:lnTo>
                  <a:lnTo>
                    <a:pt x="14" y="94"/>
                  </a:lnTo>
                  <a:lnTo>
                    <a:pt x="22" y="80"/>
                  </a:lnTo>
                  <a:lnTo>
                    <a:pt x="29" y="66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57" y="26"/>
                  </a:lnTo>
                  <a:lnTo>
                    <a:pt x="69" y="15"/>
                  </a:lnTo>
                  <a:lnTo>
                    <a:pt x="74" y="10"/>
                  </a:lnTo>
                  <a:lnTo>
                    <a:pt x="80" y="5"/>
                  </a:lnTo>
                  <a:lnTo>
                    <a:pt x="87" y="2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0"/>
                  </a:lnTo>
                  <a:lnTo>
                    <a:pt x="106" y="0"/>
                  </a:lnTo>
                  <a:lnTo>
                    <a:pt x="120" y="3"/>
                  </a:lnTo>
                  <a:lnTo>
                    <a:pt x="135" y="9"/>
                  </a:lnTo>
                  <a:lnTo>
                    <a:pt x="151" y="15"/>
                  </a:lnTo>
                  <a:lnTo>
                    <a:pt x="166" y="23"/>
                  </a:lnTo>
                  <a:lnTo>
                    <a:pt x="180" y="30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41" y="67"/>
                  </a:lnTo>
                  <a:lnTo>
                    <a:pt x="277" y="93"/>
                  </a:lnTo>
                  <a:lnTo>
                    <a:pt x="295" y="107"/>
                  </a:lnTo>
                  <a:lnTo>
                    <a:pt x="311" y="121"/>
                  </a:lnTo>
                  <a:lnTo>
                    <a:pt x="328" y="135"/>
                  </a:lnTo>
                  <a:lnTo>
                    <a:pt x="345" y="150"/>
                  </a:lnTo>
                  <a:lnTo>
                    <a:pt x="345" y="150"/>
                  </a:lnTo>
                  <a:lnTo>
                    <a:pt x="369" y="176"/>
                  </a:lnTo>
                  <a:lnTo>
                    <a:pt x="396" y="202"/>
                  </a:lnTo>
                  <a:lnTo>
                    <a:pt x="423" y="226"/>
                  </a:lnTo>
                  <a:lnTo>
                    <a:pt x="451" y="248"/>
                  </a:lnTo>
                  <a:lnTo>
                    <a:pt x="451" y="248"/>
                  </a:lnTo>
                  <a:lnTo>
                    <a:pt x="468" y="260"/>
                  </a:lnTo>
                  <a:lnTo>
                    <a:pt x="488" y="272"/>
                  </a:lnTo>
                  <a:lnTo>
                    <a:pt x="527" y="292"/>
                  </a:lnTo>
                  <a:lnTo>
                    <a:pt x="567" y="313"/>
                  </a:lnTo>
                  <a:lnTo>
                    <a:pt x="606" y="335"/>
                  </a:lnTo>
                  <a:lnTo>
                    <a:pt x="606" y="335"/>
                  </a:lnTo>
                  <a:lnTo>
                    <a:pt x="631" y="346"/>
                  </a:lnTo>
                  <a:lnTo>
                    <a:pt x="654" y="360"/>
                  </a:lnTo>
                  <a:lnTo>
                    <a:pt x="678" y="373"/>
                  </a:lnTo>
                  <a:lnTo>
                    <a:pt x="702" y="384"/>
                  </a:lnTo>
                  <a:lnTo>
                    <a:pt x="702" y="384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3" name="Freeform 24">
              <a:extLst>
                <a:ext uri="{FF2B5EF4-FFF2-40B4-BE49-F238E27FC236}">
                  <a16:creationId xmlns:a16="http://schemas.microsoft.com/office/drawing/2014/main" id="{8738A01B-5AE3-D56C-8152-4E5D632B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83"/>
              <a:ext cx="76" cy="85"/>
            </a:xfrm>
            <a:custGeom>
              <a:avLst/>
              <a:gdLst>
                <a:gd name="T0" fmla="*/ 40 w 228"/>
                <a:gd name="T1" fmla="*/ 28 h 257"/>
                <a:gd name="T2" fmla="*/ 40 w 228"/>
                <a:gd name="T3" fmla="*/ 28 h 257"/>
                <a:gd name="T4" fmla="*/ 47 w 228"/>
                <a:gd name="T5" fmla="*/ 23 h 257"/>
                <a:gd name="T6" fmla="*/ 56 w 228"/>
                <a:gd name="T7" fmla="*/ 18 h 257"/>
                <a:gd name="T8" fmla="*/ 65 w 228"/>
                <a:gd name="T9" fmla="*/ 14 h 257"/>
                <a:gd name="T10" fmla="*/ 75 w 228"/>
                <a:gd name="T11" fmla="*/ 11 h 257"/>
                <a:gd name="T12" fmla="*/ 97 w 228"/>
                <a:gd name="T13" fmla="*/ 5 h 257"/>
                <a:gd name="T14" fmla="*/ 120 w 228"/>
                <a:gd name="T15" fmla="*/ 2 h 257"/>
                <a:gd name="T16" fmla="*/ 145 w 228"/>
                <a:gd name="T17" fmla="*/ 0 h 257"/>
                <a:gd name="T18" fmla="*/ 173 w 228"/>
                <a:gd name="T19" fmla="*/ 0 h 257"/>
                <a:gd name="T20" fmla="*/ 200 w 228"/>
                <a:gd name="T21" fmla="*/ 0 h 257"/>
                <a:gd name="T22" fmla="*/ 228 w 228"/>
                <a:gd name="T23" fmla="*/ 1 h 257"/>
                <a:gd name="T24" fmla="*/ 228 w 228"/>
                <a:gd name="T25" fmla="*/ 1 h 257"/>
                <a:gd name="T26" fmla="*/ 211 w 228"/>
                <a:gd name="T27" fmla="*/ 34 h 257"/>
                <a:gd name="T28" fmla="*/ 195 w 228"/>
                <a:gd name="T29" fmla="*/ 68 h 257"/>
                <a:gd name="T30" fmla="*/ 160 w 228"/>
                <a:gd name="T31" fmla="*/ 131 h 257"/>
                <a:gd name="T32" fmla="*/ 123 w 228"/>
                <a:gd name="T33" fmla="*/ 195 h 257"/>
                <a:gd name="T34" fmla="*/ 84 w 228"/>
                <a:gd name="T35" fmla="*/ 257 h 257"/>
                <a:gd name="T36" fmla="*/ 84 w 228"/>
                <a:gd name="T37" fmla="*/ 257 h 257"/>
                <a:gd name="T38" fmla="*/ 72 w 228"/>
                <a:gd name="T39" fmla="*/ 246 h 257"/>
                <a:gd name="T40" fmla="*/ 61 w 228"/>
                <a:gd name="T41" fmla="*/ 235 h 257"/>
                <a:gd name="T42" fmla="*/ 49 w 228"/>
                <a:gd name="T43" fmla="*/ 223 h 257"/>
                <a:gd name="T44" fmla="*/ 39 w 228"/>
                <a:gd name="T45" fmla="*/ 209 h 257"/>
                <a:gd name="T46" fmla="*/ 29 w 228"/>
                <a:gd name="T47" fmla="*/ 195 h 257"/>
                <a:gd name="T48" fmla="*/ 20 w 228"/>
                <a:gd name="T49" fmla="*/ 181 h 257"/>
                <a:gd name="T50" fmla="*/ 12 w 228"/>
                <a:gd name="T51" fmla="*/ 166 h 257"/>
                <a:gd name="T52" fmla="*/ 7 w 228"/>
                <a:gd name="T53" fmla="*/ 151 h 257"/>
                <a:gd name="T54" fmla="*/ 2 w 228"/>
                <a:gd name="T55" fmla="*/ 135 h 257"/>
                <a:gd name="T56" fmla="*/ 0 w 228"/>
                <a:gd name="T57" fmla="*/ 119 h 257"/>
                <a:gd name="T58" fmla="*/ 0 w 228"/>
                <a:gd name="T59" fmla="*/ 103 h 257"/>
                <a:gd name="T60" fmla="*/ 2 w 228"/>
                <a:gd name="T61" fmla="*/ 88 h 257"/>
                <a:gd name="T62" fmla="*/ 7 w 228"/>
                <a:gd name="T63" fmla="*/ 71 h 257"/>
                <a:gd name="T64" fmla="*/ 15 w 228"/>
                <a:gd name="T65" fmla="*/ 57 h 257"/>
                <a:gd name="T66" fmla="*/ 25 w 228"/>
                <a:gd name="T67" fmla="*/ 42 h 257"/>
                <a:gd name="T68" fmla="*/ 40 w 228"/>
                <a:gd name="T69" fmla="*/ 28 h 257"/>
                <a:gd name="T70" fmla="*/ 40 w 228"/>
                <a:gd name="T71" fmla="*/ 2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8" h="257">
                  <a:moveTo>
                    <a:pt x="40" y="28"/>
                  </a:moveTo>
                  <a:lnTo>
                    <a:pt x="40" y="28"/>
                  </a:lnTo>
                  <a:lnTo>
                    <a:pt x="47" y="23"/>
                  </a:lnTo>
                  <a:lnTo>
                    <a:pt x="56" y="18"/>
                  </a:lnTo>
                  <a:lnTo>
                    <a:pt x="65" y="14"/>
                  </a:lnTo>
                  <a:lnTo>
                    <a:pt x="75" y="11"/>
                  </a:lnTo>
                  <a:lnTo>
                    <a:pt x="97" y="5"/>
                  </a:lnTo>
                  <a:lnTo>
                    <a:pt x="120" y="2"/>
                  </a:lnTo>
                  <a:lnTo>
                    <a:pt x="145" y="0"/>
                  </a:lnTo>
                  <a:lnTo>
                    <a:pt x="173" y="0"/>
                  </a:lnTo>
                  <a:lnTo>
                    <a:pt x="200" y="0"/>
                  </a:lnTo>
                  <a:lnTo>
                    <a:pt x="228" y="1"/>
                  </a:lnTo>
                  <a:lnTo>
                    <a:pt x="228" y="1"/>
                  </a:lnTo>
                  <a:lnTo>
                    <a:pt x="211" y="34"/>
                  </a:lnTo>
                  <a:lnTo>
                    <a:pt x="195" y="68"/>
                  </a:lnTo>
                  <a:lnTo>
                    <a:pt x="160" y="131"/>
                  </a:lnTo>
                  <a:lnTo>
                    <a:pt x="123" y="19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72" y="246"/>
                  </a:lnTo>
                  <a:lnTo>
                    <a:pt x="61" y="235"/>
                  </a:lnTo>
                  <a:lnTo>
                    <a:pt x="49" y="223"/>
                  </a:lnTo>
                  <a:lnTo>
                    <a:pt x="39" y="209"/>
                  </a:lnTo>
                  <a:lnTo>
                    <a:pt x="29" y="195"/>
                  </a:lnTo>
                  <a:lnTo>
                    <a:pt x="20" y="181"/>
                  </a:lnTo>
                  <a:lnTo>
                    <a:pt x="12" y="166"/>
                  </a:lnTo>
                  <a:lnTo>
                    <a:pt x="7" y="151"/>
                  </a:lnTo>
                  <a:lnTo>
                    <a:pt x="2" y="135"/>
                  </a:lnTo>
                  <a:lnTo>
                    <a:pt x="0" y="119"/>
                  </a:lnTo>
                  <a:lnTo>
                    <a:pt x="0" y="103"/>
                  </a:lnTo>
                  <a:lnTo>
                    <a:pt x="2" y="88"/>
                  </a:lnTo>
                  <a:lnTo>
                    <a:pt x="7" y="71"/>
                  </a:lnTo>
                  <a:lnTo>
                    <a:pt x="15" y="57"/>
                  </a:lnTo>
                  <a:lnTo>
                    <a:pt x="25" y="42"/>
                  </a:lnTo>
                  <a:lnTo>
                    <a:pt x="40" y="28"/>
                  </a:lnTo>
                  <a:lnTo>
                    <a:pt x="40" y="2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4" name="Freeform 25">
              <a:extLst>
                <a:ext uri="{FF2B5EF4-FFF2-40B4-BE49-F238E27FC236}">
                  <a16:creationId xmlns:a16="http://schemas.microsoft.com/office/drawing/2014/main" id="{02B80E19-8992-B9EE-359A-A3B72B18D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324"/>
              <a:ext cx="75" cy="57"/>
            </a:xfrm>
            <a:custGeom>
              <a:avLst/>
              <a:gdLst>
                <a:gd name="T0" fmla="*/ 226 w 226"/>
                <a:gd name="T1" fmla="*/ 9 h 171"/>
                <a:gd name="T2" fmla="*/ 226 w 226"/>
                <a:gd name="T3" fmla="*/ 9 h 171"/>
                <a:gd name="T4" fmla="*/ 226 w 226"/>
                <a:gd name="T5" fmla="*/ 9 h 171"/>
                <a:gd name="T6" fmla="*/ 202 w 226"/>
                <a:gd name="T7" fmla="*/ 58 h 171"/>
                <a:gd name="T8" fmla="*/ 175 w 226"/>
                <a:gd name="T9" fmla="*/ 109 h 171"/>
                <a:gd name="T10" fmla="*/ 141 w 226"/>
                <a:gd name="T11" fmla="*/ 171 h 171"/>
                <a:gd name="T12" fmla="*/ 141 w 226"/>
                <a:gd name="T13" fmla="*/ 171 h 171"/>
                <a:gd name="T14" fmla="*/ 100 w 226"/>
                <a:gd name="T15" fmla="*/ 128 h 171"/>
                <a:gd name="T16" fmla="*/ 55 w 226"/>
                <a:gd name="T17" fmla="*/ 78 h 171"/>
                <a:gd name="T18" fmla="*/ 0 w 226"/>
                <a:gd name="T19" fmla="*/ 13 h 171"/>
                <a:gd name="T20" fmla="*/ 1 w 226"/>
                <a:gd name="T21" fmla="*/ 12 h 171"/>
                <a:gd name="T22" fmla="*/ 1 w 226"/>
                <a:gd name="T23" fmla="*/ 12 h 171"/>
                <a:gd name="T24" fmla="*/ 15 w 226"/>
                <a:gd name="T25" fmla="*/ 12 h 171"/>
                <a:gd name="T26" fmla="*/ 30 w 226"/>
                <a:gd name="T27" fmla="*/ 10 h 171"/>
                <a:gd name="T28" fmla="*/ 56 w 226"/>
                <a:gd name="T29" fmla="*/ 8 h 171"/>
                <a:gd name="T30" fmla="*/ 84 w 226"/>
                <a:gd name="T31" fmla="*/ 5 h 171"/>
                <a:gd name="T32" fmla="*/ 112 w 226"/>
                <a:gd name="T33" fmla="*/ 3 h 171"/>
                <a:gd name="T34" fmla="*/ 112 w 226"/>
                <a:gd name="T35" fmla="*/ 3 h 171"/>
                <a:gd name="T36" fmla="*/ 141 w 226"/>
                <a:gd name="T37" fmla="*/ 1 h 171"/>
                <a:gd name="T38" fmla="*/ 171 w 226"/>
                <a:gd name="T39" fmla="*/ 0 h 171"/>
                <a:gd name="T40" fmla="*/ 187 w 226"/>
                <a:gd name="T41" fmla="*/ 0 h 171"/>
                <a:gd name="T42" fmla="*/ 201 w 226"/>
                <a:gd name="T43" fmla="*/ 1 h 171"/>
                <a:gd name="T44" fmla="*/ 215 w 226"/>
                <a:gd name="T45" fmla="*/ 5 h 171"/>
                <a:gd name="T46" fmla="*/ 226 w 226"/>
                <a:gd name="T47" fmla="*/ 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6" h="171">
                  <a:moveTo>
                    <a:pt x="226" y="9"/>
                  </a:moveTo>
                  <a:lnTo>
                    <a:pt x="226" y="9"/>
                  </a:lnTo>
                  <a:lnTo>
                    <a:pt x="226" y="9"/>
                  </a:lnTo>
                  <a:lnTo>
                    <a:pt x="202" y="58"/>
                  </a:lnTo>
                  <a:lnTo>
                    <a:pt x="175" y="109"/>
                  </a:lnTo>
                  <a:lnTo>
                    <a:pt x="141" y="171"/>
                  </a:lnTo>
                  <a:lnTo>
                    <a:pt x="141" y="171"/>
                  </a:lnTo>
                  <a:lnTo>
                    <a:pt x="100" y="128"/>
                  </a:lnTo>
                  <a:lnTo>
                    <a:pt x="55" y="78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5" y="12"/>
                  </a:lnTo>
                  <a:lnTo>
                    <a:pt x="30" y="10"/>
                  </a:lnTo>
                  <a:lnTo>
                    <a:pt x="56" y="8"/>
                  </a:lnTo>
                  <a:lnTo>
                    <a:pt x="84" y="5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41" y="1"/>
                  </a:lnTo>
                  <a:lnTo>
                    <a:pt x="171" y="0"/>
                  </a:lnTo>
                  <a:lnTo>
                    <a:pt x="187" y="0"/>
                  </a:lnTo>
                  <a:lnTo>
                    <a:pt x="201" y="1"/>
                  </a:lnTo>
                  <a:lnTo>
                    <a:pt x="215" y="5"/>
                  </a:lnTo>
                  <a:lnTo>
                    <a:pt x="226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5" name="Freeform 26">
              <a:extLst>
                <a:ext uri="{FF2B5EF4-FFF2-40B4-BE49-F238E27FC236}">
                  <a16:creationId xmlns:a16="http://schemas.microsoft.com/office/drawing/2014/main" id="{88C30E85-E90B-E021-3C75-97E5D1D5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324"/>
              <a:ext cx="75" cy="57"/>
            </a:xfrm>
            <a:custGeom>
              <a:avLst/>
              <a:gdLst>
                <a:gd name="T0" fmla="*/ 226 w 226"/>
                <a:gd name="T1" fmla="*/ 9 h 171"/>
                <a:gd name="T2" fmla="*/ 226 w 226"/>
                <a:gd name="T3" fmla="*/ 9 h 171"/>
                <a:gd name="T4" fmla="*/ 226 w 226"/>
                <a:gd name="T5" fmla="*/ 9 h 171"/>
                <a:gd name="T6" fmla="*/ 202 w 226"/>
                <a:gd name="T7" fmla="*/ 58 h 171"/>
                <a:gd name="T8" fmla="*/ 175 w 226"/>
                <a:gd name="T9" fmla="*/ 109 h 171"/>
                <a:gd name="T10" fmla="*/ 141 w 226"/>
                <a:gd name="T11" fmla="*/ 171 h 171"/>
                <a:gd name="T12" fmla="*/ 141 w 226"/>
                <a:gd name="T13" fmla="*/ 171 h 171"/>
                <a:gd name="T14" fmla="*/ 100 w 226"/>
                <a:gd name="T15" fmla="*/ 128 h 171"/>
                <a:gd name="T16" fmla="*/ 55 w 226"/>
                <a:gd name="T17" fmla="*/ 78 h 171"/>
                <a:gd name="T18" fmla="*/ 0 w 226"/>
                <a:gd name="T19" fmla="*/ 13 h 171"/>
                <a:gd name="T20" fmla="*/ 1 w 226"/>
                <a:gd name="T21" fmla="*/ 12 h 171"/>
                <a:gd name="T22" fmla="*/ 1 w 226"/>
                <a:gd name="T23" fmla="*/ 12 h 171"/>
                <a:gd name="T24" fmla="*/ 15 w 226"/>
                <a:gd name="T25" fmla="*/ 12 h 171"/>
                <a:gd name="T26" fmla="*/ 30 w 226"/>
                <a:gd name="T27" fmla="*/ 10 h 171"/>
                <a:gd name="T28" fmla="*/ 56 w 226"/>
                <a:gd name="T29" fmla="*/ 8 h 171"/>
                <a:gd name="T30" fmla="*/ 84 w 226"/>
                <a:gd name="T31" fmla="*/ 5 h 171"/>
                <a:gd name="T32" fmla="*/ 112 w 226"/>
                <a:gd name="T33" fmla="*/ 3 h 171"/>
                <a:gd name="T34" fmla="*/ 112 w 226"/>
                <a:gd name="T35" fmla="*/ 3 h 171"/>
                <a:gd name="T36" fmla="*/ 141 w 226"/>
                <a:gd name="T37" fmla="*/ 1 h 171"/>
                <a:gd name="T38" fmla="*/ 171 w 226"/>
                <a:gd name="T39" fmla="*/ 0 h 171"/>
                <a:gd name="T40" fmla="*/ 187 w 226"/>
                <a:gd name="T41" fmla="*/ 0 h 171"/>
                <a:gd name="T42" fmla="*/ 201 w 226"/>
                <a:gd name="T43" fmla="*/ 1 h 171"/>
                <a:gd name="T44" fmla="*/ 215 w 226"/>
                <a:gd name="T45" fmla="*/ 5 h 171"/>
                <a:gd name="T46" fmla="*/ 226 w 226"/>
                <a:gd name="T47" fmla="*/ 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6" h="171">
                  <a:moveTo>
                    <a:pt x="226" y="9"/>
                  </a:moveTo>
                  <a:lnTo>
                    <a:pt x="226" y="9"/>
                  </a:lnTo>
                  <a:lnTo>
                    <a:pt x="226" y="9"/>
                  </a:lnTo>
                  <a:lnTo>
                    <a:pt x="202" y="58"/>
                  </a:lnTo>
                  <a:lnTo>
                    <a:pt x="175" y="109"/>
                  </a:lnTo>
                  <a:lnTo>
                    <a:pt x="141" y="171"/>
                  </a:lnTo>
                  <a:lnTo>
                    <a:pt x="141" y="171"/>
                  </a:lnTo>
                  <a:lnTo>
                    <a:pt x="100" y="128"/>
                  </a:lnTo>
                  <a:lnTo>
                    <a:pt x="55" y="78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5" y="12"/>
                  </a:lnTo>
                  <a:lnTo>
                    <a:pt x="30" y="10"/>
                  </a:lnTo>
                  <a:lnTo>
                    <a:pt x="56" y="8"/>
                  </a:lnTo>
                  <a:lnTo>
                    <a:pt x="84" y="5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41" y="1"/>
                  </a:lnTo>
                  <a:lnTo>
                    <a:pt x="171" y="0"/>
                  </a:lnTo>
                  <a:lnTo>
                    <a:pt x="187" y="0"/>
                  </a:lnTo>
                  <a:lnTo>
                    <a:pt x="201" y="1"/>
                  </a:lnTo>
                  <a:lnTo>
                    <a:pt x="215" y="5"/>
                  </a:lnTo>
                  <a:lnTo>
                    <a:pt x="226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6" name="Freeform 27">
              <a:extLst>
                <a:ext uri="{FF2B5EF4-FFF2-40B4-BE49-F238E27FC236}">
                  <a16:creationId xmlns:a16="http://schemas.microsoft.com/office/drawing/2014/main" id="{AA950659-B8C5-3506-C099-EB0E86A8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280"/>
              <a:ext cx="904" cy="1340"/>
            </a:xfrm>
            <a:custGeom>
              <a:avLst/>
              <a:gdLst>
                <a:gd name="T0" fmla="*/ 1770 w 2710"/>
                <a:gd name="T1" fmla="*/ 694 h 4021"/>
                <a:gd name="T2" fmla="*/ 1738 w 2710"/>
                <a:gd name="T3" fmla="*/ 629 h 4021"/>
                <a:gd name="T4" fmla="*/ 1714 w 2710"/>
                <a:gd name="T5" fmla="*/ 513 h 4021"/>
                <a:gd name="T6" fmla="*/ 1700 w 2710"/>
                <a:gd name="T7" fmla="*/ 352 h 4021"/>
                <a:gd name="T8" fmla="*/ 1715 w 2710"/>
                <a:gd name="T9" fmla="*/ 247 h 4021"/>
                <a:gd name="T10" fmla="*/ 1759 w 2710"/>
                <a:gd name="T11" fmla="*/ 140 h 4021"/>
                <a:gd name="T12" fmla="*/ 1826 w 2710"/>
                <a:gd name="T13" fmla="*/ 64 h 4021"/>
                <a:gd name="T14" fmla="*/ 1899 w 2710"/>
                <a:gd name="T15" fmla="*/ 21 h 4021"/>
                <a:gd name="T16" fmla="*/ 2010 w 2710"/>
                <a:gd name="T17" fmla="*/ 0 h 4021"/>
                <a:gd name="T18" fmla="*/ 2068 w 2710"/>
                <a:gd name="T19" fmla="*/ 16 h 4021"/>
                <a:gd name="T20" fmla="*/ 2102 w 2710"/>
                <a:gd name="T21" fmla="*/ 51 h 4021"/>
                <a:gd name="T22" fmla="*/ 2119 w 2710"/>
                <a:gd name="T23" fmla="*/ 99 h 4021"/>
                <a:gd name="T24" fmla="*/ 2117 w 2710"/>
                <a:gd name="T25" fmla="*/ 297 h 4021"/>
                <a:gd name="T26" fmla="*/ 2119 w 2710"/>
                <a:gd name="T27" fmla="*/ 441 h 4021"/>
                <a:gd name="T28" fmla="*/ 2149 w 2710"/>
                <a:gd name="T29" fmla="*/ 665 h 4021"/>
                <a:gd name="T30" fmla="*/ 2148 w 2710"/>
                <a:gd name="T31" fmla="*/ 832 h 4021"/>
                <a:gd name="T32" fmla="*/ 2112 w 2710"/>
                <a:gd name="T33" fmla="*/ 1071 h 4021"/>
                <a:gd name="T34" fmla="*/ 2119 w 2710"/>
                <a:gd name="T35" fmla="*/ 1210 h 4021"/>
                <a:gd name="T36" fmla="*/ 2188 w 2710"/>
                <a:gd name="T37" fmla="*/ 1622 h 4021"/>
                <a:gd name="T38" fmla="*/ 2200 w 2710"/>
                <a:gd name="T39" fmla="*/ 1840 h 4021"/>
                <a:gd name="T40" fmla="*/ 2185 w 2710"/>
                <a:gd name="T41" fmla="*/ 2016 h 4021"/>
                <a:gd name="T42" fmla="*/ 2138 w 2710"/>
                <a:gd name="T43" fmla="*/ 2181 h 4021"/>
                <a:gd name="T44" fmla="*/ 2069 w 2710"/>
                <a:gd name="T45" fmla="*/ 2300 h 4021"/>
                <a:gd name="T46" fmla="*/ 2134 w 2710"/>
                <a:gd name="T47" fmla="*/ 2386 h 4021"/>
                <a:gd name="T48" fmla="*/ 2218 w 2710"/>
                <a:gd name="T49" fmla="*/ 2581 h 4021"/>
                <a:gd name="T50" fmla="*/ 2304 w 2710"/>
                <a:gd name="T51" fmla="*/ 2758 h 4021"/>
                <a:gd name="T52" fmla="*/ 2471 w 2710"/>
                <a:gd name="T53" fmla="*/ 3020 h 4021"/>
                <a:gd name="T54" fmla="*/ 2624 w 2710"/>
                <a:gd name="T55" fmla="*/ 3210 h 4021"/>
                <a:gd name="T56" fmla="*/ 2652 w 2710"/>
                <a:gd name="T57" fmla="*/ 3397 h 4021"/>
                <a:gd name="T58" fmla="*/ 2494 w 2710"/>
                <a:gd name="T59" fmla="*/ 3610 h 4021"/>
                <a:gd name="T60" fmla="*/ 2397 w 2710"/>
                <a:gd name="T61" fmla="*/ 3698 h 4021"/>
                <a:gd name="T62" fmla="*/ 2184 w 2710"/>
                <a:gd name="T63" fmla="*/ 3842 h 4021"/>
                <a:gd name="T64" fmla="*/ 1956 w 2710"/>
                <a:gd name="T65" fmla="*/ 3954 h 4021"/>
                <a:gd name="T66" fmla="*/ 1764 w 2710"/>
                <a:gd name="T67" fmla="*/ 4017 h 4021"/>
                <a:gd name="T68" fmla="*/ 1706 w 2710"/>
                <a:gd name="T69" fmla="*/ 3969 h 4021"/>
                <a:gd name="T70" fmla="*/ 1514 w 2710"/>
                <a:gd name="T71" fmla="*/ 3745 h 4021"/>
                <a:gd name="T72" fmla="*/ 1298 w 2710"/>
                <a:gd name="T73" fmla="*/ 3503 h 4021"/>
                <a:gd name="T74" fmla="*/ 1149 w 2710"/>
                <a:gd name="T75" fmla="*/ 3372 h 4021"/>
                <a:gd name="T76" fmla="*/ 1077 w 2710"/>
                <a:gd name="T77" fmla="*/ 3338 h 4021"/>
                <a:gd name="T78" fmla="*/ 921 w 2710"/>
                <a:gd name="T79" fmla="*/ 3316 h 4021"/>
                <a:gd name="T80" fmla="*/ 678 w 2710"/>
                <a:gd name="T81" fmla="*/ 3265 h 4021"/>
                <a:gd name="T82" fmla="*/ 501 w 2710"/>
                <a:gd name="T83" fmla="*/ 3206 h 4021"/>
                <a:gd name="T84" fmla="*/ 278 w 2710"/>
                <a:gd name="T85" fmla="*/ 3100 h 4021"/>
                <a:gd name="T86" fmla="*/ 133 w 2710"/>
                <a:gd name="T87" fmla="*/ 3022 h 4021"/>
                <a:gd name="T88" fmla="*/ 18 w 2710"/>
                <a:gd name="T89" fmla="*/ 2926 h 4021"/>
                <a:gd name="T90" fmla="*/ 236 w 2710"/>
                <a:gd name="T91" fmla="*/ 2983 h 4021"/>
                <a:gd name="T92" fmla="*/ 367 w 2710"/>
                <a:gd name="T93" fmla="*/ 3006 h 4021"/>
                <a:gd name="T94" fmla="*/ 828 w 2710"/>
                <a:gd name="T95" fmla="*/ 3044 h 4021"/>
                <a:gd name="T96" fmla="*/ 1294 w 2710"/>
                <a:gd name="T97" fmla="*/ 3067 h 4021"/>
                <a:gd name="T98" fmla="*/ 1520 w 2710"/>
                <a:gd name="T99" fmla="*/ 3055 h 4021"/>
                <a:gd name="T100" fmla="*/ 1746 w 2710"/>
                <a:gd name="T101" fmla="*/ 3021 h 4021"/>
                <a:gd name="T102" fmla="*/ 1799 w 2710"/>
                <a:gd name="T103" fmla="*/ 2974 h 4021"/>
                <a:gd name="T104" fmla="*/ 1839 w 2710"/>
                <a:gd name="T105" fmla="*/ 2862 h 4021"/>
                <a:gd name="T106" fmla="*/ 1876 w 2710"/>
                <a:gd name="T107" fmla="*/ 2585 h 4021"/>
                <a:gd name="T108" fmla="*/ 1888 w 2710"/>
                <a:gd name="T109" fmla="*/ 2122 h 4021"/>
                <a:gd name="T110" fmla="*/ 1866 w 2710"/>
                <a:gd name="T111" fmla="*/ 1518 h 4021"/>
                <a:gd name="T112" fmla="*/ 1810 w 2710"/>
                <a:gd name="T113" fmla="*/ 785 h 4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10" h="4021">
                  <a:moveTo>
                    <a:pt x="1803" y="731"/>
                  </a:moveTo>
                  <a:lnTo>
                    <a:pt x="1803" y="731"/>
                  </a:lnTo>
                  <a:lnTo>
                    <a:pt x="1785" y="714"/>
                  </a:lnTo>
                  <a:lnTo>
                    <a:pt x="1770" y="694"/>
                  </a:lnTo>
                  <a:lnTo>
                    <a:pt x="1770" y="694"/>
                  </a:lnTo>
                  <a:lnTo>
                    <a:pt x="1764" y="683"/>
                  </a:lnTo>
                  <a:lnTo>
                    <a:pt x="1756" y="671"/>
                  </a:lnTo>
                  <a:lnTo>
                    <a:pt x="1750" y="657"/>
                  </a:lnTo>
                  <a:lnTo>
                    <a:pt x="1745" y="644"/>
                  </a:lnTo>
                  <a:lnTo>
                    <a:pt x="1738" y="629"/>
                  </a:lnTo>
                  <a:lnTo>
                    <a:pt x="1734" y="613"/>
                  </a:lnTo>
                  <a:lnTo>
                    <a:pt x="1729" y="596"/>
                  </a:lnTo>
                  <a:lnTo>
                    <a:pt x="1727" y="577"/>
                  </a:lnTo>
                  <a:lnTo>
                    <a:pt x="1727" y="577"/>
                  </a:lnTo>
                  <a:lnTo>
                    <a:pt x="1714" y="513"/>
                  </a:lnTo>
                  <a:lnTo>
                    <a:pt x="1709" y="481"/>
                  </a:lnTo>
                  <a:lnTo>
                    <a:pt x="1705" y="449"/>
                  </a:lnTo>
                  <a:lnTo>
                    <a:pt x="1701" y="417"/>
                  </a:lnTo>
                  <a:lnTo>
                    <a:pt x="1700" y="384"/>
                  </a:lnTo>
                  <a:lnTo>
                    <a:pt x="1700" y="352"/>
                  </a:lnTo>
                  <a:lnTo>
                    <a:pt x="1702" y="319"/>
                  </a:lnTo>
                  <a:lnTo>
                    <a:pt x="1702" y="319"/>
                  </a:lnTo>
                  <a:lnTo>
                    <a:pt x="1706" y="294"/>
                  </a:lnTo>
                  <a:lnTo>
                    <a:pt x="1710" y="270"/>
                  </a:lnTo>
                  <a:lnTo>
                    <a:pt x="1715" y="247"/>
                  </a:lnTo>
                  <a:lnTo>
                    <a:pt x="1722" y="224"/>
                  </a:lnTo>
                  <a:lnTo>
                    <a:pt x="1729" y="202"/>
                  </a:lnTo>
                  <a:lnTo>
                    <a:pt x="1738" y="180"/>
                  </a:lnTo>
                  <a:lnTo>
                    <a:pt x="1747" y="160"/>
                  </a:lnTo>
                  <a:lnTo>
                    <a:pt x="1759" y="140"/>
                  </a:lnTo>
                  <a:lnTo>
                    <a:pt x="1759" y="140"/>
                  </a:lnTo>
                  <a:lnTo>
                    <a:pt x="1773" y="119"/>
                  </a:lnTo>
                  <a:lnTo>
                    <a:pt x="1789" y="100"/>
                  </a:lnTo>
                  <a:lnTo>
                    <a:pt x="1806" y="81"/>
                  </a:lnTo>
                  <a:lnTo>
                    <a:pt x="1826" y="64"/>
                  </a:lnTo>
                  <a:lnTo>
                    <a:pt x="1826" y="64"/>
                  </a:lnTo>
                  <a:lnTo>
                    <a:pt x="1842" y="51"/>
                  </a:lnTo>
                  <a:lnTo>
                    <a:pt x="1859" y="41"/>
                  </a:lnTo>
                  <a:lnTo>
                    <a:pt x="1879" y="30"/>
                  </a:lnTo>
                  <a:lnTo>
                    <a:pt x="1899" y="21"/>
                  </a:lnTo>
                  <a:lnTo>
                    <a:pt x="1921" y="13"/>
                  </a:lnTo>
                  <a:lnTo>
                    <a:pt x="1944" y="7"/>
                  </a:lnTo>
                  <a:lnTo>
                    <a:pt x="1965" y="3"/>
                  </a:lnTo>
                  <a:lnTo>
                    <a:pt x="1988" y="0"/>
                  </a:lnTo>
                  <a:lnTo>
                    <a:pt x="2010" y="0"/>
                  </a:lnTo>
                  <a:lnTo>
                    <a:pt x="2031" y="3"/>
                  </a:lnTo>
                  <a:lnTo>
                    <a:pt x="2041" y="4"/>
                  </a:lnTo>
                  <a:lnTo>
                    <a:pt x="2050" y="8"/>
                  </a:lnTo>
                  <a:lnTo>
                    <a:pt x="2059" y="12"/>
                  </a:lnTo>
                  <a:lnTo>
                    <a:pt x="2068" y="16"/>
                  </a:lnTo>
                  <a:lnTo>
                    <a:pt x="2075" y="21"/>
                  </a:lnTo>
                  <a:lnTo>
                    <a:pt x="2083" y="27"/>
                  </a:lnTo>
                  <a:lnTo>
                    <a:pt x="2091" y="35"/>
                  </a:lnTo>
                  <a:lnTo>
                    <a:pt x="2097" y="42"/>
                  </a:lnTo>
                  <a:lnTo>
                    <a:pt x="2102" y="51"/>
                  </a:lnTo>
                  <a:lnTo>
                    <a:pt x="2107" y="60"/>
                  </a:lnTo>
                  <a:lnTo>
                    <a:pt x="2111" y="72"/>
                  </a:lnTo>
                  <a:lnTo>
                    <a:pt x="2115" y="83"/>
                  </a:lnTo>
                  <a:lnTo>
                    <a:pt x="2115" y="83"/>
                  </a:lnTo>
                  <a:lnTo>
                    <a:pt x="2119" y="99"/>
                  </a:lnTo>
                  <a:lnTo>
                    <a:pt x="2120" y="115"/>
                  </a:lnTo>
                  <a:lnTo>
                    <a:pt x="2122" y="150"/>
                  </a:lnTo>
                  <a:lnTo>
                    <a:pt x="2124" y="186"/>
                  </a:lnTo>
                  <a:lnTo>
                    <a:pt x="2122" y="223"/>
                  </a:lnTo>
                  <a:lnTo>
                    <a:pt x="2117" y="297"/>
                  </a:lnTo>
                  <a:lnTo>
                    <a:pt x="2116" y="331"/>
                  </a:lnTo>
                  <a:lnTo>
                    <a:pt x="2115" y="365"/>
                  </a:lnTo>
                  <a:lnTo>
                    <a:pt x="2115" y="365"/>
                  </a:lnTo>
                  <a:lnTo>
                    <a:pt x="2116" y="403"/>
                  </a:lnTo>
                  <a:lnTo>
                    <a:pt x="2119" y="441"/>
                  </a:lnTo>
                  <a:lnTo>
                    <a:pt x="2121" y="478"/>
                  </a:lnTo>
                  <a:lnTo>
                    <a:pt x="2126" y="515"/>
                  </a:lnTo>
                  <a:lnTo>
                    <a:pt x="2138" y="590"/>
                  </a:lnTo>
                  <a:lnTo>
                    <a:pt x="2149" y="665"/>
                  </a:lnTo>
                  <a:lnTo>
                    <a:pt x="2149" y="665"/>
                  </a:lnTo>
                  <a:lnTo>
                    <a:pt x="2153" y="698"/>
                  </a:lnTo>
                  <a:lnTo>
                    <a:pt x="2154" y="733"/>
                  </a:lnTo>
                  <a:lnTo>
                    <a:pt x="2154" y="766"/>
                  </a:lnTo>
                  <a:lnTo>
                    <a:pt x="2152" y="799"/>
                  </a:lnTo>
                  <a:lnTo>
                    <a:pt x="2148" y="832"/>
                  </a:lnTo>
                  <a:lnTo>
                    <a:pt x="2143" y="867"/>
                  </a:lnTo>
                  <a:lnTo>
                    <a:pt x="2131" y="935"/>
                  </a:lnTo>
                  <a:lnTo>
                    <a:pt x="2120" y="1002"/>
                  </a:lnTo>
                  <a:lnTo>
                    <a:pt x="2116" y="1037"/>
                  </a:lnTo>
                  <a:lnTo>
                    <a:pt x="2112" y="1071"/>
                  </a:lnTo>
                  <a:lnTo>
                    <a:pt x="2111" y="1106"/>
                  </a:lnTo>
                  <a:lnTo>
                    <a:pt x="2111" y="1139"/>
                  </a:lnTo>
                  <a:lnTo>
                    <a:pt x="2113" y="1175"/>
                  </a:lnTo>
                  <a:lnTo>
                    <a:pt x="2119" y="1210"/>
                  </a:lnTo>
                  <a:lnTo>
                    <a:pt x="2119" y="1210"/>
                  </a:lnTo>
                  <a:lnTo>
                    <a:pt x="2143" y="1340"/>
                  </a:lnTo>
                  <a:lnTo>
                    <a:pt x="2154" y="1409"/>
                  </a:lnTo>
                  <a:lnTo>
                    <a:pt x="2167" y="1479"/>
                  </a:lnTo>
                  <a:lnTo>
                    <a:pt x="2177" y="1550"/>
                  </a:lnTo>
                  <a:lnTo>
                    <a:pt x="2188" y="1622"/>
                  </a:lnTo>
                  <a:lnTo>
                    <a:pt x="2194" y="1695"/>
                  </a:lnTo>
                  <a:lnTo>
                    <a:pt x="2198" y="1731"/>
                  </a:lnTo>
                  <a:lnTo>
                    <a:pt x="2199" y="1768"/>
                  </a:lnTo>
                  <a:lnTo>
                    <a:pt x="2200" y="1804"/>
                  </a:lnTo>
                  <a:lnTo>
                    <a:pt x="2200" y="1840"/>
                  </a:lnTo>
                  <a:lnTo>
                    <a:pt x="2200" y="1876"/>
                  </a:lnTo>
                  <a:lnTo>
                    <a:pt x="2198" y="1911"/>
                  </a:lnTo>
                  <a:lnTo>
                    <a:pt x="2195" y="1946"/>
                  </a:lnTo>
                  <a:lnTo>
                    <a:pt x="2191" y="1982"/>
                  </a:lnTo>
                  <a:lnTo>
                    <a:pt x="2185" y="2016"/>
                  </a:lnTo>
                  <a:lnTo>
                    <a:pt x="2179" y="2049"/>
                  </a:lnTo>
                  <a:lnTo>
                    <a:pt x="2171" y="2084"/>
                  </a:lnTo>
                  <a:lnTo>
                    <a:pt x="2161" y="2117"/>
                  </a:lnTo>
                  <a:lnTo>
                    <a:pt x="2150" y="2149"/>
                  </a:lnTo>
                  <a:lnTo>
                    <a:pt x="2138" y="2181"/>
                  </a:lnTo>
                  <a:lnTo>
                    <a:pt x="2122" y="2212"/>
                  </a:lnTo>
                  <a:lnTo>
                    <a:pt x="2107" y="2242"/>
                  </a:lnTo>
                  <a:lnTo>
                    <a:pt x="2089" y="2272"/>
                  </a:lnTo>
                  <a:lnTo>
                    <a:pt x="2069" y="2300"/>
                  </a:lnTo>
                  <a:lnTo>
                    <a:pt x="2069" y="2300"/>
                  </a:lnTo>
                  <a:lnTo>
                    <a:pt x="2083" y="2314"/>
                  </a:lnTo>
                  <a:lnTo>
                    <a:pt x="2097" y="2329"/>
                  </a:lnTo>
                  <a:lnTo>
                    <a:pt x="2110" y="2347"/>
                  </a:lnTo>
                  <a:lnTo>
                    <a:pt x="2122" y="2366"/>
                  </a:lnTo>
                  <a:lnTo>
                    <a:pt x="2134" y="2386"/>
                  </a:lnTo>
                  <a:lnTo>
                    <a:pt x="2145" y="2406"/>
                  </a:lnTo>
                  <a:lnTo>
                    <a:pt x="2167" y="2450"/>
                  </a:lnTo>
                  <a:lnTo>
                    <a:pt x="2186" y="2494"/>
                  </a:lnTo>
                  <a:lnTo>
                    <a:pt x="2203" y="2539"/>
                  </a:lnTo>
                  <a:lnTo>
                    <a:pt x="2218" y="2581"/>
                  </a:lnTo>
                  <a:lnTo>
                    <a:pt x="2231" y="2620"/>
                  </a:lnTo>
                  <a:lnTo>
                    <a:pt x="2231" y="2620"/>
                  </a:lnTo>
                  <a:lnTo>
                    <a:pt x="2250" y="2659"/>
                  </a:lnTo>
                  <a:lnTo>
                    <a:pt x="2274" y="2703"/>
                  </a:lnTo>
                  <a:lnTo>
                    <a:pt x="2304" y="2758"/>
                  </a:lnTo>
                  <a:lnTo>
                    <a:pt x="2341" y="2820"/>
                  </a:lnTo>
                  <a:lnTo>
                    <a:pt x="2382" y="2887"/>
                  </a:lnTo>
                  <a:lnTo>
                    <a:pt x="2425" y="2954"/>
                  </a:lnTo>
                  <a:lnTo>
                    <a:pt x="2448" y="2988"/>
                  </a:lnTo>
                  <a:lnTo>
                    <a:pt x="2471" y="3020"/>
                  </a:lnTo>
                  <a:lnTo>
                    <a:pt x="2471" y="3020"/>
                  </a:lnTo>
                  <a:lnTo>
                    <a:pt x="2521" y="3085"/>
                  </a:lnTo>
                  <a:lnTo>
                    <a:pt x="2569" y="3145"/>
                  </a:lnTo>
                  <a:lnTo>
                    <a:pt x="2569" y="3145"/>
                  </a:lnTo>
                  <a:lnTo>
                    <a:pt x="2624" y="3210"/>
                  </a:lnTo>
                  <a:lnTo>
                    <a:pt x="2669" y="3260"/>
                  </a:lnTo>
                  <a:lnTo>
                    <a:pt x="2710" y="3303"/>
                  </a:lnTo>
                  <a:lnTo>
                    <a:pt x="2710" y="3303"/>
                  </a:lnTo>
                  <a:lnTo>
                    <a:pt x="2683" y="3349"/>
                  </a:lnTo>
                  <a:lnTo>
                    <a:pt x="2652" y="3397"/>
                  </a:lnTo>
                  <a:lnTo>
                    <a:pt x="2620" y="3445"/>
                  </a:lnTo>
                  <a:lnTo>
                    <a:pt x="2586" y="3495"/>
                  </a:lnTo>
                  <a:lnTo>
                    <a:pt x="2550" y="3543"/>
                  </a:lnTo>
                  <a:lnTo>
                    <a:pt x="2513" y="3589"/>
                  </a:lnTo>
                  <a:lnTo>
                    <a:pt x="2494" y="3610"/>
                  </a:lnTo>
                  <a:lnTo>
                    <a:pt x="2473" y="3631"/>
                  </a:lnTo>
                  <a:lnTo>
                    <a:pt x="2454" y="3650"/>
                  </a:lnTo>
                  <a:lnTo>
                    <a:pt x="2434" y="3668"/>
                  </a:lnTo>
                  <a:lnTo>
                    <a:pt x="2434" y="3668"/>
                  </a:lnTo>
                  <a:lnTo>
                    <a:pt x="2397" y="3698"/>
                  </a:lnTo>
                  <a:lnTo>
                    <a:pt x="2359" y="3729"/>
                  </a:lnTo>
                  <a:lnTo>
                    <a:pt x="2316" y="3759"/>
                  </a:lnTo>
                  <a:lnTo>
                    <a:pt x="2273" y="3787"/>
                  </a:lnTo>
                  <a:lnTo>
                    <a:pt x="2230" y="3815"/>
                  </a:lnTo>
                  <a:lnTo>
                    <a:pt x="2184" y="3842"/>
                  </a:lnTo>
                  <a:lnTo>
                    <a:pt x="2138" y="3867"/>
                  </a:lnTo>
                  <a:lnTo>
                    <a:pt x="2092" y="3892"/>
                  </a:lnTo>
                  <a:lnTo>
                    <a:pt x="2046" y="3915"/>
                  </a:lnTo>
                  <a:lnTo>
                    <a:pt x="2001" y="3935"/>
                  </a:lnTo>
                  <a:lnTo>
                    <a:pt x="1956" y="3954"/>
                  </a:lnTo>
                  <a:lnTo>
                    <a:pt x="1914" y="3972"/>
                  </a:lnTo>
                  <a:lnTo>
                    <a:pt x="1872" y="3986"/>
                  </a:lnTo>
                  <a:lnTo>
                    <a:pt x="1834" y="3999"/>
                  </a:lnTo>
                  <a:lnTo>
                    <a:pt x="1797" y="4009"/>
                  </a:lnTo>
                  <a:lnTo>
                    <a:pt x="1764" y="4017"/>
                  </a:lnTo>
                  <a:lnTo>
                    <a:pt x="1764" y="4017"/>
                  </a:lnTo>
                  <a:lnTo>
                    <a:pt x="1742" y="4021"/>
                  </a:lnTo>
                  <a:lnTo>
                    <a:pt x="1742" y="4021"/>
                  </a:lnTo>
                  <a:lnTo>
                    <a:pt x="1724" y="3995"/>
                  </a:lnTo>
                  <a:lnTo>
                    <a:pt x="1706" y="3969"/>
                  </a:lnTo>
                  <a:lnTo>
                    <a:pt x="1667" y="3918"/>
                  </a:lnTo>
                  <a:lnTo>
                    <a:pt x="1625" y="3869"/>
                  </a:lnTo>
                  <a:lnTo>
                    <a:pt x="1583" y="3820"/>
                  </a:lnTo>
                  <a:lnTo>
                    <a:pt x="1583" y="3820"/>
                  </a:lnTo>
                  <a:lnTo>
                    <a:pt x="1514" y="3745"/>
                  </a:lnTo>
                  <a:lnTo>
                    <a:pt x="1448" y="3673"/>
                  </a:lnTo>
                  <a:lnTo>
                    <a:pt x="1448" y="3673"/>
                  </a:lnTo>
                  <a:lnTo>
                    <a:pt x="1376" y="3587"/>
                  </a:lnTo>
                  <a:lnTo>
                    <a:pt x="1336" y="3545"/>
                  </a:lnTo>
                  <a:lnTo>
                    <a:pt x="1298" y="3503"/>
                  </a:lnTo>
                  <a:lnTo>
                    <a:pt x="1257" y="3463"/>
                  </a:lnTo>
                  <a:lnTo>
                    <a:pt x="1215" y="3425"/>
                  </a:lnTo>
                  <a:lnTo>
                    <a:pt x="1193" y="3406"/>
                  </a:lnTo>
                  <a:lnTo>
                    <a:pt x="1172" y="3389"/>
                  </a:lnTo>
                  <a:lnTo>
                    <a:pt x="1149" y="3372"/>
                  </a:lnTo>
                  <a:lnTo>
                    <a:pt x="1126" y="3356"/>
                  </a:lnTo>
                  <a:lnTo>
                    <a:pt x="1126" y="3356"/>
                  </a:lnTo>
                  <a:lnTo>
                    <a:pt x="1112" y="3349"/>
                  </a:lnTo>
                  <a:lnTo>
                    <a:pt x="1095" y="3343"/>
                  </a:lnTo>
                  <a:lnTo>
                    <a:pt x="1077" y="3338"/>
                  </a:lnTo>
                  <a:lnTo>
                    <a:pt x="1062" y="3335"/>
                  </a:lnTo>
                  <a:lnTo>
                    <a:pt x="1062" y="3335"/>
                  </a:lnTo>
                  <a:lnTo>
                    <a:pt x="1026" y="3332"/>
                  </a:lnTo>
                  <a:lnTo>
                    <a:pt x="992" y="3328"/>
                  </a:lnTo>
                  <a:lnTo>
                    <a:pt x="921" y="3316"/>
                  </a:lnTo>
                  <a:lnTo>
                    <a:pt x="921" y="3316"/>
                  </a:lnTo>
                  <a:lnTo>
                    <a:pt x="823" y="3297"/>
                  </a:lnTo>
                  <a:lnTo>
                    <a:pt x="775" y="3287"/>
                  </a:lnTo>
                  <a:lnTo>
                    <a:pt x="726" y="3277"/>
                  </a:lnTo>
                  <a:lnTo>
                    <a:pt x="678" y="3265"/>
                  </a:lnTo>
                  <a:lnTo>
                    <a:pt x="630" y="3251"/>
                  </a:lnTo>
                  <a:lnTo>
                    <a:pt x="582" y="3237"/>
                  </a:lnTo>
                  <a:lnTo>
                    <a:pt x="535" y="3219"/>
                  </a:lnTo>
                  <a:lnTo>
                    <a:pt x="535" y="3219"/>
                  </a:lnTo>
                  <a:lnTo>
                    <a:pt x="501" y="3206"/>
                  </a:lnTo>
                  <a:lnTo>
                    <a:pt x="470" y="3191"/>
                  </a:lnTo>
                  <a:lnTo>
                    <a:pt x="407" y="3160"/>
                  </a:lnTo>
                  <a:lnTo>
                    <a:pt x="343" y="3128"/>
                  </a:lnTo>
                  <a:lnTo>
                    <a:pt x="311" y="3114"/>
                  </a:lnTo>
                  <a:lnTo>
                    <a:pt x="278" y="3100"/>
                  </a:lnTo>
                  <a:lnTo>
                    <a:pt x="278" y="3100"/>
                  </a:lnTo>
                  <a:lnTo>
                    <a:pt x="241" y="3084"/>
                  </a:lnTo>
                  <a:lnTo>
                    <a:pt x="204" y="3064"/>
                  </a:lnTo>
                  <a:lnTo>
                    <a:pt x="167" y="3044"/>
                  </a:lnTo>
                  <a:lnTo>
                    <a:pt x="133" y="3022"/>
                  </a:lnTo>
                  <a:lnTo>
                    <a:pt x="98" y="3000"/>
                  </a:lnTo>
                  <a:lnTo>
                    <a:pt x="65" y="2976"/>
                  </a:lnTo>
                  <a:lnTo>
                    <a:pt x="0" y="2926"/>
                  </a:lnTo>
                  <a:lnTo>
                    <a:pt x="0" y="2926"/>
                  </a:lnTo>
                  <a:lnTo>
                    <a:pt x="18" y="2926"/>
                  </a:lnTo>
                  <a:lnTo>
                    <a:pt x="18" y="2926"/>
                  </a:lnTo>
                  <a:lnTo>
                    <a:pt x="62" y="2937"/>
                  </a:lnTo>
                  <a:lnTo>
                    <a:pt x="106" y="2948"/>
                  </a:lnTo>
                  <a:lnTo>
                    <a:pt x="193" y="2971"/>
                  </a:lnTo>
                  <a:lnTo>
                    <a:pt x="236" y="2983"/>
                  </a:lnTo>
                  <a:lnTo>
                    <a:pt x="279" y="2993"/>
                  </a:lnTo>
                  <a:lnTo>
                    <a:pt x="324" y="3000"/>
                  </a:lnTo>
                  <a:lnTo>
                    <a:pt x="346" y="3003"/>
                  </a:lnTo>
                  <a:lnTo>
                    <a:pt x="367" y="3006"/>
                  </a:lnTo>
                  <a:lnTo>
                    <a:pt x="367" y="3006"/>
                  </a:lnTo>
                  <a:lnTo>
                    <a:pt x="485" y="3016"/>
                  </a:lnTo>
                  <a:lnTo>
                    <a:pt x="600" y="3025"/>
                  </a:lnTo>
                  <a:lnTo>
                    <a:pt x="715" y="3034"/>
                  </a:lnTo>
                  <a:lnTo>
                    <a:pt x="828" y="3044"/>
                  </a:lnTo>
                  <a:lnTo>
                    <a:pt x="828" y="3044"/>
                  </a:lnTo>
                  <a:lnTo>
                    <a:pt x="887" y="3048"/>
                  </a:lnTo>
                  <a:lnTo>
                    <a:pt x="946" y="3052"/>
                  </a:lnTo>
                  <a:lnTo>
                    <a:pt x="1060" y="3057"/>
                  </a:lnTo>
                  <a:lnTo>
                    <a:pt x="1177" y="3062"/>
                  </a:lnTo>
                  <a:lnTo>
                    <a:pt x="1294" y="3067"/>
                  </a:lnTo>
                  <a:lnTo>
                    <a:pt x="1294" y="3067"/>
                  </a:lnTo>
                  <a:lnTo>
                    <a:pt x="1339" y="3067"/>
                  </a:lnTo>
                  <a:lnTo>
                    <a:pt x="1394" y="3066"/>
                  </a:lnTo>
                  <a:lnTo>
                    <a:pt x="1455" y="3061"/>
                  </a:lnTo>
                  <a:lnTo>
                    <a:pt x="1520" y="3055"/>
                  </a:lnTo>
                  <a:lnTo>
                    <a:pt x="1584" y="3048"/>
                  </a:lnTo>
                  <a:lnTo>
                    <a:pt x="1645" y="3039"/>
                  </a:lnTo>
                  <a:lnTo>
                    <a:pt x="1700" y="3030"/>
                  </a:lnTo>
                  <a:lnTo>
                    <a:pt x="1746" y="3021"/>
                  </a:lnTo>
                  <a:lnTo>
                    <a:pt x="1746" y="3021"/>
                  </a:lnTo>
                  <a:lnTo>
                    <a:pt x="1757" y="3017"/>
                  </a:lnTo>
                  <a:lnTo>
                    <a:pt x="1769" y="3011"/>
                  </a:lnTo>
                  <a:lnTo>
                    <a:pt x="1780" y="3000"/>
                  </a:lnTo>
                  <a:lnTo>
                    <a:pt x="1791" y="2988"/>
                  </a:lnTo>
                  <a:lnTo>
                    <a:pt x="1799" y="2974"/>
                  </a:lnTo>
                  <a:lnTo>
                    <a:pt x="1808" y="2956"/>
                  </a:lnTo>
                  <a:lnTo>
                    <a:pt x="1817" y="2935"/>
                  </a:lnTo>
                  <a:lnTo>
                    <a:pt x="1825" y="2914"/>
                  </a:lnTo>
                  <a:lnTo>
                    <a:pt x="1833" y="2889"/>
                  </a:lnTo>
                  <a:lnTo>
                    <a:pt x="1839" y="2862"/>
                  </a:lnTo>
                  <a:lnTo>
                    <a:pt x="1845" y="2834"/>
                  </a:lnTo>
                  <a:lnTo>
                    <a:pt x="1852" y="2804"/>
                  </a:lnTo>
                  <a:lnTo>
                    <a:pt x="1862" y="2737"/>
                  </a:lnTo>
                  <a:lnTo>
                    <a:pt x="1870" y="2664"/>
                  </a:lnTo>
                  <a:lnTo>
                    <a:pt x="1876" y="2585"/>
                  </a:lnTo>
                  <a:lnTo>
                    <a:pt x="1881" y="2501"/>
                  </a:lnTo>
                  <a:lnTo>
                    <a:pt x="1885" y="2411"/>
                  </a:lnTo>
                  <a:lnTo>
                    <a:pt x="1888" y="2318"/>
                  </a:lnTo>
                  <a:lnTo>
                    <a:pt x="1888" y="2222"/>
                  </a:lnTo>
                  <a:lnTo>
                    <a:pt x="1888" y="2122"/>
                  </a:lnTo>
                  <a:lnTo>
                    <a:pt x="1885" y="2023"/>
                  </a:lnTo>
                  <a:lnTo>
                    <a:pt x="1882" y="1920"/>
                  </a:lnTo>
                  <a:lnTo>
                    <a:pt x="1880" y="1818"/>
                  </a:lnTo>
                  <a:lnTo>
                    <a:pt x="1876" y="1717"/>
                  </a:lnTo>
                  <a:lnTo>
                    <a:pt x="1866" y="1518"/>
                  </a:lnTo>
                  <a:lnTo>
                    <a:pt x="1854" y="1328"/>
                  </a:lnTo>
                  <a:lnTo>
                    <a:pt x="1842" y="1155"/>
                  </a:lnTo>
                  <a:lnTo>
                    <a:pt x="1830" y="1002"/>
                  </a:lnTo>
                  <a:lnTo>
                    <a:pt x="1819" y="877"/>
                  </a:lnTo>
                  <a:lnTo>
                    <a:pt x="1810" y="785"/>
                  </a:lnTo>
                  <a:lnTo>
                    <a:pt x="1803" y="73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7" name="Freeform 28">
              <a:extLst>
                <a:ext uri="{FF2B5EF4-FFF2-40B4-BE49-F238E27FC236}">
                  <a16:creationId xmlns:a16="http://schemas.microsoft.com/office/drawing/2014/main" id="{A3208FDE-4F96-CC3C-0D9F-97630E34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280"/>
              <a:ext cx="904" cy="1340"/>
            </a:xfrm>
            <a:custGeom>
              <a:avLst/>
              <a:gdLst>
                <a:gd name="T0" fmla="*/ 1770 w 2710"/>
                <a:gd name="T1" fmla="*/ 694 h 4021"/>
                <a:gd name="T2" fmla="*/ 1738 w 2710"/>
                <a:gd name="T3" fmla="*/ 629 h 4021"/>
                <a:gd name="T4" fmla="*/ 1714 w 2710"/>
                <a:gd name="T5" fmla="*/ 513 h 4021"/>
                <a:gd name="T6" fmla="*/ 1700 w 2710"/>
                <a:gd name="T7" fmla="*/ 352 h 4021"/>
                <a:gd name="T8" fmla="*/ 1715 w 2710"/>
                <a:gd name="T9" fmla="*/ 247 h 4021"/>
                <a:gd name="T10" fmla="*/ 1759 w 2710"/>
                <a:gd name="T11" fmla="*/ 140 h 4021"/>
                <a:gd name="T12" fmla="*/ 1826 w 2710"/>
                <a:gd name="T13" fmla="*/ 64 h 4021"/>
                <a:gd name="T14" fmla="*/ 1899 w 2710"/>
                <a:gd name="T15" fmla="*/ 21 h 4021"/>
                <a:gd name="T16" fmla="*/ 2010 w 2710"/>
                <a:gd name="T17" fmla="*/ 0 h 4021"/>
                <a:gd name="T18" fmla="*/ 2068 w 2710"/>
                <a:gd name="T19" fmla="*/ 16 h 4021"/>
                <a:gd name="T20" fmla="*/ 2102 w 2710"/>
                <a:gd name="T21" fmla="*/ 51 h 4021"/>
                <a:gd name="T22" fmla="*/ 2119 w 2710"/>
                <a:gd name="T23" fmla="*/ 99 h 4021"/>
                <a:gd name="T24" fmla="*/ 2117 w 2710"/>
                <a:gd name="T25" fmla="*/ 297 h 4021"/>
                <a:gd name="T26" fmla="*/ 2119 w 2710"/>
                <a:gd name="T27" fmla="*/ 441 h 4021"/>
                <a:gd name="T28" fmla="*/ 2149 w 2710"/>
                <a:gd name="T29" fmla="*/ 665 h 4021"/>
                <a:gd name="T30" fmla="*/ 2148 w 2710"/>
                <a:gd name="T31" fmla="*/ 832 h 4021"/>
                <a:gd name="T32" fmla="*/ 2112 w 2710"/>
                <a:gd name="T33" fmla="*/ 1071 h 4021"/>
                <a:gd name="T34" fmla="*/ 2119 w 2710"/>
                <a:gd name="T35" fmla="*/ 1210 h 4021"/>
                <a:gd name="T36" fmla="*/ 2188 w 2710"/>
                <a:gd name="T37" fmla="*/ 1622 h 4021"/>
                <a:gd name="T38" fmla="*/ 2200 w 2710"/>
                <a:gd name="T39" fmla="*/ 1840 h 4021"/>
                <a:gd name="T40" fmla="*/ 2185 w 2710"/>
                <a:gd name="T41" fmla="*/ 2016 h 4021"/>
                <a:gd name="T42" fmla="*/ 2138 w 2710"/>
                <a:gd name="T43" fmla="*/ 2181 h 4021"/>
                <a:gd name="T44" fmla="*/ 2069 w 2710"/>
                <a:gd name="T45" fmla="*/ 2300 h 4021"/>
                <a:gd name="T46" fmla="*/ 2134 w 2710"/>
                <a:gd name="T47" fmla="*/ 2386 h 4021"/>
                <a:gd name="T48" fmla="*/ 2218 w 2710"/>
                <a:gd name="T49" fmla="*/ 2581 h 4021"/>
                <a:gd name="T50" fmla="*/ 2304 w 2710"/>
                <a:gd name="T51" fmla="*/ 2758 h 4021"/>
                <a:gd name="T52" fmla="*/ 2471 w 2710"/>
                <a:gd name="T53" fmla="*/ 3020 h 4021"/>
                <a:gd name="T54" fmla="*/ 2624 w 2710"/>
                <a:gd name="T55" fmla="*/ 3210 h 4021"/>
                <a:gd name="T56" fmla="*/ 2652 w 2710"/>
                <a:gd name="T57" fmla="*/ 3397 h 4021"/>
                <a:gd name="T58" fmla="*/ 2494 w 2710"/>
                <a:gd name="T59" fmla="*/ 3610 h 4021"/>
                <a:gd name="T60" fmla="*/ 2397 w 2710"/>
                <a:gd name="T61" fmla="*/ 3698 h 4021"/>
                <a:gd name="T62" fmla="*/ 2184 w 2710"/>
                <a:gd name="T63" fmla="*/ 3842 h 4021"/>
                <a:gd name="T64" fmla="*/ 1956 w 2710"/>
                <a:gd name="T65" fmla="*/ 3954 h 4021"/>
                <a:gd name="T66" fmla="*/ 1764 w 2710"/>
                <a:gd name="T67" fmla="*/ 4017 h 4021"/>
                <a:gd name="T68" fmla="*/ 1706 w 2710"/>
                <a:gd name="T69" fmla="*/ 3969 h 4021"/>
                <a:gd name="T70" fmla="*/ 1514 w 2710"/>
                <a:gd name="T71" fmla="*/ 3745 h 4021"/>
                <a:gd name="T72" fmla="*/ 1298 w 2710"/>
                <a:gd name="T73" fmla="*/ 3503 h 4021"/>
                <a:gd name="T74" fmla="*/ 1149 w 2710"/>
                <a:gd name="T75" fmla="*/ 3372 h 4021"/>
                <a:gd name="T76" fmla="*/ 1077 w 2710"/>
                <a:gd name="T77" fmla="*/ 3338 h 4021"/>
                <a:gd name="T78" fmla="*/ 921 w 2710"/>
                <a:gd name="T79" fmla="*/ 3316 h 4021"/>
                <a:gd name="T80" fmla="*/ 678 w 2710"/>
                <a:gd name="T81" fmla="*/ 3265 h 4021"/>
                <a:gd name="T82" fmla="*/ 501 w 2710"/>
                <a:gd name="T83" fmla="*/ 3206 h 4021"/>
                <a:gd name="T84" fmla="*/ 278 w 2710"/>
                <a:gd name="T85" fmla="*/ 3100 h 4021"/>
                <a:gd name="T86" fmla="*/ 133 w 2710"/>
                <a:gd name="T87" fmla="*/ 3022 h 4021"/>
                <a:gd name="T88" fmla="*/ 18 w 2710"/>
                <a:gd name="T89" fmla="*/ 2926 h 4021"/>
                <a:gd name="T90" fmla="*/ 236 w 2710"/>
                <a:gd name="T91" fmla="*/ 2983 h 4021"/>
                <a:gd name="T92" fmla="*/ 367 w 2710"/>
                <a:gd name="T93" fmla="*/ 3006 h 4021"/>
                <a:gd name="T94" fmla="*/ 828 w 2710"/>
                <a:gd name="T95" fmla="*/ 3044 h 4021"/>
                <a:gd name="T96" fmla="*/ 1294 w 2710"/>
                <a:gd name="T97" fmla="*/ 3067 h 4021"/>
                <a:gd name="T98" fmla="*/ 1520 w 2710"/>
                <a:gd name="T99" fmla="*/ 3055 h 4021"/>
                <a:gd name="T100" fmla="*/ 1746 w 2710"/>
                <a:gd name="T101" fmla="*/ 3021 h 4021"/>
                <a:gd name="T102" fmla="*/ 1799 w 2710"/>
                <a:gd name="T103" fmla="*/ 2974 h 4021"/>
                <a:gd name="T104" fmla="*/ 1839 w 2710"/>
                <a:gd name="T105" fmla="*/ 2862 h 4021"/>
                <a:gd name="T106" fmla="*/ 1876 w 2710"/>
                <a:gd name="T107" fmla="*/ 2585 h 4021"/>
                <a:gd name="T108" fmla="*/ 1888 w 2710"/>
                <a:gd name="T109" fmla="*/ 2122 h 4021"/>
                <a:gd name="T110" fmla="*/ 1866 w 2710"/>
                <a:gd name="T111" fmla="*/ 1518 h 4021"/>
                <a:gd name="T112" fmla="*/ 1810 w 2710"/>
                <a:gd name="T113" fmla="*/ 785 h 4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10" h="4021">
                  <a:moveTo>
                    <a:pt x="1803" y="731"/>
                  </a:moveTo>
                  <a:lnTo>
                    <a:pt x="1803" y="731"/>
                  </a:lnTo>
                  <a:lnTo>
                    <a:pt x="1785" y="714"/>
                  </a:lnTo>
                  <a:lnTo>
                    <a:pt x="1770" y="694"/>
                  </a:lnTo>
                  <a:lnTo>
                    <a:pt x="1770" y="694"/>
                  </a:lnTo>
                  <a:lnTo>
                    <a:pt x="1764" y="683"/>
                  </a:lnTo>
                  <a:lnTo>
                    <a:pt x="1756" y="671"/>
                  </a:lnTo>
                  <a:lnTo>
                    <a:pt x="1750" y="657"/>
                  </a:lnTo>
                  <a:lnTo>
                    <a:pt x="1745" y="644"/>
                  </a:lnTo>
                  <a:lnTo>
                    <a:pt x="1738" y="629"/>
                  </a:lnTo>
                  <a:lnTo>
                    <a:pt x="1734" y="613"/>
                  </a:lnTo>
                  <a:lnTo>
                    <a:pt x="1729" y="596"/>
                  </a:lnTo>
                  <a:lnTo>
                    <a:pt x="1727" y="577"/>
                  </a:lnTo>
                  <a:lnTo>
                    <a:pt x="1727" y="577"/>
                  </a:lnTo>
                  <a:lnTo>
                    <a:pt x="1714" y="513"/>
                  </a:lnTo>
                  <a:lnTo>
                    <a:pt x="1709" y="481"/>
                  </a:lnTo>
                  <a:lnTo>
                    <a:pt x="1705" y="449"/>
                  </a:lnTo>
                  <a:lnTo>
                    <a:pt x="1701" y="417"/>
                  </a:lnTo>
                  <a:lnTo>
                    <a:pt x="1700" y="384"/>
                  </a:lnTo>
                  <a:lnTo>
                    <a:pt x="1700" y="352"/>
                  </a:lnTo>
                  <a:lnTo>
                    <a:pt x="1702" y="319"/>
                  </a:lnTo>
                  <a:lnTo>
                    <a:pt x="1702" y="319"/>
                  </a:lnTo>
                  <a:lnTo>
                    <a:pt x="1706" y="294"/>
                  </a:lnTo>
                  <a:lnTo>
                    <a:pt x="1710" y="270"/>
                  </a:lnTo>
                  <a:lnTo>
                    <a:pt x="1715" y="247"/>
                  </a:lnTo>
                  <a:lnTo>
                    <a:pt x="1722" y="224"/>
                  </a:lnTo>
                  <a:lnTo>
                    <a:pt x="1729" y="202"/>
                  </a:lnTo>
                  <a:lnTo>
                    <a:pt x="1738" y="180"/>
                  </a:lnTo>
                  <a:lnTo>
                    <a:pt x="1747" y="160"/>
                  </a:lnTo>
                  <a:lnTo>
                    <a:pt x="1759" y="140"/>
                  </a:lnTo>
                  <a:lnTo>
                    <a:pt x="1759" y="140"/>
                  </a:lnTo>
                  <a:lnTo>
                    <a:pt x="1773" y="119"/>
                  </a:lnTo>
                  <a:lnTo>
                    <a:pt x="1789" y="100"/>
                  </a:lnTo>
                  <a:lnTo>
                    <a:pt x="1806" y="81"/>
                  </a:lnTo>
                  <a:lnTo>
                    <a:pt x="1826" y="64"/>
                  </a:lnTo>
                  <a:lnTo>
                    <a:pt x="1826" y="64"/>
                  </a:lnTo>
                  <a:lnTo>
                    <a:pt x="1842" y="51"/>
                  </a:lnTo>
                  <a:lnTo>
                    <a:pt x="1859" y="41"/>
                  </a:lnTo>
                  <a:lnTo>
                    <a:pt x="1879" y="30"/>
                  </a:lnTo>
                  <a:lnTo>
                    <a:pt x="1899" y="21"/>
                  </a:lnTo>
                  <a:lnTo>
                    <a:pt x="1921" y="13"/>
                  </a:lnTo>
                  <a:lnTo>
                    <a:pt x="1944" y="7"/>
                  </a:lnTo>
                  <a:lnTo>
                    <a:pt x="1965" y="3"/>
                  </a:lnTo>
                  <a:lnTo>
                    <a:pt x="1988" y="0"/>
                  </a:lnTo>
                  <a:lnTo>
                    <a:pt x="2010" y="0"/>
                  </a:lnTo>
                  <a:lnTo>
                    <a:pt x="2031" y="3"/>
                  </a:lnTo>
                  <a:lnTo>
                    <a:pt x="2041" y="4"/>
                  </a:lnTo>
                  <a:lnTo>
                    <a:pt x="2050" y="8"/>
                  </a:lnTo>
                  <a:lnTo>
                    <a:pt x="2059" y="12"/>
                  </a:lnTo>
                  <a:lnTo>
                    <a:pt x="2068" y="16"/>
                  </a:lnTo>
                  <a:lnTo>
                    <a:pt x="2075" y="21"/>
                  </a:lnTo>
                  <a:lnTo>
                    <a:pt x="2083" y="27"/>
                  </a:lnTo>
                  <a:lnTo>
                    <a:pt x="2091" y="35"/>
                  </a:lnTo>
                  <a:lnTo>
                    <a:pt x="2097" y="42"/>
                  </a:lnTo>
                  <a:lnTo>
                    <a:pt x="2102" y="51"/>
                  </a:lnTo>
                  <a:lnTo>
                    <a:pt x="2107" y="60"/>
                  </a:lnTo>
                  <a:lnTo>
                    <a:pt x="2111" y="72"/>
                  </a:lnTo>
                  <a:lnTo>
                    <a:pt x="2115" y="83"/>
                  </a:lnTo>
                  <a:lnTo>
                    <a:pt x="2115" y="83"/>
                  </a:lnTo>
                  <a:lnTo>
                    <a:pt x="2119" y="99"/>
                  </a:lnTo>
                  <a:lnTo>
                    <a:pt x="2120" y="115"/>
                  </a:lnTo>
                  <a:lnTo>
                    <a:pt x="2122" y="150"/>
                  </a:lnTo>
                  <a:lnTo>
                    <a:pt x="2124" y="186"/>
                  </a:lnTo>
                  <a:lnTo>
                    <a:pt x="2122" y="223"/>
                  </a:lnTo>
                  <a:lnTo>
                    <a:pt x="2117" y="297"/>
                  </a:lnTo>
                  <a:lnTo>
                    <a:pt x="2116" y="331"/>
                  </a:lnTo>
                  <a:lnTo>
                    <a:pt x="2115" y="365"/>
                  </a:lnTo>
                  <a:lnTo>
                    <a:pt x="2115" y="365"/>
                  </a:lnTo>
                  <a:lnTo>
                    <a:pt x="2116" y="403"/>
                  </a:lnTo>
                  <a:lnTo>
                    <a:pt x="2119" y="441"/>
                  </a:lnTo>
                  <a:lnTo>
                    <a:pt x="2121" y="478"/>
                  </a:lnTo>
                  <a:lnTo>
                    <a:pt x="2126" y="515"/>
                  </a:lnTo>
                  <a:lnTo>
                    <a:pt x="2138" y="590"/>
                  </a:lnTo>
                  <a:lnTo>
                    <a:pt x="2149" y="665"/>
                  </a:lnTo>
                  <a:lnTo>
                    <a:pt x="2149" y="665"/>
                  </a:lnTo>
                  <a:lnTo>
                    <a:pt x="2153" y="698"/>
                  </a:lnTo>
                  <a:lnTo>
                    <a:pt x="2154" y="733"/>
                  </a:lnTo>
                  <a:lnTo>
                    <a:pt x="2154" y="766"/>
                  </a:lnTo>
                  <a:lnTo>
                    <a:pt x="2152" y="799"/>
                  </a:lnTo>
                  <a:lnTo>
                    <a:pt x="2148" y="832"/>
                  </a:lnTo>
                  <a:lnTo>
                    <a:pt x="2143" y="867"/>
                  </a:lnTo>
                  <a:lnTo>
                    <a:pt x="2131" y="935"/>
                  </a:lnTo>
                  <a:lnTo>
                    <a:pt x="2120" y="1002"/>
                  </a:lnTo>
                  <a:lnTo>
                    <a:pt x="2116" y="1037"/>
                  </a:lnTo>
                  <a:lnTo>
                    <a:pt x="2112" y="1071"/>
                  </a:lnTo>
                  <a:lnTo>
                    <a:pt x="2111" y="1106"/>
                  </a:lnTo>
                  <a:lnTo>
                    <a:pt x="2111" y="1139"/>
                  </a:lnTo>
                  <a:lnTo>
                    <a:pt x="2113" y="1175"/>
                  </a:lnTo>
                  <a:lnTo>
                    <a:pt x="2119" y="1210"/>
                  </a:lnTo>
                  <a:lnTo>
                    <a:pt x="2119" y="1210"/>
                  </a:lnTo>
                  <a:lnTo>
                    <a:pt x="2143" y="1340"/>
                  </a:lnTo>
                  <a:lnTo>
                    <a:pt x="2154" y="1409"/>
                  </a:lnTo>
                  <a:lnTo>
                    <a:pt x="2167" y="1479"/>
                  </a:lnTo>
                  <a:lnTo>
                    <a:pt x="2177" y="1550"/>
                  </a:lnTo>
                  <a:lnTo>
                    <a:pt x="2188" y="1622"/>
                  </a:lnTo>
                  <a:lnTo>
                    <a:pt x="2194" y="1695"/>
                  </a:lnTo>
                  <a:lnTo>
                    <a:pt x="2198" y="1731"/>
                  </a:lnTo>
                  <a:lnTo>
                    <a:pt x="2199" y="1768"/>
                  </a:lnTo>
                  <a:lnTo>
                    <a:pt x="2200" y="1804"/>
                  </a:lnTo>
                  <a:lnTo>
                    <a:pt x="2200" y="1840"/>
                  </a:lnTo>
                  <a:lnTo>
                    <a:pt x="2200" y="1876"/>
                  </a:lnTo>
                  <a:lnTo>
                    <a:pt x="2198" y="1911"/>
                  </a:lnTo>
                  <a:lnTo>
                    <a:pt x="2195" y="1946"/>
                  </a:lnTo>
                  <a:lnTo>
                    <a:pt x="2191" y="1982"/>
                  </a:lnTo>
                  <a:lnTo>
                    <a:pt x="2185" y="2016"/>
                  </a:lnTo>
                  <a:lnTo>
                    <a:pt x="2179" y="2049"/>
                  </a:lnTo>
                  <a:lnTo>
                    <a:pt x="2171" y="2084"/>
                  </a:lnTo>
                  <a:lnTo>
                    <a:pt x="2161" y="2117"/>
                  </a:lnTo>
                  <a:lnTo>
                    <a:pt x="2150" y="2149"/>
                  </a:lnTo>
                  <a:lnTo>
                    <a:pt x="2138" y="2181"/>
                  </a:lnTo>
                  <a:lnTo>
                    <a:pt x="2122" y="2212"/>
                  </a:lnTo>
                  <a:lnTo>
                    <a:pt x="2107" y="2242"/>
                  </a:lnTo>
                  <a:lnTo>
                    <a:pt x="2089" y="2272"/>
                  </a:lnTo>
                  <a:lnTo>
                    <a:pt x="2069" y="2300"/>
                  </a:lnTo>
                  <a:lnTo>
                    <a:pt x="2069" y="2300"/>
                  </a:lnTo>
                  <a:lnTo>
                    <a:pt x="2083" y="2314"/>
                  </a:lnTo>
                  <a:lnTo>
                    <a:pt x="2097" y="2329"/>
                  </a:lnTo>
                  <a:lnTo>
                    <a:pt x="2110" y="2347"/>
                  </a:lnTo>
                  <a:lnTo>
                    <a:pt x="2122" y="2366"/>
                  </a:lnTo>
                  <a:lnTo>
                    <a:pt x="2134" y="2386"/>
                  </a:lnTo>
                  <a:lnTo>
                    <a:pt x="2145" y="2406"/>
                  </a:lnTo>
                  <a:lnTo>
                    <a:pt x="2167" y="2450"/>
                  </a:lnTo>
                  <a:lnTo>
                    <a:pt x="2186" y="2494"/>
                  </a:lnTo>
                  <a:lnTo>
                    <a:pt x="2203" y="2539"/>
                  </a:lnTo>
                  <a:lnTo>
                    <a:pt x="2218" y="2581"/>
                  </a:lnTo>
                  <a:lnTo>
                    <a:pt x="2231" y="2620"/>
                  </a:lnTo>
                  <a:lnTo>
                    <a:pt x="2231" y="2620"/>
                  </a:lnTo>
                  <a:lnTo>
                    <a:pt x="2250" y="2659"/>
                  </a:lnTo>
                  <a:lnTo>
                    <a:pt x="2274" y="2703"/>
                  </a:lnTo>
                  <a:lnTo>
                    <a:pt x="2304" y="2758"/>
                  </a:lnTo>
                  <a:lnTo>
                    <a:pt x="2341" y="2820"/>
                  </a:lnTo>
                  <a:lnTo>
                    <a:pt x="2382" y="2887"/>
                  </a:lnTo>
                  <a:lnTo>
                    <a:pt x="2425" y="2954"/>
                  </a:lnTo>
                  <a:lnTo>
                    <a:pt x="2448" y="2988"/>
                  </a:lnTo>
                  <a:lnTo>
                    <a:pt x="2471" y="3020"/>
                  </a:lnTo>
                  <a:lnTo>
                    <a:pt x="2471" y="3020"/>
                  </a:lnTo>
                  <a:lnTo>
                    <a:pt x="2521" y="3085"/>
                  </a:lnTo>
                  <a:lnTo>
                    <a:pt x="2569" y="3145"/>
                  </a:lnTo>
                  <a:lnTo>
                    <a:pt x="2569" y="3145"/>
                  </a:lnTo>
                  <a:lnTo>
                    <a:pt x="2624" y="3210"/>
                  </a:lnTo>
                  <a:lnTo>
                    <a:pt x="2669" y="3260"/>
                  </a:lnTo>
                  <a:lnTo>
                    <a:pt x="2710" y="3303"/>
                  </a:lnTo>
                  <a:lnTo>
                    <a:pt x="2710" y="3303"/>
                  </a:lnTo>
                  <a:lnTo>
                    <a:pt x="2683" y="3349"/>
                  </a:lnTo>
                  <a:lnTo>
                    <a:pt x="2652" y="3397"/>
                  </a:lnTo>
                  <a:lnTo>
                    <a:pt x="2620" y="3445"/>
                  </a:lnTo>
                  <a:lnTo>
                    <a:pt x="2586" y="3495"/>
                  </a:lnTo>
                  <a:lnTo>
                    <a:pt x="2550" y="3543"/>
                  </a:lnTo>
                  <a:lnTo>
                    <a:pt x="2513" y="3589"/>
                  </a:lnTo>
                  <a:lnTo>
                    <a:pt x="2494" y="3610"/>
                  </a:lnTo>
                  <a:lnTo>
                    <a:pt x="2473" y="3631"/>
                  </a:lnTo>
                  <a:lnTo>
                    <a:pt x="2454" y="3650"/>
                  </a:lnTo>
                  <a:lnTo>
                    <a:pt x="2434" y="3668"/>
                  </a:lnTo>
                  <a:lnTo>
                    <a:pt x="2434" y="3668"/>
                  </a:lnTo>
                  <a:lnTo>
                    <a:pt x="2397" y="3698"/>
                  </a:lnTo>
                  <a:lnTo>
                    <a:pt x="2359" y="3729"/>
                  </a:lnTo>
                  <a:lnTo>
                    <a:pt x="2316" y="3759"/>
                  </a:lnTo>
                  <a:lnTo>
                    <a:pt x="2273" y="3787"/>
                  </a:lnTo>
                  <a:lnTo>
                    <a:pt x="2230" y="3815"/>
                  </a:lnTo>
                  <a:lnTo>
                    <a:pt x="2184" y="3842"/>
                  </a:lnTo>
                  <a:lnTo>
                    <a:pt x="2138" y="3867"/>
                  </a:lnTo>
                  <a:lnTo>
                    <a:pt x="2092" y="3892"/>
                  </a:lnTo>
                  <a:lnTo>
                    <a:pt x="2046" y="3915"/>
                  </a:lnTo>
                  <a:lnTo>
                    <a:pt x="2001" y="3935"/>
                  </a:lnTo>
                  <a:lnTo>
                    <a:pt x="1956" y="3954"/>
                  </a:lnTo>
                  <a:lnTo>
                    <a:pt x="1914" y="3972"/>
                  </a:lnTo>
                  <a:lnTo>
                    <a:pt x="1872" y="3986"/>
                  </a:lnTo>
                  <a:lnTo>
                    <a:pt x="1834" y="3999"/>
                  </a:lnTo>
                  <a:lnTo>
                    <a:pt x="1797" y="4009"/>
                  </a:lnTo>
                  <a:lnTo>
                    <a:pt x="1764" y="4017"/>
                  </a:lnTo>
                  <a:lnTo>
                    <a:pt x="1764" y="4017"/>
                  </a:lnTo>
                  <a:lnTo>
                    <a:pt x="1742" y="4021"/>
                  </a:lnTo>
                  <a:lnTo>
                    <a:pt x="1742" y="4021"/>
                  </a:lnTo>
                  <a:lnTo>
                    <a:pt x="1724" y="3995"/>
                  </a:lnTo>
                  <a:lnTo>
                    <a:pt x="1706" y="3969"/>
                  </a:lnTo>
                  <a:lnTo>
                    <a:pt x="1667" y="3918"/>
                  </a:lnTo>
                  <a:lnTo>
                    <a:pt x="1625" y="3869"/>
                  </a:lnTo>
                  <a:lnTo>
                    <a:pt x="1583" y="3820"/>
                  </a:lnTo>
                  <a:lnTo>
                    <a:pt x="1583" y="3820"/>
                  </a:lnTo>
                  <a:lnTo>
                    <a:pt x="1514" y="3745"/>
                  </a:lnTo>
                  <a:lnTo>
                    <a:pt x="1448" y="3673"/>
                  </a:lnTo>
                  <a:lnTo>
                    <a:pt x="1448" y="3673"/>
                  </a:lnTo>
                  <a:lnTo>
                    <a:pt x="1376" y="3587"/>
                  </a:lnTo>
                  <a:lnTo>
                    <a:pt x="1336" y="3545"/>
                  </a:lnTo>
                  <a:lnTo>
                    <a:pt x="1298" y="3503"/>
                  </a:lnTo>
                  <a:lnTo>
                    <a:pt x="1257" y="3463"/>
                  </a:lnTo>
                  <a:lnTo>
                    <a:pt x="1215" y="3425"/>
                  </a:lnTo>
                  <a:lnTo>
                    <a:pt x="1193" y="3406"/>
                  </a:lnTo>
                  <a:lnTo>
                    <a:pt x="1172" y="3389"/>
                  </a:lnTo>
                  <a:lnTo>
                    <a:pt x="1149" y="3372"/>
                  </a:lnTo>
                  <a:lnTo>
                    <a:pt x="1126" y="3356"/>
                  </a:lnTo>
                  <a:lnTo>
                    <a:pt x="1126" y="3356"/>
                  </a:lnTo>
                  <a:lnTo>
                    <a:pt x="1112" y="3349"/>
                  </a:lnTo>
                  <a:lnTo>
                    <a:pt x="1095" y="3343"/>
                  </a:lnTo>
                  <a:lnTo>
                    <a:pt x="1077" y="3338"/>
                  </a:lnTo>
                  <a:lnTo>
                    <a:pt x="1062" y="3335"/>
                  </a:lnTo>
                  <a:lnTo>
                    <a:pt x="1062" y="3335"/>
                  </a:lnTo>
                  <a:lnTo>
                    <a:pt x="1026" y="3332"/>
                  </a:lnTo>
                  <a:lnTo>
                    <a:pt x="992" y="3328"/>
                  </a:lnTo>
                  <a:lnTo>
                    <a:pt x="921" y="3316"/>
                  </a:lnTo>
                  <a:lnTo>
                    <a:pt x="921" y="3316"/>
                  </a:lnTo>
                  <a:lnTo>
                    <a:pt x="823" y="3297"/>
                  </a:lnTo>
                  <a:lnTo>
                    <a:pt x="775" y="3287"/>
                  </a:lnTo>
                  <a:lnTo>
                    <a:pt x="726" y="3277"/>
                  </a:lnTo>
                  <a:lnTo>
                    <a:pt x="678" y="3265"/>
                  </a:lnTo>
                  <a:lnTo>
                    <a:pt x="630" y="3251"/>
                  </a:lnTo>
                  <a:lnTo>
                    <a:pt x="582" y="3237"/>
                  </a:lnTo>
                  <a:lnTo>
                    <a:pt x="535" y="3219"/>
                  </a:lnTo>
                  <a:lnTo>
                    <a:pt x="535" y="3219"/>
                  </a:lnTo>
                  <a:lnTo>
                    <a:pt x="501" y="3206"/>
                  </a:lnTo>
                  <a:lnTo>
                    <a:pt x="470" y="3191"/>
                  </a:lnTo>
                  <a:lnTo>
                    <a:pt x="407" y="3160"/>
                  </a:lnTo>
                  <a:lnTo>
                    <a:pt x="343" y="3128"/>
                  </a:lnTo>
                  <a:lnTo>
                    <a:pt x="311" y="3114"/>
                  </a:lnTo>
                  <a:lnTo>
                    <a:pt x="278" y="3100"/>
                  </a:lnTo>
                  <a:lnTo>
                    <a:pt x="278" y="3100"/>
                  </a:lnTo>
                  <a:lnTo>
                    <a:pt x="241" y="3084"/>
                  </a:lnTo>
                  <a:lnTo>
                    <a:pt x="204" y="3064"/>
                  </a:lnTo>
                  <a:lnTo>
                    <a:pt x="167" y="3044"/>
                  </a:lnTo>
                  <a:lnTo>
                    <a:pt x="133" y="3022"/>
                  </a:lnTo>
                  <a:lnTo>
                    <a:pt x="98" y="3000"/>
                  </a:lnTo>
                  <a:lnTo>
                    <a:pt x="65" y="2976"/>
                  </a:lnTo>
                  <a:lnTo>
                    <a:pt x="0" y="2926"/>
                  </a:lnTo>
                  <a:lnTo>
                    <a:pt x="0" y="2926"/>
                  </a:lnTo>
                  <a:lnTo>
                    <a:pt x="18" y="2926"/>
                  </a:lnTo>
                  <a:lnTo>
                    <a:pt x="18" y="2926"/>
                  </a:lnTo>
                  <a:lnTo>
                    <a:pt x="62" y="2937"/>
                  </a:lnTo>
                  <a:lnTo>
                    <a:pt x="106" y="2948"/>
                  </a:lnTo>
                  <a:lnTo>
                    <a:pt x="193" y="2971"/>
                  </a:lnTo>
                  <a:lnTo>
                    <a:pt x="236" y="2983"/>
                  </a:lnTo>
                  <a:lnTo>
                    <a:pt x="279" y="2993"/>
                  </a:lnTo>
                  <a:lnTo>
                    <a:pt x="324" y="3000"/>
                  </a:lnTo>
                  <a:lnTo>
                    <a:pt x="346" y="3003"/>
                  </a:lnTo>
                  <a:lnTo>
                    <a:pt x="367" y="3006"/>
                  </a:lnTo>
                  <a:lnTo>
                    <a:pt x="367" y="3006"/>
                  </a:lnTo>
                  <a:lnTo>
                    <a:pt x="485" y="3016"/>
                  </a:lnTo>
                  <a:lnTo>
                    <a:pt x="600" y="3025"/>
                  </a:lnTo>
                  <a:lnTo>
                    <a:pt x="715" y="3034"/>
                  </a:lnTo>
                  <a:lnTo>
                    <a:pt x="828" y="3044"/>
                  </a:lnTo>
                  <a:lnTo>
                    <a:pt x="828" y="3044"/>
                  </a:lnTo>
                  <a:lnTo>
                    <a:pt x="887" y="3048"/>
                  </a:lnTo>
                  <a:lnTo>
                    <a:pt x="946" y="3052"/>
                  </a:lnTo>
                  <a:lnTo>
                    <a:pt x="1060" y="3057"/>
                  </a:lnTo>
                  <a:lnTo>
                    <a:pt x="1177" y="3062"/>
                  </a:lnTo>
                  <a:lnTo>
                    <a:pt x="1294" y="3067"/>
                  </a:lnTo>
                  <a:lnTo>
                    <a:pt x="1294" y="3067"/>
                  </a:lnTo>
                  <a:lnTo>
                    <a:pt x="1339" y="3067"/>
                  </a:lnTo>
                  <a:lnTo>
                    <a:pt x="1394" y="3066"/>
                  </a:lnTo>
                  <a:lnTo>
                    <a:pt x="1455" y="3061"/>
                  </a:lnTo>
                  <a:lnTo>
                    <a:pt x="1520" y="3055"/>
                  </a:lnTo>
                  <a:lnTo>
                    <a:pt x="1584" y="3048"/>
                  </a:lnTo>
                  <a:lnTo>
                    <a:pt x="1645" y="3039"/>
                  </a:lnTo>
                  <a:lnTo>
                    <a:pt x="1700" y="3030"/>
                  </a:lnTo>
                  <a:lnTo>
                    <a:pt x="1746" y="3021"/>
                  </a:lnTo>
                  <a:lnTo>
                    <a:pt x="1746" y="3021"/>
                  </a:lnTo>
                  <a:lnTo>
                    <a:pt x="1757" y="3017"/>
                  </a:lnTo>
                  <a:lnTo>
                    <a:pt x="1769" y="3011"/>
                  </a:lnTo>
                  <a:lnTo>
                    <a:pt x="1780" y="3000"/>
                  </a:lnTo>
                  <a:lnTo>
                    <a:pt x="1791" y="2988"/>
                  </a:lnTo>
                  <a:lnTo>
                    <a:pt x="1799" y="2974"/>
                  </a:lnTo>
                  <a:lnTo>
                    <a:pt x="1808" y="2956"/>
                  </a:lnTo>
                  <a:lnTo>
                    <a:pt x="1817" y="2935"/>
                  </a:lnTo>
                  <a:lnTo>
                    <a:pt x="1825" y="2914"/>
                  </a:lnTo>
                  <a:lnTo>
                    <a:pt x="1833" y="2889"/>
                  </a:lnTo>
                  <a:lnTo>
                    <a:pt x="1839" y="2862"/>
                  </a:lnTo>
                  <a:lnTo>
                    <a:pt x="1845" y="2834"/>
                  </a:lnTo>
                  <a:lnTo>
                    <a:pt x="1852" y="2804"/>
                  </a:lnTo>
                  <a:lnTo>
                    <a:pt x="1862" y="2737"/>
                  </a:lnTo>
                  <a:lnTo>
                    <a:pt x="1870" y="2664"/>
                  </a:lnTo>
                  <a:lnTo>
                    <a:pt x="1876" y="2585"/>
                  </a:lnTo>
                  <a:lnTo>
                    <a:pt x="1881" y="2501"/>
                  </a:lnTo>
                  <a:lnTo>
                    <a:pt x="1885" y="2411"/>
                  </a:lnTo>
                  <a:lnTo>
                    <a:pt x="1888" y="2318"/>
                  </a:lnTo>
                  <a:lnTo>
                    <a:pt x="1888" y="2222"/>
                  </a:lnTo>
                  <a:lnTo>
                    <a:pt x="1888" y="2122"/>
                  </a:lnTo>
                  <a:lnTo>
                    <a:pt x="1885" y="2023"/>
                  </a:lnTo>
                  <a:lnTo>
                    <a:pt x="1882" y="1920"/>
                  </a:lnTo>
                  <a:lnTo>
                    <a:pt x="1880" y="1818"/>
                  </a:lnTo>
                  <a:lnTo>
                    <a:pt x="1876" y="1717"/>
                  </a:lnTo>
                  <a:lnTo>
                    <a:pt x="1866" y="1518"/>
                  </a:lnTo>
                  <a:lnTo>
                    <a:pt x="1854" y="1328"/>
                  </a:lnTo>
                  <a:lnTo>
                    <a:pt x="1842" y="1155"/>
                  </a:lnTo>
                  <a:lnTo>
                    <a:pt x="1830" y="1002"/>
                  </a:lnTo>
                  <a:lnTo>
                    <a:pt x="1819" y="877"/>
                  </a:lnTo>
                  <a:lnTo>
                    <a:pt x="1810" y="785"/>
                  </a:lnTo>
                  <a:lnTo>
                    <a:pt x="1803" y="7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8" name="Freeform 29">
              <a:extLst>
                <a:ext uri="{FF2B5EF4-FFF2-40B4-BE49-F238E27FC236}">
                  <a16:creationId xmlns:a16="http://schemas.microsoft.com/office/drawing/2014/main" id="{CE9316F8-5F36-7EB2-4F78-EEB434CB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511"/>
              <a:ext cx="624" cy="791"/>
            </a:xfrm>
            <a:custGeom>
              <a:avLst/>
              <a:gdLst>
                <a:gd name="T0" fmla="*/ 1785 w 1870"/>
                <a:gd name="T1" fmla="*/ 37 h 2373"/>
                <a:gd name="T2" fmla="*/ 1801 w 1870"/>
                <a:gd name="T3" fmla="*/ 183 h 2373"/>
                <a:gd name="T4" fmla="*/ 1824 w 1870"/>
                <a:gd name="T5" fmla="*/ 461 h 2373"/>
                <a:gd name="T6" fmla="*/ 1848 w 1870"/>
                <a:gd name="T7" fmla="*/ 824 h 2373"/>
                <a:gd name="T8" fmla="*/ 1862 w 1870"/>
                <a:gd name="T9" fmla="*/ 1124 h 2373"/>
                <a:gd name="T10" fmla="*/ 1867 w 1870"/>
                <a:gd name="T11" fmla="*/ 1329 h 2373"/>
                <a:gd name="T12" fmla="*/ 1870 w 1870"/>
                <a:gd name="T13" fmla="*/ 1528 h 2373"/>
                <a:gd name="T14" fmla="*/ 1867 w 1870"/>
                <a:gd name="T15" fmla="*/ 1717 h 2373"/>
                <a:gd name="T16" fmla="*/ 1858 w 1870"/>
                <a:gd name="T17" fmla="*/ 1891 h 2373"/>
                <a:gd name="T18" fmla="*/ 1844 w 1870"/>
                <a:gd name="T19" fmla="*/ 2043 h 2373"/>
                <a:gd name="T20" fmla="*/ 1827 w 1870"/>
                <a:gd name="T21" fmla="*/ 2140 h 2373"/>
                <a:gd name="T22" fmla="*/ 1815 w 1870"/>
                <a:gd name="T23" fmla="*/ 2195 h 2373"/>
                <a:gd name="T24" fmla="*/ 1799 w 1870"/>
                <a:gd name="T25" fmla="*/ 2241 h 2373"/>
                <a:gd name="T26" fmla="*/ 1781 w 1870"/>
                <a:gd name="T27" fmla="*/ 2280 h 2373"/>
                <a:gd name="T28" fmla="*/ 1762 w 1870"/>
                <a:gd name="T29" fmla="*/ 2306 h 2373"/>
                <a:gd name="T30" fmla="*/ 1739 w 1870"/>
                <a:gd name="T31" fmla="*/ 2323 h 2373"/>
                <a:gd name="T32" fmla="*/ 1728 w 1870"/>
                <a:gd name="T33" fmla="*/ 2327 h 2373"/>
                <a:gd name="T34" fmla="*/ 1627 w 1870"/>
                <a:gd name="T35" fmla="*/ 2345 h 2373"/>
                <a:gd name="T36" fmla="*/ 1502 w 1870"/>
                <a:gd name="T37" fmla="*/ 2361 h 2373"/>
                <a:gd name="T38" fmla="*/ 1376 w 1870"/>
                <a:gd name="T39" fmla="*/ 2372 h 2373"/>
                <a:gd name="T40" fmla="*/ 1276 w 1870"/>
                <a:gd name="T41" fmla="*/ 2373 h 2373"/>
                <a:gd name="T42" fmla="*/ 1159 w 1870"/>
                <a:gd name="T43" fmla="*/ 2368 h 2373"/>
                <a:gd name="T44" fmla="*/ 928 w 1870"/>
                <a:gd name="T45" fmla="*/ 2358 h 2373"/>
                <a:gd name="T46" fmla="*/ 810 w 1870"/>
                <a:gd name="T47" fmla="*/ 2350 h 2373"/>
                <a:gd name="T48" fmla="*/ 697 w 1870"/>
                <a:gd name="T49" fmla="*/ 2340 h 2373"/>
                <a:gd name="T50" fmla="*/ 467 w 1870"/>
                <a:gd name="T51" fmla="*/ 2322 h 2373"/>
                <a:gd name="T52" fmla="*/ 349 w 1870"/>
                <a:gd name="T53" fmla="*/ 2312 h 2373"/>
                <a:gd name="T54" fmla="*/ 306 w 1870"/>
                <a:gd name="T55" fmla="*/ 2306 h 2373"/>
                <a:gd name="T56" fmla="*/ 218 w 1870"/>
                <a:gd name="T57" fmla="*/ 2289 h 2373"/>
                <a:gd name="T58" fmla="*/ 88 w 1870"/>
                <a:gd name="T59" fmla="*/ 2254 h 2373"/>
                <a:gd name="T60" fmla="*/ 0 w 1870"/>
                <a:gd name="T61" fmla="*/ 2232 h 2373"/>
                <a:gd name="T62" fmla="*/ 1489 w 1870"/>
                <a:gd name="T63" fmla="*/ 2232 h 2373"/>
                <a:gd name="T64" fmla="*/ 1498 w 1870"/>
                <a:gd name="T65" fmla="*/ 2232 h 2373"/>
                <a:gd name="T66" fmla="*/ 1534 w 1870"/>
                <a:gd name="T67" fmla="*/ 2227 h 2373"/>
                <a:gd name="T68" fmla="*/ 1568 w 1870"/>
                <a:gd name="T69" fmla="*/ 2217 h 2373"/>
                <a:gd name="T70" fmla="*/ 1607 w 1870"/>
                <a:gd name="T71" fmla="*/ 2199 h 2373"/>
                <a:gd name="T72" fmla="*/ 1646 w 1870"/>
                <a:gd name="T73" fmla="*/ 2171 h 2373"/>
                <a:gd name="T74" fmla="*/ 1664 w 1870"/>
                <a:gd name="T75" fmla="*/ 2152 h 2373"/>
                <a:gd name="T76" fmla="*/ 1681 w 1870"/>
                <a:gd name="T77" fmla="*/ 2130 h 2373"/>
                <a:gd name="T78" fmla="*/ 1696 w 1870"/>
                <a:gd name="T79" fmla="*/ 2105 h 2373"/>
                <a:gd name="T80" fmla="*/ 1709 w 1870"/>
                <a:gd name="T81" fmla="*/ 2075 h 2373"/>
                <a:gd name="T82" fmla="*/ 1720 w 1870"/>
                <a:gd name="T83" fmla="*/ 2042 h 2373"/>
                <a:gd name="T84" fmla="*/ 1722 w 1870"/>
                <a:gd name="T85" fmla="*/ 2032 h 2373"/>
                <a:gd name="T86" fmla="*/ 1727 w 1870"/>
                <a:gd name="T87" fmla="*/ 1969 h 2373"/>
                <a:gd name="T88" fmla="*/ 1733 w 1870"/>
                <a:gd name="T89" fmla="*/ 1823 h 2373"/>
                <a:gd name="T90" fmla="*/ 1739 w 1870"/>
                <a:gd name="T91" fmla="*/ 1357 h 2373"/>
                <a:gd name="T92" fmla="*/ 1741 w 1870"/>
                <a:gd name="T93" fmla="*/ 725 h 2373"/>
                <a:gd name="T94" fmla="*/ 1752 w 1870"/>
                <a:gd name="T95" fmla="*/ 0 h 2373"/>
                <a:gd name="T96" fmla="*/ 1767 w 1870"/>
                <a:gd name="T97" fmla="*/ 2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0" h="2373">
                  <a:moveTo>
                    <a:pt x="1785" y="37"/>
                  </a:moveTo>
                  <a:lnTo>
                    <a:pt x="1785" y="37"/>
                  </a:lnTo>
                  <a:lnTo>
                    <a:pt x="1792" y="91"/>
                  </a:lnTo>
                  <a:lnTo>
                    <a:pt x="1801" y="183"/>
                  </a:lnTo>
                  <a:lnTo>
                    <a:pt x="1812" y="308"/>
                  </a:lnTo>
                  <a:lnTo>
                    <a:pt x="1824" y="461"/>
                  </a:lnTo>
                  <a:lnTo>
                    <a:pt x="1836" y="634"/>
                  </a:lnTo>
                  <a:lnTo>
                    <a:pt x="1848" y="824"/>
                  </a:lnTo>
                  <a:lnTo>
                    <a:pt x="1858" y="1023"/>
                  </a:lnTo>
                  <a:lnTo>
                    <a:pt x="1862" y="1124"/>
                  </a:lnTo>
                  <a:lnTo>
                    <a:pt x="1864" y="1226"/>
                  </a:lnTo>
                  <a:lnTo>
                    <a:pt x="1867" y="1329"/>
                  </a:lnTo>
                  <a:lnTo>
                    <a:pt x="1870" y="1428"/>
                  </a:lnTo>
                  <a:lnTo>
                    <a:pt x="1870" y="1528"/>
                  </a:lnTo>
                  <a:lnTo>
                    <a:pt x="1870" y="1624"/>
                  </a:lnTo>
                  <a:lnTo>
                    <a:pt x="1867" y="1717"/>
                  </a:lnTo>
                  <a:lnTo>
                    <a:pt x="1863" y="1807"/>
                  </a:lnTo>
                  <a:lnTo>
                    <a:pt x="1858" y="1891"/>
                  </a:lnTo>
                  <a:lnTo>
                    <a:pt x="1852" y="1970"/>
                  </a:lnTo>
                  <a:lnTo>
                    <a:pt x="1844" y="2043"/>
                  </a:lnTo>
                  <a:lnTo>
                    <a:pt x="1834" y="2110"/>
                  </a:lnTo>
                  <a:lnTo>
                    <a:pt x="1827" y="2140"/>
                  </a:lnTo>
                  <a:lnTo>
                    <a:pt x="1821" y="2168"/>
                  </a:lnTo>
                  <a:lnTo>
                    <a:pt x="1815" y="2195"/>
                  </a:lnTo>
                  <a:lnTo>
                    <a:pt x="1807" y="2220"/>
                  </a:lnTo>
                  <a:lnTo>
                    <a:pt x="1799" y="2241"/>
                  </a:lnTo>
                  <a:lnTo>
                    <a:pt x="1790" y="2262"/>
                  </a:lnTo>
                  <a:lnTo>
                    <a:pt x="1781" y="2280"/>
                  </a:lnTo>
                  <a:lnTo>
                    <a:pt x="1773" y="2294"/>
                  </a:lnTo>
                  <a:lnTo>
                    <a:pt x="1762" y="2306"/>
                  </a:lnTo>
                  <a:lnTo>
                    <a:pt x="1751" y="2317"/>
                  </a:lnTo>
                  <a:lnTo>
                    <a:pt x="1739" y="2323"/>
                  </a:lnTo>
                  <a:lnTo>
                    <a:pt x="1728" y="2327"/>
                  </a:lnTo>
                  <a:lnTo>
                    <a:pt x="1728" y="2327"/>
                  </a:lnTo>
                  <a:lnTo>
                    <a:pt x="1682" y="2336"/>
                  </a:lnTo>
                  <a:lnTo>
                    <a:pt x="1627" y="2345"/>
                  </a:lnTo>
                  <a:lnTo>
                    <a:pt x="1566" y="2354"/>
                  </a:lnTo>
                  <a:lnTo>
                    <a:pt x="1502" y="2361"/>
                  </a:lnTo>
                  <a:lnTo>
                    <a:pt x="1437" y="2367"/>
                  </a:lnTo>
                  <a:lnTo>
                    <a:pt x="1376" y="2372"/>
                  </a:lnTo>
                  <a:lnTo>
                    <a:pt x="1321" y="2373"/>
                  </a:lnTo>
                  <a:lnTo>
                    <a:pt x="1276" y="2373"/>
                  </a:lnTo>
                  <a:lnTo>
                    <a:pt x="1276" y="2373"/>
                  </a:lnTo>
                  <a:lnTo>
                    <a:pt x="1159" y="2368"/>
                  </a:lnTo>
                  <a:lnTo>
                    <a:pt x="1042" y="2363"/>
                  </a:lnTo>
                  <a:lnTo>
                    <a:pt x="928" y="2358"/>
                  </a:lnTo>
                  <a:lnTo>
                    <a:pt x="869" y="2354"/>
                  </a:lnTo>
                  <a:lnTo>
                    <a:pt x="810" y="2350"/>
                  </a:lnTo>
                  <a:lnTo>
                    <a:pt x="810" y="2350"/>
                  </a:lnTo>
                  <a:lnTo>
                    <a:pt x="697" y="2340"/>
                  </a:lnTo>
                  <a:lnTo>
                    <a:pt x="582" y="2331"/>
                  </a:lnTo>
                  <a:lnTo>
                    <a:pt x="467" y="2322"/>
                  </a:lnTo>
                  <a:lnTo>
                    <a:pt x="349" y="2312"/>
                  </a:lnTo>
                  <a:lnTo>
                    <a:pt x="349" y="2312"/>
                  </a:lnTo>
                  <a:lnTo>
                    <a:pt x="328" y="2309"/>
                  </a:lnTo>
                  <a:lnTo>
                    <a:pt x="306" y="2306"/>
                  </a:lnTo>
                  <a:lnTo>
                    <a:pt x="261" y="2299"/>
                  </a:lnTo>
                  <a:lnTo>
                    <a:pt x="218" y="2289"/>
                  </a:lnTo>
                  <a:lnTo>
                    <a:pt x="175" y="2277"/>
                  </a:lnTo>
                  <a:lnTo>
                    <a:pt x="88" y="2254"/>
                  </a:lnTo>
                  <a:lnTo>
                    <a:pt x="44" y="2243"/>
                  </a:lnTo>
                  <a:lnTo>
                    <a:pt x="0" y="2232"/>
                  </a:lnTo>
                  <a:lnTo>
                    <a:pt x="0" y="2232"/>
                  </a:lnTo>
                  <a:lnTo>
                    <a:pt x="1489" y="2232"/>
                  </a:lnTo>
                  <a:lnTo>
                    <a:pt x="1489" y="2232"/>
                  </a:lnTo>
                  <a:lnTo>
                    <a:pt x="1498" y="2232"/>
                  </a:lnTo>
                  <a:lnTo>
                    <a:pt x="1520" y="2230"/>
                  </a:lnTo>
                  <a:lnTo>
                    <a:pt x="1534" y="2227"/>
                  </a:lnTo>
                  <a:lnTo>
                    <a:pt x="1550" y="2222"/>
                  </a:lnTo>
                  <a:lnTo>
                    <a:pt x="1568" y="2217"/>
                  </a:lnTo>
                  <a:lnTo>
                    <a:pt x="1587" y="2208"/>
                  </a:lnTo>
                  <a:lnTo>
                    <a:pt x="1607" y="2199"/>
                  </a:lnTo>
                  <a:lnTo>
                    <a:pt x="1627" y="2186"/>
                  </a:lnTo>
                  <a:lnTo>
                    <a:pt x="1646" y="2171"/>
                  </a:lnTo>
                  <a:lnTo>
                    <a:pt x="1655" y="2162"/>
                  </a:lnTo>
                  <a:lnTo>
                    <a:pt x="1664" y="2152"/>
                  </a:lnTo>
                  <a:lnTo>
                    <a:pt x="1673" y="2142"/>
                  </a:lnTo>
                  <a:lnTo>
                    <a:pt x="1681" y="2130"/>
                  </a:lnTo>
                  <a:lnTo>
                    <a:pt x="1690" y="2119"/>
                  </a:lnTo>
                  <a:lnTo>
                    <a:pt x="1696" y="2105"/>
                  </a:lnTo>
                  <a:lnTo>
                    <a:pt x="1704" y="2090"/>
                  </a:lnTo>
                  <a:lnTo>
                    <a:pt x="1709" y="2075"/>
                  </a:lnTo>
                  <a:lnTo>
                    <a:pt x="1715" y="2060"/>
                  </a:lnTo>
                  <a:lnTo>
                    <a:pt x="1720" y="2042"/>
                  </a:lnTo>
                  <a:lnTo>
                    <a:pt x="1720" y="2042"/>
                  </a:lnTo>
                  <a:lnTo>
                    <a:pt x="1722" y="2032"/>
                  </a:lnTo>
                  <a:lnTo>
                    <a:pt x="1724" y="2015"/>
                  </a:lnTo>
                  <a:lnTo>
                    <a:pt x="1727" y="1969"/>
                  </a:lnTo>
                  <a:lnTo>
                    <a:pt x="1730" y="1904"/>
                  </a:lnTo>
                  <a:lnTo>
                    <a:pt x="1733" y="1823"/>
                  </a:lnTo>
                  <a:lnTo>
                    <a:pt x="1737" y="1616"/>
                  </a:lnTo>
                  <a:lnTo>
                    <a:pt x="1739" y="1357"/>
                  </a:lnTo>
                  <a:lnTo>
                    <a:pt x="1741" y="1056"/>
                  </a:lnTo>
                  <a:lnTo>
                    <a:pt x="1741" y="725"/>
                  </a:lnTo>
                  <a:lnTo>
                    <a:pt x="1738" y="8"/>
                  </a:lnTo>
                  <a:lnTo>
                    <a:pt x="1752" y="0"/>
                  </a:lnTo>
                  <a:lnTo>
                    <a:pt x="1752" y="0"/>
                  </a:lnTo>
                  <a:lnTo>
                    <a:pt x="1767" y="20"/>
                  </a:lnTo>
                  <a:lnTo>
                    <a:pt x="1785" y="3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9" name="Freeform 30">
              <a:extLst>
                <a:ext uri="{FF2B5EF4-FFF2-40B4-BE49-F238E27FC236}">
                  <a16:creationId xmlns:a16="http://schemas.microsoft.com/office/drawing/2014/main" id="{482AF315-7F0A-F06A-FB7C-295E1BDE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511"/>
              <a:ext cx="624" cy="791"/>
            </a:xfrm>
            <a:custGeom>
              <a:avLst/>
              <a:gdLst>
                <a:gd name="T0" fmla="*/ 1785 w 1870"/>
                <a:gd name="T1" fmla="*/ 37 h 2373"/>
                <a:gd name="T2" fmla="*/ 1801 w 1870"/>
                <a:gd name="T3" fmla="*/ 183 h 2373"/>
                <a:gd name="T4" fmla="*/ 1824 w 1870"/>
                <a:gd name="T5" fmla="*/ 461 h 2373"/>
                <a:gd name="T6" fmla="*/ 1848 w 1870"/>
                <a:gd name="T7" fmla="*/ 824 h 2373"/>
                <a:gd name="T8" fmla="*/ 1862 w 1870"/>
                <a:gd name="T9" fmla="*/ 1124 h 2373"/>
                <a:gd name="T10" fmla="*/ 1867 w 1870"/>
                <a:gd name="T11" fmla="*/ 1329 h 2373"/>
                <a:gd name="T12" fmla="*/ 1870 w 1870"/>
                <a:gd name="T13" fmla="*/ 1528 h 2373"/>
                <a:gd name="T14" fmla="*/ 1867 w 1870"/>
                <a:gd name="T15" fmla="*/ 1717 h 2373"/>
                <a:gd name="T16" fmla="*/ 1858 w 1870"/>
                <a:gd name="T17" fmla="*/ 1891 h 2373"/>
                <a:gd name="T18" fmla="*/ 1844 w 1870"/>
                <a:gd name="T19" fmla="*/ 2043 h 2373"/>
                <a:gd name="T20" fmla="*/ 1827 w 1870"/>
                <a:gd name="T21" fmla="*/ 2140 h 2373"/>
                <a:gd name="T22" fmla="*/ 1815 w 1870"/>
                <a:gd name="T23" fmla="*/ 2195 h 2373"/>
                <a:gd name="T24" fmla="*/ 1799 w 1870"/>
                <a:gd name="T25" fmla="*/ 2241 h 2373"/>
                <a:gd name="T26" fmla="*/ 1781 w 1870"/>
                <a:gd name="T27" fmla="*/ 2280 h 2373"/>
                <a:gd name="T28" fmla="*/ 1762 w 1870"/>
                <a:gd name="T29" fmla="*/ 2306 h 2373"/>
                <a:gd name="T30" fmla="*/ 1739 w 1870"/>
                <a:gd name="T31" fmla="*/ 2323 h 2373"/>
                <a:gd name="T32" fmla="*/ 1728 w 1870"/>
                <a:gd name="T33" fmla="*/ 2327 h 2373"/>
                <a:gd name="T34" fmla="*/ 1627 w 1870"/>
                <a:gd name="T35" fmla="*/ 2345 h 2373"/>
                <a:gd name="T36" fmla="*/ 1502 w 1870"/>
                <a:gd name="T37" fmla="*/ 2361 h 2373"/>
                <a:gd name="T38" fmla="*/ 1376 w 1870"/>
                <a:gd name="T39" fmla="*/ 2372 h 2373"/>
                <a:gd name="T40" fmla="*/ 1276 w 1870"/>
                <a:gd name="T41" fmla="*/ 2373 h 2373"/>
                <a:gd name="T42" fmla="*/ 1159 w 1870"/>
                <a:gd name="T43" fmla="*/ 2368 h 2373"/>
                <a:gd name="T44" fmla="*/ 928 w 1870"/>
                <a:gd name="T45" fmla="*/ 2358 h 2373"/>
                <a:gd name="T46" fmla="*/ 810 w 1870"/>
                <a:gd name="T47" fmla="*/ 2350 h 2373"/>
                <a:gd name="T48" fmla="*/ 697 w 1870"/>
                <a:gd name="T49" fmla="*/ 2340 h 2373"/>
                <a:gd name="T50" fmla="*/ 467 w 1870"/>
                <a:gd name="T51" fmla="*/ 2322 h 2373"/>
                <a:gd name="T52" fmla="*/ 349 w 1870"/>
                <a:gd name="T53" fmla="*/ 2312 h 2373"/>
                <a:gd name="T54" fmla="*/ 306 w 1870"/>
                <a:gd name="T55" fmla="*/ 2306 h 2373"/>
                <a:gd name="T56" fmla="*/ 218 w 1870"/>
                <a:gd name="T57" fmla="*/ 2289 h 2373"/>
                <a:gd name="T58" fmla="*/ 88 w 1870"/>
                <a:gd name="T59" fmla="*/ 2254 h 2373"/>
                <a:gd name="T60" fmla="*/ 0 w 1870"/>
                <a:gd name="T61" fmla="*/ 2232 h 2373"/>
                <a:gd name="T62" fmla="*/ 1489 w 1870"/>
                <a:gd name="T63" fmla="*/ 2232 h 2373"/>
                <a:gd name="T64" fmla="*/ 1498 w 1870"/>
                <a:gd name="T65" fmla="*/ 2232 h 2373"/>
                <a:gd name="T66" fmla="*/ 1534 w 1870"/>
                <a:gd name="T67" fmla="*/ 2227 h 2373"/>
                <a:gd name="T68" fmla="*/ 1568 w 1870"/>
                <a:gd name="T69" fmla="*/ 2217 h 2373"/>
                <a:gd name="T70" fmla="*/ 1607 w 1870"/>
                <a:gd name="T71" fmla="*/ 2199 h 2373"/>
                <a:gd name="T72" fmla="*/ 1646 w 1870"/>
                <a:gd name="T73" fmla="*/ 2171 h 2373"/>
                <a:gd name="T74" fmla="*/ 1664 w 1870"/>
                <a:gd name="T75" fmla="*/ 2152 h 2373"/>
                <a:gd name="T76" fmla="*/ 1681 w 1870"/>
                <a:gd name="T77" fmla="*/ 2130 h 2373"/>
                <a:gd name="T78" fmla="*/ 1696 w 1870"/>
                <a:gd name="T79" fmla="*/ 2105 h 2373"/>
                <a:gd name="T80" fmla="*/ 1709 w 1870"/>
                <a:gd name="T81" fmla="*/ 2075 h 2373"/>
                <a:gd name="T82" fmla="*/ 1720 w 1870"/>
                <a:gd name="T83" fmla="*/ 2042 h 2373"/>
                <a:gd name="T84" fmla="*/ 1722 w 1870"/>
                <a:gd name="T85" fmla="*/ 2032 h 2373"/>
                <a:gd name="T86" fmla="*/ 1727 w 1870"/>
                <a:gd name="T87" fmla="*/ 1969 h 2373"/>
                <a:gd name="T88" fmla="*/ 1733 w 1870"/>
                <a:gd name="T89" fmla="*/ 1823 h 2373"/>
                <a:gd name="T90" fmla="*/ 1739 w 1870"/>
                <a:gd name="T91" fmla="*/ 1357 h 2373"/>
                <a:gd name="T92" fmla="*/ 1741 w 1870"/>
                <a:gd name="T93" fmla="*/ 725 h 2373"/>
                <a:gd name="T94" fmla="*/ 1752 w 1870"/>
                <a:gd name="T95" fmla="*/ 0 h 2373"/>
                <a:gd name="T96" fmla="*/ 1767 w 1870"/>
                <a:gd name="T97" fmla="*/ 2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0" h="2373">
                  <a:moveTo>
                    <a:pt x="1785" y="37"/>
                  </a:moveTo>
                  <a:lnTo>
                    <a:pt x="1785" y="37"/>
                  </a:lnTo>
                  <a:lnTo>
                    <a:pt x="1792" y="91"/>
                  </a:lnTo>
                  <a:lnTo>
                    <a:pt x="1801" y="183"/>
                  </a:lnTo>
                  <a:lnTo>
                    <a:pt x="1812" y="308"/>
                  </a:lnTo>
                  <a:lnTo>
                    <a:pt x="1824" y="461"/>
                  </a:lnTo>
                  <a:lnTo>
                    <a:pt x="1836" y="634"/>
                  </a:lnTo>
                  <a:lnTo>
                    <a:pt x="1848" y="824"/>
                  </a:lnTo>
                  <a:lnTo>
                    <a:pt x="1858" y="1023"/>
                  </a:lnTo>
                  <a:lnTo>
                    <a:pt x="1862" y="1124"/>
                  </a:lnTo>
                  <a:lnTo>
                    <a:pt x="1864" y="1226"/>
                  </a:lnTo>
                  <a:lnTo>
                    <a:pt x="1867" y="1329"/>
                  </a:lnTo>
                  <a:lnTo>
                    <a:pt x="1870" y="1428"/>
                  </a:lnTo>
                  <a:lnTo>
                    <a:pt x="1870" y="1528"/>
                  </a:lnTo>
                  <a:lnTo>
                    <a:pt x="1870" y="1624"/>
                  </a:lnTo>
                  <a:lnTo>
                    <a:pt x="1867" y="1717"/>
                  </a:lnTo>
                  <a:lnTo>
                    <a:pt x="1863" y="1807"/>
                  </a:lnTo>
                  <a:lnTo>
                    <a:pt x="1858" y="1891"/>
                  </a:lnTo>
                  <a:lnTo>
                    <a:pt x="1852" y="1970"/>
                  </a:lnTo>
                  <a:lnTo>
                    <a:pt x="1844" y="2043"/>
                  </a:lnTo>
                  <a:lnTo>
                    <a:pt x="1834" y="2110"/>
                  </a:lnTo>
                  <a:lnTo>
                    <a:pt x="1827" y="2140"/>
                  </a:lnTo>
                  <a:lnTo>
                    <a:pt x="1821" y="2168"/>
                  </a:lnTo>
                  <a:lnTo>
                    <a:pt x="1815" y="2195"/>
                  </a:lnTo>
                  <a:lnTo>
                    <a:pt x="1807" y="2220"/>
                  </a:lnTo>
                  <a:lnTo>
                    <a:pt x="1799" y="2241"/>
                  </a:lnTo>
                  <a:lnTo>
                    <a:pt x="1790" y="2262"/>
                  </a:lnTo>
                  <a:lnTo>
                    <a:pt x="1781" y="2280"/>
                  </a:lnTo>
                  <a:lnTo>
                    <a:pt x="1773" y="2294"/>
                  </a:lnTo>
                  <a:lnTo>
                    <a:pt x="1762" y="2306"/>
                  </a:lnTo>
                  <a:lnTo>
                    <a:pt x="1751" y="2317"/>
                  </a:lnTo>
                  <a:lnTo>
                    <a:pt x="1739" y="2323"/>
                  </a:lnTo>
                  <a:lnTo>
                    <a:pt x="1728" y="2327"/>
                  </a:lnTo>
                  <a:lnTo>
                    <a:pt x="1728" y="2327"/>
                  </a:lnTo>
                  <a:lnTo>
                    <a:pt x="1682" y="2336"/>
                  </a:lnTo>
                  <a:lnTo>
                    <a:pt x="1627" y="2345"/>
                  </a:lnTo>
                  <a:lnTo>
                    <a:pt x="1566" y="2354"/>
                  </a:lnTo>
                  <a:lnTo>
                    <a:pt x="1502" y="2361"/>
                  </a:lnTo>
                  <a:lnTo>
                    <a:pt x="1437" y="2367"/>
                  </a:lnTo>
                  <a:lnTo>
                    <a:pt x="1376" y="2372"/>
                  </a:lnTo>
                  <a:lnTo>
                    <a:pt x="1321" y="2373"/>
                  </a:lnTo>
                  <a:lnTo>
                    <a:pt x="1276" y="2373"/>
                  </a:lnTo>
                  <a:lnTo>
                    <a:pt x="1276" y="2373"/>
                  </a:lnTo>
                  <a:lnTo>
                    <a:pt x="1159" y="2368"/>
                  </a:lnTo>
                  <a:lnTo>
                    <a:pt x="1042" y="2363"/>
                  </a:lnTo>
                  <a:lnTo>
                    <a:pt x="928" y="2358"/>
                  </a:lnTo>
                  <a:lnTo>
                    <a:pt x="869" y="2354"/>
                  </a:lnTo>
                  <a:lnTo>
                    <a:pt x="810" y="2350"/>
                  </a:lnTo>
                  <a:lnTo>
                    <a:pt x="810" y="2350"/>
                  </a:lnTo>
                  <a:lnTo>
                    <a:pt x="697" y="2340"/>
                  </a:lnTo>
                  <a:lnTo>
                    <a:pt x="582" y="2331"/>
                  </a:lnTo>
                  <a:lnTo>
                    <a:pt x="467" y="2322"/>
                  </a:lnTo>
                  <a:lnTo>
                    <a:pt x="349" y="2312"/>
                  </a:lnTo>
                  <a:lnTo>
                    <a:pt x="349" y="2312"/>
                  </a:lnTo>
                  <a:lnTo>
                    <a:pt x="328" y="2309"/>
                  </a:lnTo>
                  <a:lnTo>
                    <a:pt x="306" y="2306"/>
                  </a:lnTo>
                  <a:lnTo>
                    <a:pt x="261" y="2299"/>
                  </a:lnTo>
                  <a:lnTo>
                    <a:pt x="218" y="2289"/>
                  </a:lnTo>
                  <a:lnTo>
                    <a:pt x="175" y="2277"/>
                  </a:lnTo>
                  <a:lnTo>
                    <a:pt x="88" y="2254"/>
                  </a:lnTo>
                  <a:lnTo>
                    <a:pt x="44" y="2243"/>
                  </a:lnTo>
                  <a:lnTo>
                    <a:pt x="0" y="2232"/>
                  </a:lnTo>
                  <a:lnTo>
                    <a:pt x="0" y="2232"/>
                  </a:lnTo>
                  <a:lnTo>
                    <a:pt x="1489" y="2232"/>
                  </a:lnTo>
                  <a:lnTo>
                    <a:pt x="1489" y="2232"/>
                  </a:lnTo>
                  <a:lnTo>
                    <a:pt x="1498" y="2232"/>
                  </a:lnTo>
                  <a:lnTo>
                    <a:pt x="1520" y="2230"/>
                  </a:lnTo>
                  <a:lnTo>
                    <a:pt x="1534" y="2227"/>
                  </a:lnTo>
                  <a:lnTo>
                    <a:pt x="1550" y="2222"/>
                  </a:lnTo>
                  <a:lnTo>
                    <a:pt x="1568" y="2217"/>
                  </a:lnTo>
                  <a:lnTo>
                    <a:pt x="1587" y="2208"/>
                  </a:lnTo>
                  <a:lnTo>
                    <a:pt x="1607" y="2199"/>
                  </a:lnTo>
                  <a:lnTo>
                    <a:pt x="1627" y="2186"/>
                  </a:lnTo>
                  <a:lnTo>
                    <a:pt x="1646" y="2171"/>
                  </a:lnTo>
                  <a:lnTo>
                    <a:pt x="1655" y="2162"/>
                  </a:lnTo>
                  <a:lnTo>
                    <a:pt x="1664" y="2152"/>
                  </a:lnTo>
                  <a:lnTo>
                    <a:pt x="1673" y="2142"/>
                  </a:lnTo>
                  <a:lnTo>
                    <a:pt x="1681" y="2130"/>
                  </a:lnTo>
                  <a:lnTo>
                    <a:pt x="1690" y="2119"/>
                  </a:lnTo>
                  <a:lnTo>
                    <a:pt x="1696" y="2105"/>
                  </a:lnTo>
                  <a:lnTo>
                    <a:pt x="1704" y="2090"/>
                  </a:lnTo>
                  <a:lnTo>
                    <a:pt x="1709" y="2075"/>
                  </a:lnTo>
                  <a:lnTo>
                    <a:pt x="1715" y="2060"/>
                  </a:lnTo>
                  <a:lnTo>
                    <a:pt x="1720" y="2042"/>
                  </a:lnTo>
                  <a:lnTo>
                    <a:pt x="1720" y="2042"/>
                  </a:lnTo>
                  <a:lnTo>
                    <a:pt x="1722" y="2032"/>
                  </a:lnTo>
                  <a:lnTo>
                    <a:pt x="1724" y="2015"/>
                  </a:lnTo>
                  <a:lnTo>
                    <a:pt x="1727" y="1969"/>
                  </a:lnTo>
                  <a:lnTo>
                    <a:pt x="1730" y="1904"/>
                  </a:lnTo>
                  <a:lnTo>
                    <a:pt x="1733" y="1823"/>
                  </a:lnTo>
                  <a:lnTo>
                    <a:pt x="1737" y="1616"/>
                  </a:lnTo>
                  <a:lnTo>
                    <a:pt x="1739" y="1357"/>
                  </a:lnTo>
                  <a:lnTo>
                    <a:pt x="1741" y="1056"/>
                  </a:lnTo>
                  <a:lnTo>
                    <a:pt x="1741" y="725"/>
                  </a:lnTo>
                  <a:lnTo>
                    <a:pt x="1738" y="8"/>
                  </a:lnTo>
                  <a:lnTo>
                    <a:pt x="1752" y="0"/>
                  </a:lnTo>
                  <a:lnTo>
                    <a:pt x="1752" y="0"/>
                  </a:lnTo>
                  <a:lnTo>
                    <a:pt x="1767" y="20"/>
                  </a:lnTo>
                  <a:lnTo>
                    <a:pt x="1785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0" name="Freeform 31">
              <a:extLst>
                <a:ext uri="{FF2B5EF4-FFF2-40B4-BE49-F238E27FC236}">
                  <a16:creationId xmlns:a16="http://schemas.microsoft.com/office/drawing/2014/main" id="{D0435C77-7D86-CEBF-4692-5D54EAF35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34"/>
              <a:ext cx="782" cy="1521"/>
            </a:xfrm>
            <a:custGeom>
              <a:avLst/>
              <a:gdLst>
                <a:gd name="T0" fmla="*/ 16 w 2348"/>
                <a:gd name="T1" fmla="*/ 441 h 4565"/>
                <a:gd name="T2" fmla="*/ 12 w 2348"/>
                <a:gd name="T3" fmla="*/ 260 h 4565"/>
                <a:gd name="T4" fmla="*/ 51 w 2348"/>
                <a:gd name="T5" fmla="*/ 117 h 4565"/>
                <a:gd name="T6" fmla="*/ 89 w 2348"/>
                <a:gd name="T7" fmla="*/ 67 h 4565"/>
                <a:gd name="T8" fmla="*/ 163 w 2348"/>
                <a:gd name="T9" fmla="*/ 25 h 4565"/>
                <a:gd name="T10" fmla="*/ 1279 w 2348"/>
                <a:gd name="T11" fmla="*/ 8 h 4565"/>
                <a:gd name="T12" fmla="*/ 2012 w 2348"/>
                <a:gd name="T13" fmla="*/ 2 h 4565"/>
                <a:gd name="T14" fmla="*/ 2154 w 2348"/>
                <a:gd name="T15" fmla="*/ 12 h 4565"/>
                <a:gd name="T16" fmla="*/ 2209 w 2348"/>
                <a:gd name="T17" fmla="*/ 34 h 4565"/>
                <a:gd name="T18" fmla="*/ 2274 w 2348"/>
                <a:gd name="T19" fmla="*/ 110 h 4565"/>
                <a:gd name="T20" fmla="*/ 2314 w 2348"/>
                <a:gd name="T21" fmla="*/ 220 h 4565"/>
                <a:gd name="T22" fmla="*/ 2330 w 2348"/>
                <a:gd name="T23" fmla="*/ 1776 h 4565"/>
                <a:gd name="T24" fmla="*/ 2307 w 2348"/>
                <a:gd name="T25" fmla="*/ 1841 h 4565"/>
                <a:gd name="T26" fmla="*/ 2280 w 2348"/>
                <a:gd name="T27" fmla="*/ 1958 h 4565"/>
                <a:gd name="T28" fmla="*/ 2283 w 2348"/>
                <a:gd name="T29" fmla="*/ 2088 h 4565"/>
                <a:gd name="T30" fmla="*/ 2307 w 2348"/>
                <a:gd name="T31" fmla="*/ 2235 h 4565"/>
                <a:gd name="T32" fmla="*/ 2334 w 2348"/>
                <a:gd name="T33" fmla="*/ 2310 h 4565"/>
                <a:gd name="T34" fmla="*/ 2337 w 2348"/>
                <a:gd name="T35" fmla="*/ 3058 h 4565"/>
                <a:gd name="T36" fmla="*/ 2326 w 2348"/>
                <a:gd name="T37" fmla="*/ 4237 h 4565"/>
                <a:gd name="T38" fmla="*/ 2316 w 2348"/>
                <a:gd name="T39" fmla="*/ 4375 h 4565"/>
                <a:gd name="T40" fmla="*/ 2286 w 2348"/>
                <a:gd name="T41" fmla="*/ 4452 h 4565"/>
                <a:gd name="T42" fmla="*/ 2242 w 2348"/>
                <a:gd name="T43" fmla="*/ 4504 h 4565"/>
                <a:gd name="T44" fmla="*/ 2146 w 2348"/>
                <a:gd name="T45" fmla="*/ 4555 h 4565"/>
                <a:gd name="T46" fmla="*/ 2085 w 2348"/>
                <a:gd name="T47" fmla="*/ 4565 h 4565"/>
                <a:gd name="T48" fmla="*/ 264 w 2348"/>
                <a:gd name="T49" fmla="*/ 4565 h 4565"/>
                <a:gd name="T50" fmla="*/ 131 w 2348"/>
                <a:gd name="T51" fmla="*/ 4556 h 4565"/>
                <a:gd name="T52" fmla="*/ 58 w 2348"/>
                <a:gd name="T53" fmla="*/ 4519 h 4565"/>
                <a:gd name="T54" fmla="*/ 25 w 2348"/>
                <a:gd name="T55" fmla="*/ 4459 h 4565"/>
                <a:gd name="T56" fmla="*/ 11 w 2348"/>
                <a:gd name="T57" fmla="*/ 4384 h 4565"/>
                <a:gd name="T58" fmla="*/ 12 w 2348"/>
                <a:gd name="T59" fmla="*/ 4218 h 4565"/>
                <a:gd name="T60" fmla="*/ 144 w 2348"/>
                <a:gd name="T61" fmla="*/ 4196 h 4565"/>
                <a:gd name="T62" fmla="*/ 223 w 2348"/>
                <a:gd name="T63" fmla="*/ 4149 h 4565"/>
                <a:gd name="T64" fmla="*/ 254 w 2348"/>
                <a:gd name="T65" fmla="*/ 4099 h 4565"/>
                <a:gd name="T66" fmla="*/ 263 w 2348"/>
                <a:gd name="T67" fmla="*/ 3998 h 4565"/>
                <a:gd name="T68" fmla="*/ 250 w 2348"/>
                <a:gd name="T69" fmla="*/ 3934 h 4565"/>
                <a:gd name="T70" fmla="*/ 210 w 2348"/>
                <a:gd name="T71" fmla="*/ 3884 h 4565"/>
                <a:gd name="T72" fmla="*/ 154 w 2348"/>
                <a:gd name="T73" fmla="*/ 3856 h 4565"/>
                <a:gd name="T74" fmla="*/ 85 w 2348"/>
                <a:gd name="T75" fmla="*/ 3844 h 4565"/>
                <a:gd name="T76" fmla="*/ 14 w 2348"/>
                <a:gd name="T77" fmla="*/ 3814 h 4565"/>
                <a:gd name="T78" fmla="*/ 16 w 2348"/>
                <a:gd name="T79" fmla="*/ 3503 h 4565"/>
                <a:gd name="T80" fmla="*/ 95 w 2348"/>
                <a:gd name="T81" fmla="*/ 3511 h 4565"/>
                <a:gd name="T82" fmla="*/ 192 w 2348"/>
                <a:gd name="T83" fmla="*/ 3484 h 4565"/>
                <a:gd name="T84" fmla="*/ 231 w 2348"/>
                <a:gd name="T85" fmla="*/ 3448 h 4565"/>
                <a:gd name="T86" fmla="*/ 271 w 2348"/>
                <a:gd name="T87" fmla="*/ 3380 h 4565"/>
                <a:gd name="T88" fmla="*/ 280 w 2348"/>
                <a:gd name="T89" fmla="*/ 3302 h 4565"/>
                <a:gd name="T90" fmla="*/ 251 w 2348"/>
                <a:gd name="T91" fmla="*/ 3208 h 4565"/>
                <a:gd name="T92" fmla="*/ 196 w 2348"/>
                <a:gd name="T93" fmla="*/ 3137 h 4565"/>
                <a:gd name="T94" fmla="*/ 108 w 2348"/>
                <a:gd name="T95" fmla="*/ 3065 h 4565"/>
                <a:gd name="T96" fmla="*/ 15 w 2348"/>
                <a:gd name="T97" fmla="*/ 2987 h 4565"/>
                <a:gd name="T98" fmla="*/ 16 w 2348"/>
                <a:gd name="T99" fmla="*/ 2797 h 4565"/>
                <a:gd name="T100" fmla="*/ 95 w 2348"/>
                <a:gd name="T101" fmla="*/ 2805 h 4565"/>
                <a:gd name="T102" fmla="*/ 192 w 2348"/>
                <a:gd name="T103" fmla="*/ 2778 h 4565"/>
                <a:gd name="T104" fmla="*/ 231 w 2348"/>
                <a:gd name="T105" fmla="*/ 2742 h 4565"/>
                <a:gd name="T106" fmla="*/ 271 w 2348"/>
                <a:gd name="T107" fmla="*/ 2675 h 4565"/>
                <a:gd name="T108" fmla="*/ 280 w 2348"/>
                <a:gd name="T109" fmla="*/ 2597 h 4565"/>
                <a:gd name="T110" fmla="*/ 251 w 2348"/>
                <a:gd name="T111" fmla="*/ 2503 h 4565"/>
                <a:gd name="T112" fmla="*/ 196 w 2348"/>
                <a:gd name="T113" fmla="*/ 2432 h 4565"/>
                <a:gd name="T114" fmla="*/ 108 w 2348"/>
                <a:gd name="T115" fmla="*/ 2359 h 4565"/>
                <a:gd name="T116" fmla="*/ 16 w 2348"/>
                <a:gd name="T117" fmla="*/ 2272 h 4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48" h="4565">
                  <a:moveTo>
                    <a:pt x="17" y="1513"/>
                  </a:moveTo>
                  <a:lnTo>
                    <a:pt x="17" y="1513"/>
                  </a:lnTo>
                  <a:lnTo>
                    <a:pt x="17" y="756"/>
                  </a:lnTo>
                  <a:lnTo>
                    <a:pt x="16" y="516"/>
                  </a:lnTo>
                  <a:lnTo>
                    <a:pt x="16" y="441"/>
                  </a:lnTo>
                  <a:lnTo>
                    <a:pt x="15" y="403"/>
                  </a:lnTo>
                  <a:lnTo>
                    <a:pt x="15" y="403"/>
                  </a:lnTo>
                  <a:lnTo>
                    <a:pt x="12" y="345"/>
                  </a:lnTo>
                  <a:lnTo>
                    <a:pt x="11" y="299"/>
                  </a:lnTo>
                  <a:lnTo>
                    <a:pt x="12" y="260"/>
                  </a:lnTo>
                  <a:lnTo>
                    <a:pt x="16" y="227"/>
                  </a:lnTo>
                  <a:lnTo>
                    <a:pt x="21" y="197"/>
                  </a:lnTo>
                  <a:lnTo>
                    <a:pt x="29" y="170"/>
                  </a:lnTo>
                  <a:lnTo>
                    <a:pt x="38" y="144"/>
                  </a:lnTo>
                  <a:lnTo>
                    <a:pt x="51" y="117"/>
                  </a:lnTo>
                  <a:lnTo>
                    <a:pt x="51" y="117"/>
                  </a:lnTo>
                  <a:lnTo>
                    <a:pt x="57" y="103"/>
                  </a:lnTo>
                  <a:lnTo>
                    <a:pt x="66" y="90"/>
                  </a:lnTo>
                  <a:lnTo>
                    <a:pt x="77" y="77"/>
                  </a:lnTo>
                  <a:lnTo>
                    <a:pt x="89" y="67"/>
                  </a:lnTo>
                  <a:lnTo>
                    <a:pt x="100" y="58"/>
                  </a:lnTo>
                  <a:lnTo>
                    <a:pt x="113" y="49"/>
                  </a:lnTo>
                  <a:lnTo>
                    <a:pt x="126" y="41"/>
                  </a:lnTo>
                  <a:lnTo>
                    <a:pt x="139" y="35"/>
                  </a:lnTo>
                  <a:lnTo>
                    <a:pt x="163" y="25"/>
                  </a:lnTo>
                  <a:lnTo>
                    <a:pt x="183" y="17"/>
                  </a:lnTo>
                  <a:lnTo>
                    <a:pt x="203" y="12"/>
                  </a:lnTo>
                  <a:lnTo>
                    <a:pt x="1138" y="12"/>
                  </a:lnTo>
                  <a:lnTo>
                    <a:pt x="1138" y="12"/>
                  </a:lnTo>
                  <a:lnTo>
                    <a:pt x="1279" y="8"/>
                  </a:lnTo>
                  <a:lnTo>
                    <a:pt x="1425" y="4"/>
                  </a:lnTo>
                  <a:lnTo>
                    <a:pt x="1598" y="2"/>
                  </a:lnTo>
                  <a:lnTo>
                    <a:pt x="1776" y="0"/>
                  </a:lnTo>
                  <a:lnTo>
                    <a:pt x="1941" y="0"/>
                  </a:lnTo>
                  <a:lnTo>
                    <a:pt x="2012" y="2"/>
                  </a:lnTo>
                  <a:lnTo>
                    <a:pt x="2074" y="4"/>
                  </a:lnTo>
                  <a:lnTo>
                    <a:pt x="2122" y="7"/>
                  </a:lnTo>
                  <a:lnTo>
                    <a:pt x="2140" y="9"/>
                  </a:lnTo>
                  <a:lnTo>
                    <a:pt x="2154" y="12"/>
                  </a:lnTo>
                  <a:lnTo>
                    <a:pt x="2154" y="12"/>
                  </a:lnTo>
                  <a:lnTo>
                    <a:pt x="2167" y="14"/>
                  </a:lnTo>
                  <a:lnTo>
                    <a:pt x="2178" y="18"/>
                  </a:lnTo>
                  <a:lnTo>
                    <a:pt x="2189" y="22"/>
                  </a:lnTo>
                  <a:lnTo>
                    <a:pt x="2199" y="28"/>
                  </a:lnTo>
                  <a:lnTo>
                    <a:pt x="2209" y="34"/>
                  </a:lnTo>
                  <a:lnTo>
                    <a:pt x="2218" y="41"/>
                  </a:lnTo>
                  <a:lnTo>
                    <a:pt x="2235" y="57"/>
                  </a:lnTo>
                  <a:lnTo>
                    <a:pt x="2250" y="73"/>
                  </a:lnTo>
                  <a:lnTo>
                    <a:pt x="2263" y="91"/>
                  </a:lnTo>
                  <a:lnTo>
                    <a:pt x="2274" y="110"/>
                  </a:lnTo>
                  <a:lnTo>
                    <a:pt x="2284" y="129"/>
                  </a:lnTo>
                  <a:lnTo>
                    <a:pt x="2292" y="149"/>
                  </a:lnTo>
                  <a:lnTo>
                    <a:pt x="2298" y="167"/>
                  </a:lnTo>
                  <a:lnTo>
                    <a:pt x="2309" y="198"/>
                  </a:lnTo>
                  <a:lnTo>
                    <a:pt x="2314" y="220"/>
                  </a:lnTo>
                  <a:lnTo>
                    <a:pt x="2316" y="229"/>
                  </a:lnTo>
                  <a:lnTo>
                    <a:pt x="2316" y="229"/>
                  </a:lnTo>
                  <a:lnTo>
                    <a:pt x="2320" y="689"/>
                  </a:lnTo>
                  <a:lnTo>
                    <a:pt x="2325" y="1183"/>
                  </a:lnTo>
                  <a:lnTo>
                    <a:pt x="2330" y="1776"/>
                  </a:lnTo>
                  <a:lnTo>
                    <a:pt x="2337" y="1779"/>
                  </a:lnTo>
                  <a:lnTo>
                    <a:pt x="2337" y="1779"/>
                  </a:lnTo>
                  <a:lnTo>
                    <a:pt x="2325" y="1799"/>
                  </a:lnTo>
                  <a:lnTo>
                    <a:pt x="2316" y="1819"/>
                  </a:lnTo>
                  <a:lnTo>
                    <a:pt x="2307" y="1841"/>
                  </a:lnTo>
                  <a:lnTo>
                    <a:pt x="2300" y="1863"/>
                  </a:lnTo>
                  <a:lnTo>
                    <a:pt x="2293" y="1886"/>
                  </a:lnTo>
                  <a:lnTo>
                    <a:pt x="2288" y="1909"/>
                  </a:lnTo>
                  <a:lnTo>
                    <a:pt x="2284" y="1933"/>
                  </a:lnTo>
                  <a:lnTo>
                    <a:pt x="2280" y="1958"/>
                  </a:lnTo>
                  <a:lnTo>
                    <a:pt x="2280" y="1958"/>
                  </a:lnTo>
                  <a:lnTo>
                    <a:pt x="2278" y="1991"/>
                  </a:lnTo>
                  <a:lnTo>
                    <a:pt x="2278" y="2023"/>
                  </a:lnTo>
                  <a:lnTo>
                    <a:pt x="2279" y="2056"/>
                  </a:lnTo>
                  <a:lnTo>
                    <a:pt x="2283" y="2088"/>
                  </a:lnTo>
                  <a:lnTo>
                    <a:pt x="2287" y="2120"/>
                  </a:lnTo>
                  <a:lnTo>
                    <a:pt x="2292" y="2152"/>
                  </a:lnTo>
                  <a:lnTo>
                    <a:pt x="2305" y="2216"/>
                  </a:lnTo>
                  <a:lnTo>
                    <a:pt x="2305" y="2216"/>
                  </a:lnTo>
                  <a:lnTo>
                    <a:pt x="2307" y="2235"/>
                  </a:lnTo>
                  <a:lnTo>
                    <a:pt x="2312" y="2252"/>
                  </a:lnTo>
                  <a:lnTo>
                    <a:pt x="2316" y="2268"/>
                  </a:lnTo>
                  <a:lnTo>
                    <a:pt x="2323" y="2283"/>
                  </a:lnTo>
                  <a:lnTo>
                    <a:pt x="2328" y="2296"/>
                  </a:lnTo>
                  <a:lnTo>
                    <a:pt x="2334" y="2310"/>
                  </a:lnTo>
                  <a:lnTo>
                    <a:pt x="2342" y="2322"/>
                  </a:lnTo>
                  <a:lnTo>
                    <a:pt x="2348" y="2333"/>
                  </a:lnTo>
                  <a:lnTo>
                    <a:pt x="2334" y="2341"/>
                  </a:lnTo>
                  <a:lnTo>
                    <a:pt x="2334" y="2341"/>
                  </a:lnTo>
                  <a:lnTo>
                    <a:pt x="2337" y="3058"/>
                  </a:lnTo>
                  <a:lnTo>
                    <a:pt x="2337" y="3389"/>
                  </a:lnTo>
                  <a:lnTo>
                    <a:pt x="2335" y="3690"/>
                  </a:lnTo>
                  <a:lnTo>
                    <a:pt x="2333" y="3949"/>
                  </a:lnTo>
                  <a:lnTo>
                    <a:pt x="2329" y="4156"/>
                  </a:lnTo>
                  <a:lnTo>
                    <a:pt x="2326" y="4237"/>
                  </a:lnTo>
                  <a:lnTo>
                    <a:pt x="2323" y="4302"/>
                  </a:lnTo>
                  <a:lnTo>
                    <a:pt x="2320" y="4348"/>
                  </a:lnTo>
                  <a:lnTo>
                    <a:pt x="2318" y="4365"/>
                  </a:lnTo>
                  <a:lnTo>
                    <a:pt x="2316" y="4375"/>
                  </a:lnTo>
                  <a:lnTo>
                    <a:pt x="2316" y="4375"/>
                  </a:lnTo>
                  <a:lnTo>
                    <a:pt x="2311" y="4393"/>
                  </a:lnTo>
                  <a:lnTo>
                    <a:pt x="2305" y="4408"/>
                  </a:lnTo>
                  <a:lnTo>
                    <a:pt x="2300" y="4423"/>
                  </a:lnTo>
                  <a:lnTo>
                    <a:pt x="2292" y="4438"/>
                  </a:lnTo>
                  <a:lnTo>
                    <a:pt x="2286" y="4452"/>
                  </a:lnTo>
                  <a:lnTo>
                    <a:pt x="2277" y="4463"/>
                  </a:lnTo>
                  <a:lnTo>
                    <a:pt x="2269" y="4475"/>
                  </a:lnTo>
                  <a:lnTo>
                    <a:pt x="2260" y="4485"/>
                  </a:lnTo>
                  <a:lnTo>
                    <a:pt x="2251" y="4495"/>
                  </a:lnTo>
                  <a:lnTo>
                    <a:pt x="2242" y="4504"/>
                  </a:lnTo>
                  <a:lnTo>
                    <a:pt x="2223" y="4519"/>
                  </a:lnTo>
                  <a:lnTo>
                    <a:pt x="2203" y="4532"/>
                  </a:lnTo>
                  <a:lnTo>
                    <a:pt x="2183" y="4541"/>
                  </a:lnTo>
                  <a:lnTo>
                    <a:pt x="2164" y="4550"/>
                  </a:lnTo>
                  <a:lnTo>
                    <a:pt x="2146" y="4555"/>
                  </a:lnTo>
                  <a:lnTo>
                    <a:pt x="2130" y="4560"/>
                  </a:lnTo>
                  <a:lnTo>
                    <a:pt x="2116" y="4563"/>
                  </a:lnTo>
                  <a:lnTo>
                    <a:pt x="2094" y="4565"/>
                  </a:lnTo>
                  <a:lnTo>
                    <a:pt x="2085" y="4565"/>
                  </a:lnTo>
                  <a:lnTo>
                    <a:pt x="2085" y="4565"/>
                  </a:lnTo>
                  <a:lnTo>
                    <a:pt x="596" y="4565"/>
                  </a:lnTo>
                  <a:lnTo>
                    <a:pt x="596" y="4565"/>
                  </a:lnTo>
                  <a:lnTo>
                    <a:pt x="578" y="4565"/>
                  </a:lnTo>
                  <a:lnTo>
                    <a:pt x="578" y="4565"/>
                  </a:lnTo>
                  <a:lnTo>
                    <a:pt x="264" y="4565"/>
                  </a:lnTo>
                  <a:lnTo>
                    <a:pt x="264" y="4565"/>
                  </a:lnTo>
                  <a:lnTo>
                    <a:pt x="220" y="4565"/>
                  </a:lnTo>
                  <a:lnTo>
                    <a:pt x="185" y="4564"/>
                  </a:lnTo>
                  <a:lnTo>
                    <a:pt x="155" y="4560"/>
                  </a:lnTo>
                  <a:lnTo>
                    <a:pt x="131" y="4556"/>
                  </a:lnTo>
                  <a:lnTo>
                    <a:pt x="109" y="4550"/>
                  </a:lnTo>
                  <a:lnTo>
                    <a:pt x="91" y="4542"/>
                  </a:lnTo>
                  <a:lnTo>
                    <a:pt x="75" y="4532"/>
                  </a:lnTo>
                  <a:lnTo>
                    <a:pt x="58" y="4519"/>
                  </a:lnTo>
                  <a:lnTo>
                    <a:pt x="58" y="4519"/>
                  </a:lnTo>
                  <a:lnTo>
                    <a:pt x="51" y="4512"/>
                  </a:lnTo>
                  <a:lnTo>
                    <a:pt x="44" y="4503"/>
                  </a:lnTo>
                  <a:lnTo>
                    <a:pt x="38" y="4492"/>
                  </a:lnTo>
                  <a:lnTo>
                    <a:pt x="33" y="4482"/>
                  </a:lnTo>
                  <a:lnTo>
                    <a:pt x="25" y="4459"/>
                  </a:lnTo>
                  <a:lnTo>
                    <a:pt x="19" y="4438"/>
                  </a:lnTo>
                  <a:lnTo>
                    <a:pt x="15" y="4417"/>
                  </a:lnTo>
                  <a:lnTo>
                    <a:pt x="12" y="4399"/>
                  </a:lnTo>
                  <a:lnTo>
                    <a:pt x="11" y="4384"/>
                  </a:lnTo>
                  <a:lnTo>
                    <a:pt x="11" y="4384"/>
                  </a:lnTo>
                  <a:lnTo>
                    <a:pt x="11" y="4333"/>
                  </a:lnTo>
                  <a:lnTo>
                    <a:pt x="11" y="4333"/>
                  </a:lnTo>
                  <a:lnTo>
                    <a:pt x="12" y="4233"/>
                  </a:lnTo>
                  <a:lnTo>
                    <a:pt x="12" y="4218"/>
                  </a:lnTo>
                  <a:lnTo>
                    <a:pt x="12" y="4218"/>
                  </a:lnTo>
                  <a:lnTo>
                    <a:pt x="39" y="4218"/>
                  </a:lnTo>
                  <a:lnTo>
                    <a:pt x="66" y="4215"/>
                  </a:lnTo>
                  <a:lnTo>
                    <a:pt x="93" y="4210"/>
                  </a:lnTo>
                  <a:lnTo>
                    <a:pt x="120" y="4204"/>
                  </a:lnTo>
                  <a:lnTo>
                    <a:pt x="144" y="4196"/>
                  </a:lnTo>
                  <a:lnTo>
                    <a:pt x="169" y="4184"/>
                  </a:lnTo>
                  <a:lnTo>
                    <a:pt x="192" y="4172"/>
                  </a:lnTo>
                  <a:lnTo>
                    <a:pt x="214" y="4158"/>
                  </a:lnTo>
                  <a:lnTo>
                    <a:pt x="214" y="4158"/>
                  </a:lnTo>
                  <a:lnTo>
                    <a:pt x="223" y="4149"/>
                  </a:lnTo>
                  <a:lnTo>
                    <a:pt x="231" y="4141"/>
                  </a:lnTo>
                  <a:lnTo>
                    <a:pt x="238" y="4131"/>
                  </a:lnTo>
                  <a:lnTo>
                    <a:pt x="245" y="4120"/>
                  </a:lnTo>
                  <a:lnTo>
                    <a:pt x="248" y="4110"/>
                  </a:lnTo>
                  <a:lnTo>
                    <a:pt x="254" y="4099"/>
                  </a:lnTo>
                  <a:lnTo>
                    <a:pt x="256" y="4086"/>
                  </a:lnTo>
                  <a:lnTo>
                    <a:pt x="259" y="4074"/>
                  </a:lnTo>
                  <a:lnTo>
                    <a:pt x="263" y="4049"/>
                  </a:lnTo>
                  <a:lnTo>
                    <a:pt x="264" y="4023"/>
                  </a:lnTo>
                  <a:lnTo>
                    <a:pt x="263" y="3998"/>
                  </a:lnTo>
                  <a:lnTo>
                    <a:pt x="260" y="3973"/>
                  </a:lnTo>
                  <a:lnTo>
                    <a:pt x="260" y="3973"/>
                  </a:lnTo>
                  <a:lnTo>
                    <a:pt x="257" y="3959"/>
                  </a:lnTo>
                  <a:lnTo>
                    <a:pt x="254" y="3947"/>
                  </a:lnTo>
                  <a:lnTo>
                    <a:pt x="250" y="3934"/>
                  </a:lnTo>
                  <a:lnTo>
                    <a:pt x="243" y="3922"/>
                  </a:lnTo>
                  <a:lnTo>
                    <a:pt x="237" y="3912"/>
                  </a:lnTo>
                  <a:lnTo>
                    <a:pt x="229" y="3902"/>
                  </a:lnTo>
                  <a:lnTo>
                    <a:pt x="220" y="3893"/>
                  </a:lnTo>
                  <a:lnTo>
                    <a:pt x="210" y="3884"/>
                  </a:lnTo>
                  <a:lnTo>
                    <a:pt x="200" y="3878"/>
                  </a:lnTo>
                  <a:lnTo>
                    <a:pt x="190" y="3870"/>
                  </a:lnTo>
                  <a:lnTo>
                    <a:pt x="178" y="3865"/>
                  </a:lnTo>
                  <a:lnTo>
                    <a:pt x="166" y="3860"/>
                  </a:lnTo>
                  <a:lnTo>
                    <a:pt x="154" y="3856"/>
                  </a:lnTo>
                  <a:lnTo>
                    <a:pt x="140" y="3852"/>
                  </a:lnTo>
                  <a:lnTo>
                    <a:pt x="127" y="3849"/>
                  </a:lnTo>
                  <a:lnTo>
                    <a:pt x="113" y="3848"/>
                  </a:lnTo>
                  <a:lnTo>
                    <a:pt x="113" y="3848"/>
                  </a:lnTo>
                  <a:lnTo>
                    <a:pt x="85" y="3844"/>
                  </a:lnTo>
                  <a:lnTo>
                    <a:pt x="60" y="3841"/>
                  </a:lnTo>
                  <a:lnTo>
                    <a:pt x="34" y="3835"/>
                  </a:lnTo>
                  <a:lnTo>
                    <a:pt x="9" y="3829"/>
                  </a:lnTo>
                  <a:lnTo>
                    <a:pt x="14" y="3814"/>
                  </a:lnTo>
                  <a:lnTo>
                    <a:pt x="14" y="3814"/>
                  </a:lnTo>
                  <a:lnTo>
                    <a:pt x="14" y="3633"/>
                  </a:lnTo>
                  <a:lnTo>
                    <a:pt x="14" y="3633"/>
                  </a:lnTo>
                  <a:lnTo>
                    <a:pt x="14" y="3521"/>
                  </a:lnTo>
                  <a:lnTo>
                    <a:pt x="16" y="3503"/>
                  </a:lnTo>
                  <a:lnTo>
                    <a:pt x="16" y="3503"/>
                  </a:lnTo>
                  <a:lnTo>
                    <a:pt x="29" y="3506"/>
                  </a:lnTo>
                  <a:lnTo>
                    <a:pt x="29" y="3506"/>
                  </a:lnTo>
                  <a:lnTo>
                    <a:pt x="49" y="3509"/>
                  </a:lnTo>
                  <a:lnTo>
                    <a:pt x="72" y="3511"/>
                  </a:lnTo>
                  <a:lnTo>
                    <a:pt x="95" y="3511"/>
                  </a:lnTo>
                  <a:lnTo>
                    <a:pt x="118" y="3509"/>
                  </a:lnTo>
                  <a:lnTo>
                    <a:pt x="141" y="3504"/>
                  </a:lnTo>
                  <a:lnTo>
                    <a:pt x="163" y="3498"/>
                  </a:lnTo>
                  <a:lnTo>
                    <a:pt x="183" y="3489"/>
                  </a:lnTo>
                  <a:lnTo>
                    <a:pt x="192" y="3484"/>
                  </a:lnTo>
                  <a:lnTo>
                    <a:pt x="201" y="3479"/>
                  </a:lnTo>
                  <a:lnTo>
                    <a:pt x="201" y="3479"/>
                  </a:lnTo>
                  <a:lnTo>
                    <a:pt x="209" y="3472"/>
                  </a:lnTo>
                  <a:lnTo>
                    <a:pt x="217" y="3465"/>
                  </a:lnTo>
                  <a:lnTo>
                    <a:pt x="231" y="3448"/>
                  </a:lnTo>
                  <a:lnTo>
                    <a:pt x="242" y="3431"/>
                  </a:lnTo>
                  <a:lnTo>
                    <a:pt x="255" y="3414"/>
                  </a:lnTo>
                  <a:lnTo>
                    <a:pt x="255" y="3414"/>
                  </a:lnTo>
                  <a:lnTo>
                    <a:pt x="265" y="3397"/>
                  </a:lnTo>
                  <a:lnTo>
                    <a:pt x="271" y="3380"/>
                  </a:lnTo>
                  <a:lnTo>
                    <a:pt x="277" y="3364"/>
                  </a:lnTo>
                  <a:lnTo>
                    <a:pt x="280" y="3345"/>
                  </a:lnTo>
                  <a:lnTo>
                    <a:pt x="280" y="3345"/>
                  </a:lnTo>
                  <a:lnTo>
                    <a:pt x="282" y="3323"/>
                  </a:lnTo>
                  <a:lnTo>
                    <a:pt x="280" y="3302"/>
                  </a:lnTo>
                  <a:lnTo>
                    <a:pt x="278" y="3283"/>
                  </a:lnTo>
                  <a:lnTo>
                    <a:pt x="274" y="3264"/>
                  </a:lnTo>
                  <a:lnTo>
                    <a:pt x="268" y="3245"/>
                  </a:lnTo>
                  <a:lnTo>
                    <a:pt x="260" y="3226"/>
                  </a:lnTo>
                  <a:lnTo>
                    <a:pt x="251" y="3208"/>
                  </a:lnTo>
                  <a:lnTo>
                    <a:pt x="240" y="3191"/>
                  </a:lnTo>
                  <a:lnTo>
                    <a:pt x="240" y="3191"/>
                  </a:lnTo>
                  <a:lnTo>
                    <a:pt x="227" y="3172"/>
                  </a:lnTo>
                  <a:lnTo>
                    <a:pt x="211" y="3154"/>
                  </a:lnTo>
                  <a:lnTo>
                    <a:pt x="196" y="3137"/>
                  </a:lnTo>
                  <a:lnTo>
                    <a:pt x="180" y="3121"/>
                  </a:lnTo>
                  <a:lnTo>
                    <a:pt x="163" y="3107"/>
                  </a:lnTo>
                  <a:lnTo>
                    <a:pt x="145" y="3093"/>
                  </a:lnTo>
                  <a:lnTo>
                    <a:pt x="108" y="3065"/>
                  </a:lnTo>
                  <a:lnTo>
                    <a:pt x="108" y="3065"/>
                  </a:lnTo>
                  <a:lnTo>
                    <a:pt x="54" y="3027"/>
                  </a:lnTo>
                  <a:lnTo>
                    <a:pt x="28" y="3010"/>
                  </a:lnTo>
                  <a:lnTo>
                    <a:pt x="0" y="2993"/>
                  </a:lnTo>
                  <a:lnTo>
                    <a:pt x="15" y="2987"/>
                  </a:lnTo>
                  <a:lnTo>
                    <a:pt x="15" y="2987"/>
                  </a:lnTo>
                  <a:lnTo>
                    <a:pt x="15" y="2934"/>
                  </a:lnTo>
                  <a:lnTo>
                    <a:pt x="15" y="2934"/>
                  </a:lnTo>
                  <a:lnTo>
                    <a:pt x="16" y="2818"/>
                  </a:lnTo>
                  <a:lnTo>
                    <a:pt x="16" y="2797"/>
                  </a:lnTo>
                  <a:lnTo>
                    <a:pt x="16" y="2797"/>
                  </a:lnTo>
                  <a:lnTo>
                    <a:pt x="29" y="2800"/>
                  </a:lnTo>
                  <a:lnTo>
                    <a:pt x="29" y="2800"/>
                  </a:lnTo>
                  <a:lnTo>
                    <a:pt x="49" y="2804"/>
                  </a:lnTo>
                  <a:lnTo>
                    <a:pt x="72" y="2805"/>
                  </a:lnTo>
                  <a:lnTo>
                    <a:pt x="95" y="2805"/>
                  </a:lnTo>
                  <a:lnTo>
                    <a:pt x="118" y="2804"/>
                  </a:lnTo>
                  <a:lnTo>
                    <a:pt x="141" y="2799"/>
                  </a:lnTo>
                  <a:lnTo>
                    <a:pt x="163" y="2792"/>
                  </a:lnTo>
                  <a:lnTo>
                    <a:pt x="183" y="2785"/>
                  </a:lnTo>
                  <a:lnTo>
                    <a:pt x="192" y="2778"/>
                  </a:lnTo>
                  <a:lnTo>
                    <a:pt x="201" y="2773"/>
                  </a:lnTo>
                  <a:lnTo>
                    <a:pt x="201" y="2773"/>
                  </a:lnTo>
                  <a:lnTo>
                    <a:pt x="209" y="2767"/>
                  </a:lnTo>
                  <a:lnTo>
                    <a:pt x="217" y="2759"/>
                  </a:lnTo>
                  <a:lnTo>
                    <a:pt x="231" y="2742"/>
                  </a:lnTo>
                  <a:lnTo>
                    <a:pt x="242" y="2726"/>
                  </a:lnTo>
                  <a:lnTo>
                    <a:pt x="255" y="2708"/>
                  </a:lnTo>
                  <a:lnTo>
                    <a:pt x="255" y="2708"/>
                  </a:lnTo>
                  <a:lnTo>
                    <a:pt x="265" y="2691"/>
                  </a:lnTo>
                  <a:lnTo>
                    <a:pt x="271" y="2675"/>
                  </a:lnTo>
                  <a:lnTo>
                    <a:pt x="277" y="2658"/>
                  </a:lnTo>
                  <a:lnTo>
                    <a:pt x="280" y="2639"/>
                  </a:lnTo>
                  <a:lnTo>
                    <a:pt x="280" y="2639"/>
                  </a:lnTo>
                  <a:lnTo>
                    <a:pt x="282" y="2617"/>
                  </a:lnTo>
                  <a:lnTo>
                    <a:pt x="280" y="2597"/>
                  </a:lnTo>
                  <a:lnTo>
                    <a:pt x="278" y="2578"/>
                  </a:lnTo>
                  <a:lnTo>
                    <a:pt x="274" y="2558"/>
                  </a:lnTo>
                  <a:lnTo>
                    <a:pt x="268" y="2539"/>
                  </a:lnTo>
                  <a:lnTo>
                    <a:pt x="260" y="2521"/>
                  </a:lnTo>
                  <a:lnTo>
                    <a:pt x="251" y="2503"/>
                  </a:lnTo>
                  <a:lnTo>
                    <a:pt x="240" y="2485"/>
                  </a:lnTo>
                  <a:lnTo>
                    <a:pt x="240" y="2485"/>
                  </a:lnTo>
                  <a:lnTo>
                    <a:pt x="227" y="2466"/>
                  </a:lnTo>
                  <a:lnTo>
                    <a:pt x="211" y="2448"/>
                  </a:lnTo>
                  <a:lnTo>
                    <a:pt x="196" y="2432"/>
                  </a:lnTo>
                  <a:lnTo>
                    <a:pt x="180" y="2415"/>
                  </a:lnTo>
                  <a:lnTo>
                    <a:pt x="163" y="2401"/>
                  </a:lnTo>
                  <a:lnTo>
                    <a:pt x="145" y="2387"/>
                  </a:lnTo>
                  <a:lnTo>
                    <a:pt x="108" y="2359"/>
                  </a:lnTo>
                  <a:lnTo>
                    <a:pt x="108" y="2359"/>
                  </a:lnTo>
                  <a:lnTo>
                    <a:pt x="54" y="2322"/>
                  </a:lnTo>
                  <a:lnTo>
                    <a:pt x="28" y="2304"/>
                  </a:lnTo>
                  <a:lnTo>
                    <a:pt x="0" y="2287"/>
                  </a:lnTo>
                  <a:lnTo>
                    <a:pt x="16" y="2272"/>
                  </a:lnTo>
                  <a:lnTo>
                    <a:pt x="16" y="2272"/>
                  </a:lnTo>
                  <a:lnTo>
                    <a:pt x="17" y="2048"/>
                  </a:lnTo>
                  <a:lnTo>
                    <a:pt x="17" y="2048"/>
                  </a:lnTo>
                  <a:lnTo>
                    <a:pt x="17" y="15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1" name="Freeform 32">
              <a:extLst>
                <a:ext uri="{FF2B5EF4-FFF2-40B4-BE49-F238E27FC236}">
                  <a16:creationId xmlns:a16="http://schemas.microsoft.com/office/drawing/2014/main" id="{27CFA8F5-BD47-DA22-7CBB-D0C1E5270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34"/>
              <a:ext cx="782" cy="1521"/>
            </a:xfrm>
            <a:custGeom>
              <a:avLst/>
              <a:gdLst>
                <a:gd name="T0" fmla="*/ 16 w 2348"/>
                <a:gd name="T1" fmla="*/ 441 h 4565"/>
                <a:gd name="T2" fmla="*/ 12 w 2348"/>
                <a:gd name="T3" fmla="*/ 260 h 4565"/>
                <a:gd name="T4" fmla="*/ 51 w 2348"/>
                <a:gd name="T5" fmla="*/ 117 h 4565"/>
                <a:gd name="T6" fmla="*/ 89 w 2348"/>
                <a:gd name="T7" fmla="*/ 67 h 4565"/>
                <a:gd name="T8" fmla="*/ 163 w 2348"/>
                <a:gd name="T9" fmla="*/ 25 h 4565"/>
                <a:gd name="T10" fmla="*/ 1279 w 2348"/>
                <a:gd name="T11" fmla="*/ 8 h 4565"/>
                <a:gd name="T12" fmla="*/ 2012 w 2348"/>
                <a:gd name="T13" fmla="*/ 2 h 4565"/>
                <a:gd name="T14" fmla="*/ 2154 w 2348"/>
                <a:gd name="T15" fmla="*/ 12 h 4565"/>
                <a:gd name="T16" fmla="*/ 2209 w 2348"/>
                <a:gd name="T17" fmla="*/ 34 h 4565"/>
                <a:gd name="T18" fmla="*/ 2274 w 2348"/>
                <a:gd name="T19" fmla="*/ 110 h 4565"/>
                <a:gd name="T20" fmla="*/ 2314 w 2348"/>
                <a:gd name="T21" fmla="*/ 220 h 4565"/>
                <a:gd name="T22" fmla="*/ 2330 w 2348"/>
                <a:gd name="T23" fmla="*/ 1776 h 4565"/>
                <a:gd name="T24" fmla="*/ 2307 w 2348"/>
                <a:gd name="T25" fmla="*/ 1841 h 4565"/>
                <a:gd name="T26" fmla="*/ 2280 w 2348"/>
                <a:gd name="T27" fmla="*/ 1958 h 4565"/>
                <a:gd name="T28" fmla="*/ 2283 w 2348"/>
                <a:gd name="T29" fmla="*/ 2088 h 4565"/>
                <a:gd name="T30" fmla="*/ 2307 w 2348"/>
                <a:gd name="T31" fmla="*/ 2235 h 4565"/>
                <a:gd name="T32" fmla="*/ 2334 w 2348"/>
                <a:gd name="T33" fmla="*/ 2310 h 4565"/>
                <a:gd name="T34" fmla="*/ 2337 w 2348"/>
                <a:gd name="T35" fmla="*/ 3058 h 4565"/>
                <a:gd name="T36" fmla="*/ 2326 w 2348"/>
                <a:gd name="T37" fmla="*/ 4237 h 4565"/>
                <a:gd name="T38" fmla="*/ 2316 w 2348"/>
                <a:gd name="T39" fmla="*/ 4375 h 4565"/>
                <a:gd name="T40" fmla="*/ 2286 w 2348"/>
                <a:gd name="T41" fmla="*/ 4452 h 4565"/>
                <a:gd name="T42" fmla="*/ 2242 w 2348"/>
                <a:gd name="T43" fmla="*/ 4504 h 4565"/>
                <a:gd name="T44" fmla="*/ 2146 w 2348"/>
                <a:gd name="T45" fmla="*/ 4555 h 4565"/>
                <a:gd name="T46" fmla="*/ 2085 w 2348"/>
                <a:gd name="T47" fmla="*/ 4565 h 4565"/>
                <a:gd name="T48" fmla="*/ 264 w 2348"/>
                <a:gd name="T49" fmla="*/ 4565 h 4565"/>
                <a:gd name="T50" fmla="*/ 131 w 2348"/>
                <a:gd name="T51" fmla="*/ 4556 h 4565"/>
                <a:gd name="T52" fmla="*/ 58 w 2348"/>
                <a:gd name="T53" fmla="*/ 4519 h 4565"/>
                <a:gd name="T54" fmla="*/ 25 w 2348"/>
                <a:gd name="T55" fmla="*/ 4459 h 4565"/>
                <a:gd name="T56" fmla="*/ 11 w 2348"/>
                <a:gd name="T57" fmla="*/ 4384 h 4565"/>
                <a:gd name="T58" fmla="*/ 12 w 2348"/>
                <a:gd name="T59" fmla="*/ 4218 h 4565"/>
                <a:gd name="T60" fmla="*/ 144 w 2348"/>
                <a:gd name="T61" fmla="*/ 4196 h 4565"/>
                <a:gd name="T62" fmla="*/ 223 w 2348"/>
                <a:gd name="T63" fmla="*/ 4149 h 4565"/>
                <a:gd name="T64" fmla="*/ 254 w 2348"/>
                <a:gd name="T65" fmla="*/ 4099 h 4565"/>
                <a:gd name="T66" fmla="*/ 263 w 2348"/>
                <a:gd name="T67" fmla="*/ 3998 h 4565"/>
                <a:gd name="T68" fmla="*/ 250 w 2348"/>
                <a:gd name="T69" fmla="*/ 3934 h 4565"/>
                <a:gd name="T70" fmla="*/ 210 w 2348"/>
                <a:gd name="T71" fmla="*/ 3884 h 4565"/>
                <a:gd name="T72" fmla="*/ 154 w 2348"/>
                <a:gd name="T73" fmla="*/ 3856 h 4565"/>
                <a:gd name="T74" fmla="*/ 85 w 2348"/>
                <a:gd name="T75" fmla="*/ 3844 h 4565"/>
                <a:gd name="T76" fmla="*/ 14 w 2348"/>
                <a:gd name="T77" fmla="*/ 3814 h 4565"/>
                <a:gd name="T78" fmla="*/ 16 w 2348"/>
                <a:gd name="T79" fmla="*/ 3503 h 4565"/>
                <a:gd name="T80" fmla="*/ 95 w 2348"/>
                <a:gd name="T81" fmla="*/ 3511 h 4565"/>
                <a:gd name="T82" fmla="*/ 192 w 2348"/>
                <a:gd name="T83" fmla="*/ 3484 h 4565"/>
                <a:gd name="T84" fmla="*/ 231 w 2348"/>
                <a:gd name="T85" fmla="*/ 3448 h 4565"/>
                <a:gd name="T86" fmla="*/ 271 w 2348"/>
                <a:gd name="T87" fmla="*/ 3380 h 4565"/>
                <a:gd name="T88" fmla="*/ 280 w 2348"/>
                <a:gd name="T89" fmla="*/ 3302 h 4565"/>
                <a:gd name="T90" fmla="*/ 251 w 2348"/>
                <a:gd name="T91" fmla="*/ 3208 h 4565"/>
                <a:gd name="T92" fmla="*/ 196 w 2348"/>
                <a:gd name="T93" fmla="*/ 3137 h 4565"/>
                <a:gd name="T94" fmla="*/ 108 w 2348"/>
                <a:gd name="T95" fmla="*/ 3065 h 4565"/>
                <a:gd name="T96" fmla="*/ 15 w 2348"/>
                <a:gd name="T97" fmla="*/ 2987 h 4565"/>
                <a:gd name="T98" fmla="*/ 16 w 2348"/>
                <a:gd name="T99" fmla="*/ 2797 h 4565"/>
                <a:gd name="T100" fmla="*/ 95 w 2348"/>
                <a:gd name="T101" fmla="*/ 2805 h 4565"/>
                <a:gd name="T102" fmla="*/ 192 w 2348"/>
                <a:gd name="T103" fmla="*/ 2778 h 4565"/>
                <a:gd name="T104" fmla="*/ 231 w 2348"/>
                <a:gd name="T105" fmla="*/ 2742 h 4565"/>
                <a:gd name="T106" fmla="*/ 271 w 2348"/>
                <a:gd name="T107" fmla="*/ 2675 h 4565"/>
                <a:gd name="T108" fmla="*/ 280 w 2348"/>
                <a:gd name="T109" fmla="*/ 2597 h 4565"/>
                <a:gd name="T110" fmla="*/ 251 w 2348"/>
                <a:gd name="T111" fmla="*/ 2503 h 4565"/>
                <a:gd name="T112" fmla="*/ 196 w 2348"/>
                <a:gd name="T113" fmla="*/ 2432 h 4565"/>
                <a:gd name="T114" fmla="*/ 108 w 2348"/>
                <a:gd name="T115" fmla="*/ 2359 h 4565"/>
                <a:gd name="T116" fmla="*/ 16 w 2348"/>
                <a:gd name="T117" fmla="*/ 2272 h 4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48" h="4565">
                  <a:moveTo>
                    <a:pt x="17" y="1513"/>
                  </a:moveTo>
                  <a:lnTo>
                    <a:pt x="17" y="1513"/>
                  </a:lnTo>
                  <a:lnTo>
                    <a:pt x="17" y="756"/>
                  </a:lnTo>
                  <a:lnTo>
                    <a:pt x="16" y="516"/>
                  </a:lnTo>
                  <a:lnTo>
                    <a:pt x="16" y="441"/>
                  </a:lnTo>
                  <a:lnTo>
                    <a:pt x="15" y="403"/>
                  </a:lnTo>
                  <a:lnTo>
                    <a:pt x="15" y="403"/>
                  </a:lnTo>
                  <a:lnTo>
                    <a:pt x="12" y="345"/>
                  </a:lnTo>
                  <a:lnTo>
                    <a:pt x="11" y="299"/>
                  </a:lnTo>
                  <a:lnTo>
                    <a:pt x="12" y="260"/>
                  </a:lnTo>
                  <a:lnTo>
                    <a:pt x="16" y="227"/>
                  </a:lnTo>
                  <a:lnTo>
                    <a:pt x="21" y="197"/>
                  </a:lnTo>
                  <a:lnTo>
                    <a:pt x="29" y="170"/>
                  </a:lnTo>
                  <a:lnTo>
                    <a:pt x="38" y="144"/>
                  </a:lnTo>
                  <a:lnTo>
                    <a:pt x="51" y="117"/>
                  </a:lnTo>
                  <a:lnTo>
                    <a:pt x="51" y="117"/>
                  </a:lnTo>
                  <a:lnTo>
                    <a:pt x="57" y="103"/>
                  </a:lnTo>
                  <a:lnTo>
                    <a:pt x="66" y="90"/>
                  </a:lnTo>
                  <a:lnTo>
                    <a:pt x="77" y="77"/>
                  </a:lnTo>
                  <a:lnTo>
                    <a:pt x="89" y="67"/>
                  </a:lnTo>
                  <a:lnTo>
                    <a:pt x="100" y="58"/>
                  </a:lnTo>
                  <a:lnTo>
                    <a:pt x="113" y="49"/>
                  </a:lnTo>
                  <a:lnTo>
                    <a:pt x="126" y="41"/>
                  </a:lnTo>
                  <a:lnTo>
                    <a:pt x="139" y="35"/>
                  </a:lnTo>
                  <a:lnTo>
                    <a:pt x="163" y="25"/>
                  </a:lnTo>
                  <a:lnTo>
                    <a:pt x="183" y="17"/>
                  </a:lnTo>
                  <a:lnTo>
                    <a:pt x="203" y="12"/>
                  </a:lnTo>
                  <a:lnTo>
                    <a:pt x="1138" y="12"/>
                  </a:lnTo>
                  <a:lnTo>
                    <a:pt x="1138" y="12"/>
                  </a:lnTo>
                  <a:lnTo>
                    <a:pt x="1279" y="8"/>
                  </a:lnTo>
                  <a:lnTo>
                    <a:pt x="1425" y="4"/>
                  </a:lnTo>
                  <a:lnTo>
                    <a:pt x="1598" y="2"/>
                  </a:lnTo>
                  <a:lnTo>
                    <a:pt x="1776" y="0"/>
                  </a:lnTo>
                  <a:lnTo>
                    <a:pt x="1941" y="0"/>
                  </a:lnTo>
                  <a:lnTo>
                    <a:pt x="2012" y="2"/>
                  </a:lnTo>
                  <a:lnTo>
                    <a:pt x="2074" y="4"/>
                  </a:lnTo>
                  <a:lnTo>
                    <a:pt x="2122" y="7"/>
                  </a:lnTo>
                  <a:lnTo>
                    <a:pt x="2140" y="9"/>
                  </a:lnTo>
                  <a:lnTo>
                    <a:pt x="2154" y="12"/>
                  </a:lnTo>
                  <a:lnTo>
                    <a:pt x="2154" y="12"/>
                  </a:lnTo>
                  <a:lnTo>
                    <a:pt x="2167" y="14"/>
                  </a:lnTo>
                  <a:lnTo>
                    <a:pt x="2178" y="18"/>
                  </a:lnTo>
                  <a:lnTo>
                    <a:pt x="2189" y="22"/>
                  </a:lnTo>
                  <a:lnTo>
                    <a:pt x="2199" y="28"/>
                  </a:lnTo>
                  <a:lnTo>
                    <a:pt x="2209" y="34"/>
                  </a:lnTo>
                  <a:lnTo>
                    <a:pt x="2218" y="41"/>
                  </a:lnTo>
                  <a:lnTo>
                    <a:pt x="2235" y="57"/>
                  </a:lnTo>
                  <a:lnTo>
                    <a:pt x="2250" y="73"/>
                  </a:lnTo>
                  <a:lnTo>
                    <a:pt x="2263" y="91"/>
                  </a:lnTo>
                  <a:lnTo>
                    <a:pt x="2274" y="110"/>
                  </a:lnTo>
                  <a:lnTo>
                    <a:pt x="2284" y="129"/>
                  </a:lnTo>
                  <a:lnTo>
                    <a:pt x="2292" y="149"/>
                  </a:lnTo>
                  <a:lnTo>
                    <a:pt x="2298" y="167"/>
                  </a:lnTo>
                  <a:lnTo>
                    <a:pt x="2309" y="198"/>
                  </a:lnTo>
                  <a:lnTo>
                    <a:pt x="2314" y="220"/>
                  </a:lnTo>
                  <a:lnTo>
                    <a:pt x="2316" y="229"/>
                  </a:lnTo>
                  <a:lnTo>
                    <a:pt x="2316" y="229"/>
                  </a:lnTo>
                  <a:lnTo>
                    <a:pt x="2320" y="689"/>
                  </a:lnTo>
                  <a:lnTo>
                    <a:pt x="2325" y="1183"/>
                  </a:lnTo>
                  <a:lnTo>
                    <a:pt x="2330" y="1776"/>
                  </a:lnTo>
                  <a:lnTo>
                    <a:pt x="2337" y="1779"/>
                  </a:lnTo>
                  <a:lnTo>
                    <a:pt x="2337" y="1779"/>
                  </a:lnTo>
                  <a:lnTo>
                    <a:pt x="2325" y="1799"/>
                  </a:lnTo>
                  <a:lnTo>
                    <a:pt x="2316" y="1819"/>
                  </a:lnTo>
                  <a:lnTo>
                    <a:pt x="2307" y="1841"/>
                  </a:lnTo>
                  <a:lnTo>
                    <a:pt x="2300" y="1863"/>
                  </a:lnTo>
                  <a:lnTo>
                    <a:pt x="2293" y="1886"/>
                  </a:lnTo>
                  <a:lnTo>
                    <a:pt x="2288" y="1909"/>
                  </a:lnTo>
                  <a:lnTo>
                    <a:pt x="2284" y="1933"/>
                  </a:lnTo>
                  <a:lnTo>
                    <a:pt x="2280" y="1958"/>
                  </a:lnTo>
                  <a:lnTo>
                    <a:pt x="2280" y="1958"/>
                  </a:lnTo>
                  <a:lnTo>
                    <a:pt x="2278" y="1991"/>
                  </a:lnTo>
                  <a:lnTo>
                    <a:pt x="2278" y="2023"/>
                  </a:lnTo>
                  <a:lnTo>
                    <a:pt x="2279" y="2056"/>
                  </a:lnTo>
                  <a:lnTo>
                    <a:pt x="2283" y="2088"/>
                  </a:lnTo>
                  <a:lnTo>
                    <a:pt x="2287" y="2120"/>
                  </a:lnTo>
                  <a:lnTo>
                    <a:pt x="2292" y="2152"/>
                  </a:lnTo>
                  <a:lnTo>
                    <a:pt x="2305" y="2216"/>
                  </a:lnTo>
                  <a:lnTo>
                    <a:pt x="2305" y="2216"/>
                  </a:lnTo>
                  <a:lnTo>
                    <a:pt x="2307" y="2235"/>
                  </a:lnTo>
                  <a:lnTo>
                    <a:pt x="2312" y="2252"/>
                  </a:lnTo>
                  <a:lnTo>
                    <a:pt x="2316" y="2268"/>
                  </a:lnTo>
                  <a:lnTo>
                    <a:pt x="2323" y="2283"/>
                  </a:lnTo>
                  <a:lnTo>
                    <a:pt x="2328" y="2296"/>
                  </a:lnTo>
                  <a:lnTo>
                    <a:pt x="2334" y="2310"/>
                  </a:lnTo>
                  <a:lnTo>
                    <a:pt x="2342" y="2322"/>
                  </a:lnTo>
                  <a:lnTo>
                    <a:pt x="2348" y="2333"/>
                  </a:lnTo>
                  <a:lnTo>
                    <a:pt x="2334" y="2341"/>
                  </a:lnTo>
                  <a:lnTo>
                    <a:pt x="2334" y="2341"/>
                  </a:lnTo>
                  <a:lnTo>
                    <a:pt x="2337" y="3058"/>
                  </a:lnTo>
                  <a:lnTo>
                    <a:pt x="2337" y="3389"/>
                  </a:lnTo>
                  <a:lnTo>
                    <a:pt x="2335" y="3690"/>
                  </a:lnTo>
                  <a:lnTo>
                    <a:pt x="2333" y="3949"/>
                  </a:lnTo>
                  <a:lnTo>
                    <a:pt x="2329" y="4156"/>
                  </a:lnTo>
                  <a:lnTo>
                    <a:pt x="2326" y="4237"/>
                  </a:lnTo>
                  <a:lnTo>
                    <a:pt x="2323" y="4302"/>
                  </a:lnTo>
                  <a:lnTo>
                    <a:pt x="2320" y="4348"/>
                  </a:lnTo>
                  <a:lnTo>
                    <a:pt x="2318" y="4365"/>
                  </a:lnTo>
                  <a:lnTo>
                    <a:pt x="2316" y="4375"/>
                  </a:lnTo>
                  <a:lnTo>
                    <a:pt x="2316" y="4375"/>
                  </a:lnTo>
                  <a:lnTo>
                    <a:pt x="2311" y="4393"/>
                  </a:lnTo>
                  <a:lnTo>
                    <a:pt x="2305" y="4408"/>
                  </a:lnTo>
                  <a:lnTo>
                    <a:pt x="2300" y="4423"/>
                  </a:lnTo>
                  <a:lnTo>
                    <a:pt x="2292" y="4438"/>
                  </a:lnTo>
                  <a:lnTo>
                    <a:pt x="2286" y="4452"/>
                  </a:lnTo>
                  <a:lnTo>
                    <a:pt x="2277" y="4463"/>
                  </a:lnTo>
                  <a:lnTo>
                    <a:pt x="2269" y="4475"/>
                  </a:lnTo>
                  <a:lnTo>
                    <a:pt x="2260" y="4485"/>
                  </a:lnTo>
                  <a:lnTo>
                    <a:pt x="2251" y="4495"/>
                  </a:lnTo>
                  <a:lnTo>
                    <a:pt x="2242" y="4504"/>
                  </a:lnTo>
                  <a:lnTo>
                    <a:pt x="2223" y="4519"/>
                  </a:lnTo>
                  <a:lnTo>
                    <a:pt x="2203" y="4532"/>
                  </a:lnTo>
                  <a:lnTo>
                    <a:pt x="2183" y="4541"/>
                  </a:lnTo>
                  <a:lnTo>
                    <a:pt x="2164" y="4550"/>
                  </a:lnTo>
                  <a:lnTo>
                    <a:pt x="2146" y="4555"/>
                  </a:lnTo>
                  <a:lnTo>
                    <a:pt x="2130" y="4560"/>
                  </a:lnTo>
                  <a:lnTo>
                    <a:pt x="2116" y="4563"/>
                  </a:lnTo>
                  <a:lnTo>
                    <a:pt x="2094" y="4565"/>
                  </a:lnTo>
                  <a:lnTo>
                    <a:pt x="2085" y="4565"/>
                  </a:lnTo>
                  <a:lnTo>
                    <a:pt x="2085" y="4565"/>
                  </a:lnTo>
                  <a:lnTo>
                    <a:pt x="596" y="4565"/>
                  </a:lnTo>
                  <a:lnTo>
                    <a:pt x="596" y="4565"/>
                  </a:lnTo>
                  <a:lnTo>
                    <a:pt x="578" y="4565"/>
                  </a:lnTo>
                  <a:lnTo>
                    <a:pt x="578" y="4565"/>
                  </a:lnTo>
                  <a:lnTo>
                    <a:pt x="264" y="4565"/>
                  </a:lnTo>
                  <a:lnTo>
                    <a:pt x="264" y="4565"/>
                  </a:lnTo>
                  <a:lnTo>
                    <a:pt x="220" y="4565"/>
                  </a:lnTo>
                  <a:lnTo>
                    <a:pt x="185" y="4564"/>
                  </a:lnTo>
                  <a:lnTo>
                    <a:pt x="155" y="4560"/>
                  </a:lnTo>
                  <a:lnTo>
                    <a:pt x="131" y="4556"/>
                  </a:lnTo>
                  <a:lnTo>
                    <a:pt x="109" y="4550"/>
                  </a:lnTo>
                  <a:lnTo>
                    <a:pt x="91" y="4542"/>
                  </a:lnTo>
                  <a:lnTo>
                    <a:pt x="75" y="4532"/>
                  </a:lnTo>
                  <a:lnTo>
                    <a:pt x="58" y="4519"/>
                  </a:lnTo>
                  <a:lnTo>
                    <a:pt x="58" y="4519"/>
                  </a:lnTo>
                  <a:lnTo>
                    <a:pt x="51" y="4512"/>
                  </a:lnTo>
                  <a:lnTo>
                    <a:pt x="44" y="4503"/>
                  </a:lnTo>
                  <a:lnTo>
                    <a:pt x="38" y="4492"/>
                  </a:lnTo>
                  <a:lnTo>
                    <a:pt x="33" y="4482"/>
                  </a:lnTo>
                  <a:lnTo>
                    <a:pt x="25" y="4459"/>
                  </a:lnTo>
                  <a:lnTo>
                    <a:pt x="19" y="4438"/>
                  </a:lnTo>
                  <a:lnTo>
                    <a:pt x="15" y="4417"/>
                  </a:lnTo>
                  <a:lnTo>
                    <a:pt x="12" y="4399"/>
                  </a:lnTo>
                  <a:lnTo>
                    <a:pt x="11" y="4384"/>
                  </a:lnTo>
                  <a:lnTo>
                    <a:pt x="11" y="4384"/>
                  </a:lnTo>
                  <a:lnTo>
                    <a:pt x="11" y="4333"/>
                  </a:lnTo>
                  <a:lnTo>
                    <a:pt x="11" y="4333"/>
                  </a:lnTo>
                  <a:lnTo>
                    <a:pt x="12" y="4233"/>
                  </a:lnTo>
                  <a:lnTo>
                    <a:pt x="12" y="4218"/>
                  </a:lnTo>
                  <a:lnTo>
                    <a:pt x="12" y="4218"/>
                  </a:lnTo>
                  <a:lnTo>
                    <a:pt x="39" y="4218"/>
                  </a:lnTo>
                  <a:lnTo>
                    <a:pt x="66" y="4215"/>
                  </a:lnTo>
                  <a:lnTo>
                    <a:pt x="93" y="4210"/>
                  </a:lnTo>
                  <a:lnTo>
                    <a:pt x="120" y="4204"/>
                  </a:lnTo>
                  <a:lnTo>
                    <a:pt x="144" y="4196"/>
                  </a:lnTo>
                  <a:lnTo>
                    <a:pt x="169" y="4184"/>
                  </a:lnTo>
                  <a:lnTo>
                    <a:pt x="192" y="4172"/>
                  </a:lnTo>
                  <a:lnTo>
                    <a:pt x="214" y="4158"/>
                  </a:lnTo>
                  <a:lnTo>
                    <a:pt x="214" y="4158"/>
                  </a:lnTo>
                  <a:lnTo>
                    <a:pt x="223" y="4149"/>
                  </a:lnTo>
                  <a:lnTo>
                    <a:pt x="231" y="4141"/>
                  </a:lnTo>
                  <a:lnTo>
                    <a:pt x="238" y="4131"/>
                  </a:lnTo>
                  <a:lnTo>
                    <a:pt x="245" y="4120"/>
                  </a:lnTo>
                  <a:lnTo>
                    <a:pt x="248" y="4110"/>
                  </a:lnTo>
                  <a:lnTo>
                    <a:pt x="254" y="4099"/>
                  </a:lnTo>
                  <a:lnTo>
                    <a:pt x="256" y="4086"/>
                  </a:lnTo>
                  <a:lnTo>
                    <a:pt x="259" y="4074"/>
                  </a:lnTo>
                  <a:lnTo>
                    <a:pt x="263" y="4049"/>
                  </a:lnTo>
                  <a:lnTo>
                    <a:pt x="264" y="4023"/>
                  </a:lnTo>
                  <a:lnTo>
                    <a:pt x="263" y="3998"/>
                  </a:lnTo>
                  <a:lnTo>
                    <a:pt x="260" y="3973"/>
                  </a:lnTo>
                  <a:lnTo>
                    <a:pt x="260" y="3973"/>
                  </a:lnTo>
                  <a:lnTo>
                    <a:pt x="257" y="3959"/>
                  </a:lnTo>
                  <a:lnTo>
                    <a:pt x="254" y="3947"/>
                  </a:lnTo>
                  <a:lnTo>
                    <a:pt x="250" y="3934"/>
                  </a:lnTo>
                  <a:lnTo>
                    <a:pt x="243" y="3922"/>
                  </a:lnTo>
                  <a:lnTo>
                    <a:pt x="237" y="3912"/>
                  </a:lnTo>
                  <a:lnTo>
                    <a:pt x="229" y="3902"/>
                  </a:lnTo>
                  <a:lnTo>
                    <a:pt x="220" y="3893"/>
                  </a:lnTo>
                  <a:lnTo>
                    <a:pt x="210" y="3884"/>
                  </a:lnTo>
                  <a:lnTo>
                    <a:pt x="200" y="3878"/>
                  </a:lnTo>
                  <a:lnTo>
                    <a:pt x="190" y="3870"/>
                  </a:lnTo>
                  <a:lnTo>
                    <a:pt x="178" y="3865"/>
                  </a:lnTo>
                  <a:lnTo>
                    <a:pt x="166" y="3860"/>
                  </a:lnTo>
                  <a:lnTo>
                    <a:pt x="154" y="3856"/>
                  </a:lnTo>
                  <a:lnTo>
                    <a:pt x="140" y="3852"/>
                  </a:lnTo>
                  <a:lnTo>
                    <a:pt x="127" y="3849"/>
                  </a:lnTo>
                  <a:lnTo>
                    <a:pt x="113" y="3848"/>
                  </a:lnTo>
                  <a:lnTo>
                    <a:pt x="113" y="3848"/>
                  </a:lnTo>
                  <a:lnTo>
                    <a:pt x="85" y="3844"/>
                  </a:lnTo>
                  <a:lnTo>
                    <a:pt x="60" y="3841"/>
                  </a:lnTo>
                  <a:lnTo>
                    <a:pt x="34" y="3835"/>
                  </a:lnTo>
                  <a:lnTo>
                    <a:pt x="9" y="3829"/>
                  </a:lnTo>
                  <a:lnTo>
                    <a:pt x="14" y="3814"/>
                  </a:lnTo>
                  <a:lnTo>
                    <a:pt x="14" y="3814"/>
                  </a:lnTo>
                  <a:lnTo>
                    <a:pt x="14" y="3633"/>
                  </a:lnTo>
                  <a:lnTo>
                    <a:pt x="14" y="3633"/>
                  </a:lnTo>
                  <a:lnTo>
                    <a:pt x="14" y="3521"/>
                  </a:lnTo>
                  <a:lnTo>
                    <a:pt x="16" y="3503"/>
                  </a:lnTo>
                  <a:lnTo>
                    <a:pt x="16" y="3503"/>
                  </a:lnTo>
                  <a:lnTo>
                    <a:pt x="29" y="3506"/>
                  </a:lnTo>
                  <a:lnTo>
                    <a:pt x="29" y="3506"/>
                  </a:lnTo>
                  <a:lnTo>
                    <a:pt x="49" y="3509"/>
                  </a:lnTo>
                  <a:lnTo>
                    <a:pt x="72" y="3511"/>
                  </a:lnTo>
                  <a:lnTo>
                    <a:pt x="95" y="3511"/>
                  </a:lnTo>
                  <a:lnTo>
                    <a:pt x="118" y="3509"/>
                  </a:lnTo>
                  <a:lnTo>
                    <a:pt x="141" y="3504"/>
                  </a:lnTo>
                  <a:lnTo>
                    <a:pt x="163" y="3498"/>
                  </a:lnTo>
                  <a:lnTo>
                    <a:pt x="183" y="3489"/>
                  </a:lnTo>
                  <a:lnTo>
                    <a:pt x="192" y="3484"/>
                  </a:lnTo>
                  <a:lnTo>
                    <a:pt x="201" y="3479"/>
                  </a:lnTo>
                  <a:lnTo>
                    <a:pt x="201" y="3479"/>
                  </a:lnTo>
                  <a:lnTo>
                    <a:pt x="209" y="3472"/>
                  </a:lnTo>
                  <a:lnTo>
                    <a:pt x="217" y="3465"/>
                  </a:lnTo>
                  <a:lnTo>
                    <a:pt x="231" y="3448"/>
                  </a:lnTo>
                  <a:lnTo>
                    <a:pt x="242" y="3431"/>
                  </a:lnTo>
                  <a:lnTo>
                    <a:pt x="255" y="3414"/>
                  </a:lnTo>
                  <a:lnTo>
                    <a:pt x="255" y="3414"/>
                  </a:lnTo>
                  <a:lnTo>
                    <a:pt x="265" y="3397"/>
                  </a:lnTo>
                  <a:lnTo>
                    <a:pt x="271" y="3380"/>
                  </a:lnTo>
                  <a:lnTo>
                    <a:pt x="277" y="3364"/>
                  </a:lnTo>
                  <a:lnTo>
                    <a:pt x="280" y="3345"/>
                  </a:lnTo>
                  <a:lnTo>
                    <a:pt x="280" y="3345"/>
                  </a:lnTo>
                  <a:lnTo>
                    <a:pt x="282" y="3323"/>
                  </a:lnTo>
                  <a:lnTo>
                    <a:pt x="280" y="3302"/>
                  </a:lnTo>
                  <a:lnTo>
                    <a:pt x="278" y="3283"/>
                  </a:lnTo>
                  <a:lnTo>
                    <a:pt x="274" y="3264"/>
                  </a:lnTo>
                  <a:lnTo>
                    <a:pt x="268" y="3245"/>
                  </a:lnTo>
                  <a:lnTo>
                    <a:pt x="260" y="3226"/>
                  </a:lnTo>
                  <a:lnTo>
                    <a:pt x="251" y="3208"/>
                  </a:lnTo>
                  <a:lnTo>
                    <a:pt x="240" y="3191"/>
                  </a:lnTo>
                  <a:lnTo>
                    <a:pt x="240" y="3191"/>
                  </a:lnTo>
                  <a:lnTo>
                    <a:pt x="227" y="3172"/>
                  </a:lnTo>
                  <a:lnTo>
                    <a:pt x="211" y="3154"/>
                  </a:lnTo>
                  <a:lnTo>
                    <a:pt x="196" y="3137"/>
                  </a:lnTo>
                  <a:lnTo>
                    <a:pt x="180" y="3121"/>
                  </a:lnTo>
                  <a:lnTo>
                    <a:pt x="163" y="3107"/>
                  </a:lnTo>
                  <a:lnTo>
                    <a:pt x="145" y="3093"/>
                  </a:lnTo>
                  <a:lnTo>
                    <a:pt x="108" y="3065"/>
                  </a:lnTo>
                  <a:lnTo>
                    <a:pt x="108" y="3065"/>
                  </a:lnTo>
                  <a:lnTo>
                    <a:pt x="54" y="3027"/>
                  </a:lnTo>
                  <a:lnTo>
                    <a:pt x="28" y="3010"/>
                  </a:lnTo>
                  <a:lnTo>
                    <a:pt x="0" y="2993"/>
                  </a:lnTo>
                  <a:lnTo>
                    <a:pt x="15" y="2987"/>
                  </a:lnTo>
                  <a:lnTo>
                    <a:pt x="15" y="2987"/>
                  </a:lnTo>
                  <a:lnTo>
                    <a:pt x="15" y="2934"/>
                  </a:lnTo>
                  <a:lnTo>
                    <a:pt x="15" y="2934"/>
                  </a:lnTo>
                  <a:lnTo>
                    <a:pt x="16" y="2818"/>
                  </a:lnTo>
                  <a:lnTo>
                    <a:pt x="16" y="2797"/>
                  </a:lnTo>
                  <a:lnTo>
                    <a:pt x="16" y="2797"/>
                  </a:lnTo>
                  <a:lnTo>
                    <a:pt x="29" y="2800"/>
                  </a:lnTo>
                  <a:lnTo>
                    <a:pt x="29" y="2800"/>
                  </a:lnTo>
                  <a:lnTo>
                    <a:pt x="49" y="2804"/>
                  </a:lnTo>
                  <a:lnTo>
                    <a:pt x="72" y="2805"/>
                  </a:lnTo>
                  <a:lnTo>
                    <a:pt x="95" y="2805"/>
                  </a:lnTo>
                  <a:lnTo>
                    <a:pt x="118" y="2804"/>
                  </a:lnTo>
                  <a:lnTo>
                    <a:pt x="141" y="2799"/>
                  </a:lnTo>
                  <a:lnTo>
                    <a:pt x="163" y="2792"/>
                  </a:lnTo>
                  <a:lnTo>
                    <a:pt x="183" y="2785"/>
                  </a:lnTo>
                  <a:lnTo>
                    <a:pt x="192" y="2778"/>
                  </a:lnTo>
                  <a:lnTo>
                    <a:pt x="201" y="2773"/>
                  </a:lnTo>
                  <a:lnTo>
                    <a:pt x="201" y="2773"/>
                  </a:lnTo>
                  <a:lnTo>
                    <a:pt x="209" y="2767"/>
                  </a:lnTo>
                  <a:lnTo>
                    <a:pt x="217" y="2759"/>
                  </a:lnTo>
                  <a:lnTo>
                    <a:pt x="231" y="2742"/>
                  </a:lnTo>
                  <a:lnTo>
                    <a:pt x="242" y="2726"/>
                  </a:lnTo>
                  <a:lnTo>
                    <a:pt x="255" y="2708"/>
                  </a:lnTo>
                  <a:lnTo>
                    <a:pt x="255" y="2708"/>
                  </a:lnTo>
                  <a:lnTo>
                    <a:pt x="265" y="2691"/>
                  </a:lnTo>
                  <a:lnTo>
                    <a:pt x="271" y="2675"/>
                  </a:lnTo>
                  <a:lnTo>
                    <a:pt x="277" y="2658"/>
                  </a:lnTo>
                  <a:lnTo>
                    <a:pt x="280" y="2639"/>
                  </a:lnTo>
                  <a:lnTo>
                    <a:pt x="280" y="2639"/>
                  </a:lnTo>
                  <a:lnTo>
                    <a:pt x="282" y="2617"/>
                  </a:lnTo>
                  <a:lnTo>
                    <a:pt x="280" y="2597"/>
                  </a:lnTo>
                  <a:lnTo>
                    <a:pt x="278" y="2578"/>
                  </a:lnTo>
                  <a:lnTo>
                    <a:pt x="274" y="2558"/>
                  </a:lnTo>
                  <a:lnTo>
                    <a:pt x="268" y="2539"/>
                  </a:lnTo>
                  <a:lnTo>
                    <a:pt x="260" y="2521"/>
                  </a:lnTo>
                  <a:lnTo>
                    <a:pt x="251" y="2503"/>
                  </a:lnTo>
                  <a:lnTo>
                    <a:pt x="240" y="2485"/>
                  </a:lnTo>
                  <a:lnTo>
                    <a:pt x="240" y="2485"/>
                  </a:lnTo>
                  <a:lnTo>
                    <a:pt x="227" y="2466"/>
                  </a:lnTo>
                  <a:lnTo>
                    <a:pt x="211" y="2448"/>
                  </a:lnTo>
                  <a:lnTo>
                    <a:pt x="196" y="2432"/>
                  </a:lnTo>
                  <a:lnTo>
                    <a:pt x="180" y="2415"/>
                  </a:lnTo>
                  <a:lnTo>
                    <a:pt x="163" y="2401"/>
                  </a:lnTo>
                  <a:lnTo>
                    <a:pt x="145" y="2387"/>
                  </a:lnTo>
                  <a:lnTo>
                    <a:pt x="108" y="2359"/>
                  </a:lnTo>
                  <a:lnTo>
                    <a:pt x="108" y="2359"/>
                  </a:lnTo>
                  <a:lnTo>
                    <a:pt x="54" y="2322"/>
                  </a:lnTo>
                  <a:lnTo>
                    <a:pt x="28" y="2304"/>
                  </a:lnTo>
                  <a:lnTo>
                    <a:pt x="0" y="2287"/>
                  </a:lnTo>
                  <a:lnTo>
                    <a:pt x="16" y="2272"/>
                  </a:lnTo>
                  <a:lnTo>
                    <a:pt x="16" y="2272"/>
                  </a:lnTo>
                  <a:lnTo>
                    <a:pt x="17" y="2048"/>
                  </a:lnTo>
                  <a:lnTo>
                    <a:pt x="17" y="2048"/>
                  </a:lnTo>
                  <a:lnTo>
                    <a:pt x="17" y="15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2" name="Freeform 33">
              <a:extLst>
                <a:ext uri="{FF2B5EF4-FFF2-40B4-BE49-F238E27FC236}">
                  <a16:creationId xmlns:a16="http://schemas.microsoft.com/office/drawing/2014/main" id="{89CAAE61-B059-0BE4-BDAF-8D85D758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553"/>
              <a:ext cx="72" cy="71"/>
            </a:xfrm>
            <a:custGeom>
              <a:avLst/>
              <a:gdLst>
                <a:gd name="T0" fmla="*/ 217 w 217"/>
                <a:gd name="T1" fmla="*/ 201 h 212"/>
                <a:gd name="T2" fmla="*/ 217 w 217"/>
                <a:gd name="T3" fmla="*/ 201 h 212"/>
                <a:gd name="T4" fmla="*/ 163 w 217"/>
                <a:gd name="T5" fmla="*/ 207 h 212"/>
                <a:gd name="T6" fmla="*/ 119 w 217"/>
                <a:gd name="T7" fmla="*/ 211 h 212"/>
                <a:gd name="T8" fmla="*/ 82 w 217"/>
                <a:gd name="T9" fmla="*/ 212 h 212"/>
                <a:gd name="T10" fmla="*/ 52 w 217"/>
                <a:gd name="T11" fmla="*/ 211 h 212"/>
                <a:gd name="T12" fmla="*/ 31 w 217"/>
                <a:gd name="T13" fmla="*/ 208 h 212"/>
                <a:gd name="T14" fmla="*/ 15 w 217"/>
                <a:gd name="T15" fmla="*/ 206 h 212"/>
                <a:gd name="T16" fmla="*/ 4 w 217"/>
                <a:gd name="T17" fmla="*/ 203 h 212"/>
                <a:gd name="T18" fmla="*/ 0 w 217"/>
                <a:gd name="T19" fmla="*/ 202 h 212"/>
                <a:gd name="T20" fmla="*/ 0 w 217"/>
                <a:gd name="T21" fmla="*/ 202 h 212"/>
                <a:gd name="T22" fmla="*/ 5 w 217"/>
                <a:gd name="T23" fmla="*/ 178 h 212"/>
                <a:gd name="T24" fmla="*/ 12 w 217"/>
                <a:gd name="T25" fmla="*/ 152 h 212"/>
                <a:gd name="T26" fmla="*/ 19 w 217"/>
                <a:gd name="T27" fmla="*/ 126 h 212"/>
                <a:gd name="T28" fmla="*/ 24 w 217"/>
                <a:gd name="T29" fmla="*/ 101 h 212"/>
                <a:gd name="T30" fmla="*/ 24 w 217"/>
                <a:gd name="T31" fmla="*/ 101 h 212"/>
                <a:gd name="T32" fmla="*/ 31 w 217"/>
                <a:gd name="T33" fmla="*/ 77 h 212"/>
                <a:gd name="T34" fmla="*/ 37 w 217"/>
                <a:gd name="T35" fmla="*/ 51 h 212"/>
                <a:gd name="T36" fmla="*/ 45 w 217"/>
                <a:gd name="T37" fmla="*/ 27 h 212"/>
                <a:gd name="T38" fmla="*/ 54 w 217"/>
                <a:gd name="T39" fmla="*/ 2 h 212"/>
                <a:gd name="T40" fmla="*/ 58 w 217"/>
                <a:gd name="T41" fmla="*/ 0 h 212"/>
                <a:gd name="T42" fmla="*/ 58 w 217"/>
                <a:gd name="T43" fmla="*/ 0 h 212"/>
                <a:gd name="T44" fmla="*/ 100 w 217"/>
                <a:gd name="T45" fmla="*/ 49 h 212"/>
                <a:gd name="T46" fmla="*/ 142 w 217"/>
                <a:gd name="T47" fmla="*/ 98 h 212"/>
                <a:gd name="T48" fmla="*/ 181 w 217"/>
                <a:gd name="T49" fmla="*/ 149 h 212"/>
                <a:gd name="T50" fmla="*/ 199 w 217"/>
                <a:gd name="T51" fmla="*/ 175 h 212"/>
                <a:gd name="T52" fmla="*/ 217 w 217"/>
                <a:gd name="T53" fmla="*/ 201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7" h="212">
                  <a:moveTo>
                    <a:pt x="217" y="201"/>
                  </a:moveTo>
                  <a:lnTo>
                    <a:pt x="217" y="201"/>
                  </a:lnTo>
                  <a:lnTo>
                    <a:pt x="163" y="207"/>
                  </a:lnTo>
                  <a:lnTo>
                    <a:pt x="119" y="211"/>
                  </a:lnTo>
                  <a:lnTo>
                    <a:pt x="82" y="212"/>
                  </a:lnTo>
                  <a:lnTo>
                    <a:pt x="52" y="211"/>
                  </a:lnTo>
                  <a:lnTo>
                    <a:pt x="31" y="208"/>
                  </a:lnTo>
                  <a:lnTo>
                    <a:pt x="15" y="206"/>
                  </a:lnTo>
                  <a:lnTo>
                    <a:pt x="4" y="203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5" y="178"/>
                  </a:lnTo>
                  <a:lnTo>
                    <a:pt x="12" y="152"/>
                  </a:lnTo>
                  <a:lnTo>
                    <a:pt x="19" y="126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31" y="77"/>
                  </a:lnTo>
                  <a:lnTo>
                    <a:pt x="37" y="51"/>
                  </a:lnTo>
                  <a:lnTo>
                    <a:pt x="45" y="27"/>
                  </a:lnTo>
                  <a:lnTo>
                    <a:pt x="54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100" y="49"/>
                  </a:lnTo>
                  <a:lnTo>
                    <a:pt x="142" y="98"/>
                  </a:lnTo>
                  <a:lnTo>
                    <a:pt x="181" y="149"/>
                  </a:lnTo>
                  <a:lnTo>
                    <a:pt x="199" y="175"/>
                  </a:lnTo>
                  <a:lnTo>
                    <a:pt x="217" y="20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3" name="Freeform 34">
              <a:extLst>
                <a:ext uri="{FF2B5EF4-FFF2-40B4-BE49-F238E27FC236}">
                  <a16:creationId xmlns:a16="http://schemas.microsoft.com/office/drawing/2014/main" id="{F58034C6-F695-0A1C-72FE-BB22F701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553"/>
              <a:ext cx="72" cy="71"/>
            </a:xfrm>
            <a:custGeom>
              <a:avLst/>
              <a:gdLst>
                <a:gd name="T0" fmla="*/ 217 w 217"/>
                <a:gd name="T1" fmla="*/ 201 h 212"/>
                <a:gd name="T2" fmla="*/ 217 w 217"/>
                <a:gd name="T3" fmla="*/ 201 h 212"/>
                <a:gd name="T4" fmla="*/ 163 w 217"/>
                <a:gd name="T5" fmla="*/ 207 h 212"/>
                <a:gd name="T6" fmla="*/ 119 w 217"/>
                <a:gd name="T7" fmla="*/ 211 h 212"/>
                <a:gd name="T8" fmla="*/ 82 w 217"/>
                <a:gd name="T9" fmla="*/ 212 h 212"/>
                <a:gd name="T10" fmla="*/ 52 w 217"/>
                <a:gd name="T11" fmla="*/ 211 h 212"/>
                <a:gd name="T12" fmla="*/ 31 w 217"/>
                <a:gd name="T13" fmla="*/ 208 h 212"/>
                <a:gd name="T14" fmla="*/ 15 w 217"/>
                <a:gd name="T15" fmla="*/ 206 h 212"/>
                <a:gd name="T16" fmla="*/ 4 w 217"/>
                <a:gd name="T17" fmla="*/ 203 h 212"/>
                <a:gd name="T18" fmla="*/ 0 w 217"/>
                <a:gd name="T19" fmla="*/ 202 h 212"/>
                <a:gd name="T20" fmla="*/ 0 w 217"/>
                <a:gd name="T21" fmla="*/ 202 h 212"/>
                <a:gd name="T22" fmla="*/ 5 w 217"/>
                <a:gd name="T23" fmla="*/ 178 h 212"/>
                <a:gd name="T24" fmla="*/ 12 w 217"/>
                <a:gd name="T25" fmla="*/ 152 h 212"/>
                <a:gd name="T26" fmla="*/ 19 w 217"/>
                <a:gd name="T27" fmla="*/ 126 h 212"/>
                <a:gd name="T28" fmla="*/ 24 w 217"/>
                <a:gd name="T29" fmla="*/ 101 h 212"/>
                <a:gd name="T30" fmla="*/ 24 w 217"/>
                <a:gd name="T31" fmla="*/ 101 h 212"/>
                <a:gd name="T32" fmla="*/ 31 w 217"/>
                <a:gd name="T33" fmla="*/ 77 h 212"/>
                <a:gd name="T34" fmla="*/ 37 w 217"/>
                <a:gd name="T35" fmla="*/ 51 h 212"/>
                <a:gd name="T36" fmla="*/ 45 w 217"/>
                <a:gd name="T37" fmla="*/ 27 h 212"/>
                <a:gd name="T38" fmla="*/ 54 w 217"/>
                <a:gd name="T39" fmla="*/ 2 h 212"/>
                <a:gd name="T40" fmla="*/ 58 w 217"/>
                <a:gd name="T41" fmla="*/ 0 h 212"/>
                <a:gd name="T42" fmla="*/ 58 w 217"/>
                <a:gd name="T43" fmla="*/ 0 h 212"/>
                <a:gd name="T44" fmla="*/ 100 w 217"/>
                <a:gd name="T45" fmla="*/ 49 h 212"/>
                <a:gd name="T46" fmla="*/ 142 w 217"/>
                <a:gd name="T47" fmla="*/ 98 h 212"/>
                <a:gd name="T48" fmla="*/ 181 w 217"/>
                <a:gd name="T49" fmla="*/ 149 h 212"/>
                <a:gd name="T50" fmla="*/ 199 w 217"/>
                <a:gd name="T51" fmla="*/ 175 h 212"/>
                <a:gd name="T52" fmla="*/ 217 w 217"/>
                <a:gd name="T53" fmla="*/ 201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7" h="212">
                  <a:moveTo>
                    <a:pt x="217" y="201"/>
                  </a:moveTo>
                  <a:lnTo>
                    <a:pt x="217" y="201"/>
                  </a:lnTo>
                  <a:lnTo>
                    <a:pt x="163" y="207"/>
                  </a:lnTo>
                  <a:lnTo>
                    <a:pt x="119" y="211"/>
                  </a:lnTo>
                  <a:lnTo>
                    <a:pt x="82" y="212"/>
                  </a:lnTo>
                  <a:lnTo>
                    <a:pt x="52" y="211"/>
                  </a:lnTo>
                  <a:lnTo>
                    <a:pt x="31" y="208"/>
                  </a:lnTo>
                  <a:lnTo>
                    <a:pt x="15" y="206"/>
                  </a:lnTo>
                  <a:lnTo>
                    <a:pt x="4" y="203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5" y="178"/>
                  </a:lnTo>
                  <a:lnTo>
                    <a:pt x="12" y="152"/>
                  </a:lnTo>
                  <a:lnTo>
                    <a:pt x="19" y="126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31" y="77"/>
                  </a:lnTo>
                  <a:lnTo>
                    <a:pt x="37" y="51"/>
                  </a:lnTo>
                  <a:lnTo>
                    <a:pt x="45" y="27"/>
                  </a:lnTo>
                  <a:lnTo>
                    <a:pt x="54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100" y="49"/>
                  </a:lnTo>
                  <a:lnTo>
                    <a:pt x="142" y="98"/>
                  </a:lnTo>
                  <a:lnTo>
                    <a:pt x="181" y="149"/>
                  </a:lnTo>
                  <a:lnTo>
                    <a:pt x="199" y="175"/>
                  </a:lnTo>
                  <a:lnTo>
                    <a:pt x="217" y="20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4" name="Freeform 35">
              <a:extLst>
                <a:ext uri="{FF2B5EF4-FFF2-40B4-BE49-F238E27FC236}">
                  <a16:creationId xmlns:a16="http://schemas.microsoft.com/office/drawing/2014/main" id="{1A5CCF9B-5518-60D3-94FB-55361E0E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77"/>
              <a:ext cx="222" cy="235"/>
            </a:xfrm>
            <a:custGeom>
              <a:avLst/>
              <a:gdLst>
                <a:gd name="T0" fmla="*/ 398 w 664"/>
                <a:gd name="T1" fmla="*/ 589 h 705"/>
                <a:gd name="T2" fmla="*/ 397 w 664"/>
                <a:gd name="T3" fmla="*/ 705 h 705"/>
                <a:gd name="T4" fmla="*/ 393 w 664"/>
                <a:gd name="T5" fmla="*/ 705 h 705"/>
                <a:gd name="T6" fmla="*/ 346 w 664"/>
                <a:gd name="T7" fmla="*/ 666 h 705"/>
                <a:gd name="T8" fmla="*/ 292 w 664"/>
                <a:gd name="T9" fmla="*/ 626 h 705"/>
                <a:gd name="T10" fmla="*/ 186 w 664"/>
                <a:gd name="T11" fmla="*/ 554 h 705"/>
                <a:gd name="T12" fmla="*/ 157 w 664"/>
                <a:gd name="T13" fmla="*/ 534 h 705"/>
                <a:gd name="T14" fmla="*/ 96 w 664"/>
                <a:gd name="T15" fmla="*/ 489 h 705"/>
                <a:gd name="T16" fmla="*/ 68 w 664"/>
                <a:gd name="T17" fmla="*/ 462 h 705"/>
                <a:gd name="T18" fmla="*/ 43 w 664"/>
                <a:gd name="T19" fmla="*/ 434 h 705"/>
                <a:gd name="T20" fmla="*/ 23 w 664"/>
                <a:gd name="T21" fmla="*/ 405 h 705"/>
                <a:gd name="T22" fmla="*/ 9 w 664"/>
                <a:gd name="T23" fmla="*/ 372 h 705"/>
                <a:gd name="T24" fmla="*/ 1 w 664"/>
                <a:gd name="T25" fmla="*/ 336 h 705"/>
                <a:gd name="T26" fmla="*/ 0 w 664"/>
                <a:gd name="T27" fmla="*/ 318 h 705"/>
                <a:gd name="T28" fmla="*/ 1 w 664"/>
                <a:gd name="T29" fmla="*/ 283 h 705"/>
                <a:gd name="T30" fmla="*/ 5 w 664"/>
                <a:gd name="T31" fmla="*/ 250 h 705"/>
                <a:gd name="T32" fmla="*/ 14 w 664"/>
                <a:gd name="T33" fmla="*/ 218 h 705"/>
                <a:gd name="T34" fmla="*/ 33 w 664"/>
                <a:gd name="T35" fmla="*/ 172 h 705"/>
                <a:gd name="T36" fmla="*/ 66 w 664"/>
                <a:gd name="T37" fmla="*/ 113 h 705"/>
                <a:gd name="T38" fmla="*/ 87 w 664"/>
                <a:gd name="T39" fmla="*/ 85 h 705"/>
                <a:gd name="T40" fmla="*/ 120 w 664"/>
                <a:gd name="T41" fmla="*/ 43 h 705"/>
                <a:gd name="T42" fmla="*/ 145 w 664"/>
                <a:gd name="T43" fmla="*/ 21 h 705"/>
                <a:gd name="T44" fmla="*/ 176 w 664"/>
                <a:gd name="T45" fmla="*/ 6 h 705"/>
                <a:gd name="T46" fmla="*/ 194 w 664"/>
                <a:gd name="T47" fmla="*/ 2 h 705"/>
                <a:gd name="T48" fmla="*/ 225 w 664"/>
                <a:gd name="T49" fmla="*/ 0 h 705"/>
                <a:gd name="T50" fmla="*/ 255 w 664"/>
                <a:gd name="T51" fmla="*/ 2 h 705"/>
                <a:gd name="T52" fmla="*/ 283 w 664"/>
                <a:gd name="T53" fmla="*/ 10 h 705"/>
                <a:gd name="T54" fmla="*/ 311 w 664"/>
                <a:gd name="T55" fmla="*/ 20 h 705"/>
                <a:gd name="T56" fmla="*/ 347 w 664"/>
                <a:gd name="T57" fmla="*/ 38 h 705"/>
                <a:gd name="T58" fmla="*/ 382 w 664"/>
                <a:gd name="T59" fmla="*/ 58 h 705"/>
                <a:gd name="T60" fmla="*/ 436 w 664"/>
                <a:gd name="T61" fmla="*/ 93 h 705"/>
                <a:gd name="T62" fmla="*/ 490 w 664"/>
                <a:gd name="T63" fmla="*/ 130 h 705"/>
                <a:gd name="T64" fmla="*/ 545 w 664"/>
                <a:gd name="T65" fmla="*/ 172 h 705"/>
                <a:gd name="T66" fmla="*/ 578 w 664"/>
                <a:gd name="T67" fmla="*/ 203 h 705"/>
                <a:gd name="T68" fmla="*/ 609 w 664"/>
                <a:gd name="T69" fmla="*/ 237 h 705"/>
                <a:gd name="T70" fmla="*/ 622 w 664"/>
                <a:gd name="T71" fmla="*/ 256 h 705"/>
                <a:gd name="T72" fmla="*/ 642 w 664"/>
                <a:gd name="T73" fmla="*/ 292 h 705"/>
                <a:gd name="T74" fmla="*/ 656 w 664"/>
                <a:gd name="T75" fmla="*/ 329 h 705"/>
                <a:gd name="T76" fmla="*/ 662 w 664"/>
                <a:gd name="T77" fmla="*/ 368 h 705"/>
                <a:gd name="T78" fmla="*/ 662 w 664"/>
                <a:gd name="T79" fmla="*/ 410 h 705"/>
                <a:gd name="T80" fmla="*/ 659 w 664"/>
                <a:gd name="T81" fmla="*/ 429 h 705"/>
                <a:gd name="T82" fmla="*/ 647 w 664"/>
                <a:gd name="T83" fmla="*/ 462 h 705"/>
                <a:gd name="T84" fmla="*/ 637 w 664"/>
                <a:gd name="T85" fmla="*/ 479 h 705"/>
                <a:gd name="T86" fmla="*/ 613 w 664"/>
                <a:gd name="T87" fmla="*/ 513 h 705"/>
                <a:gd name="T88" fmla="*/ 591 w 664"/>
                <a:gd name="T89" fmla="*/ 538 h 705"/>
                <a:gd name="T90" fmla="*/ 583 w 664"/>
                <a:gd name="T91" fmla="*/ 544 h 705"/>
                <a:gd name="T92" fmla="*/ 565 w 664"/>
                <a:gd name="T93" fmla="*/ 556 h 705"/>
                <a:gd name="T94" fmla="*/ 523 w 664"/>
                <a:gd name="T95" fmla="*/ 570 h 705"/>
                <a:gd name="T96" fmla="*/ 477 w 664"/>
                <a:gd name="T97" fmla="*/ 576 h 705"/>
                <a:gd name="T98" fmla="*/ 431 w 664"/>
                <a:gd name="T99" fmla="*/ 575 h 705"/>
                <a:gd name="T100" fmla="*/ 411 w 664"/>
                <a:gd name="T101" fmla="*/ 57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4" h="705">
                  <a:moveTo>
                    <a:pt x="398" y="568"/>
                  </a:moveTo>
                  <a:lnTo>
                    <a:pt x="398" y="589"/>
                  </a:lnTo>
                  <a:lnTo>
                    <a:pt x="398" y="589"/>
                  </a:lnTo>
                  <a:lnTo>
                    <a:pt x="397" y="705"/>
                  </a:lnTo>
                  <a:lnTo>
                    <a:pt x="393" y="705"/>
                  </a:lnTo>
                  <a:lnTo>
                    <a:pt x="393" y="705"/>
                  </a:lnTo>
                  <a:lnTo>
                    <a:pt x="371" y="686"/>
                  </a:lnTo>
                  <a:lnTo>
                    <a:pt x="346" y="666"/>
                  </a:lnTo>
                  <a:lnTo>
                    <a:pt x="319" y="646"/>
                  </a:lnTo>
                  <a:lnTo>
                    <a:pt x="292" y="626"/>
                  </a:lnTo>
                  <a:lnTo>
                    <a:pt x="236" y="588"/>
                  </a:lnTo>
                  <a:lnTo>
                    <a:pt x="186" y="554"/>
                  </a:lnTo>
                  <a:lnTo>
                    <a:pt x="186" y="554"/>
                  </a:lnTo>
                  <a:lnTo>
                    <a:pt x="157" y="534"/>
                  </a:lnTo>
                  <a:lnTo>
                    <a:pt x="126" y="512"/>
                  </a:lnTo>
                  <a:lnTo>
                    <a:pt x="96" y="489"/>
                  </a:lnTo>
                  <a:lnTo>
                    <a:pt x="82" y="476"/>
                  </a:lnTo>
                  <a:lnTo>
                    <a:pt x="68" y="462"/>
                  </a:lnTo>
                  <a:lnTo>
                    <a:pt x="55" y="449"/>
                  </a:lnTo>
                  <a:lnTo>
                    <a:pt x="43" y="434"/>
                  </a:lnTo>
                  <a:lnTo>
                    <a:pt x="32" y="420"/>
                  </a:lnTo>
                  <a:lnTo>
                    <a:pt x="23" y="405"/>
                  </a:lnTo>
                  <a:lnTo>
                    <a:pt x="15" y="388"/>
                  </a:lnTo>
                  <a:lnTo>
                    <a:pt x="9" y="372"/>
                  </a:lnTo>
                  <a:lnTo>
                    <a:pt x="4" y="354"/>
                  </a:lnTo>
                  <a:lnTo>
                    <a:pt x="1" y="336"/>
                  </a:lnTo>
                  <a:lnTo>
                    <a:pt x="1" y="336"/>
                  </a:lnTo>
                  <a:lnTo>
                    <a:pt x="0" y="318"/>
                  </a:lnTo>
                  <a:lnTo>
                    <a:pt x="0" y="300"/>
                  </a:lnTo>
                  <a:lnTo>
                    <a:pt x="1" y="283"/>
                  </a:lnTo>
                  <a:lnTo>
                    <a:pt x="3" y="267"/>
                  </a:lnTo>
                  <a:lnTo>
                    <a:pt x="5" y="250"/>
                  </a:lnTo>
                  <a:lnTo>
                    <a:pt x="9" y="233"/>
                  </a:lnTo>
                  <a:lnTo>
                    <a:pt x="14" y="218"/>
                  </a:lnTo>
                  <a:lnTo>
                    <a:pt x="20" y="203"/>
                  </a:lnTo>
                  <a:lnTo>
                    <a:pt x="33" y="172"/>
                  </a:lnTo>
                  <a:lnTo>
                    <a:pt x="48" y="143"/>
                  </a:lnTo>
                  <a:lnTo>
                    <a:pt x="66" y="113"/>
                  </a:lnTo>
                  <a:lnTo>
                    <a:pt x="87" y="85"/>
                  </a:lnTo>
                  <a:lnTo>
                    <a:pt x="87" y="85"/>
                  </a:lnTo>
                  <a:lnTo>
                    <a:pt x="108" y="56"/>
                  </a:lnTo>
                  <a:lnTo>
                    <a:pt x="120" y="43"/>
                  </a:lnTo>
                  <a:lnTo>
                    <a:pt x="133" y="31"/>
                  </a:lnTo>
                  <a:lnTo>
                    <a:pt x="145" y="21"/>
                  </a:lnTo>
                  <a:lnTo>
                    <a:pt x="159" y="12"/>
                  </a:lnTo>
                  <a:lnTo>
                    <a:pt x="176" y="6"/>
                  </a:lnTo>
                  <a:lnTo>
                    <a:pt x="194" y="2"/>
                  </a:lnTo>
                  <a:lnTo>
                    <a:pt x="194" y="2"/>
                  </a:lnTo>
                  <a:lnTo>
                    <a:pt x="209" y="0"/>
                  </a:lnTo>
                  <a:lnTo>
                    <a:pt x="225" y="0"/>
                  </a:lnTo>
                  <a:lnTo>
                    <a:pt x="240" y="1"/>
                  </a:lnTo>
                  <a:lnTo>
                    <a:pt x="255" y="2"/>
                  </a:lnTo>
                  <a:lnTo>
                    <a:pt x="269" y="6"/>
                  </a:lnTo>
                  <a:lnTo>
                    <a:pt x="283" y="10"/>
                  </a:lnTo>
                  <a:lnTo>
                    <a:pt x="297" y="15"/>
                  </a:lnTo>
                  <a:lnTo>
                    <a:pt x="311" y="20"/>
                  </a:lnTo>
                  <a:lnTo>
                    <a:pt x="311" y="20"/>
                  </a:lnTo>
                  <a:lnTo>
                    <a:pt x="347" y="38"/>
                  </a:lnTo>
                  <a:lnTo>
                    <a:pt x="382" y="58"/>
                  </a:lnTo>
                  <a:lnTo>
                    <a:pt x="382" y="58"/>
                  </a:lnTo>
                  <a:lnTo>
                    <a:pt x="410" y="75"/>
                  </a:lnTo>
                  <a:lnTo>
                    <a:pt x="436" y="93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527" y="158"/>
                  </a:lnTo>
                  <a:lnTo>
                    <a:pt x="545" y="172"/>
                  </a:lnTo>
                  <a:lnTo>
                    <a:pt x="562" y="186"/>
                  </a:lnTo>
                  <a:lnTo>
                    <a:pt x="578" y="203"/>
                  </a:lnTo>
                  <a:lnTo>
                    <a:pt x="593" y="219"/>
                  </a:lnTo>
                  <a:lnTo>
                    <a:pt x="609" y="237"/>
                  </a:lnTo>
                  <a:lnTo>
                    <a:pt x="622" y="256"/>
                  </a:lnTo>
                  <a:lnTo>
                    <a:pt x="622" y="256"/>
                  </a:lnTo>
                  <a:lnTo>
                    <a:pt x="633" y="274"/>
                  </a:lnTo>
                  <a:lnTo>
                    <a:pt x="642" y="292"/>
                  </a:lnTo>
                  <a:lnTo>
                    <a:pt x="650" y="310"/>
                  </a:lnTo>
                  <a:lnTo>
                    <a:pt x="656" y="329"/>
                  </a:lnTo>
                  <a:lnTo>
                    <a:pt x="660" y="349"/>
                  </a:lnTo>
                  <a:lnTo>
                    <a:pt x="662" y="368"/>
                  </a:lnTo>
                  <a:lnTo>
                    <a:pt x="664" y="38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59" y="429"/>
                  </a:lnTo>
                  <a:lnTo>
                    <a:pt x="653" y="446"/>
                  </a:lnTo>
                  <a:lnTo>
                    <a:pt x="647" y="462"/>
                  </a:lnTo>
                  <a:lnTo>
                    <a:pt x="637" y="479"/>
                  </a:lnTo>
                  <a:lnTo>
                    <a:pt x="637" y="479"/>
                  </a:lnTo>
                  <a:lnTo>
                    <a:pt x="624" y="497"/>
                  </a:lnTo>
                  <a:lnTo>
                    <a:pt x="613" y="513"/>
                  </a:lnTo>
                  <a:lnTo>
                    <a:pt x="599" y="530"/>
                  </a:lnTo>
                  <a:lnTo>
                    <a:pt x="591" y="538"/>
                  </a:lnTo>
                  <a:lnTo>
                    <a:pt x="583" y="544"/>
                  </a:lnTo>
                  <a:lnTo>
                    <a:pt x="583" y="544"/>
                  </a:lnTo>
                  <a:lnTo>
                    <a:pt x="574" y="549"/>
                  </a:lnTo>
                  <a:lnTo>
                    <a:pt x="565" y="556"/>
                  </a:lnTo>
                  <a:lnTo>
                    <a:pt x="545" y="563"/>
                  </a:lnTo>
                  <a:lnTo>
                    <a:pt x="523" y="570"/>
                  </a:lnTo>
                  <a:lnTo>
                    <a:pt x="500" y="575"/>
                  </a:lnTo>
                  <a:lnTo>
                    <a:pt x="477" y="576"/>
                  </a:lnTo>
                  <a:lnTo>
                    <a:pt x="454" y="576"/>
                  </a:lnTo>
                  <a:lnTo>
                    <a:pt x="431" y="575"/>
                  </a:lnTo>
                  <a:lnTo>
                    <a:pt x="411" y="571"/>
                  </a:lnTo>
                  <a:lnTo>
                    <a:pt x="411" y="571"/>
                  </a:lnTo>
                  <a:lnTo>
                    <a:pt x="398" y="5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5" name="Freeform 36">
              <a:extLst>
                <a:ext uri="{FF2B5EF4-FFF2-40B4-BE49-F238E27FC236}">
                  <a16:creationId xmlns:a16="http://schemas.microsoft.com/office/drawing/2014/main" id="{7E397E3B-D612-EC50-0E53-347A5536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477"/>
              <a:ext cx="222" cy="235"/>
            </a:xfrm>
            <a:custGeom>
              <a:avLst/>
              <a:gdLst>
                <a:gd name="T0" fmla="*/ 398 w 664"/>
                <a:gd name="T1" fmla="*/ 589 h 705"/>
                <a:gd name="T2" fmla="*/ 397 w 664"/>
                <a:gd name="T3" fmla="*/ 705 h 705"/>
                <a:gd name="T4" fmla="*/ 393 w 664"/>
                <a:gd name="T5" fmla="*/ 705 h 705"/>
                <a:gd name="T6" fmla="*/ 346 w 664"/>
                <a:gd name="T7" fmla="*/ 666 h 705"/>
                <a:gd name="T8" fmla="*/ 292 w 664"/>
                <a:gd name="T9" fmla="*/ 626 h 705"/>
                <a:gd name="T10" fmla="*/ 186 w 664"/>
                <a:gd name="T11" fmla="*/ 554 h 705"/>
                <a:gd name="T12" fmla="*/ 157 w 664"/>
                <a:gd name="T13" fmla="*/ 534 h 705"/>
                <a:gd name="T14" fmla="*/ 96 w 664"/>
                <a:gd name="T15" fmla="*/ 489 h 705"/>
                <a:gd name="T16" fmla="*/ 68 w 664"/>
                <a:gd name="T17" fmla="*/ 462 h 705"/>
                <a:gd name="T18" fmla="*/ 43 w 664"/>
                <a:gd name="T19" fmla="*/ 434 h 705"/>
                <a:gd name="T20" fmla="*/ 23 w 664"/>
                <a:gd name="T21" fmla="*/ 405 h 705"/>
                <a:gd name="T22" fmla="*/ 9 w 664"/>
                <a:gd name="T23" fmla="*/ 372 h 705"/>
                <a:gd name="T24" fmla="*/ 1 w 664"/>
                <a:gd name="T25" fmla="*/ 336 h 705"/>
                <a:gd name="T26" fmla="*/ 0 w 664"/>
                <a:gd name="T27" fmla="*/ 318 h 705"/>
                <a:gd name="T28" fmla="*/ 1 w 664"/>
                <a:gd name="T29" fmla="*/ 283 h 705"/>
                <a:gd name="T30" fmla="*/ 5 w 664"/>
                <a:gd name="T31" fmla="*/ 250 h 705"/>
                <a:gd name="T32" fmla="*/ 14 w 664"/>
                <a:gd name="T33" fmla="*/ 218 h 705"/>
                <a:gd name="T34" fmla="*/ 33 w 664"/>
                <a:gd name="T35" fmla="*/ 172 h 705"/>
                <a:gd name="T36" fmla="*/ 66 w 664"/>
                <a:gd name="T37" fmla="*/ 113 h 705"/>
                <a:gd name="T38" fmla="*/ 87 w 664"/>
                <a:gd name="T39" fmla="*/ 85 h 705"/>
                <a:gd name="T40" fmla="*/ 120 w 664"/>
                <a:gd name="T41" fmla="*/ 43 h 705"/>
                <a:gd name="T42" fmla="*/ 145 w 664"/>
                <a:gd name="T43" fmla="*/ 21 h 705"/>
                <a:gd name="T44" fmla="*/ 176 w 664"/>
                <a:gd name="T45" fmla="*/ 6 h 705"/>
                <a:gd name="T46" fmla="*/ 194 w 664"/>
                <a:gd name="T47" fmla="*/ 2 h 705"/>
                <a:gd name="T48" fmla="*/ 225 w 664"/>
                <a:gd name="T49" fmla="*/ 0 h 705"/>
                <a:gd name="T50" fmla="*/ 255 w 664"/>
                <a:gd name="T51" fmla="*/ 2 h 705"/>
                <a:gd name="T52" fmla="*/ 283 w 664"/>
                <a:gd name="T53" fmla="*/ 10 h 705"/>
                <a:gd name="T54" fmla="*/ 311 w 664"/>
                <a:gd name="T55" fmla="*/ 20 h 705"/>
                <a:gd name="T56" fmla="*/ 347 w 664"/>
                <a:gd name="T57" fmla="*/ 38 h 705"/>
                <a:gd name="T58" fmla="*/ 382 w 664"/>
                <a:gd name="T59" fmla="*/ 58 h 705"/>
                <a:gd name="T60" fmla="*/ 436 w 664"/>
                <a:gd name="T61" fmla="*/ 93 h 705"/>
                <a:gd name="T62" fmla="*/ 490 w 664"/>
                <a:gd name="T63" fmla="*/ 130 h 705"/>
                <a:gd name="T64" fmla="*/ 545 w 664"/>
                <a:gd name="T65" fmla="*/ 172 h 705"/>
                <a:gd name="T66" fmla="*/ 578 w 664"/>
                <a:gd name="T67" fmla="*/ 203 h 705"/>
                <a:gd name="T68" fmla="*/ 609 w 664"/>
                <a:gd name="T69" fmla="*/ 237 h 705"/>
                <a:gd name="T70" fmla="*/ 622 w 664"/>
                <a:gd name="T71" fmla="*/ 256 h 705"/>
                <a:gd name="T72" fmla="*/ 642 w 664"/>
                <a:gd name="T73" fmla="*/ 292 h 705"/>
                <a:gd name="T74" fmla="*/ 656 w 664"/>
                <a:gd name="T75" fmla="*/ 329 h 705"/>
                <a:gd name="T76" fmla="*/ 662 w 664"/>
                <a:gd name="T77" fmla="*/ 368 h 705"/>
                <a:gd name="T78" fmla="*/ 662 w 664"/>
                <a:gd name="T79" fmla="*/ 410 h 705"/>
                <a:gd name="T80" fmla="*/ 659 w 664"/>
                <a:gd name="T81" fmla="*/ 429 h 705"/>
                <a:gd name="T82" fmla="*/ 647 w 664"/>
                <a:gd name="T83" fmla="*/ 462 h 705"/>
                <a:gd name="T84" fmla="*/ 637 w 664"/>
                <a:gd name="T85" fmla="*/ 479 h 705"/>
                <a:gd name="T86" fmla="*/ 613 w 664"/>
                <a:gd name="T87" fmla="*/ 513 h 705"/>
                <a:gd name="T88" fmla="*/ 591 w 664"/>
                <a:gd name="T89" fmla="*/ 538 h 705"/>
                <a:gd name="T90" fmla="*/ 583 w 664"/>
                <a:gd name="T91" fmla="*/ 544 h 705"/>
                <a:gd name="T92" fmla="*/ 565 w 664"/>
                <a:gd name="T93" fmla="*/ 556 h 705"/>
                <a:gd name="T94" fmla="*/ 523 w 664"/>
                <a:gd name="T95" fmla="*/ 570 h 705"/>
                <a:gd name="T96" fmla="*/ 477 w 664"/>
                <a:gd name="T97" fmla="*/ 576 h 705"/>
                <a:gd name="T98" fmla="*/ 431 w 664"/>
                <a:gd name="T99" fmla="*/ 575 h 705"/>
                <a:gd name="T100" fmla="*/ 411 w 664"/>
                <a:gd name="T101" fmla="*/ 57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4" h="705">
                  <a:moveTo>
                    <a:pt x="398" y="568"/>
                  </a:moveTo>
                  <a:lnTo>
                    <a:pt x="398" y="589"/>
                  </a:lnTo>
                  <a:lnTo>
                    <a:pt x="398" y="589"/>
                  </a:lnTo>
                  <a:lnTo>
                    <a:pt x="397" y="705"/>
                  </a:lnTo>
                  <a:lnTo>
                    <a:pt x="393" y="705"/>
                  </a:lnTo>
                  <a:lnTo>
                    <a:pt x="393" y="705"/>
                  </a:lnTo>
                  <a:lnTo>
                    <a:pt x="371" y="686"/>
                  </a:lnTo>
                  <a:lnTo>
                    <a:pt x="346" y="666"/>
                  </a:lnTo>
                  <a:lnTo>
                    <a:pt x="319" y="646"/>
                  </a:lnTo>
                  <a:lnTo>
                    <a:pt x="292" y="626"/>
                  </a:lnTo>
                  <a:lnTo>
                    <a:pt x="236" y="588"/>
                  </a:lnTo>
                  <a:lnTo>
                    <a:pt x="186" y="554"/>
                  </a:lnTo>
                  <a:lnTo>
                    <a:pt x="186" y="554"/>
                  </a:lnTo>
                  <a:lnTo>
                    <a:pt x="157" y="534"/>
                  </a:lnTo>
                  <a:lnTo>
                    <a:pt x="126" y="512"/>
                  </a:lnTo>
                  <a:lnTo>
                    <a:pt x="96" y="489"/>
                  </a:lnTo>
                  <a:lnTo>
                    <a:pt x="82" y="476"/>
                  </a:lnTo>
                  <a:lnTo>
                    <a:pt x="68" y="462"/>
                  </a:lnTo>
                  <a:lnTo>
                    <a:pt x="55" y="449"/>
                  </a:lnTo>
                  <a:lnTo>
                    <a:pt x="43" y="434"/>
                  </a:lnTo>
                  <a:lnTo>
                    <a:pt x="32" y="420"/>
                  </a:lnTo>
                  <a:lnTo>
                    <a:pt x="23" y="405"/>
                  </a:lnTo>
                  <a:lnTo>
                    <a:pt x="15" y="388"/>
                  </a:lnTo>
                  <a:lnTo>
                    <a:pt x="9" y="372"/>
                  </a:lnTo>
                  <a:lnTo>
                    <a:pt x="4" y="354"/>
                  </a:lnTo>
                  <a:lnTo>
                    <a:pt x="1" y="336"/>
                  </a:lnTo>
                  <a:lnTo>
                    <a:pt x="1" y="336"/>
                  </a:lnTo>
                  <a:lnTo>
                    <a:pt x="0" y="318"/>
                  </a:lnTo>
                  <a:lnTo>
                    <a:pt x="0" y="300"/>
                  </a:lnTo>
                  <a:lnTo>
                    <a:pt x="1" y="283"/>
                  </a:lnTo>
                  <a:lnTo>
                    <a:pt x="3" y="267"/>
                  </a:lnTo>
                  <a:lnTo>
                    <a:pt x="5" y="250"/>
                  </a:lnTo>
                  <a:lnTo>
                    <a:pt x="9" y="233"/>
                  </a:lnTo>
                  <a:lnTo>
                    <a:pt x="14" y="218"/>
                  </a:lnTo>
                  <a:lnTo>
                    <a:pt x="20" y="203"/>
                  </a:lnTo>
                  <a:lnTo>
                    <a:pt x="33" y="172"/>
                  </a:lnTo>
                  <a:lnTo>
                    <a:pt x="48" y="143"/>
                  </a:lnTo>
                  <a:lnTo>
                    <a:pt x="66" y="113"/>
                  </a:lnTo>
                  <a:lnTo>
                    <a:pt x="87" y="85"/>
                  </a:lnTo>
                  <a:lnTo>
                    <a:pt x="87" y="85"/>
                  </a:lnTo>
                  <a:lnTo>
                    <a:pt x="108" y="56"/>
                  </a:lnTo>
                  <a:lnTo>
                    <a:pt x="120" y="43"/>
                  </a:lnTo>
                  <a:lnTo>
                    <a:pt x="133" y="31"/>
                  </a:lnTo>
                  <a:lnTo>
                    <a:pt x="145" y="21"/>
                  </a:lnTo>
                  <a:lnTo>
                    <a:pt x="159" y="12"/>
                  </a:lnTo>
                  <a:lnTo>
                    <a:pt x="176" y="6"/>
                  </a:lnTo>
                  <a:lnTo>
                    <a:pt x="194" y="2"/>
                  </a:lnTo>
                  <a:lnTo>
                    <a:pt x="194" y="2"/>
                  </a:lnTo>
                  <a:lnTo>
                    <a:pt x="209" y="0"/>
                  </a:lnTo>
                  <a:lnTo>
                    <a:pt x="225" y="0"/>
                  </a:lnTo>
                  <a:lnTo>
                    <a:pt x="240" y="1"/>
                  </a:lnTo>
                  <a:lnTo>
                    <a:pt x="255" y="2"/>
                  </a:lnTo>
                  <a:lnTo>
                    <a:pt x="269" y="6"/>
                  </a:lnTo>
                  <a:lnTo>
                    <a:pt x="283" y="10"/>
                  </a:lnTo>
                  <a:lnTo>
                    <a:pt x="297" y="15"/>
                  </a:lnTo>
                  <a:lnTo>
                    <a:pt x="311" y="20"/>
                  </a:lnTo>
                  <a:lnTo>
                    <a:pt x="311" y="20"/>
                  </a:lnTo>
                  <a:lnTo>
                    <a:pt x="347" y="38"/>
                  </a:lnTo>
                  <a:lnTo>
                    <a:pt x="382" y="58"/>
                  </a:lnTo>
                  <a:lnTo>
                    <a:pt x="382" y="58"/>
                  </a:lnTo>
                  <a:lnTo>
                    <a:pt x="410" y="75"/>
                  </a:lnTo>
                  <a:lnTo>
                    <a:pt x="436" y="93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527" y="158"/>
                  </a:lnTo>
                  <a:lnTo>
                    <a:pt x="545" y="172"/>
                  </a:lnTo>
                  <a:lnTo>
                    <a:pt x="562" y="186"/>
                  </a:lnTo>
                  <a:lnTo>
                    <a:pt x="578" y="203"/>
                  </a:lnTo>
                  <a:lnTo>
                    <a:pt x="593" y="219"/>
                  </a:lnTo>
                  <a:lnTo>
                    <a:pt x="609" y="237"/>
                  </a:lnTo>
                  <a:lnTo>
                    <a:pt x="622" y="256"/>
                  </a:lnTo>
                  <a:lnTo>
                    <a:pt x="622" y="256"/>
                  </a:lnTo>
                  <a:lnTo>
                    <a:pt x="633" y="274"/>
                  </a:lnTo>
                  <a:lnTo>
                    <a:pt x="642" y="292"/>
                  </a:lnTo>
                  <a:lnTo>
                    <a:pt x="650" y="310"/>
                  </a:lnTo>
                  <a:lnTo>
                    <a:pt x="656" y="329"/>
                  </a:lnTo>
                  <a:lnTo>
                    <a:pt x="660" y="349"/>
                  </a:lnTo>
                  <a:lnTo>
                    <a:pt x="662" y="368"/>
                  </a:lnTo>
                  <a:lnTo>
                    <a:pt x="664" y="38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59" y="429"/>
                  </a:lnTo>
                  <a:lnTo>
                    <a:pt x="653" y="446"/>
                  </a:lnTo>
                  <a:lnTo>
                    <a:pt x="647" y="462"/>
                  </a:lnTo>
                  <a:lnTo>
                    <a:pt x="637" y="479"/>
                  </a:lnTo>
                  <a:lnTo>
                    <a:pt x="637" y="479"/>
                  </a:lnTo>
                  <a:lnTo>
                    <a:pt x="624" y="497"/>
                  </a:lnTo>
                  <a:lnTo>
                    <a:pt x="613" y="513"/>
                  </a:lnTo>
                  <a:lnTo>
                    <a:pt x="599" y="530"/>
                  </a:lnTo>
                  <a:lnTo>
                    <a:pt x="591" y="538"/>
                  </a:lnTo>
                  <a:lnTo>
                    <a:pt x="583" y="544"/>
                  </a:lnTo>
                  <a:lnTo>
                    <a:pt x="583" y="544"/>
                  </a:lnTo>
                  <a:lnTo>
                    <a:pt x="574" y="549"/>
                  </a:lnTo>
                  <a:lnTo>
                    <a:pt x="565" y="556"/>
                  </a:lnTo>
                  <a:lnTo>
                    <a:pt x="545" y="563"/>
                  </a:lnTo>
                  <a:lnTo>
                    <a:pt x="523" y="570"/>
                  </a:lnTo>
                  <a:lnTo>
                    <a:pt x="500" y="575"/>
                  </a:lnTo>
                  <a:lnTo>
                    <a:pt x="477" y="576"/>
                  </a:lnTo>
                  <a:lnTo>
                    <a:pt x="454" y="576"/>
                  </a:lnTo>
                  <a:lnTo>
                    <a:pt x="431" y="575"/>
                  </a:lnTo>
                  <a:lnTo>
                    <a:pt x="411" y="571"/>
                  </a:lnTo>
                  <a:lnTo>
                    <a:pt x="411" y="571"/>
                  </a:lnTo>
                  <a:lnTo>
                    <a:pt x="398" y="56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6" name="Freeform 37">
              <a:extLst>
                <a:ext uri="{FF2B5EF4-FFF2-40B4-BE49-F238E27FC236}">
                  <a16:creationId xmlns:a16="http://schemas.microsoft.com/office/drawing/2014/main" id="{37B8169B-C919-40C2-2D60-859C5B340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12"/>
              <a:ext cx="222" cy="233"/>
            </a:xfrm>
            <a:custGeom>
              <a:avLst/>
              <a:gdLst>
                <a:gd name="T0" fmla="*/ 396 w 664"/>
                <a:gd name="T1" fmla="*/ 587 h 699"/>
                <a:gd name="T2" fmla="*/ 396 w 664"/>
                <a:gd name="T3" fmla="*/ 699 h 699"/>
                <a:gd name="T4" fmla="*/ 374 w 664"/>
                <a:gd name="T5" fmla="*/ 680 h 699"/>
                <a:gd name="T6" fmla="*/ 322 w 664"/>
                <a:gd name="T7" fmla="*/ 642 h 699"/>
                <a:gd name="T8" fmla="*/ 236 w 664"/>
                <a:gd name="T9" fmla="*/ 588 h 699"/>
                <a:gd name="T10" fmla="*/ 186 w 664"/>
                <a:gd name="T11" fmla="*/ 555 h 699"/>
                <a:gd name="T12" fmla="*/ 126 w 664"/>
                <a:gd name="T13" fmla="*/ 513 h 699"/>
                <a:gd name="T14" fmla="*/ 82 w 664"/>
                <a:gd name="T15" fmla="*/ 477 h 699"/>
                <a:gd name="T16" fmla="*/ 55 w 664"/>
                <a:gd name="T17" fmla="*/ 449 h 699"/>
                <a:gd name="T18" fmla="*/ 32 w 664"/>
                <a:gd name="T19" fmla="*/ 421 h 699"/>
                <a:gd name="T20" fmla="*/ 15 w 664"/>
                <a:gd name="T21" fmla="*/ 389 h 699"/>
                <a:gd name="T22" fmla="*/ 4 w 664"/>
                <a:gd name="T23" fmla="*/ 354 h 699"/>
                <a:gd name="T24" fmla="*/ 1 w 664"/>
                <a:gd name="T25" fmla="*/ 336 h 699"/>
                <a:gd name="T26" fmla="*/ 0 w 664"/>
                <a:gd name="T27" fmla="*/ 301 h 699"/>
                <a:gd name="T28" fmla="*/ 3 w 664"/>
                <a:gd name="T29" fmla="*/ 267 h 699"/>
                <a:gd name="T30" fmla="*/ 9 w 664"/>
                <a:gd name="T31" fmla="*/ 234 h 699"/>
                <a:gd name="T32" fmla="*/ 20 w 664"/>
                <a:gd name="T33" fmla="*/ 203 h 699"/>
                <a:gd name="T34" fmla="*/ 48 w 664"/>
                <a:gd name="T35" fmla="*/ 143 h 699"/>
                <a:gd name="T36" fmla="*/ 87 w 664"/>
                <a:gd name="T37" fmla="*/ 86 h 699"/>
                <a:gd name="T38" fmla="*/ 108 w 664"/>
                <a:gd name="T39" fmla="*/ 56 h 699"/>
                <a:gd name="T40" fmla="*/ 133 w 664"/>
                <a:gd name="T41" fmla="*/ 32 h 699"/>
                <a:gd name="T42" fmla="*/ 159 w 664"/>
                <a:gd name="T43" fmla="*/ 13 h 699"/>
                <a:gd name="T44" fmla="*/ 194 w 664"/>
                <a:gd name="T45" fmla="*/ 3 h 699"/>
                <a:gd name="T46" fmla="*/ 209 w 664"/>
                <a:gd name="T47" fmla="*/ 0 h 699"/>
                <a:gd name="T48" fmla="*/ 240 w 664"/>
                <a:gd name="T49" fmla="*/ 1 h 699"/>
                <a:gd name="T50" fmla="*/ 269 w 664"/>
                <a:gd name="T51" fmla="*/ 7 h 699"/>
                <a:gd name="T52" fmla="*/ 297 w 664"/>
                <a:gd name="T53" fmla="*/ 16 h 699"/>
                <a:gd name="T54" fmla="*/ 311 w 664"/>
                <a:gd name="T55" fmla="*/ 21 h 699"/>
                <a:gd name="T56" fmla="*/ 382 w 664"/>
                <a:gd name="T57" fmla="*/ 59 h 699"/>
                <a:gd name="T58" fmla="*/ 410 w 664"/>
                <a:gd name="T59" fmla="*/ 76 h 699"/>
                <a:gd name="T60" fmla="*/ 490 w 664"/>
                <a:gd name="T61" fmla="*/ 131 h 699"/>
                <a:gd name="T62" fmla="*/ 527 w 664"/>
                <a:gd name="T63" fmla="*/ 159 h 699"/>
                <a:gd name="T64" fmla="*/ 562 w 664"/>
                <a:gd name="T65" fmla="*/ 187 h 699"/>
                <a:gd name="T66" fmla="*/ 593 w 664"/>
                <a:gd name="T67" fmla="*/ 220 h 699"/>
                <a:gd name="T68" fmla="*/ 622 w 664"/>
                <a:gd name="T69" fmla="*/ 257 h 699"/>
                <a:gd name="T70" fmla="*/ 633 w 664"/>
                <a:gd name="T71" fmla="*/ 274 h 699"/>
                <a:gd name="T72" fmla="*/ 650 w 664"/>
                <a:gd name="T73" fmla="*/ 311 h 699"/>
                <a:gd name="T74" fmla="*/ 660 w 664"/>
                <a:gd name="T75" fmla="*/ 349 h 699"/>
                <a:gd name="T76" fmla="*/ 664 w 664"/>
                <a:gd name="T77" fmla="*/ 389 h 699"/>
                <a:gd name="T78" fmla="*/ 662 w 664"/>
                <a:gd name="T79" fmla="*/ 411 h 699"/>
                <a:gd name="T80" fmla="*/ 653 w 664"/>
                <a:gd name="T81" fmla="*/ 446 h 699"/>
                <a:gd name="T82" fmla="*/ 637 w 664"/>
                <a:gd name="T83" fmla="*/ 480 h 699"/>
                <a:gd name="T84" fmla="*/ 624 w 664"/>
                <a:gd name="T85" fmla="*/ 497 h 699"/>
                <a:gd name="T86" fmla="*/ 599 w 664"/>
                <a:gd name="T87" fmla="*/ 531 h 699"/>
                <a:gd name="T88" fmla="*/ 583 w 664"/>
                <a:gd name="T89" fmla="*/ 545 h 699"/>
                <a:gd name="T90" fmla="*/ 574 w 664"/>
                <a:gd name="T91" fmla="*/ 550 h 699"/>
                <a:gd name="T92" fmla="*/ 545 w 664"/>
                <a:gd name="T93" fmla="*/ 564 h 699"/>
                <a:gd name="T94" fmla="*/ 500 w 664"/>
                <a:gd name="T95" fmla="*/ 575 h 699"/>
                <a:gd name="T96" fmla="*/ 454 w 664"/>
                <a:gd name="T97" fmla="*/ 577 h 699"/>
                <a:gd name="T98" fmla="*/ 411 w 664"/>
                <a:gd name="T99" fmla="*/ 572 h 699"/>
                <a:gd name="T100" fmla="*/ 398 w 664"/>
                <a:gd name="T101" fmla="*/ 569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4" h="699">
                  <a:moveTo>
                    <a:pt x="398" y="569"/>
                  </a:moveTo>
                  <a:lnTo>
                    <a:pt x="396" y="587"/>
                  </a:lnTo>
                  <a:lnTo>
                    <a:pt x="396" y="587"/>
                  </a:lnTo>
                  <a:lnTo>
                    <a:pt x="396" y="699"/>
                  </a:lnTo>
                  <a:lnTo>
                    <a:pt x="396" y="699"/>
                  </a:lnTo>
                  <a:lnTo>
                    <a:pt x="374" y="680"/>
                  </a:lnTo>
                  <a:lnTo>
                    <a:pt x="348" y="661"/>
                  </a:lnTo>
                  <a:lnTo>
                    <a:pt x="322" y="642"/>
                  </a:lnTo>
                  <a:lnTo>
                    <a:pt x="292" y="624"/>
                  </a:lnTo>
                  <a:lnTo>
                    <a:pt x="236" y="588"/>
                  </a:lnTo>
                  <a:lnTo>
                    <a:pt x="186" y="555"/>
                  </a:lnTo>
                  <a:lnTo>
                    <a:pt x="186" y="555"/>
                  </a:lnTo>
                  <a:lnTo>
                    <a:pt x="157" y="535"/>
                  </a:lnTo>
                  <a:lnTo>
                    <a:pt x="126" y="513"/>
                  </a:lnTo>
                  <a:lnTo>
                    <a:pt x="96" y="490"/>
                  </a:lnTo>
                  <a:lnTo>
                    <a:pt x="82" y="477"/>
                  </a:lnTo>
                  <a:lnTo>
                    <a:pt x="68" y="463"/>
                  </a:lnTo>
                  <a:lnTo>
                    <a:pt x="55" y="449"/>
                  </a:lnTo>
                  <a:lnTo>
                    <a:pt x="43" y="435"/>
                  </a:lnTo>
                  <a:lnTo>
                    <a:pt x="32" y="421"/>
                  </a:lnTo>
                  <a:lnTo>
                    <a:pt x="23" y="404"/>
                  </a:lnTo>
                  <a:lnTo>
                    <a:pt x="15" y="389"/>
                  </a:lnTo>
                  <a:lnTo>
                    <a:pt x="9" y="372"/>
                  </a:lnTo>
                  <a:lnTo>
                    <a:pt x="4" y="354"/>
                  </a:lnTo>
                  <a:lnTo>
                    <a:pt x="1" y="336"/>
                  </a:lnTo>
                  <a:lnTo>
                    <a:pt x="1" y="336"/>
                  </a:lnTo>
                  <a:lnTo>
                    <a:pt x="0" y="318"/>
                  </a:lnTo>
                  <a:lnTo>
                    <a:pt x="0" y="301"/>
                  </a:lnTo>
                  <a:lnTo>
                    <a:pt x="1" y="284"/>
                  </a:lnTo>
                  <a:lnTo>
                    <a:pt x="3" y="267"/>
                  </a:lnTo>
                  <a:lnTo>
                    <a:pt x="5" y="251"/>
                  </a:lnTo>
                  <a:lnTo>
                    <a:pt x="9" y="234"/>
                  </a:lnTo>
                  <a:lnTo>
                    <a:pt x="14" y="219"/>
                  </a:lnTo>
                  <a:lnTo>
                    <a:pt x="20" y="203"/>
                  </a:lnTo>
                  <a:lnTo>
                    <a:pt x="33" y="173"/>
                  </a:lnTo>
                  <a:lnTo>
                    <a:pt x="48" y="143"/>
                  </a:lnTo>
                  <a:lnTo>
                    <a:pt x="66" y="114"/>
                  </a:lnTo>
                  <a:lnTo>
                    <a:pt x="87" y="86"/>
                  </a:lnTo>
                  <a:lnTo>
                    <a:pt x="87" y="86"/>
                  </a:lnTo>
                  <a:lnTo>
                    <a:pt x="108" y="56"/>
                  </a:lnTo>
                  <a:lnTo>
                    <a:pt x="120" y="44"/>
                  </a:lnTo>
                  <a:lnTo>
                    <a:pt x="133" y="32"/>
                  </a:lnTo>
                  <a:lnTo>
                    <a:pt x="145" y="22"/>
                  </a:lnTo>
                  <a:lnTo>
                    <a:pt x="159" y="13"/>
                  </a:lnTo>
                  <a:lnTo>
                    <a:pt x="176" y="7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209" y="0"/>
                  </a:lnTo>
                  <a:lnTo>
                    <a:pt x="225" y="0"/>
                  </a:lnTo>
                  <a:lnTo>
                    <a:pt x="240" y="1"/>
                  </a:lnTo>
                  <a:lnTo>
                    <a:pt x="255" y="3"/>
                  </a:lnTo>
                  <a:lnTo>
                    <a:pt x="269" y="7"/>
                  </a:lnTo>
                  <a:lnTo>
                    <a:pt x="283" y="10"/>
                  </a:lnTo>
                  <a:lnTo>
                    <a:pt x="297" y="16"/>
                  </a:lnTo>
                  <a:lnTo>
                    <a:pt x="311" y="21"/>
                  </a:lnTo>
                  <a:lnTo>
                    <a:pt x="311" y="21"/>
                  </a:lnTo>
                  <a:lnTo>
                    <a:pt x="347" y="39"/>
                  </a:lnTo>
                  <a:lnTo>
                    <a:pt x="382" y="59"/>
                  </a:lnTo>
                  <a:lnTo>
                    <a:pt x="382" y="59"/>
                  </a:lnTo>
                  <a:lnTo>
                    <a:pt x="410" y="76"/>
                  </a:lnTo>
                  <a:lnTo>
                    <a:pt x="436" y="93"/>
                  </a:lnTo>
                  <a:lnTo>
                    <a:pt x="490" y="131"/>
                  </a:lnTo>
                  <a:lnTo>
                    <a:pt x="490" y="131"/>
                  </a:lnTo>
                  <a:lnTo>
                    <a:pt x="527" y="159"/>
                  </a:lnTo>
                  <a:lnTo>
                    <a:pt x="545" y="173"/>
                  </a:lnTo>
                  <a:lnTo>
                    <a:pt x="562" y="187"/>
                  </a:lnTo>
                  <a:lnTo>
                    <a:pt x="578" y="203"/>
                  </a:lnTo>
                  <a:lnTo>
                    <a:pt x="593" y="220"/>
                  </a:lnTo>
                  <a:lnTo>
                    <a:pt x="609" y="238"/>
                  </a:lnTo>
                  <a:lnTo>
                    <a:pt x="622" y="257"/>
                  </a:lnTo>
                  <a:lnTo>
                    <a:pt x="622" y="257"/>
                  </a:lnTo>
                  <a:lnTo>
                    <a:pt x="633" y="274"/>
                  </a:lnTo>
                  <a:lnTo>
                    <a:pt x="642" y="292"/>
                  </a:lnTo>
                  <a:lnTo>
                    <a:pt x="650" y="311"/>
                  </a:lnTo>
                  <a:lnTo>
                    <a:pt x="656" y="330"/>
                  </a:lnTo>
                  <a:lnTo>
                    <a:pt x="660" y="349"/>
                  </a:lnTo>
                  <a:lnTo>
                    <a:pt x="662" y="368"/>
                  </a:lnTo>
                  <a:lnTo>
                    <a:pt x="664" y="389"/>
                  </a:lnTo>
                  <a:lnTo>
                    <a:pt x="662" y="411"/>
                  </a:lnTo>
                  <a:lnTo>
                    <a:pt x="662" y="411"/>
                  </a:lnTo>
                  <a:lnTo>
                    <a:pt x="659" y="430"/>
                  </a:lnTo>
                  <a:lnTo>
                    <a:pt x="653" y="446"/>
                  </a:lnTo>
                  <a:lnTo>
                    <a:pt x="647" y="463"/>
                  </a:lnTo>
                  <a:lnTo>
                    <a:pt x="637" y="480"/>
                  </a:lnTo>
                  <a:lnTo>
                    <a:pt x="637" y="480"/>
                  </a:lnTo>
                  <a:lnTo>
                    <a:pt x="624" y="497"/>
                  </a:lnTo>
                  <a:lnTo>
                    <a:pt x="613" y="514"/>
                  </a:lnTo>
                  <a:lnTo>
                    <a:pt x="599" y="531"/>
                  </a:lnTo>
                  <a:lnTo>
                    <a:pt x="591" y="538"/>
                  </a:lnTo>
                  <a:lnTo>
                    <a:pt x="583" y="545"/>
                  </a:lnTo>
                  <a:lnTo>
                    <a:pt x="583" y="545"/>
                  </a:lnTo>
                  <a:lnTo>
                    <a:pt x="574" y="550"/>
                  </a:lnTo>
                  <a:lnTo>
                    <a:pt x="565" y="555"/>
                  </a:lnTo>
                  <a:lnTo>
                    <a:pt x="545" y="564"/>
                  </a:lnTo>
                  <a:lnTo>
                    <a:pt x="523" y="570"/>
                  </a:lnTo>
                  <a:lnTo>
                    <a:pt x="500" y="575"/>
                  </a:lnTo>
                  <a:lnTo>
                    <a:pt x="477" y="577"/>
                  </a:lnTo>
                  <a:lnTo>
                    <a:pt x="454" y="577"/>
                  </a:lnTo>
                  <a:lnTo>
                    <a:pt x="431" y="575"/>
                  </a:lnTo>
                  <a:lnTo>
                    <a:pt x="411" y="572"/>
                  </a:lnTo>
                  <a:lnTo>
                    <a:pt x="411" y="572"/>
                  </a:lnTo>
                  <a:lnTo>
                    <a:pt x="398" y="56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7" name="Freeform 38">
              <a:extLst>
                <a:ext uri="{FF2B5EF4-FFF2-40B4-BE49-F238E27FC236}">
                  <a16:creationId xmlns:a16="http://schemas.microsoft.com/office/drawing/2014/main" id="{82B9D9C0-5760-5DE9-06BB-1B89E7571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712"/>
              <a:ext cx="222" cy="233"/>
            </a:xfrm>
            <a:custGeom>
              <a:avLst/>
              <a:gdLst>
                <a:gd name="T0" fmla="*/ 396 w 664"/>
                <a:gd name="T1" fmla="*/ 587 h 699"/>
                <a:gd name="T2" fmla="*/ 396 w 664"/>
                <a:gd name="T3" fmla="*/ 699 h 699"/>
                <a:gd name="T4" fmla="*/ 374 w 664"/>
                <a:gd name="T5" fmla="*/ 680 h 699"/>
                <a:gd name="T6" fmla="*/ 322 w 664"/>
                <a:gd name="T7" fmla="*/ 642 h 699"/>
                <a:gd name="T8" fmla="*/ 236 w 664"/>
                <a:gd name="T9" fmla="*/ 588 h 699"/>
                <a:gd name="T10" fmla="*/ 186 w 664"/>
                <a:gd name="T11" fmla="*/ 555 h 699"/>
                <a:gd name="T12" fmla="*/ 126 w 664"/>
                <a:gd name="T13" fmla="*/ 513 h 699"/>
                <a:gd name="T14" fmla="*/ 82 w 664"/>
                <a:gd name="T15" fmla="*/ 477 h 699"/>
                <a:gd name="T16" fmla="*/ 55 w 664"/>
                <a:gd name="T17" fmla="*/ 449 h 699"/>
                <a:gd name="T18" fmla="*/ 32 w 664"/>
                <a:gd name="T19" fmla="*/ 421 h 699"/>
                <a:gd name="T20" fmla="*/ 15 w 664"/>
                <a:gd name="T21" fmla="*/ 389 h 699"/>
                <a:gd name="T22" fmla="*/ 4 w 664"/>
                <a:gd name="T23" fmla="*/ 354 h 699"/>
                <a:gd name="T24" fmla="*/ 1 w 664"/>
                <a:gd name="T25" fmla="*/ 336 h 699"/>
                <a:gd name="T26" fmla="*/ 0 w 664"/>
                <a:gd name="T27" fmla="*/ 301 h 699"/>
                <a:gd name="T28" fmla="*/ 3 w 664"/>
                <a:gd name="T29" fmla="*/ 267 h 699"/>
                <a:gd name="T30" fmla="*/ 9 w 664"/>
                <a:gd name="T31" fmla="*/ 234 h 699"/>
                <a:gd name="T32" fmla="*/ 20 w 664"/>
                <a:gd name="T33" fmla="*/ 203 h 699"/>
                <a:gd name="T34" fmla="*/ 48 w 664"/>
                <a:gd name="T35" fmla="*/ 143 h 699"/>
                <a:gd name="T36" fmla="*/ 87 w 664"/>
                <a:gd name="T37" fmla="*/ 86 h 699"/>
                <a:gd name="T38" fmla="*/ 108 w 664"/>
                <a:gd name="T39" fmla="*/ 56 h 699"/>
                <a:gd name="T40" fmla="*/ 133 w 664"/>
                <a:gd name="T41" fmla="*/ 32 h 699"/>
                <a:gd name="T42" fmla="*/ 159 w 664"/>
                <a:gd name="T43" fmla="*/ 13 h 699"/>
                <a:gd name="T44" fmla="*/ 194 w 664"/>
                <a:gd name="T45" fmla="*/ 3 h 699"/>
                <a:gd name="T46" fmla="*/ 209 w 664"/>
                <a:gd name="T47" fmla="*/ 0 h 699"/>
                <a:gd name="T48" fmla="*/ 240 w 664"/>
                <a:gd name="T49" fmla="*/ 1 h 699"/>
                <a:gd name="T50" fmla="*/ 269 w 664"/>
                <a:gd name="T51" fmla="*/ 7 h 699"/>
                <a:gd name="T52" fmla="*/ 297 w 664"/>
                <a:gd name="T53" fmla="*/ 16 h 699"/>
                <a:gd name="T54" fmla="*/ 311 w 664"/>
                <a:gd name="T55" fmla="*/ 21 h 699"/>
                <a:gd name="T56" fmla="*/ 382 w 664"/>
                <a:gd name="T57" fmla="*/ 59 h 699"/>
                <a:gd name="T58" fmla="*/ 410 w 664"/>
                <a:gd name="T59" fmla="*/ 76 h 699"/>
                <a:gd name="T60" fmla="*/ 490 w 664"/>
                <a:gd name="T61" fmla="*/ 131 h 699"/>
                <a:gd name="T62" fmla="*/ 527 w 664"/>
                <a:gd name="T63" fmla="*/ 159 h 699"/>
                <a:gd name="T64" fmla="*/ 562 w 664"/>
                <a:gd name="T65" fmla="*/ 187 h 699"/>
                <a:gd name="T66" fmla="*/ 593 w 664"/>
                <a:gd name="T67" fmla="*/ 220 h 699"/>
                <a:gd name="T68" fmla="*/ 622 w 664"/>
                <a:gd name="T69" fmla="*/ 257 h 699"/>
                <a:gd name="T70" fmla="*/ 633 w 664"/>
                <a:gd name="T71" fmla="*/ 274 h 699"/>
                <a:gd name="T72" fmla="*/ 650 w 664"/>
                <a:gd name="T73" fmla="*/ 311 h 699"/>
                <a:gd name="T74" fmla="*/ 660 w 664"/>
                <a:gd name="T75" fmla="*/ 349 h 699"/>
                <a:gd name="T76" fmla="*/ 664 w 664"/>
                <a:gd name="T77" fmla="*/ 389 h 699"/>
                <a:gd name="T78" fmla="*/ 662 w 664"/>
                <a:gd name="T79" fmla="*/ 411 h 699"/>
                <a:gd name="T80" fmla="*/ 653 w 664"/>
                <a:gd name="T81" fmla="*/ 446 h 699"/>
                <a:gd name="T82" fmla="*/ 637 w 664"/>
                <a:gd name="T83" fmla="*/ 480 h 699"/>
                <a:gd name="T84" fmla="*/ 624 w 664"/>
                <a:gd name="T85" fmla="*/ 497 h 699"/>
                <a:gd name="T86" fmla="*/ 599 w 664"/>
                <a:gd name="T87" fmla="*/ 531 h 699"/>
                <a:gd name="T88" fmla="*/ 583 w 664"/>
                <a:gd name="T89" fmla="*/ 545 h 699"/>
                <a:gd name="T90" fmla="*/ 574 w 664"/>
                <a:gd name="T91" fmla="*/ 550 h 699"/>
                <a:gd name="T92" fmla="*/ 545 w 664"/>
                <a:gd name="T93" fmla="*/ 564 h 699"/>
                <a:gd name="T94" fmla="*/ 500 w 664"/>
                <a:gd name="T95" fmla="*/ 575 h 699"/>
                <a:gd name="T96" fmla="*/ 454 w 664"/>
                <a:gd name="T97" fmla="*/ 577 h 699"/>
                <a:gd name="T98" fmla="*/ 411 w 664"/>
                <a:gd name="T99" fmla="*/ 572 h 699"/>
                <a:gd name="T100" fmla="*/ 398 w 664"/>
                <a:gd name="T101" fmla="*/ 569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4" h="699">
                  <a:moveTo>
                    <a:pt x="398" y="569"/>
                  </a:moveTo>
                  <a:lnTo>
                    <a:pt x="396" y="587"/>
                  </a:lnTo>
                  <a:lnTo>
                    <a:pt x="396" y="587"/>
                  </a:lnTo>
                  <a:lnTo>
                    <a:pt x="396" y="699"/>
                  </a:lnTo>
                  <a:lnTo>
                    <a:pt x="396" y="699"/>
                  </a:lnTo>
                  <a:lnTo>
                    <a:pt x="374" y="680"/>
                  </a:lnTo>
                  <a:lnTo>
                    <a:pt x="348" y="661"/>
                  </a:lnTo>
                  <a:lnTo>
                    <a:pt x="322" y="642"/>
                  </a:lnTo>
                  <a:lnTo>
                    <a:pt x="292" y="624"/>
                  </a:lnTo>
                  <a:lnTo>
                    <a:pt x="236" y="588"/>
                  </a:lnTo>
                  <a:lnTo>
                    <a:pt x="186" y="555"/>
                  </a:lnTo>
                  <a:lnTo>
                    <a:pt x="186" y="555"/>
                  </a:lnTo>
                  <a:lnTo>
                    <a:pt x="157" y="535"/>
                  </a:lnTo>
                  <a:lnTo>
                    <a:pt x="126" y="513"/>
                  </a:lnTo>
                  <a:lnTo>
                    <a:pt x="96" y="490"/>
                  </a:lnTo>
                  <a:lnTo>
                    <a:pt x="82" y="477"/>
                  </a:lnTo>
                  <a:lnTo>
                    <a:pt x="68" y="463"/>
                  </a:lnTo>
                  <a:lnTo>
                    <a:pt x="55" y="449"/>
                  </a:lnTo>
                  <a:lnTo>
                    <a:pt x="43" y="435"/>
                  </a:lnTo>
                  <a:lnTo>
                    <a:pt x="32" y="421"/>
                  </a:lnTo>
                  <a:lnTo>
                    <a:pt x="23" y="404"/>
                  </a:lnTo>
                  <a:lnTo>
                    <a:pt x="15" y="389"/>
                  </a:lnTo>
                  <a:lnTo>
                    <a:pt x="9" y="372"/>
                  </a:lnTo>
                  <a:lnTo>
                    <a:pt x="4" y="354"/>
                  </a:lnTo>
                  <a:lnTo>
                    <a:pt x="1" y="336"/>
                  </a:lnTo>
                  <a:lnTo>
                    <a:pt x="1" y="336"/>
                  </a:lnTo>
                  <a:lnTo>
                    <a:pt x="0" y="318"/>
                  </a:lnTo>
                  <a:lnTo>
                    <a:pt x="0" y="301"/>
                  </a:lnTo>
                  <a:lnTo>
                    <a:pt x="1" y="284"/>
                  </a:lnTo>
                  <a:lnTo>
                    <a:pt x="3" y="267"/>
                  </a:lnTo>
                  <a:lnTo>
                    <a:pt x="5" y="251"/>
                  </a:lnTo>
                  <a:lnTo>
                    <a:pt x="9" y="234"/>
                  </a:lnTo>
                  <a:lnTo>
                    <a:pt x="14" y="219"/>
                  </a:lnTo>
                  <a:lnTo>
                    <a:pt x="20" y="203"/>
                  </a:lnTo>
                  <a:lnTo>
                    <a:pt x="33" y="173"/>
                  </a:lnTo>
                  <a:lnTo>
                    <a:pt x="48" y="143"/>
                  </a:lnTo>
                  <a:lnTo>
                    <a:pt x="66" y="114"/>
                  </a:lnTo>
                  <a:lnTo>
                    <a:pt x="87" y="86"/>
                  </a:lnTo>
                  <a:lnTo>
                    <a:pt x="87" y="86"/>
                  </a:lnTo>
                  <a:lnTo>
                    <a:pt x="108" y="56"/>
                  </a:lnTo>
                  <a:lnTo>
                    <a:pt x="120" y="44"/>
                  </a:lnTo>
                  <a:lnTo>
                    <a:pt x="133" y="32"/>
                  </a:lnTo>
                  <a:lnTo>
                    <a:pt x="145" y="22"/>
                  </a:lnTo>
                  <a:lnTo>
                    <a:pt x="159" y="13"/>
                  </a:lnTo>
                  <a:lnTo>
                    <a:pt x="176" y="7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209" y="0"/>
                  </a:lnTo>
                  <a:lnTo>
                    <a:pt x="225" y="0"/>
                  </a:lnTo>
                  <a:lnTo>
                    <a:pt x="240" y="1"/>
                  </a:lnTo>
                  <a:lnTo>
                    <a:pt x="255" y="3"/>
                  </a:lnTo>
                  <a:lnTo>
                    <a:pt x="269" y="7"/>
                  </a:lnTo>
                  <a:lnTo>
                    <a:pt x="283" y="10"/>
                  </a:lnTo>
                  <a:lnTo>
                    <a:pt x="297" y="16"/>
                  </a:lnTo>
                  <a:lnTo>
                    <a:pt x="311" y="21"/>
                  </a:lnTo>
                  <a:lnTo>
                    <a:pt x="311" y="21"/>
                  </a:lnTo>
                  <a:lnTo>
                    <a:pt x="347" y="39"/>
                  </a:lnTo>
                  <a:lnTo>
                    <a:pt x="382" y="59"/>
                  </a:lnTo>
                  <a:lnTo>
                    <a:pt x="382" y="59"/>
                  </a:lnTo>
                  <a:lnTo>
                    <a:pt x="410" y="76"/>
                  </a:lnTo>
                  <a:lnTo>
                    <a:pt x="436" y="93"/>
                  </a:lnTo>
                  <a:lnTo>
                    <a:pt x="490" y="131"/>
                  </a:lnTo>
                  <a:lnTo>
                    <a:pt x="490" y="131"/>
                  </a:lnTo>
                  <a:lnTo>
                    <a:pt x="527" y="159"/>
                  </a:lnTo>
                  <a:lnTo>
                    <a:pt x="545" y="173"/>
                  </a:lnTo>
                  <a:lnTo>
                    <a:pt x="562" y="187"/>
                  </a:lnTo>
                  <a:lnTo>
                    <a:pt x="578" y="203"/>
                  </a:lnTo>
                  <a:lnTo>
                    <a:pt x="593" y="220"/>
                  </a:lnTo>
                  <a:lnTo>
                    <a:pt x="609" y="238"/>
                  </a:lnTo>
                  <a:lnTo>
                    <a:pt x="622" y="257"/>
                  </a:lnTo>
                  <a:lnTo>
                    <a:pt x="622" y="257"/>
                  </a:lnTo>
                  <a:lnTo>
                    <a:pt x="633" y="274"/>
                  </a:lnTo>
                  <a:lnTo>
                    <a:pt x="642" y="292"/>
                  </a:lnTo>
                  <a:lnTo>
                    <a:pt x="650" y="311"/>
                  </a:lnTo>
                  <a:lnTo>
                    <a:pt x="656" y="330"/>
                  </a:lnTo>
                  <a:lnTo>
                    <a:pt x="660" y="349"/>
                  </a:lnTo>
                  <a:lnTo>
                    <a:pt x="662" y="368"/>
                  </a:lnTo>
                  <a:lnTo>
                    <a:pt x="664" y="389"/>
                  </a:lnTo>
                  <a:lnTo>
                    <a:pt x="662" y="411"/>
                  </a:lnTo>
                  <a:lnTo>
                    <a:pt x="662" y="411"/>
                  </a:lnTo>
                  <a:lnTo>
                    <a:pt x="659" y="430"/>
                  </a:lnTo>
                  <a:lnTo>
                    <a:pt x="653" y="446"/>
                  </a:lnTo>
                  <a:lnTo>
                    <a:pt x="647" y="463"/>
                  </a:lnTo>
                  <a:lnTo>
                    <a:pt x="637" y="480"/>
                  </a:lnTo>
                  <a:lnTo>
                    <a:pt x="637" y="480"/>
                  </a:lnTo>
                  <a:lnTo>
                    <a:pt x="624" y="497"/>
                  </a:lnTo>
                  <a:lnTo>
                    <a:pt x="613" y="514"/>
                  </a:lnTo>
                  <a:lnTo>
                    <a:pt x="599" y="531"/>
                  </a:lnTo>
                  <a:lnTo>
                    <a:pt x="591" y="538"/>
                  </a:lnTo>
                  <a:lnTo>
                    <a:pt x="583" y="545"/>
                  </a:lnTo>
                  <a:lnTo>
                    <a:pt x="583" y="545"/>
                  </a:lnTo>
                  <a:lnTo>
                    <a:pt x="574" y="550"/>
                  </a:lnTo>
                  <a:lnTo>
                    <a:pt x="565" y="555"/>
                  </a:lnTo>
                  <a:lnTo>
                    <a:pt x="545" y="564"/>
                  </a:lnTo>
                  <a:lnTo>
                    <a:pt x="523" y="570"/>
                  </a:lnTo>
                  <a:lnTo>
                    <a:pt x="500" y="575"/>
                  </a:lnTo>
                  <a:lnTo>
                    <a:pt x="477" y="577"/>
                  </a:lnTo>
                  <a:lnTo>
                    <a:pt x="454" y="577"/>
                  </a:lnTo>
                  <a:lnTo>
                    <a:pt x="431" y="575"/>
                  </a:lnTo>
                  <a:lnTo>
                    <a:pt x="411" y="572"/>
                  </a:lnTo>
                  <a:lnTo>
                    <a:pt x="411" y="572"/>
                  </a:lnTo>
                  <a:lnTo>
                    <a:pt x="398" y="5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8" name="Freeform 39">
              <a:extLst>
                <a:ext uri="{FF2B5EF4-FFF2-40B4-BE49-F238E27FC236}">
                  <a16:creationId xmlns:a16="http://schemas.microsoft.com/office/drawing/2014/main" id="{C5E53405-DD60-A273-B175-5B115AB6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987"/>
              <a:ext cx="222" cy="191"/>
            </a:xfrm>
            <a:custGeom>
              <a:avLst/>
              <a:gdLst>
                <a:gd name="T0" fmla="*/ 413 w 665"/>
                <a:gd name="T1" fmla="*/ 473 h 573"/>
                <a:gd name="T2" fmla="*/ 412 w 665"/>
                <a:gd name="T3" fmla="*/ 573 h 573"/>
                <a:gd name="T4" fmla="*/ 392 w 665"/>
                <a:gd name="T5" fmla="*/ 570 h 573"/>
                <a:gd name="T6" fmla="*/ 320 w 665"/>
                <a:gd name="T7" fmla="*/ 562 h 573"/>
                <a:gd name="T8" fmla="*/ 272 w 665"/>
                <a:gd name="T9" fmla="*/ 554 h 573"/>
                <a:gd name="T10" fmla="*/ 228 w 665"/>
                <a:gd name="T11" fmla="*/ 539 h 573"/>
                <a:gd name="T12" fmla="*/ 213 w 665"/>
                <a:gd name="T13" fmla="*/ 533 h 573"/>
                <a:gd name="T14" fmla="*/ 186 w 665"/>
                <a:gd name="T15" fmla="*/ 516 h 573"/>
                <a:gd name="T16" fmla="*/ 150 w 665"/>
                <a:gd name="T17" fmla="*/ 490 h 573"/>
                <a:gd name="T18" fmla="*/ 110 w 665"/>
                <a:gd name="T19" fmla="*/ 446 h 573"/>
                <a:gd name="T20" fmla="*/ 74 w 665"/>
                <a:gd name="T21" fmla="*/ 396 h 573"/>
                <a:gd name="T22" fmla="*/ 57 w 665"/>
                <a:gd name="T23" fmla="*/ 368 h 573"/>
                <a:gd name="T24" fmla="*/ 34 w 665"/>
                <a:gd name="T25" fmla="*/ 323 h 573"/>
                <a:gd name="T26" fmla="*/ 13 w 665"/>
                <a:gd name="T27" fmla="*/ 268 h 573"/>
                <a:gd name="T28" fmla="*/ 2 w 665"/>
                <a:gd name="T29" fmla="*/ 225 h 573"/>
                <a:gd name="T30" fmla="*/ 0 w 665"/>
                <a:gd name="T31" fmla="*/ 198 h 573"/>
                <a:gd name="T32" fmla="*/ 2 w 665"/>
                <a:gd name="T33" fmla="*/ 173 h 573"/>
                <a:gd name="T34" fmla="*/ 5 w 665"/>
                <a:gd name="T35" fmla="*/ 162 h 573"/>
                <a:gd name="T36" fmla="*/ 13 w 665"/>
                <a:gd name="T37" fmla="*/ 139 h 573"/>
                <a:gd name="T38" fmla="*/ 38 w 665"/>
                <a:gd name="T39" fmla="*/ 96 h 573"/>
                <a:gd name="T40" fmla="*/ 73 w 665"/>
                <a:gd name="T41" fmla="*/ 58 h 573"/>
                <a:gd name="T42" fmla="*/ 111 w 665"/>
                <a:gd name="T43" fmla="*/ 26 h 573"/>
                <a:gd name="T44" fmla="*/ 131 w 665"/>
                <a:gd name="T45" fmla="*/ 13 h 573"/>
                <a:gd name="T46" fmla="*/ 156 w 665"/>
                <a:gd name="T47" fmla="*/ 4 h 573"/>
                <a:gd name="T48" fmla="*/ 180 w 665"/>
                <a:gd name="T49" fmla="*/ 0 h 573"/>
                <a:gd name="T50" fmla="*/ 207 w 665"/>
                <a:gd name="T51" fmla="*/ 0 h 573"/>
                <a:gd name="T52" fmla="*/ 232 w 665"/>
                <a:gd name="T53" fmla="*/ 4 h 573"/>
                <a:gd name="T54" fmla="*/ 284 w 665"/>
                <a:gd name="T55" fmla="*/ 19 h 573"/>
                <a:gd name="T56" fmla="*/ 330 w 665"/>
                <a:gd name="T57" fmla="*/ 38 h 573"/>
                <a:gd name="T58" fmla="*/ 371 w 665"/>
                <a:gd name="T59" fmla="*/ 55 h 573"/>
                <a:gd name="T60" fmla="*/ 410 w 665"/>
                <a:gd name="T61" fmla="*/ 69 h 573"/>
                <a:gd name="T62" fmla="*/ 435 w 665"/>
                <a:gd name="T63" fmla="*/ 75 h 573"/>
                <a:gd name="T64" fmla="*/ 486 w 665"/>
                <a:gd name="T65" fmla="*/ 84 h 573"/>
                <a:gd name="T66" fmla="*/ 514 w 665"/>
                <a:gd name="T67" fmla="*/ 88 h 573"/>
                <a:gd name="T68" fmla="*/ 541 w 665"/>
                <a:gd name="T69" fmla="*/ 92 h 573"/>
                <a:gd name="T70" fmla="*/ 567 w 665"/>
                <a:gd name="T71" fmla="*/ 100 h 573"/>
                <a:gd name="T72" fmla="*/ 591 w 665"/>
                <a:gd name="T73" fmla="*/ 110 h 573"/>
                <a:gd name="T74" fmla="*/ 611 w 665"/>
                <a:gd name="T75" fmla="*/ 124 h 573"/>
                <a:gd name="T76" fmla="*/ 630 w 665"/>
                <a:gd name="T77" fmla="*/ 142 h 573"/>
                <a:gd name="T78" fmla="*/ 644 w 665"/>
                <a:gd name="T79" fmla="*/ 162 h 573"/>
                <a:gd name="T80" fmla="*/ 655 w 665"/>
                <a:gd name="T81" fmla="*/ 187 h 573"/>
                <a:gd name="T82" fmla="*/ 661 w 665"/>
                <a:gd name="T83" fmla="*/ 213 h 573"/>
                <a:gd name="T84" fmla="*/ 664 w 665"/>
                <a:gd name="T85" fmla="*/ 238 h 573"/>
                <a:gd name="T86" fmla="*/ 664 w 665"/>
                <a:gd name="T87" fmla="*/ 289 h 573"/>
                <a:gd name="T88" fmla="*/ 657 w 665"/>
                <a:gd name="T89" fmla="*/ 326 h 573"/>
                <a:gd name="T90" fmla="*/ 649 w 665"/>
                <a:gd name="T91" fmla="*/ 350 h 573"/>
                <a:gd name="T92" fmla="*/ 639 w 665"/>
                <a:gd name="T93" fmla="*/ 371 h 573"/>
                <a:gd name="T94" fmla="*/ 624 w 665"/>
                <a:gd name="T95" fmla="*/ 389 h 573"/>
                <a:gd name="T96" fmla="*/ 615 w 665"/>
                <a:gd name="T97" fmla="*/ 398 h 573"/>
                <a:gd name="T98" fmla="*/ 570 w 665"/>
                <a:gd name="T99" fmla="*/ 424 h 573"/>
                <a:gd name="T100" fmla="*/ 521 w 665"/>
                <a:gd name="T101" fmla="*/ 444 h 573"/>
                <a:gd name="T102" fmla="*/ 467 w 665"/>
                <a:gd name="T103" fmla="*/ 455 h 573"/>
                <a:gd name="T104" fmla="*/ 413 w 665"/>
                <a:gd name="T105" fmla="*/ 458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5" h="573">
                  <a:moveTo>
                    <a:pt x="413" y="458"/>
                  </a:moveTo>
                  <a:lnTo>
                    <a:pt x="413" y="473"/>
                  </a:lnTo>
                  <a:lnTo>
                    <a:pt x="413" y="473"/>
                  </a:lnTo>
                  <a:lnTo>
                    <a:pt x="412" y="573"/>
                  </a:lnTo>
                  <a:lnTo>
                    <a:pt x="412" y="573"/>
                  </a:lnTo>
                  <a:lnTo>
                    <a:pt x="392" y="570"/>
                  </a:lnTo>
                  <a:lnTo>
                    <a:pt x="369" y="568"/>
                  </a:lnTo>
                  <a:lnTo>
                    <a:pt x="320" y="562"/>
                  </a:lnTo>
                  <a:lnTo>
                    <a:pt x="295" y="559"/>
                  </a:lnTo>
                  <a:lnTo>
                    <a:pt x="272" y="554"/>
                  </a:lnTo>
                  <a:lnTo>
                    <a:pt x="249" y="548"/>
                  </a:lnTo>
                  <a:lnTo>
                    <a:pt x="228" y="539"/>
                  </a:lnTo>
                  <a:lnTo>
                    <a:pt x="228" y="539"/>
                  </a:lnTo>
                  <a:lnTo>
                    <a:pt x="213" y="533"/>
                  </a:lnTo>
                  <a:lnTo>
                    <a:pt x="199" y="525"/>
                  </a:lnTo>
                  <a:lnTo>
                    <a:pt x="186" y="516"/>
                  </a:lnTo>
                  <a:lnTo>
                    <a:pt x="173" y="509"/>
                  </a:lnTo>
                  <a:lnTo>
                    <a:pt x="150" y="490"/>
                  </a:lnTo>
                  <a:lnTo>
                    <a:pt x="129" y="469"/>
                  </a:lnTo>
                  <a:lnTo>
                    <a:pt x="110" y="446"/>
                  </a:lnTo>
                  <a:lnTo>
                    <a:pt x="90" y="422"/>
                  </a:lnTo>
                  <a:lnTo>
                    <a:pt x="74" y="396"/>
                  </a:lnTo>
                  <a:lnTo>
                    <a:pt x="57" y="368"/>
                  </a:lnTo>
                  <a:lnTo>
                    <a:pt x="57" y="368"/>
                  </a:lnTo>
                  <a:lnTo>
                    <a:pt x="46" y="348"/>
                  </a:lnTo>
                  <a:lnTo>
                    <a:pt x="34" y="323"/>
                  </a:lnTo>
                  <a:lnTo>
                    <a:pt x="23" y="297"/>
                  </a:lnTo>
                  <a:lnTo>
                    <a:pt x="13" y="268"/>
                  </a:lnTo>
                  <a:lnTo>
                    <a:pt x="5" y="239"/>
                  </a:lnTo>
                  <a:lnTo>
                    <a:pt x="2" y="225"/>
                  </a:lnTo>
                  <a:lnTo>
                    <a:pt x="1" y="211"/>
                  </a:lnTo>
                  <a:lnTo>
                    <a:pt x="0" y="198"/>
                  </a:lnTo>
                  <a:lnTo>
                    <a:pt x="0" y="185"/>
                  </a:lnTo>
                  <a:lnTo>
                    <a:pt x="2" y="173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9" y="151"/>
                  </a:lnTo>
                  <a:lnTo>
                    <a:pt x="13" y="139"/>
                  </a:lnTo>
                  <a:lnTo>
                    <a:pt x="24" y="116"/>
                  </a:lnTo>
                  <a:lnTo>
                    <a:pt x="38" y="96"/>
                  </a:lnTo>
                  <a:lnTo>
                    <a:pt x="55" y="75"/>
                  </a:lnTo>
                  <a:lnTo>
                    <a:pt x="73" y="58"/>
                  </a:lnTo>
                  <a:lnTo>
                    <a:pt x="92" y="41"/>
                  </a:lnTo>
                  <a:lnTo>
                    <a:pt x="111" y="26"/>
                  </a:lnTo>
                  <a:lnTo>
                    <a:pt x="131" y="13"/>
                  </a:lnTo>
                  <a:lnTo>
                    <a:pt x="131" y="13"/>
                  </a:lnTo>
                  <a:lnTo>
                    <a:pt x="143" y="8"/>
                  </a:lnTo>
                  <a:lnTo>
                    <a:pt x="156" y="4"/>
                  </a:lnTo>
                  <a:lnTo>
                    <a:pt x="167" y="1"/>
                  </a:lnTo>
                  <a:lnTo>
                    <a:pt x="180" y="0"/>
                  </a:lnTo>
                  <a:lnTo>
                    <a:pt x="193" y="0"/>
                  </a:lnTo>
                  <a:lnTo>
                    <a:pt x="207" y="0"/>
                  </a:lnTo>
                  <a:lnTo>
                    <a:pt x="219" y="1"/>
                  </a:lnTo>
                  <a:lnTo>
                    <a:pt x="232" y="4"/>
                  </a:lnTo>
                  <a:lnTo>
                    <a:pt x="259" y="10"/>
                  </a:lnTo>
                  <a:lnTo>
                    <a:pt x="284" y="19"/>
                  </a:lnTo>
                  <a:lnTo>
                    <a:pt x="307" y="29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71" y="55"/>
                  </a:lnTo>
                  <a:lnTo>
                    <a:pt x="390" y="63"/>
                  </a:lnTo>
                  <a:lnTo>
                    <a:pt x="410" y="69"/>
                  </a:lnTo>
                  <a:lnTo>
                    <a:pt x="410" y="69"/>
                  </a:lnTo>
                  <a:lnTo>
                    <a:pt x="435" y="75"/>
                  </a:lnTo>
                  <a:lnTo>
                    <a:pt x="461" y="81"/>
                  </a:lnTo>
                  <a:lnTo>
                    <a:pt x="486" y="84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28" y="89"/>
                  </a:lnTo>
                  <a:lnTo>
                    <a:pt x="541" y="92"/>
                  </a:lnTo>
                  <a:lnTo>
                    <a:pt x="555" y="96"/>
                  </a:lnTo>
                  <a:lnTo>
                    <a:pt x="567" y="100"/>
                  </a:lnTo>
                  <a:lnTo>
                    <a:pt x="579" y="105"/>
                  </a:lnTo>
                  <a:lnTo>
                    <a:pt x="591" y="110"/>
                  </a:lnTo>
                  <a:lnTo>
                    <a:pt x="601" y="118"/>
                  </a:lnTo>
                  <a:lnTo>
                    <a:pt x="611" y="124"/>
                  </a:lnTo>
                  <a:lnTo>
                    <a:pt x="621" y="133"/>
                  </a:lnTo>
                  <a:lnTo>
                    <a:pt x="630" y="142"/>
                  </a:lnTo>
                  <a:lnTo>
                    <a:pt x="638" y="152"/>
                  </a:lnTo>
                  <a:lnTo>
                    <a:pt x="644" y="162"/>
                  </a:lnTo>
                  <a:lnTo>
                    <a:pt x="651" y="174"/>
                  </a:lnTo>
                  <a:lnTo>
                    <a:pt x="655" y="187"/>
                  </a:lnTo>
                  <a:lnTo>
                    <a:pt x="658" y="199"/>
                  </a:lnTo>
                  <a:lnTo>
                    <a:pt x="661" y="213"/>
                  </a:lnTo>
                  <a:lnTo>
                    <a:pt x="661" y="213"/>
                  </a:lnTo>
                  <a:lnTo>
                    <a:pt x="664" y="238"/>
                  </a:lnTo>
                  <a:lnTo>
                    <a:pt x="665" y="263"/>
                  </a:lnTo>
                  <a:lnTo>
                    <a:pt x="664" y="289"/>
                  </a:lnTo>
                  <a:lnTo>
                    <a:pt x="660" y="314"/>
                  </a:lnTo>
                  <a:lnTo>
                    <a:pt x="657" y="326"/>
                  </a:lnTo>
                  <a:lnTo>
                    <a:pt x="655" y="339"/>
                  </a:lnTo>
                  <a:lnTo>
                    <a:pt x="649" y="350"/>
                  </a:lnTo>
                  <a:lnTo>
                    <a:pt x="646" y="360"/>
                  </a:lnTo>
                  <a:lnTo>
                    <a:pt x="639" y="371"/>
                  </a:lnTo>
                  <a:lnTo>
                    <a:pt x="632" y="381"/>
                  </a:lnTo>
                  <a:lnTo>
                    <a:pt x="624" y="389"/>
                  </a:lnTo>
                  <a:lnTo>
                    <a:pt x="615" y="398"/>
                  </a:lnTo>
                  <a:lnTo>
                    <a:pt x="615" y="398"/>
                  </a:lnTo>
                  <a:lnTo>
                    <a:pt x="593" y="412"/>
                  </a:lnTo>
                  <a:lnTo>
                    <a:pt x="570" y="424"/>
                  </a:lnTo>
                  <a:lnTo>
                    <a:pt x="545" y="436"/>
                  </a:lnTo>
                  <a:lnTo>
                    <a:pt x="521" y="444"/>
                  </a:lnTo>
                  <a:lnTo>
                    <a:pt x="494" y="450"/>
                  </a:lnTo>
                  <a:lnTo>
                    <a:pt x="467" y="455"/>
                  </a:lnTo>
                  <a:lnTo>
                    <a:pt x="440" y="458"/>
                  </a:lnTo>
                  <a:lnTo>
                    <a:pt x="413" y="45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9" name="Freeform 40">
              <a:extLst>
                <a:ext uri="{FF2B5EF4-FFF2-40B4-BE49-F238E27FC236}">
                  <a16:creationId xmlns:a16="http://schemas.microsoft.com/office/drawing/2014/main" id="{133D6EAC-B13C-AC16-460F-9B570308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987"/>
              <a:ext cx="222" cy="191"/>
            </a:xfrm>
            <a:custGeom>
              <a:avLst/>
              <a:gdLst>
                <a:gd name="T0" fmla="*/ 413 w 665"/>
                <a:gd name="T1" fmla="*/ 473 h 573"/>
                <a:gd name="T2" fmla="*/ 412 w 665"/>
                <a:gd name="T3" fmla="*/ 573 h 573"/>
                <a:gd name="T4" fmla="*/ 392 w 665"/>
                <a:gd name="T5" fmla="*/ 570 h 573"/>
                <a:gd name="T6" fmla="*/ 320 w 665"/>
                <a:gd name="T7" fmla="*/ 562 h 573"/>
                <a:gd name="T8" fmla="*/ 272 w 665"/>
                <a:gd name="T9" fmla="*/ 554 h 573"/>
                <a:gd name="T10" fmla="*/ 228 w 665"/>
                <a:gd name="T11" fmla="*/ 539 h 573"/>
                <a:gd name="T12" fmla="*/ 213 w 665"/>
                <a:gd name="T13" fmla="*/ 533 h 573"/>
                <a:gd name="T14" fmla="*/ 186 w 665"/>
                <a:gd name="T15" fmla="*/ 516 h 573"/>
                <a:gd name="T16" fmla="*/ 150 w 665"/>
                <a:gd name="T17" fmla="*/ 490 h 573"/>
                <a:gd name="T18" fmla="*/ 110 w 665"/>
                <a:gd name="T19" fmla="*/ 446 h 573"/>
                <a:gd name="T20" fmla="*/ 74 w 665"/>
                <a:gd name="T21" fmla="*/ 396 h 573"/>
                <a:gd name="T22" fmla="*/ 57 w 665"/>
                <a:gd name="T23" fmla="*/ 368 h 573"/>
                <a:gd name="T24" fmla="*/ 34 w 665"/>
                <a:gd name="T25" fmla="*/ 323 h 573"/>
                <a:gd name="T26" fmla="*/ 13 w 665"/>
                <a:gd name="T27" fmla="*/ 268 h 573"/>
                <a:gd name="T28" fmla="*/ 2 w 665"/>
                <a:gd name="T29" fmla="*/ 225 h 573"/>
                <a:gd name="T30" fmla="*/ 0 w 665"/>
                <a:gd name="T31" fmla="*/ 198 h 573"/>
                <a:gd name="T32" fmla="*/ 2 w 665"/>
                <a:gd name="T33" fmla="*/ 173 h 573"/>
                <a:gd name="T34" fmla="*/ 5 w 665"/>
                <a:gd name="T35" fmla="*/ 162 h 573"/>
                <a:gd name="T36" fmla="*/ 13 w 665"/>
                <a:gd name="T37" fmla="*/ 139 h 573"/>
                <a:gd name="T38" fmla="*/ 38 w 665"/>
                <a:gd name="T39" fmla="*/ 96 h 573"/>
                <a:gd name="T40" fmla="*/ 73 w 665"/>
                <a:gd name="T41" fmla="*/ 58 h 573"/>
                <a:gd name="T42" fmla="*/ 111 w 665"/>
                <a:gd name="T43" fmla="*/ 26 h 573"/>
                <a:gd name="T44" fmla="*/ 131 w 665"/>
                <a:gd name="T45" fmla="*/ 13 h 573"/>
                <a:gd name="T46" fmla="*/ 156 w 665"/>
                <a:gd name="T47" fmla="*/ 4 h 573"/>
                <a:gd name="T48" fmla="*/ 180 w 665"/>
                <a:gd name="T49" fmla="*/ 0 h 573"/>
                <a:gd name="T50" fmla="*/ 207 w 665"/>
                <a:gd name="T51" fmla="*/ 0 h 573"/>
                <a:gd name="T52" fmla="*/ 232 w 665"/>
                <a:gd name="T53" fmla="*/ 4 h 573"/>
                <a:gd name="T54" fmla="*/ 284 w 665"/>
                <a:gd name="T55" fmla="*/ 19 h 573"/>
                <a:gd name="T56" fmla="*/ 330 w 665"/>
                <a:gd name="T57" fmla="*/ 38 h 573"/>
                <a:gd name="T58" fmla="*/ 371 w 665"/>
                <a:gd name="T59" fmla="*/ 55 h 573"/>
                <a:gd name="T60" fmla="*/ 410 w 665"/>
                <a:gd name="T61" fmla="*/ 69 h 573"/>
                <a:gd name="T62" fmla="*/ 435 w 665"/>
                <a:gd name="T63" fmla="*/ 75 h 573"/>
                <a:gd name="T64" fmla="*/ 486 w 665"/>
                <a:gd name="T65" fmla="*/ 84 h 573"/>
                <a:gd name="T66" fmla="*/ 514 w 665"/>
                <a:gd name="T67" fmla="*/ 88 h 573"/>
                <a:gd name="T68" fmla="*/ 541 w 665"/>
                <a:gd name="T69" fmla="*/ 92 h 573"/>
                <a:gd name="T70" fmla="*/ 567 w 665"/>
                <a:gd name="T71" fmla="*/ 100 h 573"/>
                <a:gd name="T72" fmla="*/ 591 w 665"/>
                <a:gd name="T73" fmla="*/ 110 h 573"/>
                <a:gd name="T74" fmla="*/ 611 w 665"/>
                <a:gd name="T75" fmla="*/ 124 h 573"/>
                <a:gd name="T76" fmla="*/ 630 w 665"/>
                <a:gd name="T77" fmla="*/ 142 h 573"/>
                <a:gd name="T78" fmla="*/ 644 w 665"/>
                <a:gd name="T79" fmla="*/ 162 h 573"/>
                <a:gd name="T80" fmla="*/ 655 w 665"/>
                <a:gd name="T81" fmla="*/ 187 h 573"/>
                <a:gd name="T82" fmla="*/ 661 w 665"/>
                <a:gd name="T83" fmla="*/ 213 h 573"/>
                <a:gd name="T84" fmla="*/ 664 w 665"/>
                <a:gd name="T85" fmla="*/ 238 h 573"/>
                <a:gd name="T86" fmla="*/ 664 w 665"/>
                <a:gd name="T87" fmla="*/ 289 h 573"/>
                <a:gd name="T88" fmla="*/ 657 w 665"/>
                <a:gd name="T89" fmla="*/ 326 h 573"/>
                <a:gd name="T90" fmla="*/ 649 w 665"/>
                <a:gd name="T91" fmla="*/ 350 h 573"/>
                <a:gd name="T92" fmla="*/ 639 w 665"/>
                <a:gd name="T93" fmla="*/ 371 h 573"/>
                <a:gd name="T94" fmla="*/ 624 w 665"/>
                <a:gd name="T95" fmla="*/ 389 h 573"/>
                <a:gd name="T96" fmla="*/ 615 w 665"/>
                <a:gd name="T97" fmla="*/ 398 h 573"/>
                <a:gd name="T98" fmla="*/ 570 w 665"/>
                <a:gd name="T99" fmla="*/ 424 h 573"/>
                <a:gd name="T100" fmla="*/ 521 w 665"/>
                <a:gd name="T101" fmla="*/ 444 h 573"/>
                <a:gd name="T102" fmla="*/ 467 w 665"/>
                <a:gd name="T103" fmla="*/ 455 h 573"/>
                <a:gd name="T104" fmla="*/ 413 w 665"/>
                <a:gd name="T105" fmla="*/ 458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5" h="573">
                  <a:moveTo>
                    <a:pt x="413" y="458"/>
                  </a:moveTo>
                  <a:lnTo>
                    <a:pt x="413" y="473"/>
                  </a:lnTo>
                  <a:lnTo>
                    <a:pt x="413" y="473"/>
                  </a:lnTo>
                  <a:lnTo>
                    <a:pt x="412" y="573"/>
                  </a:lnTo>
                  <a:lnTo>
                    <a:pt x="412" y="573"/>
                  </a:lnTo>
                  <a:lnTo>
                    <a:pt x="392" y="570"/>
                  </a:lnTo>
                  <a:lnTo>
                    <a:pt x="369" y="568"/>
                  </a:lnTo>
                  <a:lnTo>
                    <a:pt x="320" y="562"/>
                  </a:lnTo>
                  <a:lnTo>
                    <a:pt x="295" y="559"/>
                  </a:lnTo>
                  <a:lnTo>
                    <a:pt x="272" y="554"/>
                  </a:lnTo>
                  <a:lnTo>
                    <a:pt x="249" y="548"/>
                  </a:lnTo>
                  <a:lnTo>
                    <a:pt x="228" y="539"/>
                  </a:lnTo>
                  <a:lnTo>
                    <a:pt x="228" y="539"/>
                  </a:lnTo>
                  <a:lnTo>
                    <a:pt x="213" y="533"/>
                  </a:lnTo>
                  <a:lnTo>
                    <a:pt x="199" y="525"/>
                  </a:lnTo>
                  <a:lnTo>
                    <a:pt x="186" y="516"/>
                  </a:lnTo>
                  <a:lnTo>
                    <a:pt x="173" y="509"/>
                  </a:lnTo>
                  <a:lnTo>
                    <a:pt x="150" y="490"/>
                  </a:lnTo>
                  <a:lnTo>
                    <a:pt x="129" y="469"/>
                  </a:lnTo>
                  <a:lnTo>
                    <a:pt x="110" y="446"/>
                  </a:lnTo>
                  <a:lnTo>
                    <a:pt x="90" y="422"/>
                  </a:lnTo>
                  <a:lnTo>
                    <a:pt x="74" y="396"/>
                  </a:lnTo>
                  <a:lnTo>
                    <a:pt x="57" y="368"/>
                  </a:lnTo>
                  <a:lnTo>
                    <a:pt x="57" y="368"/>
                  </a:lnTo>
                  <a:lnTo>
                    <a:pt x="46" y="348"/>
                  </a:lnTo>
                  <a:lnTo>
                    <a:pt x="34" y="323"/>
                  </a:lnTo>
                  <a:lnTo>
                    <a:pt x="23" y="297"/>
                  </a:lnTo>
                  <a:lnTo>
                    <a:pt x="13" y="268"/>
                  </a:lnTo>
                  <a:lnTo>
                    <a:pt x="5" y="239"/>
                  </a:lnTo>
                  <a:lnTo>
                    <a:pt x="2" y="225"/>
                  </a:lnTo>
                  <a:lnTo>
                    <a:pt x="1" y="211"/>
                  </a:lnTo>
                  <a:lnTo>
                    <a:pt x="0" y="198"/>
                  </a:lnTo>
                  <a:lnTo>
                    <a:pt x="0" y="185"/>
                  </a:lnTo>
                  <a:lnTo>
                    <a:pt x="2" y="173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9" y="151"/>
                  </a:lnTo>
                  <a:lnTo>
                    <a:pt x="13" y="139"/>
                  </a:lnTo>
                  <a:lnTo>
                    <a:pt x="24" y="116"/>
                  </a:lnTo>
                  <a:lnTo>
                    <a:pt x="38" y="96"/>
                  </a:lnTo>
                  <a:lnTo>
                    <a:pt x="55" y="75"/>
                  </a:lnTo>
                  <a:lnTo>
                    <a:pt x="73" y="58"/>
                  </a:lnTo>
                  <a:lnTo>
                    <a:pt x="92" y="41"/>
                  </a:lnTo>
                  <a:lnTo>
                    <a:pt x="111" y="26"/>
                  </a:lnTo>
                  <a:lnTo>
                    <a:pt x="131" y="13"/>
                  </a:lnTo>
                  <a:lnTo>
                    <a:pt x="131" y="13"/>
                  </a:lnTo>
                  <a:lnTo>
                    <a:pt x="143" y="8"/>
                  </a:lnTo>
                  <a:lnTo>
                    <a:pt x="156" y="4"/>
                  </a:lnTo>
                  <a:lnTo>
                    <a:pt x="167" y="1"/>
                  </a:lnTo>
                  <a:lnTo>
                    <a:pt x="180" y="0"/>
                  </a:lnTo>
                  <a:lnTo>
                    <a:pt x="193" y="0"/>
                  </a:lnTo>
                  <a:lnTo>
                    <a:pt x="207" y="0"/>
                  </a:lnTo>
                  <a:lnTo>
                    <a:pt x="219" y="1"/>
                  </a:lnTo>
                  <a:lnTo>
                    <a:pt x="232" y="4"/>
                  </a:lnTo>
                  <a:lnTo>
                    <a:pt x="259" y="10"/>
                  </a:lnTo>
                  <a:lnTo>
                    <a:pt x="284" y="19"/>
                  </a:lnTo>
                  <a:lnTo>
                    <a:pt x="307" y="29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71" y="55"/>
                  </a:lnTo>
                  <a:lnTo>
                    <a:pt x="390" y="63"/>
                  </a:lnTo>
                  <a:lnTo>
                    <a:pt x="410" y="69"/>
                  </a:lnTo>
                  <a:lnTo>
                    <a:pt x="410" y="69"/>
                  </a:lnTo>
                  <a:lnTo>
                    <a:pt x="435" y="75"/>
                  </a:lnTo>
                  <a:lnTo>
                    <a:pt x="461" y="81"/>
                  </a:lnTo>
                  <a:lnTo>
                    <a:pt x="486" y="84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28" y="89"/>
                  </a:lnTo>
                  <a:lnTo>
                    <a:pt x="541" y="92"/>
                  </a:lnTo>
                  <a:lnTo>
                    <a:pt x="555" y="96"/>
                  </a:lnTo>
                  <a:lnTo>
                    <a:pt x="567" y="100"/>
                  </a:lnTo>
                  <a:lnTo>
                    <a:pt x="579" y="105"/>
                  </a:lnTo>
                  <a:lnTo>
                    <a:pt x="591" y="110"/>
                  </a:lnTo>
                  <a:lnTo>
                    <a:pt x="601" y="118"/>
                  </a:lnTo>
                  <a:lnTo>
                    <a:pt x="611" y="124"/>
                  </a:lnTo>
                  <a:lnTo>
                    <a:pt x="621" y="133"/>
                  </a:lnTo>
                  <a:lnTo>
                    <a:pt x="630" y="142"/>
                  </a:lnTo>
                  <a:lnTo>
                    <a:pt x="638" y="152"/>
                  </a:lnTo>
                  <a:lnTo>
                    <a:pt x="644" y="162"/>
                  </a:lnTo>
                  <a:lnTo>
                    <a:pt x="651" y="174"/>
                  </a:lnTo>
                  <a:lnTo>
                    <a:pt x="655" y="187"/>
                  </a:lnTo>
                  <a:lnTo>
                    <a:pt x="658" y="199"/>
                  </a:lnTo>
                  <a:lnTo>
                    <a:pt x="661" y="213"/>
                  </a:lnTo>
                  <a:lnTo>
                    <a:pt x="661" y="213"/>
                  </a:lnTo>
                  <a:lnTo>
                    <a:pt x="664" y="238"/>
                  </a:lnTo>
                  <a:lnTo>
                    <a:pt x="665" y="263"/>
                  </a:lnTo>
                  <a:lnTo>
                    <a:pt x="664" y="289"/>
                  </a:lnTo>
                  <a:lnTo>
                    <a:pt x="660" y="314"/>
                  </a:lnTo>
                  <a:lnTo>
                    <a:pt x="657" y="326"/>
                  </a:lnTo>
                  <a:lnTo>
                    <a:pt x="655" y="339"/>
                  </a:lnTo>
                  <a:lnTo>
                    <a:pt x="649" y="350"/>
                  </a:lnTo>
                  <a:lnTo>
                    <a:pt x="646" y="360"/>
                  </a:lnTo>
                  <a:lnTo>
                    <a:pt x="639" y="371"/>
                  </a:lnTo>
                  <a:lnTo>
                    <a:pt x="632" y="381"/>
                  </a:lnTo>
                  <a:lnTo>
                    <a:pt x="624" y="389"/>
                  </a:lnTo>
                  <a:lnTo>
                    <a:pt x="615" y="398"/>
                  </a:lnTo>
                  <a:lnTo>
                    <a:pt x="615" y="398"/>
                  </a:lnTo>
                  <a:lnTo>
                    <a:pt x="593" y="412"/>
                  </a:lnTo>
                  <a:lnTo>
                    <a:pt x="570" y="424"/>
                  </a:lnTo>
                  <a:lnTo>
                    <a:pt x="545" y="436"/>
                  </a:lnTo>
                  <a:lnTo>
                    <a:pt x="521" y="444"/>
                  </a:lnTo>
                  <a:lnTo>
                    <a:pt x="494" y="450"/>
                  </a:lnTo>
                  <a:lnTo>
                    <a:pt x="467" y="455"/>
                  </a:lnTo>
                  <a:lnTo>
                    <a:pt x="440" y="458"/>
                  </a:lnTo>
                  <a:lnTo>
                    <a:pt x="413" y="4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0" name="Freeform 41">
              <a:extLst>
                <a:ext uri="{FF2B5EF4-FFF2-40B4-BE49-F238E27FC236}">
                  <a16:creationId xmlns:a16="http://schemas.microsoft.com/office/drawing/2014/main" id="{CFD296E4-9FA0-C73D-D71F-E23216455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205"/>
              <a:ext cx="145" cy="211"/>
            </a:xfrm>
            <a:custGeom>
              <a:avLst/>
              <a:gdLst>
                <a:gd name="T0" fmla="*/ 437 w 437"/>
                <a:gd name="T1" fmla="*/ 99 h 634"/>
                <a:gd name="T2" fmla="*/ 437 w 437"/>
                <a:gd name="T3" fmla="*/ 99 h 634"/>
                <a:gd name="T4" fmla="*/ 437 w 437"/>
                <a:gd name="T5" fmla="*/ 634 h 634"/>
                <a:gd name="T6" fmla="*/ 437 w 437"/>
                <a:gd name="T7" fmla="*/ 634 h 634"/>
                <a:gd name="T8" fmla="*/ 394 w 437"/>
                <a:gd name="T9" fmla="*/ 613 h 634"/>
                <a:gd name="T10" fmla="*/ 352 w 437"/>
                <a:gd name="T11" fmla="*/ 588 h 634"/>
                <a:gd name="T12" fmla="*/ 311 w 437"/>
                <a:gd name="T13" fmla="*/ 564 h 634"/>
                <a:gd name="T14" fmla="*/ 272 w 437"/>
                <a:gd name="T15" fmla="*/ 538 h 634"/>
                <a:gd name="T16" fmla="*/ 232 w 437"/>
                <a:gd name="T17" fmla="*/ 512 h 634"/>
                <a:gd name="T18" fmla="*/ 194 w 437"/>
                <a:gd name="T19" fmla="*/ 482 h 634"/>
                <a:gd name="T20" fmla="*/ 157 w 437"/>
                <a:gd name="T21" fmla="*/ 451 h 634"/>
                <a:gd name="T22" fmla="*/ 120 w 437"/>
                <a:gd name="T23" fmla="*/ 421 h 634"/>
                <a:gd name="T24" fmla="*/ 120 w 437"/>
                <a:gd name="T25" fmla="*/ 421 h 634"/>
                <a:gd name="T26" fmla="*/ 95 w 437"/>
                <a:gd name="T27" fmla="*/ 396 h 634"/>
                <a:gd name="T28" fmla="*/ 74 w 437"/>
                <a:gd name="T29" fmla="*/ 372 h 634"/>
                <a:gd name="T30" fmla="*/ 52 w 437"/>
                <a:gd name="T31" fmla="*/ 345 h 634"/>
                <a:gd name="T32" fmla="*/ 43 w 437"/>
                <a:gd name="T33" fmla="*/ 331 h 634"/>
                <a:gd name="T34" fmla="*/ 34 w 437"/>
                <a:gd name="T35" fmla="*/ 317 h 634"/>
                <a:gd name="T36" fmla="*/ 26 w 437"/>
                <a:gd name="T37" fmla="*/ 302 h 634"/>
                <a:gd name="T38" fmla="*/ 19 w 437"/>
                <a:gd name="T39" fmla="*/ 288 h 634"/>
                <a:gd name="T40" fmla="*/ 12 w 437"/>
                <a:gd name="T41" fmla="*/ 271 h 634"/>
                <a:gd name="T42" fmla="*/ 7 w 437"/>
                <a:gd name="T43" fmla="*/ 256 h 634"/>
                <a:gd name="T44" fmla="*/ 3 w 437"/>
                <a:gd name="T45" fmla="*/ 239 h 634"/>
                <a:gd name="T46" fmla="*/ 1 w 437"/>
                <a:gd name="T47" fmla="*/ 223 h 634"/>
                <a:gd name="T48" fmla="*/ 0 w 437"/>
                <a:gd name="T49" fmla="*/ 206 h 634"/>
                <a:gd name="T50" fmla="*/ 0 w 437"/>
                <a:gd name="T51" fmla="*/ 189 h 634"/>
                <a:gd name="T52" fmla="*/ 0 w 437"/>
                <a:gd name="T53" fmla="*/ 189 h 634"/>
                <a:gd name="T54" fmla="*/ 2 w 437"/>
                <a:gd name="T55" fmla="*/ 171 h 634"/>
                <a:gd name="T56" fmla="*/ 5 w 437"/>
                <a:gd name="T57" fmla="*/ 154 h 634"/>
                <a:gd name="T58" fmla="*/ 10 w 437"/>
                <a:gd name="T59" fmla="*/ 137 h 634"/>
                <a:gd name="T60" fmla="*/ 16 w 437"/>
                <a:gd name="T61" fmla="*/ 122 h 634"/>
                <a:gd name="T62" fmla="*/ 25 w 437"/>
                <a:gd name="T63" fmla="*/ 106 h 634"/>
                <a:gd name="T64" fmla="*/ 34 w 437"/>
                <a:gd name="T65" fmla="*/ 91 h 634"/>
                <a:gd name="T66" fmla="*/ 44 w 437"/>
                <a:gd name="T67" fmla="*/ 77 h 634"/>
                <a:gd name="T68" fmla="*/ 56 w 437"/>
                <a:gd name="T69" fmla="*/ 64 h 634"/>
                <a:gd name="T70" fmla="*/ 69 w 437"/>
                <a:gd name="T71" fmla="*/ 53 h 634"/>
                <a:gd name="T72" fmla="*/ 83 w 437"/>
                <a:gd name="T73" fmla="*/ 42 h 634"/>
                <a:gd name="T74" fmla="*/ 97 w 437"/>
                <a:gd name="T75" fmla="*/ 32 h 634"/>
                <a:gd name="T76" fmla="*/ 112 w 437"/>
                <a:gd name="T77" fmla="*/ 23 h 634"/>
                <a:gd name="T78" fmla="*/ 127 w 437"/>
                <a:gd name="T79" fmla="*/ 17 h 634"/>
                <a:gd name="T80" fmla="*/ 143 w 437"/>
                <a:gd name="T81" fmla="*/ 10 h 634"/>
                <a:gd name="T82" fmla="*/ 159 w 437"/>
                <a:gd name="T83" fmla="*/ 5 h 634"/>
                <a:gd name="T84" fmla="*/ 176 w 437"/>
                <a:gd name="T85" fmla="*/ 3 h 634"/>
                <a:gd name="T86" fmla="*/ 176 w 437"/>
                <a:gd name="T87" fmla="*/ 3 h 634"/>
                <a:gd name="T88" fmla="*/ 192 w 437"/>
                <a:gd name="T89" fmla="*/ 0 h 634"/>
                <a:gd name="T90" fmla="*/ 210 w 437"/>
                <a:gd name="T91" fmla="*/ 0 h 634"/>
                <a:gd name="T92" fmla="*/ 227 w 437"/>
                <a:gd name="T93" fmla="*/ 1 h 634"/>
                <a:gd name="T94" fmla="*/ 245 w 437"/>
                <a:gd name="T95" fmla="*/ 4 h 634"/>
                <a:gd name="T96" fmla="*/ 263 w 437"/>
                <a:gd name="T97" fmla="*/ 8 h 634"/>
                <a:gd name="T98" fmla="*/ 280 w 437"/>
                <a:gd name="T99" fmla="*/ 12 h 634"/>
                <a:gd name="T100" fmla="*/ 297 w 437"/>
                <a:gd name="T101" fmla="*/ 18 h 634"/>
                <a:gd name="T102" fmla="*/ 315 w 437"/>
                <a:gd name="T103" fmla="*/ 24 h 634"/>
                <a:gd name="T104" fmla="*/ 332 w 437"/>
                <a:gd name="T105" fmla="*/ 32 h 634"/>
                <a:gd name="T106" fmla="*/ 349 w 437"/>
                <a:gd name="T107" fmla="*/ 40 h 634"/>
                <a:gd name="T108" fmla="*/ 381 w 437"/>
                <a:gd name="T109" fmla="*/ 58 h 634"/>
                <a:gd name="T110" fmla="*/ 411 w 437"/>
                <a:gd name="T111" fmla="*/ 77 h 634"/>
                <a:gd name="T112" fmla="*/ 437 w 437"/>
                <a:gd name="T113" fmla="*/ 9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7" h="634">
                  <a:moveTo>
                    <a:pt x="437" y="99"/>
                  </a:moveTo>
                  <a:lnTo>
                    <a:pt x="437" y="99"/>
                  </a:lnTo>
                  <a:lnTo>
                    <a:pt x="437" y="634"/>
                  </a:lnTo>
                  <a:lnTo>
                    <a:pt x="437" y="634"/>
                  </a:lnTo>
                  <a:lnTo>
                    <a:pt x="394" y="613"/>
                  </a:lnTo>
                  <a:lnTo>
                    <a:pt x="352" y="588"/>
                  </a:lnTo>
                  <a:lnTo>
                    <a:pt x="311" y="564"/>
                  </a:lnTo>
                  <a:lnTo>
                    <a:pt x="272" y="538"/>
                  </a:lnTo>
                  <a:lnTo>
                    <a:pt x="232" y="512"/>
                  </a:lnTo>
                  <a:lnTo>
                    <a:pt x="194" y="482"/>
                  </a:lnTo>
                  <a:lnTo>
                    <a:pt x="157" y="451"/>
                  </a:lnTo>
                  <a:lnTo>
                    <a:pt x="120" y="421"/>
                  </a:lnTo>
                  <a:lnTo>
                    <a:pt x="120" y="421"/>
                  </a:lnTo>
                  <a:lnTo>
                    <a:pt x="95" y="396"/>
                  </a:lnTo>
                  <a:lnTo>
                    <a:pt x="74" y="372"/>
                  </a:lnTo>
                  <a:lnTo>
                    <a:pt x="52" y="345"/>
                  </a:lnTo>
                  <a:lnTo>
                    <a:pt x="43" y="331"/>
                  </a:lnTo>
                  <a:lnTo>
                    <a:pt x="34" y="317"/>
                  </a:lnTo>
                  <a:lnTo>
                    <a:pt x="26" y="302"/>
                  </a:lnTo>
                  <a:lnTo>
                    <a:pt x="19" y="288"/>
                  </a:lnTo>
                  <a:lnTo>
                    <a:pt x="12" y="271"/>
                  </a:lnTo>
                  <a:lnTo>
                    <a:pt x="7" y="256"/>
                  </a:lnTo>
                  <a:lnTo>
                    <a:pt x="3" y="239"/>
                  </a:lnTo>
                  <a:lnTo>
                    <a:pt x="1" y="223"/>
                  </a:lnTo>
                  <a:lnTo>
                    <a:pt x="0" y="206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2" y="171"/>
                  </a:lnTo>
                  <a:lnTo>
                    <a:pt x="5" y="154"/>
                  </a:lnTo>
                  <a:lnTo>
                    <a:pt x="10" y="137"/>
                  </a:lnTo>
                  <a:lnTo>
                    <a:pt x="16" y="122"/>
                  </a:lnTo>
                  <a:lnTo>
                    <a:pt x="25" y="106"/>
                  </a:lnTo>
                  <a:lnTo>
                    <a:pt x="34" y="91"/>
                  </a:lnTo>
                  <a:lnTo>
                    <a:pt x="44" y="77"/>
                  </a:lnTo>
                  <a:lnTo>
                    <a:pt x="56" y="64"/>
                  </a:lnTo>
                  <a:lnTo>
                    <a:pt x="69" y="53"/>
                  </a:lnTo>
                  <a:lnTo>
                    <a:pt x="83" y="42"/>
                  </a:lnTo>
                  <a:lnTo>
                    <a:pt x="97" y="32"/>
                  </a:lnTo>
                  <a:lnTo>
                    <a:pt x="112" y="23"/>
                  </a:lnTo>
                  <a:lnTo>
                    <a:pt x="127" y="17"/>
                  </a:lnTo>
                  <a:lnTo>
                    <a:pt x="143" y="10"/>
                  </a:lnTo>
                  <a:lnTo>
                    <a:pt x="159" y="5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7" y="1"/>
                  </a:lnTo>
                  <a:lnTo>
                    <a:pt x="245" y="4"/>
                  </a:lnTo>
                  <a:lnTo>
                    <a:pt x="263" y="8"/>
                  </a:lnTo>
                  <a:lnTo>
                    <a:pt x="280" y="12"/>
                  </a:lnTo>
                  <a:lnTo>
                    <a:pt x="297" y="18"/>
                  </a:lnTo>
                  <a:lnTo>
                    <a:pt x="315" y="24"/>
                  </a:lnTo>
                  <a:lnTo>
                    <a:pt x="332" y="32"/>
                  </a:lnTo>
                  <a:lnTo>
                    <a:pt x="349" y="40"/>
                  </a:lnTo>
                  <a:lnTo>
                    <a:pt x="381" y="58"/>
                  </a:lnTo>
                  <a:lnTo>
                    <a:pt x="411" y="77"/>
                  </a:lnTo>
                  <a:lnTo>
                    <a:pt x="437" y="9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1" name="Freeform 42">
              <a:extLst>
                <a:ext uri="{FF2B5EF4-FFF2-40B4-BE49-F238E27FC236}">
                  <a16:creationId xmlns:a16="http://schemas.microsoft.com/office/drawing/2014/main" id="{9D5C7979-DA0C-7A50-2707-A15702AD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205"/>
              <a:ext cx="145" cy="211"/>
            </a:xfrm>
            <a:custGeom>
              <a:avLst/>
              <a:gdLst>
                <a:gd name="T0" fmla="*/ 437 w 437"/>
                <a:gd name="T1" fmla="*/ 99 h 634"/>
                <a:gd name="T2" fmla="*/ 437 w 437"/>
                <a:gd name="T3" fmla="*/ 99 h 634"/>
                <a:gd name="T4" fmla="*/ 437 w 437"/>
                <a:gd name="T5" fmla="*/ 634 h 634"/>
                <a:gd name="T6" fmla="*/ 437 w 437"/>
                <a:gd name="T7" fmla="*/ 634 h 634"/>
                <a:gd name="T8" fmla="*/ 394 w 437"/>
                <a:gd name="T9" fmla="*/ 613 h 634"/>
                <a:gd name="T10" fmla="*/ 352 w 437"/>
                <a:gd name="T11" fmla="*/ 588 h 634"/>
                <a:gd name="T12" fmla="*/ 311 w 437"/>
                <a:gd name="T13" fmla="*/ 564 h 634"/>
                <a:gd name="T14" fmla="*/ 272 w 437"/>
                <a:gd name="T15" fmla="*/ 538 h 634"/>
                <a:gd name="T16" fmla="*/ 232 w 437"/>
                <a:gd name="T17" fmla="*/ 512 h 634"/>
                <a:gd name="T18" fmla="*/ 194 w 437"/>
                <a:gd name="T19" fmla="*/ 482 h 634"/>
                <a:gd name="T20" fmla="*/ 157 w 437"/>
                <a:gd name="T21" fmla="*/ 451 h 634"/>
                <a:gd name="T22" fmla="*/ 120 w 437"/>
                <a:gd name="T23" fmla="*/ 421 h 634"/>
                <a:gd name="T24" fmla="*/ 120 w 437"/>
                <a:gd name="T25" fmla="*/ 421 h 634"/>
                <a:gd name="T26" fmla="*/ 95 w 437"/>
                <a:gd name="T27" fmla="*/ 396 h 634"/>
                <a:gd name="T28" fmla="*/ 74 w 437"/>
                <a:gd name="T29" fmla="*/ 372 h 634"/>
                <a:gd name="T30" fmla="*/ 52 w 437"/>
                <a:gd name="T31" fmla="*/ 345 h 634"/>
                <a:gd name="T32" fmla="*/ 43 w 437"/>
                <a:gd name="T33" fmla="*/ 331 h 634"/>
                <a:gd name="T34" fmla="*/ 34 w 437"/>
                <a:gd name="T35" fmla="*/ 317 h 634"/>
                <a:gd name="T36" fmla="*/ 26 w 437"/>
                <a:gd name="T37" fmla="*/ 302 h 634"/>
                <a:gd name="T38" fmla="*/ 19 w 437"/>
                <a:gd name="T39" fmla="*/ 288 h 634"/>
                <a:gd name="T40" fmla="*/ 12 w 437"/>
                <a:gd name="T41" fmla="*/ 271 h 634"/>
                <a:gd name="T42" fmla="*/ 7 w 437"/>
                <a:gd name="T43" fmla="*/ 256 h 634"/>
                <a:gd name="T44" fmla="*/ 3 w 437"/>
                <a:gd name="T45" fmla="*/ 239 h 634"/>
                <a:gd name="T46" fmla="*/ 1 w 437"/>
                <a:gd name="T47" fmla="*/ 223 h 634"/>
                <a:gd name="T48" fmla="*/ 0 w 437"/>
                <a:gd name="T49" fmla="*/ 206 h 634"/>
                <a:gd name="T50" fmla="*/ 0 w 437"/>
                <a:gd name="T51" fmla="*/ 189 h 634"/>
                <a:gd name="T52" fmla="*/ 0 w 437"/>
                <a:gd name="T53" fmla="*/ 189 h 634"/>
                <a:gd name="T54" fmla="*/ 2 w 437"/>
                <a:gd name="T55" fmla="*/ 171 h 634"/>
                <a:gd name="T56" fmla="*/ 5 w 437"/>
                <a:gd name="T57" fmla="*/ 154 h 634"/>
                <a:gd name="T58" fmla="*/ 10 w 437"/>
                <a:gd name="T59" fmla="*/ 137 h 634"/>
                <a:gd name="T60" fmla="*/ 16 w 437"/>
                <a:gd name="T61" fmla="*/ 122 h 634"/>
                <a:gd name="T62" fmla="*/ 25 w 437"/>
                <a:gd name="T63" fmla="*/ 106 h 634"/>
                <a:gd name="T64" fmla="*/ 34 w 437"/>
                <a:gd name="T65" fmla="*/ 91 h 634"/>
                <a:gd name="T66" fmla="*/ 44 w 437"/>
                <a:gd name="T67" fmla="*/ 77 h 634"/>
                <a:gd name="T68" fmla="*/ 56 w 437"/>
                <a:gd name="T69" fmla="*/ 64 h 634"/>
                <a:gd name="T70" fmla="*/ 69 w 437"/>
                <a:gd name="T71" fmla="*/ 53 h 634"/>
                <a:gd name="T72" fmla="*/ 83 w 437"/>
                <a:gd name="T73" fmla="*/ 42 h 634"/>
                <a:gd name="T74" fmla="*/ 97 w 437"/>
                <a:gd name="T75" fmla="*/ 32 h 634"/>
                <a:gd name="T76" fmla="*/ 112 w 437"/>
                <a:gd name="T77" fmla="*/ 23 h 634"/>
                <a:gd name="T78" fmla="*/ 127 w 437"/>
                <a:gd name="T79" fmla="*/ 17 h 634"/>
                <a:gd name="T80" fmla="*/ 143 w 437"/>
                <a:gd name="T81" fmla="*/ 10 h 634"/>
                <a:gd name="T82" fmla="*/ 159 w 437"/>
                <a:gd name="T83" fmla="*/ 5 h 634"/>
                <a:gd name="T84" fmla="*/ 176 w 437"/>
                <a:gd name="T85" fmla="*/ 3 h 634"/>
                <a:gd name="T86" fmla="*/ 176 w 437"/>
                <a:gd name="T87" fmla="*/ 3 h 634"/>
                <a:gd name="T88" fmla="*/ 192 w 437"/>
                <a:gd name="T89" fmla="*/ 0 h 634"/>
                <a:gd name="T90" fmla="*/ 210 w 437"/>
                <a:gd name="T91" fmla="*/ 0 h 634"/>
                <a:gd name="T92" fmla="*/ 227 w 437"/>
                <a:gd name="T93" fmla="*/ 1 h 634"/>
                <a:gd name="T94" fmla="*/ 245 w 437"/>
                <a:gd name="T95" fmla="*/ 4 h 634"/>
                <a:gd name="T96" fmla="*/ 263 w 437"/>
                <a:gd name="T97" fmla="*/ 8 h 634"/>
                <a:gd name="T98" fmla="*/ 280 w 437"/>
                <a:gd name="T99" fmla="*/ 12 h 634"/>
                <a:gd name="T100" fmla="*/ 297 w 437"/>
                <a:gd name="T101" fmla="*/ 18 h 634"/>
                <a:gd name="T102" fmla="*/ 315 w 437"/>
                <a:gd name="T103" fmla="*/ 24 h 634"/>
                <a:gd name="T104" fmla="*/ 332 w 437"/>
                <a:gd name="T105" fmla="*/ 32 h 634"/>
                <a:gd name="T106" fmla="*/ 349 w 437"/>
                <a:gd name="T107" fmla="*/ 40 h 634"/>
                <a:gd name="T108" fmla="*/ 381 w 437"/>
                <a:gd name="T109" fmla="*/ 58 h 634"/>
                <a:gd name="T110" fmla="*/ 411 w 437"/>
                <a:gd name="T111" fmla="*/ 77 h 634"/>
                <a:gd name="T112" fmla="*/ 437 w 437"/>
                <a:gd name="T113" fmla="*/ 9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7" h="634">
                  <a:moveTo>
                    <a:pt x="437" y="99"/>
                  </a:moveTo>
                  <a:lnTo>
                    <a:pt x="437" y="99"/>
                  </a:lnTo>
                  <a:lnTo>
                    <a:pt x="437" y="634"/>
                  </a:lnTo>
                  <a:lnTo>
                    <a:pt x="437" y="634"/>
                  </a:lnTo>
                  <a:lnTo>
                    <a:pt x="394" y="613"/>
                  </a:lnTo>
                  <a:lnTo>
                    <a:pt x="352" y="588"/>
                  </a:lnTo>
                  <a:lnTo>
                    <a:pt x="311" y="564"/>
                  </a:lnTo>
                  <a:lnTo>
                    <a:pt x="272" y="538"/>
                  </a:lnTo>
                  <a:lnTo>
                    <a:pt x="232" y="512"/>
                  </a:lnTo>
                  <a:lnTo>
                    <a:pt x="194" y="482"/>
                  </a:lnTo>
                  <a:lnTo>
                    <a:pt x="157" y="451"/>
                  </a:lnTo>
                  <a:lnTo>
                    <a:pt x="120" y="421"/>
                  </a:lnTo>
                  <a:lnTo>
                    <a:pt x="120" y="421"/>
                  </a:lnTo>
                  <a:lnTo>
                    <a:pt x="95" y="396"/>
                  </a:lnTo>
                  <a:lnTo>
                    <a:pt x="74" y="372"/>
                  </a:lnTo>
                  <a:lnTo>
                    <a:pt x="52" y="345"/>
                  </a:lnTo>
                  <a:lnTo>
                    <a:pt x="43" y="331"/>
                  </a:lnTo>
                  <a:lnTo>
                    <a:pt x="34" y="317"/>
                  </a:lnTo>
                  <a:lnTo>
                    <a:pt x="26" y="302"/>
                  </a:lnTo>
                  <a:lnTo>
                    <a:pt x="19" y="288"/>
                  </a:lnTo>
                  <a:lnTo>
                    <a:pt x="12" y="271"/>
                  </a:lnTo>
                  <a:lnTo>
                    <a:pt x="7" y="256"/>
                  </a:lnTo>
                  <a:lnTo>
                    <a:pt x="3" y="239"/>
                  </a:lnTo>
                  <a:lnTo>
                    <a:pt x="1" y="223"/>
                  </a:lnTo>
                  <a:lnTo>
                    <a:pt x="0" y="206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2" y="171"/>
                  </a:lnTo>
                  <a:lnTo>
                    <a:pt x="5" y="154"/>
                  </a:lnTo>
                  <a:lnTo>
                    <a:pt x="10" y="137"/>
                  </a:lnTo>
                  <a:lnTo>
                    <a:pt x="16" y="122"/>
                  </a:lnTo>
                  <a:lnTo>
                    <a:pt x="25" y="106"/>
                  </a:lnTo>
                  <a:lnTo>
                    <a:pt x="34" y="91"/>
                  </a:lnTo>
                  <a:lnTo>
                    <a:pt x="44" y="77"/>
                  </a:lnTo>
                  <a:lnTo>
                    <a:pt x="56" y="64"/>
                  </a:lnTo>
                  <a:lnTo>
                    <a:pt x="69" y="53"/>
                  </a:lnTo>
                  <a:lnTo>
                    <a:pt x="83" y="42"/>
                  </a:lnTo>
                  <a:lnTo>
                    <a:pt x="97" y="32"/>
                  </a:lnTo>
                  <a:lnTo>
                    <a:pt x="112" y="23"/>
                  </a:lnTo>
                  <a:lnTo>
                    <a:pt x="127" y="17"/>
                  </a:lnTo>
                  <a:lnTo>
                    <a:pt x="143" y="10"/>
                  </a:lnTo>
                  <a:lnTo>
                    <a:pt x="159" y="5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7" y="1"/>
                  </a:lnTo>
                  <a:lnTo>
                    <a:pt x="245" y="4"/>
                  </a:lnTo>
                  <a:lnTo>
                    <a:pt x="263" y="8"/>
                  </a:lnTo>
                  <a:lnTo>
                    <a:pt x="280" y="12"/>
                  </a:lnTo>
                  <a:lnTo>
                    <a:pt x="297" y="18"/>
                  </a:lnTo>
                  <a:lnTo>
                    <a:pt x="315" y="24"/>
                  </a:lnTo>
                  <a:lnTo>
                    <a:pt x="332" y="32"/>
                  </a:lnTo>
                  <a:lnTo>
                    <a:pt x="349" y="40"/>
                  </a:lnTo>
                  <a:lnTo>
                    <a:pt x="381" y="58"/>
                  </a:lnTo>
                  <a:lnTo>
                    <a:pt x="411" y="77"/>
                  </a:lnTo>
                  <a:lnTo>
                    <a:pt x="437" y="9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pic>
          <p:nvPicPr>
            <p:cNvPr id="1067" name="Picture 43">
              <a:extLst>
                <a:ext uri="{FF2B5EF4-FFF2-40B4-BE49-F238E27FC236}">
                  <a16:creationId xmlns:a16="http://schemas.microsoft.com/office/drawing/2014/main" id="{7C37DAB1-8A80-DEB3-A307-79D9668527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6" y="933"/>
              <a:ext cx="171" cy="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" name="Freeform 44">
              <a:extLst>
                <a:ext uri="{FF2B5EF4-FFF2-40B4-BE49-F238E27FC236}">
                  <a16:creationId xmlns:a16="http://schemas.microsoft.com/office/drawing/2014/main" id="{7C11080A-8A76-01A4-A1E3-2297CE0B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931"/>
              <a:ext cx="168" cy="45"/>
            </a:xfrm>
            <a:custGeom>
              <a:avLst/>
              <a:gdLst>
                <a:gd name="T0" fmla="*/ 249 w 503"/>
                <a:gd name="T1" fmla="*/ 0 h 133"/>
                <a:gd name="T2" fmla="*/ 249 w 503"/>
                <a:gd name="T3" fmla="*/ 0 h 133"/>
                <a:gd name="T4" fmla="*/ 198 w 503"/>
                <a:gd name="T5" fmla="*/ 2 h 133"/>
                <a:gd name="T6" fmla="*/ 152 w 503"/>
                <a:gd name="T7" fmla="*/ 6 h 133"/>
                <a:gd name="T8" fmla="*/ 110 w 503"/>
                <a:gd name="T9" fmla="*/ 12 h 133"/>
                <a:gd name="T10" fmla="*/ 73 w 503"/>
                <a:gd name="T11" fmla="*/ 20 h 133"/>
                <a:gd name="T12" fmla="*/ 56 w 503"/>
                <a:gd name="T13" fmla="*/ 25 h 133"/>
                <a:gd name="T14" fmla="*/ 42 w 503"/>
                <a:gd name="T15" fmla="*/ 30 h 133"/>
                <a:gd name="T16" fmla="*/ 30 w 503"/>
                <a:gd name="T17" fmla="*/ 35 h 133"/>
                <a:gd name="T18" fmla="*/ 19 w 503"/>
                <a:gd name="T19" fmla="*/ 40 h 133"/>
                <a:gd name="T20" fmla="*/ 12 w 503"/>
                <a:gd name="T21" fmla="*/ 47 h 133"/>
                <a:gd name="T22" fmla="*/ 5 w 503"/>
                <a:gd name="T23" fmla="*/ 53 h 133"/>
                <a:gd name="T24" fmla="*/ 2 w 503"/>
                <a:gd name="T25" fmla="*/ 59 h 133"/>
                <a:gd name="T26" fmla="*/ 0 w 503"/>
                <a:gd name="T27" fmla="*/ 66 h 133"/>
                <a:gd name="T28" fmla="*/ 0 w 503"/>
                <a:gd name="T29" fmla="*/ 66 h 133"/>
                <a:gd name="T30" fmla="*/ 2 w 503"/>
                <a:gd name="T31" fmla="*/ 73 h 133"/>
                <a:gd name="T32" fmla="*/ 5 w 503"/>
                <a:gd name="T33" fmla="*/ 80 h 133"/>
                <a:gd name="T34" fmla="*/ 12 w 503"/>
                <a:gd name="T35" fmla="*/ 86 h 133"/>
                <a:gd name="T36" fmla="*/ 19 w 503"/>
                <a:gd name="T37" fmla="*/ 93 h 133"/>
                <a:gd name="T38" fmla="*/ 30 w 503"/>
                <a:gd name="T39" fmla="*/ 98 h 133"/>
                <a:gd name="T40" fmla="*/ 42 w 503"/>
                <a:gd name="T41" fmla="*/ 103 h 133"/>
                <a:gd name="T42" fmla="*/ 58 w 503"/>
                <a:gd name="T43" fmla="*/ 108 h 133"/>
                <a:gd name="T44" fmla="*/ 73 w 503"/>
                <a:gd name="T45" fmla="*/ 113 h 133"/>
                <a:gd name="T46" fmla="*/ 91 w 503"/>
                <a:gd name="T47" fmla="*/ 118 h 133"/>
                <a:gd name="T48" fmla="*/ 111 w 503"/>
                <a:gd name="T49" fmla="*/ 122 h 133"/>
                <a:gd name="T50" fmla="*/ 153 w 503"/>
                <a:gd name="T51" fmla="*/ 127 h 133"/>
                <a:gd name="T52" fmla="*/ 201 w 503"/>
                <a:gd name="T53" fmla="*/ 132 h 133"/>
                <a:gd name="T54" fmla="*/ 252 w 503"/>
                <a:gd name="T55" fmla="*/ 133 h 133"/>
                <a:gd name="T56" fmla="*/ 252 w 503"/>
                <a:gd name="T57" fmla="*/ 133 h 133"/>
                <a:gd name="T58" fmla="*/ 254 w 503"/>
                <a:gd name="T59" fmla="*/ 133 h 133"/>
                <a:gd name="T60" fmla="*/ 254 w 503"/>
                <a:gd name="T61" fmla="*/ 133 h 133"/>
                <a:gd name="T62" fmla="*/ 305 w 503"/>
                <a:gd name="T63" fmla="*/ 132 h 133"/>
                <a:gd name="T64" fmla="*/ 351 w 503"/>
                <a:gd name="T65" fmla="*/ 128 h 133"/>
                <a:gd name="T66" fmla="*/ 393 w 503"/>
                <a:gd name="T67" fmla="*/ 122 h 133"/>
                <a:gd name="T68" fmla="*/ 430 w 503"/>
                <a:gd name="T69" fmla="*/ 114 h 133"/>
                <a:gd name="T70" fmla="*/ 447 w 503"/>
                <a:gd name="T71" fmla="*/ 109 h 133"/>
                <a:gd name="T72" fmla="*/ 461 w 503"/>
                <a:gd name="T73" fmla="*/ 104 h 133"/>
                <a:gd name="T74" fmla="*/ 474 w 503"/>
                <a:gd name="T75" fmla="*/ 99 h 133"/>
                <a:gd name="T76" fmla="*/ 484 w 503"/>
                <a:gd name="T77" fmla="*/ 94 h 133"/>
                <a:gd name="T78" fmla="*/ 492 w 503"/>
                <a:gd name="T79" fmla="*/ 87 h 133"/>
                <a:gd name="T80" fmla="*/ 498 w 503"/>
                <a:gd name="T81" fmla="*/ 81 h 133"/>
                <a:gd name="T82" fmla="*/ 502 w 503"/>
                <a:gd name="T83" fmla="*/ 75 h 133"/>
                <a:gd name="T84" fmla="*/ 503 w 503"/>
                <a:gd name="T85" fmla="*/ 68 h 133"/>
                <a:gd name="T86" fmla="*/ 503 w 503"/>
                <a:gd name="T87" fmla="*/ 68 h 133"/>
                <a:gd name="T88" fmla="*/ 502 w 503"/>
                <a:gd name="T89" fmla="*/ 61 h 133"/>
                <a:gd name="T90" fmla="*/ 498 w 503"/>
                <a:gd name="T91" fmla="*/ 54 h 133"/>
                <a:gd name="T92" fmla="*/ 492 w 503"/>
                <a:gd name="T93" fmla="*/ 48 h 133"/>
                <a:gd name="T94" fmla="*/ 484 w 503"/>
                <a:gd name="T95" fmla="*/ 43 h 133"/>
                <a:gd name="T96" fmla="*/ 474 w 503"/>
                <a:gd name="T97" fmla="*/ 36 h 133"/>
                <a:gd name="T98" fmla="*/ 461 w 503"/>
                <a:gd name="T99" fmla="*/ 31 h 133"/>
                <a:gd name="T100" fmla="*/ 446 w 503"/>
                <a:gd name="T101" fmla="*/ 26 h 133"/>
                <a:gd name="T102" fmla="*/ 430 w 503"/>
                <a:gd name="T103" fmla="*/ 21 h 133"/>
                <a:gd name="T104" fmla="*/ 413 w 503"/>
                <a:gd name="T105" fmla="*/ 17 h 133"/>
                <a:gd name="T106" fmla="*/ 392 w 503"/>
                <a:gd name="T107" fmla="*/ 13 h 133"/>
                <a:gd name="T108" fmla="*/ 350 w 503"/>
                <a:gd name="T109" fmla="*/ 7 h 133"/>
                <a:gd name="T110" fmla="*/ 303 w 503"/>
                <a:gd name="T111" fmla="*/ 3 h 133"/>
                <a:gd name="T112" fmla="*/ 252 w 503"/>
                <a:gd name="T113" fmla="*/ 0 h 133"/>
                <a:gd name="T114" fmla="*/ 252 w 503"/>
                <a:gd name="T115" fmla="*/ 0 h 133"/>
                <a:gd name="T116" fmla="*/ 249 w 503"/>
                <a:gd name="T11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3" h="133">
                  <a:moveTo>
                    <a:pt x="249" y="0"/>
                  </a:moveTo>
                  <a:lnTo>
                    <a:pt x="249" y="0"/>
                  </a:lnTo>
                  <a:lnTo>
                    <a:pt x="198" y="2"/>
                  </a:lnTo>
                  <a:lnTo>
                    <a:pt x="152" y="6"/>
                  </a:lnTo>
                  <a:lnTo>
                    <a:pt x="110" y="12"/>
                  </a:lnTo>
                  <a:lnTo>
                    <a:pt x="73" y="20"/>
                  </a:lnTo>
                  <a:lnTo>
                    <a:pt x="56" y="25"/>
                  </a:lnTo>
                  <a:lnTo>
                    <a:pt x="42" y="30"/>
                  </a:lnTo>
                  <a:lnTo>
                    <a:pt x="30" y="35"/>
                  </a:lnTo>
                  <a:lnTo>
                    <a:pt x="19" y="40"/>
                  </a:lnTo>
                  <a:lnTo>
                    <a:pt x="12" y="47"/>
                  </a:lnTo>
                  <a:lnTo>
                    <a:pt x="5" y="53"/>
                  </a:lnTo>
                  <a:lnTo>
                    <a:pt x="2" y="59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73"/>
                  </a:lnTo>
                  <a:lnTo>
                    <a:pt x="5" y="80"/>
                  </a:lnTo>
                  <a:lnTo>
                    <a:pt x="12" y="86"/>
                  </a:lnTo>
                  <a:lnTo>
                    <a:pt x="19" y="93"/>
                  </a:lnTo>
                  <a:lnTo>
                    <a:pt x="30" y="98"/>
                  </a:lnTo>
                  <a:lnTo>
                    <a:pt x="42" y="103"/>
                  </a:lnTo>
                  <a:lnTo>
                    <a:pt x="58" y="108"/>
                  </a:lnTo>
                  <a:lnTo>
                    <a:pt x="73" y="113"/>
                  </a:lnTo>
                  <a:lnTo>
                    <a:pt x="91" y="118"/>
                  </a:lnTo>
                  <a:lnTo>
                    <a:pt x="111" y="122"/>
                  </a:lnTo>
                  <a:lnTo>
                    <a:pt x="153" y="127"/>
                  </a:lnTo>
                  <a:lnTo>
                    <a:pt x="201" y="132"/>
                  </a:lnTo>
                  <a:lnTo>
                    <a:pt x="252" y="133"/>
                  </a:lnTo>
                  <a:lnTo>
                    <a:pt x="252" y="133"/>
                  </a:lnTo>
                  <a:lnTo>
                    <a:pt x="254" y="133"/>
                  </a:lnTo>
                  <a:lnTo>
                    <a:pt x="254" y="133"/>
                  </a:lnTo>
                  <a:lnTo>
                    <a:pt x="305" y="132"/>
                  </a:lnTo>
                  <a:lnTo>
                    <a:pt x="351" y="128"/>
                  </a:lnTo>
                  <a:lnTo>
                    <a:pt x="393" y="122"/>
                  </a:lnTo>
                  <a:lnTo>
                    <a:pt x="430" y="114"/>
                  </a:lnTo>
                  <a:lnTo>
                    <a:pt x="447" y="109"/>
                  </a:lnTo>
                  <a:lnTo>
                    <a:pt x="461" y="104"/>
                  </a:lnTo>
                  <a:lnTo>
                    <a:pt x="474" y="99"/>
                  </a:lnTo>
                  <a:lnTo>
                    <a:pt x="484" y="94"/>
                  </a:lnTo>
                  <a:lnTo>
                    <a:pt x="492" y="87"/>
                  </a:lnTo>
                  <a:lnTo>
                    <a:pt x="498" y="81"/>
                  </a:lnTo>
                  <a:lnTo>
                    <a:pt x="502" y="75"/>
                  </a:lnTo>
                  <a:lnTo>
                    <a:pt x="503" y="68"/>
                  </a:lnTo>
                  <a:lnTo>
                    <a:pt x="503" y="68"/>
                  </a:lnTo>
                  <a:lnTo>
                    <a:pt x="502" y="61"/>
                  </a:lnTo>
                  <a:lnTo>
                    <a:pt x="498" y="54"/>
                  </a:lnTo>
                  <a:lnTo>
                    <a:pt x="492" y="48"/>
                  </a:lnTo>
                  <a:lnTo>
                    <a:pt x="484" y="43"/>
                  </a:lnTo>
                  <a:lnTo>
                    <a:pt x="474" y="36"/>
                  </a:lnTo>
                  <a:lnTo>
                    <a:pt x="461" y="31"/>
                  </a:lnTo>
                  <a:lnTo>
                    <a:pt x="446" y="26"/>
                  </a:lnTo>
                  <a:lnTo>
                    <a:pt x="430" y="21"/>
                  </a:lnTo>
                  <a:lnTo>
                    <a:pt x="413" y="17"/>
                  </a:lnTo>
                  <a:lnTo>
                    <a:pt x="392" y="13"/>
                  </a:lnTo>
                  <a:lnTo>
                    <a:pt x="350" y="7"/>
                  </a:lnTo>
                  <a:lnTo>
                    <a:pt x="303" y="3"/>
                  </a:lnTo>
                  <a:lnTo>
                    <a:pt x="252" y="0"/>
                  </a:lnTo>
                  <a:lnTo>
                    <a:pt x="252" y="0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F6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3" name="Freeform 45">
              <a:extLst>
                <a:ext uri="{FF2B5EF4-FFF2-40B4-BE49-F238E27FC236}">
                  <a16:creationId xmlns:a16="http://schemas.microsoft.com/office/drawing/2014/main" id="{CBDA39BB-4570-7C3A-176C-8D0B2F1B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931"/>
              <a:ext cx="168" cy="45"/>
            </a:xfrm>
            <a:custGeom>
              <a:avLst/>
              <a:gdLst>
                <a:gd name="T0" fmla="*/ 249 w 503"/>
                <a:gd name="T1" fmla="*/ 0 h 133"/>
                <a:gd name="T2" fmla="*/ 249 w 503"/>
                <a:gd name="T3" fmla="*/ 0 h 133"/>
                <a:gd name="T4" fmla="*/ 198 w 503"/>
                <a:gd name="T5" fmla="*/ 2 h 133"/>
                <a:gd name="T6" fmla="*/ 152 w 503"/>
                <a:gd name="T7" fmla="*/ 6 h 133"/>
                <a:gd name="T8" fmla="*/ 110 w 503"/>
                <a:gd name="T9" fmla="*/ 12 h 133"/>
                <a:gd name="T10" fmla="*/ 73 w 503"/>
                <a:gd name="T11" fmla="*/ 20 h 133"/>
                <a:gd name="T12" fmla="*/ 56 w 503"/>
                <a:gd name="T13" fmla="*/ 25 h 133"/>
                <a:gd name="T14" fmla="*/ 42 w 503"/>
                <a:gd name="T15" fmla="*/ 30 h 133"/>
                <a:gd name="T16" fmla="*/ 30 w 503"/>
                <a:gd name="T17" fmla="*/ 35 h 133"/>
                <a:gd name="T18" fmla="*/ 19 w 503"/>
                <a:gd name="T19" fmla="*/ 40 h 133"/>
                <a:gd name="T20" fmla="*/ 12 w 503"/>
                <a:gd name="T21" fmla="*/ 47 h 133"/>
                <a:gd name="T22" fmla="*/ 5 w 503"/>
                <a:gd name="T23" fmla="*/ 53 h 133"/>
                <a:gd name="T24" fmla="*/ 2 w 503"/>
                <a:gd name="T25" fmla="*/ 59 h 133"/>
                <a:gd name="T26" fmla="*/ 0 w 503"/>
                <a:gd name="T27" fmla="*/ 66 h 133"/>
                <a:gd name="T28" fmla="*/ 0 w 503"/>
                <a:gd name="T29" fmla="*/ 66 h 133"/>
                <a:gd name="T30" fmla="*/ 2 w 503"/>
                <a:gd name="T31" fmla="*/ 73 h 133"/>
                <a:gd name="T32" fmla="*/ 5 w 503"/>
                <a:gd name="T33" fmla="*/ 80 h 133"/>
                <a:gd name="T34" fmla="*/ 12 w 503"/>
                <a:gd name="T35" fmla="*/ 86 h 133"/>
                <a:gd name="T36" fmla="*/ 19 w 503"/>
                <a:gd name="T37" fmla="*/ 93 h 133"/>
                <a:gd name="T38" fmla="*/ 30 w 503"/>
                <a:gd name="T39" fmla="*/ 98 h 133"/>
                <a:gd name="T40" fmla="*/ 42 w 503"/>
                <a:gd name="T41" fmla="*/ 103 h 133"/>
                <a:gd name="T42" fmla="*/ 58 w 503"/>
                <a:gd name="T43" fmla="*/ 108 h 133"/>
                <a:gd name="T44" fmla="*/ 73 w 503"/>
                <a:gd name="T45" fmla="*/ 113 h 133"/>
                <a:gd name="T46" fmla="*/ 91 w 503"/>
                <a:gd name="T47" fmla="*/ 118 h 133"/>
                <a:gd name="T48" fmla="*/ 111 w 503"/>
                <a:gd name="T49" fmla="*/ 122 h 133"/>
                <a:gd name="T50" fmla="*/ 153 w 503"/>
                <a:gd name="T51" fmla="*/ 127 h 133"/>
                <a:gd name="T52" fmla="*/ 201 w 503"/>
                <a:gd name="T53" fmla="*/ 132 h 133"/>
                <a:gd name="T54" fmla="*/ 252 w 503"/>
                <a:gd name="T55" fmla="*/ 133 h 133"/>
                <a:gd name="T56" fmla="*/ 252 w 503"/>
                <a:gd name="T57" fmla="*/ 133 h 133"/>
                <a:gd name="T58" fmla="*/ 254 w 503"/>
                <a:gd name="T59" fmla="*/ 133 h 133"/>
                <a:gd name="T60" fmla="*/ 254 w 503"/>
                <a:gd name="T61" fmla="*/ 133 h 133"/>
                <a:gd name="T62" fmla="*/ 305 w 503"/>
                <a:gd name="T63" fmla="*/ 132 h 133"/>
                <a:gd name="T64" fmla="*/ 351 w 503"/>
                <a:gd name="T65" fmla="*/ 128 h 133"/>
                <a:gd name="T66" fmla="*/ 393 w 503"/>
                <a:gd name="T67" fmla="*/ 122 h 133"/>
                <a:gd name="T68" fmla="*/ 430 w 503"/>
                <a:gd name="T69" fmla="*/ 114 h 133"/>
                <a:gd name="T70" fmla="*/ 447 w 503"/>
                <a:gd name="T71" fmla="*/ 109 h 133"/>
                <a:gd name="T72" fmla="*/ 461 w 503"/>
                <a:gd name="T73" fmla="*/ 104 h 133"/>
                <a:gd name="T74" fmla="*/ 474 w 503"/>
                <a:gd name="T75" fmla="*/ 99 h 133"/>
                <a:gd name="T76" fmla="*/ 484 w 503"/>
                <a:gd name="T77" fmla="*/ 94 h 133"/>
                <a:gd name="T78" fmla="*/ 492 w 503"/>
                <a:gd name="T79" fmla="*/ 87 h 133"/>
                <a:gd name="T80" fmla="*/ 498 w 503"/>
                <a:gd name="T81" fmla="*/ 81 h 133"/>
                <a:gd name="T82" fmla="*/ 502 w 503"/>
                <a:gd name="T83" fmla="*/ 75 h 133"/>
                <a:gd name="T84" fmla="*/ 503 w 503"/>
                <a:gd name="T85" fmla="*/ 68 h 133"/>
                <a:gd name="T86" fmla="*/ 503 w 503"/>
                <a:gd name="T87" fmla="*/ 68 h 133"/>
                <a:gd name="T88" fmla="*/ 502 w 503"/>
                <a:gd name="T89" fmla="*/ 61 h 133"/>
                <a:gd name="T90" fmla="*/ 498 w 503"/>
                <a:gd name="T91" fmla="*/ 54 h 133"/>
                <a:gd name="T92" fmla="*/ 492 w 503"/>
                <a:gd name="T93" fmla="*/ 48 h 133"/>
                <a:gd name="T94" fmla="*/ 484 w 503"/>
                <a:gd name="T95" fmla="*/ 43 h 133"/>
                <a:gd name="T96" fmla="*/ 474 w 503"/>
                <a:gd name="T97" fmla="*/ 36 h 133"/>
                <a:gd name="T98" fmla="*/ 461 w 503"/>
                <a:gd name="T99" fmla="*/ 31 h 133"/>
                <a:gd name="T100" fmla="*/ 446 w 503"/>
                <a:gd name="T101" fmla="*/ 26 h 133"/>
                <a:gd name="T102" fmla="*/ 430 w 503"/>
                <a:gd name="T103" fmla="*/ 21 h 133"/>
                <a:gd name="T104" fmla="*/ 413 w 503"/>
                <a:gd name="T105" fmla="*/ 17 h 133"/>
                <a:gd name="T106" fmla="*/ 392 w 503"/>
                <a:gd name="T107" fmla="*/ 13 h 133"/>
                <a:gd name="T108" fmla="*/ 350 w 503"/>
                <a:gd name="T109" fmla="*/ 7 h 133"/>
                <a:gd name="T110" fmla="*/ 303 w 503"/>
                <a:gd name="T111" fmla="*/ 3 h 133"/>
                <a:gd name="T112" fmla="*/ 252 w 503"/>
                <a:gd name="T113" fmla="*/ 0 h 133"/>
                <a:gd name="T114" fmla="*/ 252 w 503"/>
                <a:gd name="T115" fmla="*/ 0 h 133"/>
                <a:gd name="T116" fmla="*/ 249 w 503"/>
                <a:gd name="T11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3" h="133">
                  <a:moveTo>
                    <a:pt x="249" y="0"/>
                  </a:moveTo>
                  <a:lnTo>
                    <a:pt x="249" y="0"/>
                  </a:lnTo>
                  <a:lnTo>
                    <a:pt x="198" y="2"/>
                  </a:lnTo>
                  <a:lnTo>
                    <a:pt x="152" y="6"/>
                  </a:lnTo>
                  <a:lnTo>
                    <a:pt x="110" y="12"/>
                  </a:lnTo>
                  <a:lnTo>
                    <a:pt x="73" y="20"/>
                  </a:lnTo>
                  <a:lnTo>
                    <a:pt x="56" y="25"/>
                  </a:lnTo>
                  <a:lnTo>
                    <a:pt x="42" y="30"/>
                  </a:lnTo>
                  <a:lnTo>
                    <a:pt x="30" y="35"/>
                  </a:lnTo>
                  <a:lnTo>
                    <a:pt x="19" y="40"/>
                  </a:lnTo>
                  <a:lnTo>
                    <a:pt x="12" y="47"/>
                  </a:lnTo>
                  <a:lnTo>
                    <a:pt x="5" y="53"/>
                  </a:lnTo>
                  <a:lnTo>
                    <a:pt x="2" y="59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73"/>
                  </a:lnTo>
                  <a:lnTo>
                    <a:pt x="5" y="80"/>
                  </a:lnTo>
                  <a:lnTo>
                    <a:pt x="12" y="86"/>
                  </a:lnTo>
                  <a:lnTo>
                    <a:pt x="19" y="93"/>
                  </a:lnTo>
                  <a:lnTo>
                    <a:pt x="30" y="98"/>
                  </a:lnTo>
                  <a:lnTo>
                    <a:pt x="42" y="103"/>
                  </a:lnTo>
                  <a:lnTo>
                    <a:pt x="58" y="108"/>
                  </a:lnTo>
                  <a:lnTo>
                    <a:pt x="73" y="113"/>
                  </a:lnTo>
                  <a:lnTo>
                    <a:pt x="91" y="118"/>
                  </a:lnTo>
                  <a:lnTo>
                    <a:pt x="111" y="122"/>
                  </a:lnTo>
                  <a:lnTo>
                    <a:pt x="153" y="127"/>
                  </a:lnTo>
                  <a:lnTo>
                    <a:pt x="201" y="132"/>
                  </a:lnTo>
                  <a:lnTo>
                    <a:pt x="252" y="133"/>
                  </a:lnTo>
                  <a:lnTo>
                    <a:pt x="252" y="133"/>
                  </a:lnTo>
                  <a:lnTo>
                    <a:pt x="254" y="133"/>
                  </a:lnTo>
                  <a:lnTo>
                    <a:pt x="254" y="133"/>
                  </a:lnTo>
                  <a:lnTo>
                    <a:pt x="305" y="132"/>
                  </a:lnTo>
                  <a:lnTo>
                    <a:pt x="351" y="128"/>
                  </a:lnTo>
                  <a:lnTo>
                    <a:pt x="393" y="122"/>
                  </a:lnTo>
                  <a:lnTo>
                    <a:pt x="430" y="114"/>
                  </a:lnTo>
                  <a:lnTo>
                    <a:pt x="447" y="109"/>
                  </a:lnTo>
                  <a:lnTo>
                    <a:pt x="461" y="104"/>
                  </a:lnTo>
                  <a:lnTo>
                    <a:pt x="474" y="99"/>
                  </a:lnTo>
                  <a:lnTo>
                    <a:pt x="484" y="94"/>
                  </a:lnTo>
                  <a:lnTo>
                    <a:pt x="492" y="87"/>
                  </a:lnTo>
                  <a:lnTo>
                    <a:pt x="498" y="81"/>
                  </a:lnTo>
                  <a:lnTo>
                    <a:pt x="502" y="75"/>
                  </a:lnTo>
                  <a:lnTo>
                    <a:pt x="503" y="68"/>
                  </a:lnTo>
                  <a:lnTo>
                    <a:pt x="503" y="68"/>
                  </a:lnTo>
                  <a:lnTo>
                    <a:pt x="502" y="61"/>
                  </a:lnTo>
                  <a:lnTo>
                    <a:pt x="498" y="54"/>
                  </a:lnTo>
                  <a:lnTo>
                    <a:pt x="492" y="48"/>
                  </a:lnTo>
                  <a:lnTo>
                    <a:pt x="484" y="43"/>
                  </a:lnTo>
                  <a:lnTo>
                    <a:pt x="474" y="36"/>
                  </a:lnTo>
                  <a:lnTo>
                    <a:pt x="461" y="31"/>
                  </a:lnTo>
                  <a:lnTo>
                    <a:pt x="446" y="26"/>
                  </a:lnTo>
                  <a:lnTo>
                    <a:pt x="430" y="21"/>
                  </a:lnTo>
                  <a:lnTo>
                    <a:pt x="413" y="17"/>
                  </a:lnTo>
                  <a:lnTo>
                    <a:pt x="392" y="13"/>
                  </a:lnTo>
                  <a:lnTo>
                    <a:pt x="350" y="7"/>
                  </a:lnTo>
                  <a:lnTo>
                    <a:pt x="303" y="3"/>
                  </a:lnTo>
                  <a:lnTo>
                    <a:pt x="252" y="0"/>
                  </a:lnTo>
                  <a:lnTo>
                    <a:pt x="252" y="0"/>
                  </a:lnTo>
                  <a:lnTo>
                    <a:pt x="2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5" name="Freeform 47">
              <a:extLst>
                <a:ext uri="{FF2B5EF4-FFF2-40B4-BE49-F238E27FC236}">
                  <a16:creationId xmlns:a16="http://schemas.microsoft.com/office/drawing/2014/main" id="{B2A0BAF7-76F9-4847-CDC5-A5DE1B13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789"/>
              <a:ext cx="44" cy="37"/>
            </a:xfrm>
            <a:custGeom>
              <a:avLst/>
              <a:gdLst>
                <a:gd name="T0" fmla="*/ 64 w 132"/>
                <a:gd name="T1" fmla="*/ 0 h 112"/>
                <a:gd name="T2" fmla="*/ 64 w 132"/>
                <a:gd name="T3" fmla="*/ 0 h 112"/>
                <a:gd name="T4" fmla="*/ 31 w 132"/>
                <a:gd name="T5" fmla="*/ 1 h 112"/>
                <a:gd name="T6" fmla="*/ 0 w 132"/>
                <a:gd name="T7" fmla="*/ 2 h 112"/>
                <a:gd name="T8" fmla="*/ 0 w 132"/>
                <a:gd name="T9" fmla="*/ 2 h 112"/>
                <a:gd name="T10" fmla="*/ 99 w 132"/>
                <a:gd name="T11" fmla="*/ 112 h 112"/>
                <a:gd name="T12" fmla="*/ 99 w 132"/>
                <a:gd name="T13" fmla="*/ 112 h 112"/>
                <a:gd name="T14" fmla="*/ 110 w 132"/>
                <a:gd name="T15" fmla="*/ 83 h 112"/>
                <a:gd name="T16" fmla="*/ 120 w 132"/>
                <a:gd name="T17" fmla="*/ 55 h 112"/>
                <a:gd name="T18" fmla="*/ 127 w 132"/>
                <a:gd name="T19" fmla="*/ 32 h 112"/>
                <a:gd name="T20" fmla="*/ 132 w 132"/>
                <a:gd name="T21" fmla="*/ 13 h 112"/>
                <a:gd name="T22" fmla="*/ 132 w 132"/>
                <a:gd name="T23" fmla="*/ 13 h 112"/>
                <a:gd name="T24" fmla="*/ 124 w 132"/>
                <a:gd name="T25" fmla="*/ 9 h 112"/>
                <a:gd name="T26" fmla="*/ 116 w 132"/>
                <a:gd name="T27" fmla="*/ 6 h 112"/>
                <a:gd name="T28" fmla="*/ 100 w 132"/>
                <a:gd name="T29" fmla="*/ 2 h 112"/>
                <a:gd name="T30" fmla="*/ 82 w 132"/>
                <a:gd name="T31" fmla="*/ 1 h 112"/>
                <a:gd name="T32" fmla="*/ 64 w 132"/>
                <a:gd name="T3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" h="112">
                  <a:moveTo>
                    <a:pt x="64" y="0"/>
                  </a:moveTo>
                  <a:lnTo>
                    <a:pt x="64" y="0"/>
                  </a:lnTo>
                  <a:lnTo>
                    <a:pt x="31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99" y="112"/>
                  </a:lnTo>
                  <a:lnTo>
                    <a:pt x="99" y="112"/>
                  </a:lnTo>
                  <a:lnTo>
                    <a:pt x="110" y="83"/>
                  </a:lnTo>
                  <a:lnTo>
                    <a:pt x="120" y="55"/>
                  </a:lnTo>
                  <a:lnTo>
                    <a:pt x="127" y="32"/>
                  </a:lnTo>
                  <a:lnTo>
                    <a:pt x="132" y="13"/>
                  </a:lnTo>
                  <a:lnTo>
                    <a:pt x="132" y="13"/>
                  </a:lnTo>
                  <a:lnTo>
                    <a:pt x="124" y="9"/>
                  </a:lnTo>
                  <a:lnTo>
                    <a:pt x="116" y="6"/>
                  </a:lnTo>
                  <a:lnTo>
                    <a:pt x="100" y="2"/>
                  </a:lnTo>
                  <a:lnTo>
                    <a:pt x="82" y="1"/>
                  </a:lnTo>
                  <a:lnTo>
                    <a:pt x="6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6" name="Freeform 48">
              <a:extLst>
                <a:ext uri="{FF2B5EF4-FFF2-40B4-BE49-F238E27FC236}">
                  <a16:creationId xmlns:a16="http://schemas.microsoft.com/office/drawing/2014/main" id="{4CB1F916-5B6E-540F-104D-B182EEA8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790"/>
              <a:ext cx="35" cy="39"/>
            </a:xfrm>
            <a:custGeom>
              <a:avLst/>
              <a:gdLst>
                <a:gd name="T0" fmla="*/ 5 w 104"/>
                <a:gd name="T1" fmla="*/ 0 h 118"/>
                <a:gd name="T2" fmla="*/ 5 w 104"/>
                <a:gd name="T3" fmla="*/ 0 h 118"/>
                <a:gd name="T4" fmla="*/ 3 w 104"/>
                <a:gd name="T5" fmla="*/ 0 h 118"/>
                <a:gd name="T6" fmla="*/ 0 w 104"/>
                <a:gd name="T7" fmla="*/ 3 h 118"/>
                <a:gd name="T8" fmla="*/ 0 w 104"/>
                <a:gd name="T9" fmla="*/ 3 h 118"/>
                <a:gd name="T10" fmla="*/ 100 w 104"/>
                <a:gd name="T11" fmla="*/ 118 h 118"/>
                <a:gd name="T12" fmla="*/ 100 w 104"/>
                <a:gd name="T13" fmla="*/ 118 h 118"/>
                <a:gd name="T14" fmla="*/ 104 w 104"/>
                <a:gd name="T15" fmla="*/ 110 h 118"/>
                <a:gd name="T16" fmla="*/ 104 w 104"/>
                <a:gd name="T17" fmla="*/ 110 h 118"/>
                <a:gd name="T18" fmla="*/ 5 w 104"/>
                <a:gd name="T1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18">
                  <a:moveTo>
                    <a:pt x="5" y="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7" name="Freeform 49">
              <a:extLst>
                <a:ext uri="{FF2B5EF4-FFF2-40B4-BE49-F238E27FC236}">
                  <a16:creationId xmlns:a16="http://schemas.microsoft.com/office/drawing/2014/main" id="{C081B5C8-BF66-873C-E320-8579F4FC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790"/>
              <a:ext cx="35" cy="39"/>
            </a:xfrm>
            <a:custGeom>
              <a:avLst/>
              <a:gdLst>
                <a:gd name="T0" fmla="*/ 5 w 104"/>
                <a:gd name="T1" fmla="*/ 0 h 118"/>
                <a:gd name="T2" fmla="*/ 5 w 104"/>
                <a:gd name="T3" fmla="*/ 0 h 118"/>
                <a:gd name="T4" fmla="*/ 3 w 104"/>
                <a:gd name="T5" fmla="*/ 0 h 118"/>
                <a:gd name="T6" fmla="*/ 0 w 104"/>
                <a:gd name="T7" fmla="*/ 3 h 118"/>
                <a:gd name="T8" fmla="*/ 0 w 104"/>
                <a:gd name="T9" fmla="*/ 3 h 118"/>
                <a:gd name="T10" fmla="*/ 100 w 104"/>
                <a:gd name="T11" fmla="*/ 118 h 118"/>
                <a:gd name="T12" fmla="*/ 100 w 104"/>
                <a:gd name="T13" fmla="*/ 118 h 118"/>
                <a:gd name="T14" fmla="*/ 104 w 104"/>
                <a:gd name="T15" fmla="*/ 110 h 118"/>
                <a:gd name="T16" fmla="*/ 104 w 104"/>
                <a:gd name="T17" fmla="*/ 110 h 118"/>
                <a:gd name="T18" fmla="*/ 5 w 104"/>
                <a:gd name="T1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18">
                  <a:moveTo>
                    <a:pt x="5" y="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8" name="Freeform 50">
              <a:extLst>
                <a:ext uri="{FF2B5EF4-FFF2-40B4-BE49-F238E27FC236}">
                  <a16:creationId xmlns:a16="http://schemas.microsoft.com/office/drawing/2014/main" id="{DFA3D8BE-86AE-DFE8-2D06-B64DAFA6A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508"/>
              <a:ext cx="1" cy="153"/>
            </a:xfrm>
            <a:custGeom>
              <a:avLst/>
              <a:gdLst>
                <a:gd name="T0" fmla="*/ 0 w 4"/>
                <a:gd name="T1" fmla="*/ 0 h 459"/>
                <a:gd name="T2" fmla="*/ 0 w 4"/>
                <a:gd name="T3" fmla="*/ 459 h 459"/>
                <a:gd name="T4" fmla="*/ 0 w 4"/>
                <a:gd name="T5" fmla="*/ 459 h 459"/>
                <a:gd name="T6" fmla="*/ 4 w 4"/>
                <a:gd name="T7" fmla="*/ 459 h 459"/>
                <a:gd name="T8" fmla="*/ 4 w 4"/>
                <a:gd name="T9" fmla="*/ 454 h 459"/>
                <a:gd name="T10" fmla="*/ 4 w 4"/>
                <a:gd name="T11" fmla="*/ 2 h 459"/>
                <a:gd name="T12" fmla="*/ 4 w 4"/>
                <a:gd name="T13" fmla="*/ 2 h 459"/>
                <a:gd name="T14" fmla="*/ 0 w 4"/>
                <a:gd name="T15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59">
                  <a:moveTo>
                    <a:pt x="0" y="0"/>
                  </a:moveTo>
                  <a:lnTo>
                    <a:pt x="0" y="459"/>
                  </a:lnTo>
                  <a:lnTo>
                    <a:pt x="0" y="459"/>
                  </a:lnTo>
                  <a:lnTo>
                    <a:pt x="4" y="459"/>
                  </a:lnTo>
                  <a:lnTo>
                    <a:pt x="4" y="454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9" name="Freeform 51">
              <a:extLst>
                <a:ext uri="{FF2B5EF4-FFF2-40B4-BE49-F238E27FC236}">
                  <a16:creationId xmlns:a16="http://schemas.microsoft.com/office/drawing/2014/main" id="{E9306C11-87AA-F552-CA00-64D0DBA82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508"/>
              <a:ext cx="1" cy="153"/>
            </a:xfrm>
            <a:custGeom>
              <a:avLst/>
              <a:gdLst>
                <a:gd name="T0" fmla="*/ 0 w 4"/>
                <a:gd name="T1" fmla="*/ 0 h 459"/>
                <a:gd name="T2" fmla="*/ 0 w 4"/>
                <a:gd name="T3" fmla="*/ 459 h 459"/>
                <a:gd name="T4" fmla="*/ 0 w 4"/>
                <a:gd name="T5" fmla="*/ 459 h 459"/>
                <a:gd name="T6" fmla="*/ 4 w 4"/>
                <a:gd name="T7" fmla="*/ 459 h 459"/>
                <a:gd name="T8" fmla="*/ 4 w 4"/>
                <a:gd name="T9" fmla="*/ 454 h 459"/>
                <a:gd name="T10" fmla="*/ 4 w 4"/>
                <a:gd name="T11" fmla="*/ 2 h 459"/>
                <a:gd name="T12" fmla="*/ 4 w 4"/>
                <a:gd name="T13" fmla="*/ 2 h 459"/>
                <a:gd name="T14" fmla="*/ 0 w 4"/>
                <a:gd name="T15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59">
                  <a:moveTo>
                    <a:pt x="0" y="0"/>
                  </a:moveTo>
                  <a:lnTo>
                    <a:pt x="0" y="459"/>
                  </a:lnTo>
                  <a:lnTo>
                    <a:pt x="0" y="459"/>
                  </a:lnTo>
                  <a:lnTo>
                    <a:pt x="4" y="459"/>
                  </a:lnTo>
                  <a:lnTo>
                    <a:pt x="4" y="454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0" name="Freeform 52">
              <a:extLst>
                <a:ext uri="{FF2B5EF4-FFF2-40B4-BE49-F238E27FC236}">
                  <a16:creationId xmlns:a16="http://schemas.microsoft.com/office/drawing/2014/main" id="{0633E884-AC6A-547F-41EB-E6A5A742E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34"/>
              <a:ext cx="428" cy="227"/>
            </a:xfrm>
            <a:custGeom>
              <a:avLst/>
              <a:gdLst>
                <a:gd name="T0" fmla="*/ 1283 w 1283"/>
                <a:gd name="T1" fmla="*/ 0 h 682"/>
                <a:gd name="T2" fmla="*/ 1224 w 1283"/>
                <a:gd name="T3" fmla="*/ 64 h 682"/>
                <a:gd name="T4" fmla="*/ 1130 w 1283"/>
                <a:gd name="T5" fmla="*/ 159 h 682"/>
                <a:gd name="T6" fmla="*/ 1049 w 1283"/>
                <a:gd name="T7" fmla="*/ 236 h 682"/>
                <a:gd name="T8" fmla="*/ 957 w 1283"/>
                <a:gd name="T9" fmla="*/ 317 h 682"/>
                <a:gd name="T10" fmla="*/ 858 w 1283"/>
                <a:gd name="T11" fmla="*/ 396 h 682"/>
                <a:gd name="T12" fmla="*/ 754 w 1283"/>
                <a:gd name="T13" fmla="*/ 468 h 682"/>
                <a:gd name="T14" fmla="*/ 701 w 1283"/>
                <a:gd name="T15" fmla="*/ 500 h 682"/>
                <a:gd name="T16" fmla="*/ 674 w 1283"/>
                <a:gd name="T17" fmla="*/ 514 h 682"/>
                <a:gd name="T18" fmla="*/ 617 w 1283"/>
                <a:gd name="T19" fmla="*/ 542 h 682"/>
                <a:gd name="T20" fmla="*/ 558 w 1283"/>
                <a:gd name="T21" fmla="*/ 566 h 682"/>
                <a:gd name="T22" fmla="*/ 469 w 1283"/>
                <a:gd name="T23" fmla="*/ 597 h 682"/>
                <a:gd name="T24" fmla="*/ 351 w 1283"/>
                <a:gd name="T25" fmla="*/ 627 h 682"/>
                <a:gd name="T26" fmla="*/ 241 w 1283"/>
                <a:gd name="T27" fmla="*/ 649 h 682"/>
                <a:gd name="T28" fmla="*/ 146 w 1283"/>
                <a:gd name="T29" fmla="*/ 664 h 682"/>
                <a:gd name="T30" fmla="*/ 69 w 1283"/>
                <a:gd name="T31" fmla="*/ 672 h 682"/>
                <a:gd name="T32" fmla="*/ 0 w 1283"/>
                <a:gd name="T33" fmla="*/ 677 h 682"/>
                <a:gd name="T34" fmla="*/ 0 w 1283"/>
                <a:gd name="T35" fmla="*/ 682 h 682"/>
                <a:gd name="T36" fmla="*/ 88 w 1283"/>
                <a:gd name="T37" fmla="*/ 676 h 682"/>
                <a:gd name="T38" fmla="*/ 167 w 1283"/>
                <a:gd name="T39" fmla="*/ 666 h 682"/>
                <a:gd name="T40" fmla="*/ 262 w 1283"/>
                <a:gd name="T41" fmla="*/ 652 h 682"/>
                <a:gd name="T42" fmla="*/ 368 w 1283"/>
                <a:gd name="T43" fmla="*/ 629 h 682"/>
                <a:gd name="T44" fmla="*/ 479 w 1283"/>
                <a:gd name="T45" fmla="*/ 598 h 682"/>
                <a:gd name="T46" fmla="*/ 591 w 1283"/>
                <a:gd name="T47" fmla="*/ 557 h 682"/>
                <a:gd name="T48" fmla="*/ 645 w 1283"/>
                <a:gd name="T49" fmla="*/ 533 h 682"/>
                <a:gd name="T50" fmla="*/ 697 w 1283"/>
                <a:gd name="T51" fmla="*/ 505 h 682"/>
                <a:gd name="T52" fmla="*/ 725 w 1283"/>
                <a:gd name="T53" fmla="*/ 489 h 682"/>
                <a:gd name="T54" fmla="*/ 805 w 1283"/>
                <a:gd name="T55" fmla="*/ 436 h 682"/>
                <a:gd name="T56" fmla="*/ 911 w 1283"/>
                <a:gd name="T57" fmla="*/ 358 h 682"/>
                <a:gd name="T58" fmla="*/ 1010 w 1283"/>
                <a:gd name="T59" fmla="*/ 275 h 682"/>
                <a:gd name="T60" fmla="*/ 1098 w 1283"/>
                <a:gd name="T61" fmla="*/ 193 h 682"/>
                <a:gd name="T62" fmla="*/ 1172 w 1283"/>
                <a:gd name="T63" fmla="*/ 119 h 682"/>
                <a:gd name="T64" fmla="*/ 1266 w 1283"/>
                <a:gd name="T65" fmla="*/ 19 h 682"/>
                <a:gd name="T66" fmla="*/ 1283 w 1283"/>
                <a:gd name="T67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3" h="682">
                  <a:moveTo>
                    <a:pt x="1283" y="0"/>
                  </a:moveTo>
                  <a:lnTo>
                    <a:pt x="1283" y="0"/>
                  </a:lnTo>
                  <a:lnTo>
                    <a:pt x="1264" y="20"/>
                  </a:lnTo>
                  <a:lnTo>
                    <a:pt x="1224" y="64"/>
                  </a:lnTo>
                  <a:lnTo>
                    <a:pt x="1165" y="125"/>
                  </a:lnTo>
                  <a:lnTo>
                    <a:pt x="1130" y="159"/>
                  </a:lnTo>
                  <a:lnTo>
                    <a:pt x="1091" y="198"/>
                  </a:lnTo>
                  <a:lnTo>
                    <a:pt x="1049" y="236"/>
                  </a:lnTo>
                  <a:lnTo>
                    <a:pt x="1005" y="277"/>
                  </a:lnTo>
                  <a:lnTo>
                    <a:pt x="957" y="317"/>
                  </a:lnTo>
                  <a:lnTo>
                    <a:pt x="909" y="356"/>
                  </a:lnTo>
                  <a:lnTo>
                    <a:pt x="858" y="396"/>
                  </a:lnTo>
                  <a:lnTo>
                    <a:pt x="807" y="433"/>
                  </a:lnTo>
                  <a:lnTo>
                    <a:pt x="754" y="468"/>
                  </a:lnTo>
                  <a:lnTo>
                    <a:pt x="728" y="484"/>
                  </a:lnTo>
                  <a:lnTo>
                    <a:pt x="701" y="500"/>
                  </a:lnTo>
                  <a:lnTo>
                    <a:pt x="701" y="500"/>
                  </a:lnTo>
                  <a:lnTo>
                    <a:pt x="674" y="514"/>
                  </a:lnTo>
                  <a:lnTo>
                    <a:pt x="646" y="529"/>
                  </a:lnTo>
                  <a:lnTo>
                    <a:pt x="617" y="542"/>
                  </a:lnTo>
                  <a:lnTo>
                    <a:pt x="587" y="554"/>
                  </a:lnTo>
                  <a:lnTo>
                    <a:pt x="558" y="566"/>
                  </a:lnTo>
                  <a:lnTo>
                    <a:pt x="529" y="576"/>
                  </a:lnTo>
                  <a:lnTo>
                    <a:pt x="469" y="597"/>
                  </a:lnTo>
                  <a:lnTo>
                    <a:pt x="410" y="613"/>
                  </a:lnTo>
                  <a:lnTo>
                    <a:pt x="351" y="627"/>
                  </a:lnTo>
                  <a:lnTo>
                    <a:pt x="295" y="640"/>
                  </a:lnTo>
                  <a:lnTo>
                    <a:pt x="241" y="649"/>
                  </a:lnTo>
                  <a:lnTo>
                    <a:pt x="192" y="658"/>
                  </a:lnTo>
                  <a:lnTo>
                    <a:pt x="146" y="664"/>
                  </a:lnTo>
                  <a:lnTo>
                    <a:pt x="105" y="668"/>
                  </a:lnTo>
                  <a:lnTo>
                    <a:pt x="69" y="672"/>
                  </a:lnTo>
                  <a:lnTo>
                    <a:pt x="19" y="676"/>
                  </a:lnTo>
                  <a:lnTo>
                    <a:pt x="0" y="677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31" y="681"/>
                  </a:lnTo>
                  <a:lnTo>
                    <a:pt x="88" y="676"/>
                  </a:lnTo>
                  <a:lnTo>
                    <a:pt x="125" y="672"/>
                  </a:lnTo>
                  <a:lnTo>
                    <a:pt x="167" y="666"/>
                  </a:lnTo>
                  <a:lnTo>
                    <a:pt x="213" y="659"/>
                  </a:lnTo>
                  <a:lnTo>
                    <a:pt x="262" y="652"/>
                  </a:lnTo>
                  <a:lnTo>
                    <a:pt x="314" y="641"/>
                  </a:lnTo>
                  <a:lnTo>
                    <a:pt x="368" y="629"/>
                  </a:lnTo>
                  <a:lnTo>
                    <a:pt x="423" y="615"/>
                  </a:lnTo>
                  <a:lnTo>
                    <a:pt x="479" y="598"/>
                  </a:lnTo>
                  <a:lnTo>
                    <a:pt x="535" y="579"/>
                  </a:lnTo>
                  <a:lnTo>
                    <a:pt x="591" y="557"/>
                  </a:lnTo>
                  <a:lnTo>
                    <a:pt x="618" y="546"/>
                  </a:lnTo>
                  <a:lnTo>
                    <a:pt x="645" y="533"/>
                  </a:lnTo>
                  <a:lnTo>
                    <a:pt x="671" y="519"/>
                  </a:lnTo>
                  <a:lnTo>
                    <a:pt x="697" y="505"/>
                  </a:lnTo>
                  <a:lnTo>
                    <a:pt x="697" y="505"/>
                  </a:lnTo>
                  <a:lnTo>
                    <a:pt x="725" y="489"/>
                  </a:lnTo>
                  <a:lnTo>
                    <a:pt x="752" y="473"/>
                  </a:lnTo>
                  <a:lnTo>
                    <a:pt x="805" y="436"/>
                  </a:lnTo>
                  <a:lnTo>
                    <a:pt x="859" y="397"/>
                  </a:lnTo>
                  <a:lnTo>
                    <a:pt x="911" y="358"/>
                  </a:lnTo>
                  <a:lnTo>
                    <a:pt x="961" y="315"/>
                  </a:lnTo>
                  <a:lnTo>
                    <a:pt x="1010" y="275"/>
                  </a:lnTo>
                  <a:lnTo>
                    <a:pt x="1056" y="232"/>
                  </a:lnTo>
                  <a:lnTo>
                    <a:pt x="1098" y="193"/>
                  </a:lnTo>
                  <a:lnTo>
                    <a:pt x="1137" y="154"/>
                  </a:lnTo>
                  <a:lnTo>
                    <a:pt x="1172" y="119"/>
                  </a:lnTo>
                  <a:lnTo>
                    <a:pt x="1229" y="58"/>
                  </a:lnTo>
                  <a:lnTo>
                    <a:pt x="1266" y="19"/>
                  </a:lnTo>
                  <a:lnTo>
                    <a:pt x="1280" y="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1" name="Freeform 53">
              <a:extLst>
                <a:ext uri="{FF2B5EF4-FFF2-40B4-BE49-F238E27FC236}">
                  <a16:creationId xmlns:a16="http://schemas.microsoft.com/office/drawing/2014/main" id="{F62830B8-F91F-3190-12CC-3D6B7FBB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34"/>
              <a:ext cx="428" cy="227"/>
            </a:xfrm>
            <a:custGeom>
              <a:avLst/>
              <a:gdLst>
                <a:gd name="T0" fmla="*/ 1283 w 1283"/>
                <a:gd name="T1" fmla="*/ 0 h 682"/>
                <a:gd name="T2" fmla="*/ 1224 w 1283"/>
                <a:gd name="T3" fmla="*/ 64 h 682"/>
                <a:gd name="T4" fmla="*/ 1130 w 1283"/>
                <a:gd name="T5" fmla="*/ 159 h 682"/>
                <a:gd name="T6" fmla="*/ 1049 w 1283"/>
                <a:gd name="T7" fmla="*/ 236 h 682"/>
                <a:gd name="T8" fmla="*/ 957 w 1283"/>
                <a:gd name="T9" fmla="*/ 317 h 682"/>
                <a:gd name="T10" fmla="*/ 858 w 1283"/>
                <a:gd name="T11" fmla="*/ 396 h 682"/>
                <a:gd name="T12" fmla="*/ 754 w 1283"/>
                <a:gd name="T13" fmla="*/ 468 h 682"/>
                <a:gd name="T14" fmla="*/ 701 w 1283"/>
                <a:gd name="T15" fmla="*/ 500 h 682"/>
                <a:gd name="T16" fmla="*/ 674 w 1283"/>
                <a:gd name="T17" fmla="*/ 514 h 682"/>
                <a:gd name="T18" fmla="*/ 617 w 1283"/>
                <a:gd name="T19" fmla="*/ 542 h 682"/>
                <a:gd name="T20" fmla="*/ 558 w 1283"/>
                <a:gd name="T21" fmla="*/ 566 h 682"/>
                <a:gd name="T22" fmla="*/ 469 w 1283"/>
                <a:gd name="T23" fmla="*/ 597 h 682"/>
                <a:gd name="T24" fmla="*/ 351 w 1283"/>
                <a:gd name="T25" fmla="*/ 627 h 682"/>
                <a:gd name="T26" fmla="*/ 241 w 1283"/>
                <a:gd name="T27" fmla="*/ 649 h 682"/>
                <a:gd name="T28" fmla="*/ 146 w 1283"/>
                <a:gd name="T29" fmla="*/ 664 h 682"/>
                <a:gd name="T30" fmla="*/ 69 w 1283"/>
                <a:gd name="T31" fmla="*/ 672 h 682"/>
                <a:gd name="T32" fmla="*/ 0 w 1283"/>
                <a:gd name="T33" fmla="*/ 677 h 682"/>
                <a:gd name="T34" fmla="*/ 0 w 1283"/>
                <a:gd name="T35" fmla="*/ 682 h 682"/>
                <a:gd name="T36" fmla="*/ 88 w 1283"/>
                <a:gd name="T37" fmla="*/ 676 h 682"/>
                <a:gd name="T38" fmla="*/ 167 w 1283"/>
                <a:gd name="T39" fmla="*/ 666 h 682"/>
                <a:gd name="T40" fmla="*/ 262 w 1283"/>
                <a:gd name="T41" fmla="*/ 652 h 682"/>
                <a:gd name="T42" fmla="*/ 368 w 1283"/>
                <a:gd name="T43" fmla="*/ 629 h 682"/>
                <a:gd name="T44" fmla="*/ 479 w 1283"/>
                <a:gd name="T45" fmla="*/ 598 h 682"/>
                <a:gd name="T46" fmla="*/ 591 w 1283"/>
                <a:gd name="T47" fmla="*/ 557 h 682"/>
                <a:gd name="T48" fmla="*/ 645 w 1283"/>
                <a:gd name="T49" fmla="*/ 533 h 682"/>
                <a:gd name="T50" fmla="*/ 697 w 1283"/>
                <a:gd name="T51" fmla="*/ 505 h 682"/>
                <a:gd name="T52" fmla="*/ 725 w 1283"/>
                <a:gd name="T53" fmla="*/ 489 h 682"/>
                <a:gd name="T54" fmla="*/ 805 w 1283"/>
                <a:gd name="T55" fmla="*/ 436 h 682"/>
                <a:gd name="T56" fmla="*/ 911 w 1283"/>
                <a:gd name="T57" fmla="*/ 358 h 682"/>
                <a:gd name="T58" fmla="*/ 1010 w 1283"/>
                <a:gd name="T59" fmla="*/ 275 h 682"/>
                <a:gd name="T60" fmla="*/ 1098 w 1283"/>
                <a:gd name="T61" fmla="*/ 193 h 682"/>
                <a:gd name="T62" fmla="*/ 1172 w 1283"/>
                <a:gd name="T63" fmla="*/ 119 h 682"/>
                <a:gd name="T64" fmla="*/ 1266 w 1283"/>
                <a:gd name="T65" fmla="*/ 19 h 682"/>
                <a:gd name="T66" fmla="*/ 1283 w 1283"/>
                <a:gd name="T67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3" h="682">
                  <a:moveTo>
                    <a:pt x="1283" y="0"/>
                  </a:moveTo>
                  <a:lnTo>
                    <a:pt x="1283" y="0"/>
                  </a:lnTo>
                  <a:lnTo>
                    <a:pt x="1264" y="20"/>
                  </a:lnTo>
                  <a:lnTo>
                    <a:pt x="1224" y="64"/>
                  </a:lnTo>
                  <a:lnTo>
                    <a:pt x="1165" y="125"/>
                  </a:lnTo>
                  <a:lnTo>
                    <a:pt x="1130" y="159"/>
                  </a:lnTo>
                  <a:lnTo>
                    <a:pt x="1091" y="198"/>
                  </a:lnTo>
                  <a:lnTo>
                    <a:pt x="1049" y="236"/>
                  </a:lnTo>
                  <a:lnTo>
                    <a:pt x="1005" y="277"/>
                  </a:lnTo>
                  <a:lnTo>
                    <a:pt x="957" y="317"/>
                  </a:lnTo>
                  <a:lnTo>
                    <a:pt x="909" y="356"/>
                  </a:lnTo>
                  <a:lnTo>
                    <a:pt x="858" y="396"/>
                  </a:lnTo>
                  <a:lnTo>
                    <a:pt x="807" y="433"/>
                  </a:lnTo>
                  <a:lnTo>
                    <a:pt x="754" y="468"/>
                  </a:lnTo>
                  <a:lnTo>
                    <a:pt x="728" y="484"/>
                  </a:lnTo>
                  <a:lnTo>
                    <a:pt x="701" y="500"/>
                  </a:lnTo>
                  <a:lnTo>
                    <a:pt x="701" y="500"/>
                  </a:lnTo>
                  <a:lnTo>
                    <a:pt x="674" y="514"/>
                  </a:lnTo>
                  <a:lnTo>
                    <a:pt x="646" y="529"/>
                  </a:lnTo>
                  <a:lnTo>
                    <a:pt x="617" y="542"/>
                  </a:lnTo>
                  <a:lnTo>
                    <a:pt x="587" y="554"/>
                  </a:lnTo>
                  <a:lnTo>
                    <a:pt x="558" y="566"/>
                  </a:lnTo>
                  <a:lnTo>
                    <a:pt x="529" y="576"/>
                  </a:lnTo>
                  <a:lnTo>
                    <a:pt x="469" y="597"/>
                  </a:lnTo>
                  <a:lnTo>
                    <a:pt x="410" y="613"/>
                  </a:lnTo>
                  <a:lnTo>
                    <a:pt x="351" y="627"/>
                  </a:lnTo>
                  <a:lnTo>
                    <a:pt x="295" y="640"/>
                  </a:lnTo>
                  <a:lnTo>
                    <a:pt x="241" y="649"/>
                  </a:lnTo>
                  <a:lnTo>
                    <a:pt x="192" y="658"/>
                  </a:lnTo>
                  <a:lnTo>
                    <a:pt x="146" y="664"/>
                  </a:lnTo>
                  <a:lnTo>
                    <a:pt x="105" y="668"/>
                  </a:lnTo>
                  <a:lnTo>
                    <a:pt x="69" y="672"/>
                  </a:lnTo>
                  <a:lnTo>
                    <a:pt x="19" y="676"/>
                  </a:lnTo>
                  <a:lnTo>
                    <a:pt x="0" y="677"/>
                  </a:lnTo>
                  <a:lnTo>
                    <a:pt x="0" y="682"/>
                  </a:lnTo>
                  <a:lnTo>
                    <a:pt x="0" y="682"/>
                  </a:lnTo>
                  <a:lnTo>
                    <a:pt x="31" y="681"/>
                  </a:lnTo>
                  <a:lnTo>
                    <a:pt x="88" y="676"/>
                  </a:lnTo>
                  <a:lnTo>
                    <a:pt x="125" y="672"/>
                  </a:lnTo>
                  <a:lnTo>
                    <a:pt x="167" y="666"/>
                  </a:lnTo>
                  <a:lnTo>
                    <a:pt x="213" y="659"/>
                  </a:lnTo>
                  <a:lnTo>
                    <a:pt x="262" y="652"/>
                  </a:lnTo>
                  <a:lnTo>
                    <a:pt x="314" y="641"/>
                  </a:lnTo>
                  <a:lnTo>
                    <a:pt x="368" y="629"/>
                  </a:lnTo>
                  <a:lnTo>
                    <a:pt x="423" y="615"/>
                  </a:lnTo>
                  <a:lnTo>
                    <a:pt x="479" y="598"/>
                  </a:lnTo>
                  <a:lnTo>
                    <a:pt x="535" y="579"/>
                  </a:lnTo>
                  <a:lnTo>
                    <a:pt x="591" y="557"/>
                  </a:lnTo>
                  <a:lnTo>
                    <a:pt x="618" y="546"/>
                  </a:lnTo>
                  <a:lnTo>
                    <a:pt x="645" y="533"/>
                  </a:lnTo>
                  <a:lnTo>
                    <a:pt x="671" y="519"/>
                  </a:lnTo>
                  <a:lnTo>
                    <a:pt x="697" y="505"/>
                  </a:lnTo>
                  <a:lnTo>
                    <a:pt x="697" y="505"/>
                  </a:lnTo>
                  <a:lnTo>
                    <a:pt x="725" y="489"/>
                  </a:lnTo>
                  <a:lnTo>
                    <a:pt x="752" y="473"/>
                  </a:lnTo>
                  <a:lnTo>
                    <a:pt x="805" y="436"/>
                  </a:lnTo>
                  <a:lnTo>
                    <a:pt x="859" y="397"/>
                  </a:lnTo>
                  <a:lnTo>
                    <a:pt x="911" y="358"/>
                  </a:lnTo>
                  <a:lnTo>
                    <a:pt x="961" y="315"/>
                  </a:lnTo>
                  <a:lnTo>
                    <a:pt x="1010" y="275"/>
                  </a:lnTo>
                  <a:lnTo>
                    <a:pt x="1056" y="232"/>
                  </a:lnTo>
                  <a:lnTo>
                    <a:pt x="1098" y="193"/>
                  </a:lnTo>
                  <a:lnTo>
                    <a:pt x="1137" y="154"/>
                  </a:lnTo>
                  <a:lnTo>
                    <a:pt x="1172" y="119"/>
                  </a:lnTo>
                  <a:lnTo>
                    <a:pt x="1229" y="58"/>
                  </a:lnTo>
                  <a:lnTo>
                    <a:pt x="1266" y="19"/>
                  </a:lnTo>
                  <a:lnTo>
                    <a:pt x="1280" y="4"/>
                  </a:lnTo>
                  <a:lnTo>
                    <a:pt x="128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2" name="Freeform 54">
              <a:extLst>
                <a:ext uri="{FF2B5EF4-FFF2-40B4-BE49-F238E27FC236}">
                  <a16:creationId xmlns:a16="http://schemas.microsoft.com/office/drawing/2014/main" id="{B32BF433-1DF9-7C40-8836-4DE765EF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54"/>
              <a:ext cx="479" cy="306"/>
            </a:xfrm>
            <a:custGeom>
              <a:avLst/>
              <a:gdLst>
                <a:gd name="T0" fmla="*/ 1435 w 1435"/>
                <a:gd name="T1" fmla="*/ 0 h 918"/>
                <a:gd name="T2" fmla="*/ 1313 w 1435"/>
                <a:gd name="T3" fmla="*/ 87 h 918"/>
                <a:gd name="T4" fmla="*/ 1179 w 1435"/>
                <a:gd name="T5" fmla="*/ 175 h 918"/>
                <a:gd name="T6" fmla="*/ 1043 w 1435"/>
                <a:gd name="T7" fmla="*/ 262 h 918"/>
                <a:gd name="T8" fmla="*/ 913 w 1435"/>
                <a:gd name="T9" fmla="*/ 340 h 918"/>
                <a:gd name="T10" fmla="*/ 873 w 1435"/>
                <a:gd name="T11" fmla="*/ 362 h 918"/>
                <a:gd name="T12" fmla="*/ 789 w 1435"/>
                <a:gd name="T13" fmla="*/ 400 h 918"/>
                <a:gd name="T14" fmla="*/ 702 w 1435"/>
                <a:gd name="T15" fmla="*/ 431 h 918"/>
                <a:gd name="T16" fmla="*/ 614 w 1435"/>
                <a:gd name="T17" fmla="*/ 455 h 918"/>
                <a:gd name="T18" fmla="*/ 525 w 1435"/>
                <a:gd name="T19" fmla="*/ 475 h 918"/>
                <a:gd name="T20" fmla="*/ 438 w 1435"/>
                <a:gd name="T21" fmla="*/ 489 h 918"/>
                <a:gd name="T22" fmla="*/ 354 w 1435"/>
                <a:gd name="T23" fmla="*/ 496 h 918"/>
                <a:gd name="T24" fmla="*/ 273 w 1435"/>
                <a:gd name="T25" fmla="*/ 500 h 918"/>
                <a:gd name="T26" fmla="*/ 236 w 1435"/>
                <a:gd name="T27" fmla="*/ 501 h 918"/>
                <a:gd name="T28" fmla="*/ 153 w 1435"/>
                <a:gd name="T29" fmla="*/ 499 h 918"/>
                <a:gd name="T30" fmla="*/ 109 w 1435"/>
                <a:gd name="T31" fmla="*/ 494 h 918"/>
                <a:gd name="T32" fmla="*/ 68 w 1435"/>
                <a:gd name="T33" fmla="*/ 487 h 918"/>
                <a:gd name="T34" fmla="*/ 33 w 1435"/>
                <a:gd name="T35" fmla="*/ 478 h 918"/>
                <a:gd name="T36" fmla="*/ 0 w 1435"/>
                <a:gd name="T37" fmla="*/ 466 h 918"/>
                <a:gd name="T38" fmla="*/ 0 w 1435"/>
                <a:gd name="T39" fmla="*/ 918 h 918"/>
                <a:gd name="T40" fmla="*/ 69 w 1435"/>
                <a:gd name="T41" fmla="*/ 913 h 918"/>
                <a:gd name="T42" fmla="*/ 146 w 1435"/>
                <a:gd name="T43" fmla="*/ 905 h 918"/>
                <a:gd name="T44" fmla="*/ 241 w 1435"/>
                <a:gd name="T45" fmla="*/ 890 h 918"/>
                <a:gd name="T46" fmla="*/ 351 w 1435"/>
                <a:gd name="T47" fmla="*/ 868 h 918"/>
                <a:gd name="T48" fmla="*/ 469 w 1435"/>
                <a:gd name="T49" fmla="*/ 838 h 918"/>
                <a:gd name="T50" fmla="*/ 558 w 1435"/>
                <a:gd name="T51" fmla="*/ 807 h 918"/>
                <a:gd name="T52" fmla="*/ 617 w 1435"/>
                <a:gd name="T53" fmla="*/ 783 h 918"/>
                <a:gd name="T54" fmla="*/ 674 w 1435"/>
                <a:gd name="T55" fmla="*/ 755 h 918"/>
                <a:gd name="T56" fmla="*/ 701 w 1435"/>
                <a:gd name="T57" fmla="*/ 741 h 918"/>
                <a:gd name="T58" fmla="*/ 754 w 1435"/>
                <a:gd name="T59" fmla="*/ 709 h 918"/>
                <a:gd name="T60" fmla="*/ 858 w 1435"/>
                <a:gd name="T61" fmla="*/ 637 h 918"/>
                <a:gd name="T62" fmla="*/ 957 w 1435"/>
                <a:gd name="T63" fmla="*/ 558 h 918"/>
                <a:gd name="T64" fmla="*/ 1049 w 1435"/>
                <a:gd name="T65" fmla="*/ 477 h 918"/>
                <a:gd name="T66" fmla="*/ 1130 w 1435"/>
                <a:gd name="T67" fmla="*/ 400 h 918"/>
                <a:gd name="T68" fmla="*/ 1224 w 1435"/>
                <a:gd name="T69" fmla="*/ 305 h 918"/>
                <a:gd name="T70" fmla="*/ 1283 w 1435"/>
                <a:gd name="T71" fmla="*/ 241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35" h="918">
                  <a:moveTo>
                    <a:pt x="1435" y="0"/>
                  </a:moveTo>
                  <a:lnTo>
                    <a:pt x="1435" y="0"/>
                  </a:lnTo>
                  <a:lnTo>
                    <a:pt x="1376" y="43"/>
                  </a:lnTo>
                  <a:lnTo>
                    <a:pt x="1313" y="87"/>
                  </a:lnTo>
                  <a:lnTo>
                    <a:pt x="1247" y="131"/>
                  </a:lnTo>
                  <a:lnTo>
                    <a:pt x="1179" y="175"/>
                  </a:lnTo>
                  <a:lnTo>
                    <a:pt x="1112" y="219"/>
                  </a:lnTo>
                  <a:lnTo>
                    <a:pt x="1043" y="262"/>
                  </a:lnTo>
                  <a:lnTo>
                    <a:pt x="977" y="302"/>
                  </a:lnTo>
                  <a:lnTo>
                    <a:pt x="913" y="340"/>
                  </a:lnTo>
                  <a:lnTo>
                    <a:pt x="913" y="340"/>
                  </a:lnTo>
                  <a:lnTo>
                    <a:pt x="873" y="362"/>
                  </a:lnTo>
                  <a:lnTo>
                    <a:pt x="831" y="381"/>
                  </a:lnTo>
                  <a:lnTo>
                    <a:pt x="789" y="400"/>
                  </a:lnTo>
                  <a:lnTo>
                    <a:pt x="747" y="416"/>
                  </a:lnTo>
                  <a:lnTo>
                    <a:pt x="702" y="431"/>
                  </a:lnTo>
                  <a:lnTo>
                    <a:pt x="659" y="444"/>
                  </a:lnTo>
                  <a:lnTo>
                    <a:pt x="614" y="455"/>
                  </a:lnTo>
                  <a:lnTo>
                    <a:pt x="569" y="466"/>
                  </a:lnTo>
                  <a:lnTo>
                    <a:pt x="525" y="475"/>
                  </a:lnTo>
                  <a:lnTo>
                    <a:pt x="481" y="482"/>
                  </a:lnTo>
                  <a:lnTo>
                    <a:pt x="438" y="489"/>
                  </a:lnTo>
                  <a:lnTo>
                    <a:pt x="396" y="493"/>
                  </a:lnTo>
                  <a:lnTo>
                    <a:pt x="354" y="496"/>
                  </a:lnTo>
                  <a:lnTo>
                    <a:pt x="313" y="499"/>
                  </a:lnTo>
                  <a:lnTo>
                    <a:pt x="273" y="500"/>
                  </a:lnTo>
                  <a:lnTo>
                    <a:pt x="236" y="501"/>
                  </a:lnTo>
                  <a:lnTo>
                    <a:pt x="236" y="501"/>
                  </a:lnTo>
                  <a:lnTo>
                    <a:pt x="193" y="500"/>
                  </a:lnTo>
                  <a:lnTo>
                    <a:pt x="153" y="499"/>
                  </a:lnTo>
                  <a:lnTo>
                    <a:pt x="153" y="499"/>
                  </a:lnTo>
                  <a:lnTo>
                    <a:pt x="109" y="494"/>
                  </a:lnTo>
                  <a:lnTo>
                    <a:pt x="88" y="491"/>
                  </a:lnTo>
                  <a:lnTo>
                    <a:pt x="68" y="487"/>
                  </a:lnTo>
                  <a:lnTo>
                    <a:pt x="50" y="484"/>
                  </a:lnTo>
                  <a:lnTo>
                    <a:pt x="33" y="478"/>
                  </a:lnTo>
                  <a:lnTo>
                    <a:pt x="17" y="472"/>
                  </a:lnTo>
                  <a:lnTo>
                    <a:pt x="0" y="466"/>
                  </a:lnTo>
                  <a:lnTo>
                    <a:pt x="0" y="918"/>
                  </a:lnTo>
                  <a:lnTo>
                    <a:pt x="0" y="918"/>
                  </a:lnTo>
                  <a:lnTo>
                    <a:pt x="19" y="917"/>
                  </a:lnTo>
                  <a:lnTo>
                    <a:pt x="69" y="913"/>
                  </a:lnTo>
                  <a:lnTo>
                    <a:pt x="105" y="909"/>
                  </a:lnTo>
                  <a:lnTo>
                    <a:pt x="146" y="905"/>
                  </a:lnTo>
                  <a:lnTo>
                    <a:pt x="192" y="899"/>
                  </a:lnTo>
                  <a:lnTo>
                    <a:pt x="241" y="890"/>
                  </a:lnTo>
                  <a:lnTo>
                    <a:pt x="295" y="881"/>
                  </a:lnTo>
                  <a:lnTo>
                    <a:pt x="351" y="868"/>
                  </a:lnTo>
                  <a:lnTo>
                    <a:pt x="410" y="854"/>
                  </a:lnTo>
                  <a:lnTo>
                    <a:pt x="469" y="838"/>
                  </a:lnTo>
                  <a:lnTo>
                    <a:pt x="529" y="817"/>
                  </a:lnTo>
                  <a:lnTo>
                    <a:pt x="558" y="807"/>
                  </a:lnTo>
                  <a:lnTo>
                    <a:pt x="587" y="795"/>
                  </a:lnTo>
                  <a:lnTo>
                    <a:pt x="617" y="783"/>
                  </a:lnTo>
                  <a:lnTo>
                    <a:pt x="646" y="770"/>
                  </a:lnTo>
                  <a:lnTo>
                    <a:pt x="674" y="755"/>
                  </a:lnTo>
                  <a:lnTo>
                    <a:pt x="701" y="741"/>
                  </a:lnTo>
                  <a:lnTo>
                    <a:pt x="701" y="741"/>
                  </a:lnTo>
                  <a:lnTo>
                    <a:pt x="728" y="725"/>
                  </a:lnTo>
                  <a:lnTo>
                    <a:pt x="754" y="709"/>
                  </a:lnTo>
                  <a:lnTo>
                    <a:pt x="807" y="674"/>
                  </a:lnTo>
                  <a:lnTo>
                    <a:pt x="858" y="637"/>
                  </a:lnTo>
                  <a:lnTo>
                    <a:pt x="909" y="597"/>
                  </a:lnTo>
                  <a:lnTo>
                    <a:pt x="957" y="558"/>
                  </a:lnTo>
                  <a:lnTo>
                    <a:pt x="1005" y="518"/>
                  </a:lnTo>
                  <a:lnTo>
                    <a:pt x="1049" y="477"/>
                  </a:lnTo>
                  <a:lnTo>
                    <a:pt x="1091" y="439"/>
                  </a:lnTo>
                  <a:lnTo>
                    <a:pt x="1130" y="400"/>
                  </a:lnTo>
                  <a:lnTo>
                    <a:pt x="1165" y="366"/>
                  </a:lnTo>
                  <a:lnTo>
                    <a:pt x="1224" y="305"/>
                  </a:lnTo>
                  <a:lnTo>
                    <a:pt x="1264" y="261"/>
                  </a:lnTo>
                  <a:lnTo>
                    <a:pt x="1283" y="24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3" name="Freeform 55">
              <a:extLst>
                <a:ext uri="{FF2B5EF4-FFF2-40B4-BE49-F238E27FC236}">
                  <a16:creationId xmlns:a16="http://schemas.microsoft.com/office/drawing/2014/main" id="{1535F7DB-A06F-3CDB-B2FF-F893F9CB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354"/>
              <a:ext cx="479" cy="306"/>
            </a:xfrm>
            <a:custGeom>
              <a:avLst/>
              <a:gdLst>
                <a:gd name="T0" fmla="*/ 1435 w 1435"/>
                <a:gd name="T1" fmla="*/ 0 h 918"/>
                <a:gd name="T2" fmla="*/ 1313 w 1435"/>
                <a:gd name="T3" fmla="*/ 87 h 918"/>
                <a:gd name="T4" fmla="*/ 1179 w 1435"/>
                <a:gd name="T5" fmla="*/ 175 h 918"/>
                <a:gd name="T6" fmla="*/ 1043 w 1435"/>
                <a:gd name="T7" fmla="*/ 262 h 918"/>
                <a:gd name="T8" fmla="*/ 913 w 1435"/>
                <a:gd name="T9" fmla="*/ 340 h 918"/>
                <a:gd name="T10" fmla="*/ 873 w 1435"/>
                <a:gd name="T11" fmla="*/ 362 h 918"/>
                <a:gd name="T12" fmla="*/ 789 w 1435"/>
                <a:gd name="T13" fmla="*/ 400 h 918"/>
                <a:gd name="T14" fmla="*/ 702 w 1435"/>
                <a:gd name="T15" fmla="*/ 431 h 918"/>
                <a:gd name="T16" fmla="*/ 614 w 1435"/>
                <a:gd name="T17" fmla="*/ 455 h 918"/>
                <a:gd name="T18" fmla="*/ 525 w 1435"/>
                <a:gd name="T19" fmla="*/ 475 h 918"/>
                <a:gd name="T20" fmla="*/ 438 w 1435"/>
                <a:gd name="T21" fmla="*/ 489 h 918"/>
                <a:gd name="T22" fmla="*/ 354 w 1435"/>
                <a:gd name="T23" fmla="*/ 496 h 918"/>
                <a:gd name="T24" fmla="*/ 273 w 1435"/>
                <a:gd name="T25" fmla="*/ 500 h 918"/>
                <a:gd name="T26" fmla="*/ 236 w 1435"/>
                <a:gd name="T27" fmla="*/ 501 h 918"/>
                <a:gd name="T28" fmla="*/ 153 w 1435"/>
                <a:gd name="T29" fmla="*/ 499 h 918"/>
                <a:gd name="T30" fmla="*/ 109 w 1435"/>
                <a:gd name="T31" fmla="*/ 494 h 918"/>
                <a:gd name="T32" fmla="*/ 68 w 1435"/>
                <a:gd name="T33" fmla="*/ 487 h 918"/>
                <a:gd name="T34" fmla="*/ 33 w 1435"/>
                <a:gd name="T35" fmla="*/ 478 h 918"/>
                <a:gd name="T36" fmla="*/ 0 w 1435"/>
                <a:gd name="T37" fmla="*/ 466 h 918"/>
                <a:gd name="T38" fmla="*/ 0 w 1435"/>
                <a:gd name="T39" fmla="*/ 918 h 918"/>
                <a:gd name="T40" fmla="*/ 69 w 1435"/>
                <a:gd name="T41" fmla="*/ 913 h 918"/>
                <a:gd name="T42" fmla="*/ 146 w 1435"/>
                <a:gd name="T43" fmla="*/ 905 h 918"/>
                <a:gd name="T44" fmla="*/ 241 w 1435"/>
                <a:gd name="T45" fmla="*/ 890 h 918"/>
                <a:gd name="T46" fmla="*/ 351 w 1435"/>
                <a:gd name="T47" fmla="*/ 868 h 918"/>
                <a:gd name="T48" fmla="*/ 469 w 1435"/>
                <a:gd name="T49" fmla="*/ 838 h 918"/>
                <a:gd name="T50" fmla="*/ 558 w 1435"/>
                <a:gd name="T51" fmla="*/ 807 h 918"/>
                <a:gd name="T52" fmla="*/ 617 w 1435"/>
                <a:gd name="T53" fmla="*/ 783 h 918"/>
                <a:gd name="T54" fmla="*/ 674 w 1435"/>
                <a:gd name="T55" fmla="*/ 755 h 918"/>
                <a:gd name="T56" fmla="*/ 701 w 1435"/>
                <a:gd name="T57" fmla="*/ 741 h 918"/>
                <a:gd name="T58" fmla="*/ 754 w 1435"/>
                <a:gd name="T59" fmla="*/ 709 h 918"/>
                <a:gd name="T60" fmla="*/ 858 w 1435"/>
                <a:gd name="T61" fmla="*/ 637 h 918"/>
                <a:gd name="T62" fmla="*/ 957 w 1435"/>
                <a:gd name="T63" fmla="*/ 558 h 918"/>
                <a:gd name="T64" fmla="*/ 1049 w 1435"/>
                <a:gd name="T65" fmla="*/ 477 h 918"/>
                <a:gd name="T66" fmla="*/ 1130 w 1435"/>
                <a:gd name="T67" fmla="*/ 400 h 918"/>
                <a:gd name="T68" fmla="*/ 1224 w 1435"/>
                <a:gd name="T69" fmla="*/ 305 h 918"/>
                <a:gd name="T70" fmla="*/ 1283 w 1435"/>
                <a:gd name="T71" fmla="*/ 241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35" h="918">
                  <a:moveTo>
                    <a:pt x="1435" y="0"/>
                  </a:moveTo>
                  <a:lnTo>
                    <a:pt x="1435" y="0"/>
                  </a:lnTo>
                  <a:lnTo>
                    <a:pt x="1376" y="43"/>
                  </a:lnTo>
                  <a:lnTo>
                    <a:pt x="1313" y="87"/>
                  </a:lnTo>
                  <a:lnTo>
                    <a:pt x="1247" y="131"/>
                  </a:lnTo>
                  <a:lnTo>
                    <a:pt x="1179" y="175"/>
                  </a:lnTo>
                  <a:lnTo>
                    <a:pt x="1112" y="219"/>
                  </a:lnTo>
                  <a:lnTo>
                    <a:pt x="1043" y="262"/>
                  </a:lnTo>
                  <a:lnTo>
                    <a:pt x="977" y="302"/>
                  </a:lnTo>
                  <a:lnTo>
                    <a:pt x="913" y="340"/>
                  </a:lnTo>
                  <a:lnTo>
                    <a:pt x="913" y="340"/>
                  </a:lnTo>
                  <a:lnTo>
                    <a:pt x="873" y="362"/>
                  </a:lnTo>
                  <a:lnTo>
                    <a:pt x="831" y="381"/>
                  </a:lnTo>
                  <a:lnTo>
                    <a:pt x="789" y="400"/>
                  </a:lnTo>
                  <a:lnTo>
                    <a:pt x="747" y="416"/>
                  </a:lnTo>
                  <a:lnTo>
                    <a:pt x="702" y="431"/>
                  </a:lnTo>
                  <a:lnTo>
                    <a:pt x="659" y="444"/>
                  </a:lnTo>
                  <a:lnTo>
                    <a:pt x="614" y="455"/>
                  </a:lnTo>
                  <a:lnTo>
                    <a:pt x="569" y="466"/>
                  </a:lnTo>
                  <a:lnTo>
                    <a:pt x="525" y="475"/>
                  </a:lnTo>
                  <a:lnTo>
                    <a:pt x="481" y="482"/>
                  </a:lnTo>
                  <a:lnTo>
                    <a:pt x="438" y="489"/>
                  </a:lnTo>
                  <a:lnTo>
                    <a:pt x="396" y="493"/>
                  </a:lnTo>
                  <a:lnTo>
                    <a:pt x="354" y="496"/>
                  </a:lnTo>
                  <a:lnTo>
                    <a:pt x="313" y="499"/>
                  </a:lnTo>
                  <a:lnTo>
                    <a:pt x="273" y="500"/>
                  </a:lnTo>
                  <a:lnTo>
                    <a:pt x="236" y="501"/>
                  </a:lnTo>
                  <a:lnTo>
                    <a:pt x="236" y="501"/>
                  </a:lnTo>
                  <a:lnTo>
                    <a:pt x="193" y="500"/>
                  </a:lnTo>
                  <a:lnTo>
                    <a:pt x="153" y="499"/>
                  </a:lnTo>
                  <a:lnTo>
                    <a:pt x="153" y="499"/>
                  </a:lnTo>
                  <a:lnTo>
                    <a:pt x="109" y="494"/>
                  </a:lnTo>
                  <a:lnTo>
                    <a:pt x="88" y="491"/>
                  </a:lnTo>
                  <a:lnTo>
                    <a:pt x="68" y="487"/>
                  </a:lnTo>
                  <a:lnTo>
                    <a:pt x="50" y="484"/>
                  </a:lnTo>
                  <a:lnTo>
                    <a:pt x="33" y="478"/>
                  </a:lnTo>
                  <a:lnTo>
                    <a:pt x="17" y="472"/>
                  </a:lnTo>
                  <a:lnTo>
                    <a:pt x="0" y="466"/>
                  </a:lnTo>
                  <a:lnTo>
                    <a:pt x="0" y="918"/>
                  </a:lnTo>
                  <a:lnTo>
                    <a:pt x="0" y="918"/>
                  </a:lnTo>
                  <a:lnTo>
                    <a:pt x="19" y="917"/>
                  </a:lnTo>
                  <a:lnTo>
                    <a:pt x="69" y="913"/>
                  </a:lnTo>
                  <a:lnTo>
                    <a:pt x="105" y="909"/>
                  </a:lnTo>
                  <a:lnTo>
                    <a:pt x="146" y="905"/>
                  </a:lnTo>
                  <a:lnTo>
                    <a:pt x="192" y="899"/>
                  </a:lnTo>
                  <a:lnTo>
                    <a:pt x="241" y="890"/>
                  </a:lnTo>
                  <a:lnTo>
                    <a:pt x="295" y="881"/>
                  </a:lnTo>
                  <a:lnTo>
                    <a:pt x="351" y="868"/>
                  </a:lnTo>
                  <a:lnTo>
                    <a:pt x="410" y="854"/>
                  </a:lnTo>
                  <a:lnTo>
                    <a:pt x="469" y="838"/>
                  </a:lnTo>
                  <a:lnTo>
                    <a:pt x="529" y="817"/>
                  </a:lnTo>
                  <a:lnTo>
                    <a:pt x="558" y="807"/>
                  </a:lnTo>
                  <a:lnTo>
                    <a:pt x="587" y="795"/>
                  </a:lnTo>
                  <a:lnTo>
                    <a:pt x="617" y="783"/>
                  </a:lnTo>
                  <a:lnTo>
                    <a:pt x="646" y="770"/>
                  </a:lnTo>
                  <a:lnTo>
                    <a:pt x="674" y="755"/>
                  </a:lnTo>
                  <a:lnTo>
                    <a:pt x="701" y="741"/>
                  </a:lnTo>
                  <a:lnTo>
                    <a:pt x="701" y="741"/>
                  </a:lnTo>
                  <a:lnTo>
                    <a:pt x="728" y="725"/>
                  </a:lnTo>
                  <a:lnTo>
                    <a:pt x="754" y="709"/>
                  </a:lnTo>
                  <a:lnTo>
                    <a:pt x="807" y="674"/>
                  </a:lnTo>
                  <a:lnTo>
                    <a:pt x="858" y="637"/>
                  </a:lnTo>
                  <a:lnTo>
                    <a:pt x="909" y="597"/>
                  </a:lnTo>
                  <a:lnTo>
                    <a:pt x="957" y="558"/>
                  </a:lnTo>
                  <a:lnTo>
                    <a:pt x="1005" y="518"/>
                  </a:lnTo>
                  <a:lnTo>
                    <a:pt x="1049" y="477"/>
                  </a:lnTo>
                  <a:lnTo>
                    <a:pt x="1091" y="439"/>
                  </a:lnTo>
                  <a:lnTo>
                    <a:pt x="1130" y="400"/>
                  </a:lnTo>
                  <a:lnTo>
                    <a:pt x="1165" y="366"/>
                  </a:lnTo>
                  <a:lnTo>
                    <a:pt x="1224" y="305"/>
                  </a:lnTo>
                  <a:lnTo>
                    <a:pt x="1264" y="261"/>
                  </a:lnTo>
                  <a:lnTo>
                    <a:pt x="1283" y="241"/>
                  </a:lnTo>
                  <a:lnTo>
                    <a:pt x="14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4" name="Freeform 56">
              <a:extLst>
                <a:ext uri="{FF2B5EF4-FFF2-40B4-BE49-F238E27FC236}">
                  <a16:creationId xmlns:a16="http://schemas.microsoft.com/office/drawing/2014/main" id="{E749EA57-DAC5-1153-A7BD-1A52B273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124"/>
              <a:ext cx="69" cy="43"/>
            </a:xfrm>
            <a:custGeom>
              <a:avLst/>
              <a:gdLst>
                <a:gd name="T0" fmla="*/ 204 w 206"/>
                <a:gd name="T1" fmla="*/ 0 h 129"/>
                <a:gd name="T2" fmla="*/ 204 w 206"/>
                <a:gd name="T3" fmla="*/ 0 h 129"/>
                <a:gd name="T4" fmla="*/ 124 w 206"/>
                <a:gd name="T5" fmla="*/ 52 h 129"/>
                <a:gd name="T6" fmla="*/ 59 w 206"/>
                <a:gd name="T7" fmla="*/ 92 h 129"/>
                <a:gd name="T8" fmla="*/ 16 w 206"/>
                <a:gd name="T9" fmla="*/ 117 h 129"/>
                <a:gd name="T10" fmla="*/ 0 w 206"/>
                <a:gd name="T11" fmla="*/ 126 h 129"/>
                <a:gd name="T12" fmla="*/ 0 w 206"/>
                <a:gd name="T13" fmla="*/ 126 h 129"/>
                <a:gd name="T14" fmla="*/ 3 w 206"/>
                <a:gd name="T15" fmla="*/ 129 h 129"/>
                <a:gd name="T16" fmla="*/ 3 w 206"/>
                <a:gd name="T17" fmla="*/ 129 h 129"/>
                <a:gd name="T18" fmla="*/ 30 w 206"/>
                <a:gd name="T19" fmla="*/ 112 h 129"/>
                <a:gd name="T20" fmla="*/ 76 w 206"/>
                <a:gd name="T21" fmla="*/ 85 h 129"/>
                <a:gd name="T22" fmla="*/ 136 w 206"/>
                <a:gd name="T23" fmla="*/ 48 h 129"/>
                <a:gd name="T24" fmla="*/ 206 w 206"/>
                <a:gd name="T25" fmla="*/ 1 h 129"/>
                <a:gd name="T26" fmla="*/ 206 w 206"/>
                <a:gd name="T27" fmla="*/ 1 h 129"/>
                <a:gd name="T28" fmla="*/ 206 w 206"/>
                <a:gd name="T29" fmla="*/ 1 h 129"/>
                <a:gd name="T30" fmla="*/ 204 w 206"/>
                <a:gd name="T3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6" h="129">
                  <a:moveTo>
                    <a:pt x="204" y="0"/>
                  </a:moveTo>
                  <a:lnTo>
                    <a:pt x="204" y="0"/>
                  </a:lnTo>
                  <a:lnTo>
                    <a:pt x="124" y="52"/>
                  </a:lnTo>
                  <a:lnTo>
                    <a:pt x="59" y="92"/>
                  </a:lnTo>
                  <a:lnTo>
                    <a:pt x="16" y="11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3" y="129"/>
                  </a:lnTo>
                  <a:lnTo>
                    <a:pt x="3" y="129"/>
                  </a:lnTo>
                  <a:lnTo>
                    <a:pt x="30" y="112"/>
                  </a:lnTo>
                  <a:lnTo>
                    <a:pt x="76" y="85"/>
                  </a:lnTo>
                  <a:lnTo>
                    <a:pt x="136" y="48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99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5" name="Freeform 57">
              <a:extLst>
                <a:ext uri="{FF2B5EF4-FFF2-40B4-BE49-F238E27FC236}">
                  <a16:creationId xmlns:a16="http://schemas.microsoft.com/office/drawing/2014/main" id="{DC01910A-FE7F-34A7-AC32-F5277349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124"/>
              <a:ext cx="69" cy="43"/>
            </a:xfrm>
            <a:custGeom>
              <a:avLst/>
              <a:gdLst>
                <a:gd name="T0" fmla="*/ 204 w 206"/>
                <a:gd name="T1" fmla="*/ 0 h 129"/>
                <a:gd name="T2" fmla="*/ 204 w 206"/>
                <a:gd name="T3" fmla="*/ 0 h 129"/>
                <a:gd name="T4" fmla="*/ 124 w 206"/>
                <a:gd name="T5" fmla="*/ 52 h 129"/>
                <a:gd name="T6" fmla="*/ 59 w 206"/>
                <a:gd name="T7" fmla="*/ 92 h 129"/>
                <a:gd name="T8" fmla="*/ 16 w 206"/>
                <a:gd name="T9" fmla="*/ 117 h 129"/>
                <a:gd name="T10" fmla="*/ 0 w 206"/>
                <a:gd name="T11" fmla="*/ 126 h 129"/>
                <a:gd name="T12" fmla="*/ 0 w 206"/>
                <a:gd name="T13" fmla="*/ 126 h 129"/>
                <a:gd name="T14" fmla="*/ 3 w 206"/>
                <a:gd name="T15" fmla="*/ 129 h 129"/>
                <a:gd name="T16" fmla="*/ 3 w 206"/>
                <a:gd name="T17" fmla="*/ 129 h 129"/>
                <a:gd name="T18" fmla="*/ 30 w 206"/>
                <a:gd name="T19" fmla="*/ 112 h 129"/>
                <a:gd name="T20" fmla="*/ 76 w 206"/>
                <a:gd name="T21" fmla="*/ 85 h 129"/>
                <a:gd name="T22" fmla="*/ 136 w 206"/>
                <a:gd name="T23" fmla="*/ 48 h 129"/>
                <a:gd name="T24" fmla="*/ 206 w 206"/>
                <a:gd name="T25" fmla="*/ 1 h 129"/>
                <a:gd name="T26" fmla="*/ 206 w 206"/>
                <a:gd name="T27" fmla="*/ 1 h 129"/>
                <a:gd name="T28" fmla="*/ 206 w 206"/>
                <a:gd name="T29" fmla="*/ 1 h 129"/>
                <a:gd name="T30" fmla="*/ 204 w 206"/>
                <a:gd name="T3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6" h="129">
                  <a:moveTo>
                    <a:pt x="204" y="0"/>
                  </a:moveTo>
                  <a:lnTo>
                    <a:pt x="204" y="0"/>
                  </a:lnTo>
                  <a:lnTo>
                    <a:pt x="124" y="52"/>
                  </a:lnTo>
                  <a:lnTo>
                    <a:pt x="59" y="92"/>
                  </a:lnTo>
                  <a:lnTo>
                    <a:pt x="16" y="11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3" y="129"/>
                  </a:lnTo>
                  <a:lnTo>
                    <a:pt x="3" y="129"/>
                  </a:lnTo>
                  <a:lnTo>
                    <a:pt x="30" y="112"/>
                  </a:lnTo>
                  <a:lnTo>
                    <a:pt x="76" y="85"/>
                  </a:lnTo>
                  <a:lnTo>
                    <a:pt x="136" y="48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6" name="Freeform 58">
              <a:extLst>
                <a:ext uri="{FF2B5EF4-FFF2-40B4-BE49-F238E27FC236}">
                  <a16:creationId xmlns:a16="http://schemas.microsoft.com/office/drawing/2014/main" id="{219E0DED-65C2-384E-E2BF-7C2BE3DB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050"/>
              <a:ext cx="23" cy="118"/>
            </a:xfrm>
            <a:custGeom>
              <a:avLst/>
              <a:gdLst>
                <a:gd name="T0" fmla="*/ 69 w 69"/>
                <a:gd name="T1" fmla="*/ 0 h 354"/>
                <a:gd name="T2" fmla="*/ 65 w 69"/>
                <a:gd name="T3" fmla="*/ 3 h 354"/>
                <a:gd name="T4" fmla="*/ 65 w 69"/>
                <a:gd name="T5" fmla="*/ 3 h 354"/>
                <a:gd name="T6" fmla="*/ 64 w 69"/>
                <a:gd name="T7" fmla="*/ 16 h 354"/>
                <a:gd name="T8" fmla="*/ 60 w 69"/>
                <a:gd name="T9" fmla="*/ 30 h 354"/>
                <a:gd name="T10" fmla="*/ 55 w 69"/>
                <a:gd name="T11" fmla="*/ 45 h 354"/>
                <a:gd name="T12" fmla="*/ 50 w 69"/>
                <a:gd name="T13" fmla="*/ 60 h 354"/>
                <a:gd name="T14" fmla="*/ 37 w 69"/>
                <a:gd name="T15" fmla="*/ 91 h 354"/>
                <a:gd name="T16" fmla="*/ 32 w 69"/>
                <a:gd name="T17" fmla="*/ 106 h 354"/>
                <a:gd name="T18" fmla="*/ 30 w 69"/>
                <a:gd name="T19" fmla="*/ 119 h 354"/>
                <a:gd name="T20" fmla="*/ 30 w 69"/>
                <a:gd name="T21" fmla="*/ 119 h 354"/>
                <a:gd name="T22" fmla="*/ 22 w 69"/>
                <a:gd name="T23" fmla="*/ 142 h 354"/>
                <a:gd name="T24" fmla="*/ 17 w 69"/>
                <a:gd name="T25" fmla="*/ 165 h 354"/>
                <a:gd name="T26" fmla="*/ 13 w 69"/>
                <a:gd name="T27" fmla="*/ 188 h 354"/>
                <a:gd name="T28" fmla="*/ 11 w 69"/>
                <a:gd name="T29" fmla="*/ 212 h 354"/>
                <a:gd name="T30" fmla="*/ 11 w 69"/>
                <a:gd name="T31" fmla="*/ 212 h 354"/>
                <a:gd name="T32" fmla="*/ 8 w 69"/>
                <a:gd name="T33" fmla="*/ 247 h 354"/>
                <a:gd name="T34" fmla="*/ 5 w 69"/>
                <a:gd name="T35" fmla="*/ 281 h 354"/>
                <a:gd name="T36" fmla="*/ 4 w 69"/>
                <a:gd name="T37" fmla="*/ 316 h 354"/>
                <a:gd name="T38" fmla="*/ 0 w 69"/>
                <a:gd name="T39" fmla="*/ 350 h 354"/>
                <a:gd name="T40" fmla="*/ 5 w 69"/>
                <a:gd name="T41" fmla="*/ 354 h 354"/>
                <a:gd name="T42" fmla="*/ 5 w 69"/>
                <a:gd name="T43" fmla="*/ 354 h 354"/>
                <a:gd name="T44" fmla="*/ 12 w 69"/>
                <a:gd name="T45" fmla="*/ 352 h 354"/>
                <a:gd name="T46" fmla="*/ 12 w 69"/>
                <a:gd name="T47" fmla="*/ 352 h 354"/>
                <a:gd name="T48" fmla="*/ 9 w 69"/>
                <a:gd name="T49" fmla="*/ 349 h 354"/>
                <a:gd name="T50" fmla="*/ 9 w 69"/>
                <a:gd name="T51" fmla="*/ 349 h 354"/>
                <a:gd name="T52" fmla="*/ 4 w 69"/>
                <a:gd name="T53" fmla="*/ 344 h 354"/>
                <a:gd name="T54" fmla="*/ 4 w 69"/>
                <a:gd name="T55" fmla="*/ 344 h 354"/>
                <a:gd name="T56" fmla="*/ 4 w 69"/>
                <a:gd name="T57" fmla="*/ 344 h 354"/>
                <a:gd name="T58" fmla="*/ 8 w 69"/>
                <a:gd name="T59" fmla="*/ 310 h 354"/>
                <a:gd name="T60" fmla="*/ 9 w 69"/>
                <a:gd name="T61" fmla="*/ 275 h 354"/>
                <a:gd name="T62" fmla="*/ 12 w 69"/>
                <a:gd name="T63" fmla="*/ 241 h 354"/>
                <a:gd name="T64" fmla="*/ 14 w 69"/>
                <a:gd name="T65" fmla="*/ 206 h 354"/>
                <a:gd name="T66" fmla="*/ 14 w 69"/>
                <a:gd name="T67" fmla="*/ 206 h 354"/>
                <a:gd name="T68" fmla="*/ 17 w 69"/>
                <a:gd name="T69" fmla="*/ 182 h 354"/>
                <a:gd name="T70" fmla="*/ 21 w 69"/>
                <a:gd name="T71" fmla="*/ 159 h 354"/>
                <a:gd name="T72" fmla="*/ 26 w 69"/>
                <a:gd name="T73" fmla="*/ 137 h 354"/>
                <a:gd name="T74" fmla="*/ 33 w 69"/>
                <a:gd name="T75" fmla="*/ 114 h 354"/>
                <a:gd name="T76" fmla="*/ 33 w 69"/>
                <a:gd name="T77" fmla="*/ 114 h 354"/>
                <a:gd name="T78" fmla="*/ 36 w 69"/>
                <a:gd name="T79" fmla="*/ 101 h 354"/>
                <a:gd name="T80" fmla="*/ 41 w 69"/>
                <a:gd name="T81" fmla="*/ 87 h 354"/>
                <a:gd name="T82" fmla="*/ 53 w 69"/>
                <a:gd name="T83" fmla="*/ 56 h 354"/>
                <a:gd name="T84" fmla="*/ 63 w 69"/>
                <a:gd name="T85" fmla="*/ 26 h 354"/>
                <a:gd name="T86" fmla="*/ 67 w 69"/>
                <a:gd name="T87" fmla="*/ 13 h 354"/>
                <a:gd name="T88" fmla="*/ 69 w 69"/>
                <a:gd name="T8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9" h="354">
                  <a:moveTo>
                    <a:pt x="69" y="0"/>
                  </a:moveTo>
                  <a:lnTo>
                    <a:pt x="65" y="3"/>
                  </a:lnTo>
                  <a:lnTo>
                    <a:pt x="65" y="3"/>
                  </a:lnTo>
                  <a:lnTo>
                    <a:pt x="64" y="16"/>
                  </a:lnTo>
                  <a:lnTo>
                    <a:pt x="60" y="30"/>
                  </a:lnTo>
                  <a:lnTo>
                    <a:pt x="55" y="45"/>
                  </a:lnTo>
                  <a:lnTo>
                    <a:pt x="50" y="60"/>
                  </a:lnTo>
                  <a:lnTo>
                    <a:pt x="37" y="91"/>
                  </a:lnTo>
                  <a:lnTo>
                    <a:pt x="32" y="106"/>
                  </a:lnTo>
                  <a:lnTo>
                    <a:pt x="30" y="119"/>
                  </a:lnTo>
                  <a:lnTo>
                    <a:pt x="30" y="119"/>
                  </a:lnTo>
                  <a:lnTo>
                    <a:pt x="22" y="142"/>
                  </a:lnTo>
                  <a:lnTo>
                    <a:pt x="17" y="165"/>
                  </a:lnTo>
                  <a:lnTo>
                    <a:pt x="13" y="188"/>
                  </a:lnTo>
                  <a:lnTo>
                    <a:pt x="11" y="212"/>
                  </a:lnTo>
                  <a:lnTo>
                    <a:pt x="11" y="212"/>
                  </a:lnTo>
                  <a:lnTo>
                    <a:pt x="8" y="247"/>
                  </a:lnTo>
                  <a:lnTo>
                    <a:pt x="5" y="281"/>
                  </a:lnTo>
                  <a:lnTo>
                    <a:pt x="4" y="316"/>
                  </a:lnTo>
                  <a:lnTo>
                    <a:pt x="0" y="350"/>
                  </a:lnTo>
                  <a:lnTo>
                    <a:pt x="5" y="354"/>
                  </a:lnTo>
                  <a:lnTo>
                    <a:pt x="5" y="354"/>
                  </a:lnTo>
                  <a:lnTo>
                    <a:pt x="12" y="352"/>
                  </a:lnTo>
                  <a:lnTo>
                    <a:pt x="12" y="352"/>
                  </a:lnTo>
                  <a:lnTo>
                    <a:pt x="9" y="349"/>
                  </a:lnTo>
                  <a:lnTo>
                    <a:pt x="9" y="349"/>
                  </a:lnTo>
                  <a:lnTo>
                    <a:pt x="4" y="344"/>
                  </a:lnTo>
                  <a:lnTo>
                    <a:pt x="4" y="344"/>
                  </a:lnTo>
                  <a:lnTo>
                    <a:pt x="4" y="344"/>
                  </a:lnTo>
                  <a:lnTo>
                    <a:pt x="8" y="310"/>
                  </a:lnTo>
                  <a:lnTo>
                    <a:pt x="9" y="275"/>
                  </a:lnTo>
                  <a:lnTo>
                    <a:pt x="12" y="241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7" y="182"/>
                  </a:lnTo>
                  <a:lnTo>
                    <a:pt x="21" y="159"/>
                  </a:lnTo>
                  <a:lnTo>
                    <a:pt x="26" y="137"/>
                  </a:lnTo>
                  <a:lnTo>
                    <a:pt x="33" y="114"/>
                  </a:lnTo>
                  <a:lnTo>
                    <a:pt x="33" y="114"/>
                  </a:lnTo>
                  <a:lnTo>
                    <a:pt x="36" y="101"/>
                  </a:lnTo>
                  <a:lnTo>
                    <a:pt x="41" y="87"/>
                  </a:lnTo>
                  <a:lnTo>
                    <a:pt x="53" y="56"/>
                  </a:lnTo>
                  <a:lnTo>
                    <a:pt x="63" y="26"/>
                  </a:lnTo>
                  <a:lnTo>
                    <a:pt x="67" y="13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399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7" name="Freeform 59">
              <a:extLst>
                <a:ext uri="{FF2B5EF4-FFF2-40B4-BE49-F238E27FC236}">
                  <a16:creationId xmlns:a16="http://schemas.microsoft.com/office/drawing/2014/main" id="{E4AD8B88-D22C-7A45-CE03-2DBBAFE3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3050"/>
              <a:ext cx="23" cy="118"/>
            </a:xfrm>
            <a:custGeom>
              <a:avLst/>
              <a:gdLst>
                <a:gd name="T0" fmla="*/ 69 w 69"/>
                <a:gd name="T1" fmla="*/ 0 h 354"/>
                <a:gd name="T2" fmla="*/ 65 w 69"/>
                <a:gd name="T3" fmla="*/ 3 h 354"/>
                <a:gd name="T4" fmla="*/ 65 w 69"/>
                <a:gd name="T5" fmla="*/ 3 h 354"/>
                <a:gd name="T6" fmla="*/ 64 w 69"/>
                <a:gd name="T7" fmla="*/ 16 h 354"/>
                <a:gd name="T8" fmla="*/ 60 w 69"/>
                <a:gd name="T9" fmla="*/ 30 h 354"/>
                <a:gd name="T10" fmla="*/ 55 w 69"/>
                <a:gd name="T11" fmla="*/ 45 h 354"/>
                <a:gd name="T12" fmla="*/ 50 w 69"/>
                <a:gd name="T13" fmla="*/ 60 h 354"/>
                <a:gd name="T14" fmla="*/ 37 w 69"/>
                <a:gd name="T15" fmla="*/ 91 h 354"/>
                <a:gd name="T16" fmla="*/ 32 w 69"/>
                <a:gd name="T17" fmla="*/ 106 h 354"/>
                <a:gd name="T18" fmla="*/ 30 w 69"/>
                <a:gd name="T19" fmla="*/ 119 h 354"/>
                <a:gd name="T20" fmla="*/ 30 w 69"/>
                <a:gd name="T21" fmla="*/ 119 h 354"/>
                <a:gd name="T22" fmla="*/ 22 w 69"/>
                <a:gd name="T23" fmla="*/ 142 h 354"/>
                <a:gd name="T24" fmla="*/ 17 w 69"/>
                <a:gd name="T25" fmla="*/ 165 h 354"/>
                <a:gd name="T26" fmla="*/ 13 w 69"/>
                <a:gd name="T27" fmla="*/ 188 h 354"/>
                <a:gd name="T28" fmla="*/ 11 w 69"/>
                <a:gd name="T29" fmla="*/ 212 h 354"/>
                <a:gd name="T30" fmla="*/ 11 w 69"/>
                <a:gd name="T31" fmla="*/ 212 h 354"/>
                <a:gd name="T32" fmla="*/ 8 w 69"/>
                <a:gd name="T33" fmla="*/ 247 h 354"/>
                <a:gd name="T34" fmla="*/ 5 w 69"/>
                <a:gd name="T35" fmla="*/ 281 h 354"/>
                <a:gd name="T36" fmla="*/ 4 w 69"/>
                <a:gd name="T37" fmla="*/ 316 h 354"/>
                <a:gd name="T38" fmla="*/ 0 w 69"/>
                <a:gd name="T39" fmla="*/ 350 h 354"/>
                <a:gd name="T40" fmla="*/ 5 w 69"/>
                <a:gd name="T41" fmla="*/ 354 h 354"/>
                <a:gd name="T42" fmla="*/ 5 w 69"/>
                <a:gd name="T43" fmla="*/ 354 h 354"/>
                <a:gd name="T44" fmla="*/ 12 w 69"/>
                <a:gd name="T45" fmla="*/ 352 h 354"/>
                <a:gd name="T46" fmla="*/ 12 w 69"/>
                <a:gd name="T47" fmla="*/ 352 h 354"/>
                <a:gd name="T48" fmla="*/ 9 w 69"/>
                <a:gd name="T49" fmla="*/ 349 h 354"/>
                <a:gd name="T50" fmla="*/ 9 w 69"/>
                <a:gd name="T51" fmla="*/ 349 h 354"/>
                <a:gd name="T52" fmla="*/ 4 w 69"/>
                <a:gd name="T53" fmla="*/ 344 h 354"/>
                <a:gd name="T54" fmla="*/ 4 w 69"/>
                <a:gd name="T55" fmla="*/ 344 h 354"/>
                <a:gd name="T56" fmla="*/ 4 w 69"/>
                <a:gd name="T57" fmla="*/ 344 h 354"/>
                <a:gd name="T58" fmla="*/ 8 w 69"/>
                <a:gd name="T59" fmla="*/ 310 h 354"/>
                <a:gd name="T60" fmla="*/ 9 w 69"/>
                <a:gd name="T61" fmla="*/ 275 h 354"/>
                <a:gd name="T62" fmla="*/ 12 w 69"/>
                <a:gd name="T63" fmla="*/ 241 h 354"/>
                <a:gd name="T64" fmla="*/ 14 w 69"/>
                <a:gd name="T65" fmla="*/ 206 h 354"/>
                <a:gd name="T66" fmla="*/ 14 w 69"/>
                <a:gd name="T67" fmla="*/ 206 h 354"/>
                <a:gd name="T68" fmla="*/ 17 w 69"/>
                <a:gd name="T69" fmla="*/ 182 h 354"/>
                <a:gd name="T70" fmla="*/ 21 w 69"/>
                <a:gd name="T71" fmla="*/ 159 h 354"/>
                <a:gd name="T72" fmla="*/ 26 w 69"/>
                <a:gd name="T73" fmla="*/ 137 h 354"/>
                <a:gd name="T74" fmla="*/ 33 w 69"/>
                <a:gd name="T75" fmla="*/ 114 h 354"/>
                <a:gd name="T76" fmla="*/ 33 w 69"/>
                <a:gd name="T77" fmla="*/ 114 h 354"/>
                <a:gd name="T78" fmla="*/ 36 w 69"/>
                <a:gd name="T79" fmla="*/ 101 h 354"/>
                <a:gd name="T80" fmla="*/ 41 w 69"/>
                <a:gd name="T81" fmla="*/ 87 h 354"/>
                <a:gd name="T82" fmla="*/ 53 w 69"/>
                <a:gd name="T83" fmla="*/ 56 h 354"/>
                <a:gd name="T84" fmla="*/ 63 w 69"/>
                <a:gd name="T85" fmla="*/ 26 h 354"/>
                <a:gd name="T86" fmla="*/ 67 w 69"/>
                <a:gd name="T87" fmla="*/ 13 h 354"/>
                <a:gd name="T88" fmla="*/ 69 w 69"/>
                <a:gd name="T8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9" h="354">
                  <a:moveTo>
                    <a:pt x="69" y="0"/>
                  </a:moveTo>
                  <a:lnTo>
                    <a:pt x="65" y="3"/>
                  </a:lnTo>
                  <a:lnTo>
                    <a:pt x="65" y="3"/>
                  </a:lnTo>
                  <a:lnTo>
                    <a:pt x="64" y="16"/>
                  </a:lnTo>
                  <a:lnTo>
                    <a:pt x="60" y="30"/>
                  </a:lnTo>
                  <a:lnTo>
                    <a:pt x="55" y="45"/>
                  </a:lnTo>
                  <a:lnTo>
                    <a:pt x="50" y="60"/>
                  </a:lnTo>
                  <a:lnTo>
                    <a:pt x="37" y="91"/>
                  </a:lnTo>
                  <a:lnTo>
                    <a:pt x="32" y="106"/>
                  </a:lnTo>
                  <a:lnTo>
                    <a:pt x="30" y="119"/>
                  </a:lnTo>
                  <a:lnTo>
                    <a:pt x="30" y="119"/>
                  </a:lnTo>
                  <a:lnTo>
                    <a:pt x="22" y="142"/>
                  </a:lnTo>
                  <a:lnTo>
                    <a:pt x="17" y="165"/>
                  </a:lnTo>
                  <a:lnTo>
                    <a:pt x="13" y="188"/>
                  </a:lnTo>
                  <a:lnTo>
                    <a:pt x="11" y="212"/>
                  </a:lnTo>
                  <a:lnTo>
                    <a:pt x="11" y="212"/>
                  </a:lnTo>
                  <a:lnTo>
                    <a:pt x="8" y="247"/>
                  </a:lnTo>
                  <a:lnTo>
                    <a:pt x="5" y="281"/>
                  </a:lnTo>
                  <a:lnTo>
                    <a:pt x="4" y="316"/>
                  </a:lnTo>
                  <a:lnTo>
                    <a:pt x="0" y="350"/>
                  </a:lnTo>
                  <a:lnTo>
                    <a:pt x="5" y="354"/>
                  </a:lnTo>
                  <a:lnTo>
                    <a:pt x="5" y="354"/>
                  </a:lnTo>
                  <a:lnTo>
                    <a:pt x="12" y="352"/>
                  </a:lnTo>
                  <a:lnTo>
                    <a:pt x="12" y="352"/>
                  </a:lnTo>
                  <a:lnTo>
                    <a:pt x="9" y="349"/>
                  </a:lnTo>
                  <a:lnTo>
                    <a:pt x="9" y="349"/>
                  </a:lnTo>
                  <a:lnTo>
                    <a:pt x="4" y="344"/>
                  </a:lnTo>
                  <a:lnTo>
                    <a:pt x="4" y="344"/>
                  </a:lnTo>
                  <a:lnTo>
                    <a:pt x="4" y="344"/>
                  </a:lnTo>
                  <a:lnTo>
                    <a:pt x="8" y="310"/>
                  </a:lnTo>
                  <a:lnTo>
                    <a:pt x="9" y="275"/>
                  </a:lnTo>
                  <a:lnTo>
                    <a:pt x="12" y="241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7" y="182"/>
                  </a:lnTo>
                  <a:lnTo>
                    <a:pt x="21" y="159"/>
                  </a:lnTo>
                  <a:lnTo>
                    <a:pt x="26" y="137"/>
                  </a:lnTo>
                  <a:lnTo>
                    <a:pt x="33" y="114"/>
                  </a:lnTo>
                  <a:lnTo>
                    <a:pt x="33" y="114"/>
                  </a:lnTo>
                  <a:lnTo>
                    <a:pt x="36" y="101"/>
                  </a:lnTo>
                  <a:lnTo>
                    <a:pt x="41" y="87"/>
                  </a:lnTo>
                  <a:lnTo>
                    <a:pt x="53" y="56"/>
                  </a:lnTo>
                  <a:lnTo>
                    <a:pt x="63" y="26"/>
                  </a:lnTo>
                  <a:lnTo>
                    <a:pt x="67" y="13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59" name="Freeform 61">
              <a:extLst>
                <a:ext uri="{FF2B5EF4-FFF2-40B4-BE49-F238E27FC236}">
                  <a16:creationId xmlns:a16="http://schemas.microsoft.com/office/drawing/2014/main" id="{CEE14729-7187-62FC-0ACF-F03A9ECA1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49"/>
              <a:ext cx="70" cy="117"/>
            </a:xfrm>
            <a:custGeom>
              <a:avLst/>
              <a:gdLst>
                <a:gd name="T0" fmla="*/ 67 w 209"/>
                <a:gd name="T1" fmla="*/ 0 h 350"/>
                <a:gd name="T2" fmla="*/ 65 w 209"/>
                <a:gd name="T3" fmla="*/ 1 h 350"/>
                <a:gd name="T4" fmla="*/ 65 w 209"/>
                <a:gd name="T5" fmla="*/ 1 h 350"/>
                <a:gd name="T6" fmla="*/ 63 w 209"/>
                <a:gd name="T7" fmla="*/ 14 h 350"/>
                <a:gd name="T8" fmla="*/ 59 w 209"/>
                <a:gd name="T9" fmla="*/ 27 h 350"/>
                <a:gd name="T10" fmla="*/ 49 w 209"/>
                <a:gd name="T11" fmla="*/ 57 h 350"/>
                <a:gd name="T12" fmla="*/ 37 w 209"/>
                <a:gd name="T13" fmla="*/ 88 h 350"/>
                <a:gd name="T14" fmla="*/ 32 w 209"/>
                <a:gd name="T15" fmla="*/ 102 h 350"/>
                <a:gd name="T16" fmla="*/ 29 w 209"/>
                <a:gd name="T17" fmla="*/ 115 h 350"/>
                <a:gd name="T18" fmla="*/ 29 w 209"/>
                <a:gd name="T19" fmla="*/ 115 h 350"/>
                <a:gd name="T20" fmla="*/ 22 w 209"/>
                <a:gd name="T21" fmla="*/ 138 h 350"/>
                <a:gd name="T22" fmla="*/ 17 w 209"/>
                <a:gd name="T23" fmla="*/ 160 h 350"/>
                <a:gd name="T24" fmla="*/ 13 w 209"/>
                <a:gd name="T25" fmla="*/ 183 h 350"/>
                <a:gd name="T26" fmla="*/ 10 w 209"/>
                <a:gd name="T27" fmla="*/ 207 h 350"/>
                <a:gd name="T28" fmla="*/ 10 w 209"/>
                <a:gd name="T29" fmla="*/ 207 h 350"/>
                <a:gd name="T30" fmla="*/ 8 w 209"/>
                <a:gd name="T31" fmla="*/ 242 h 350"/>
                <a:gd name="T32" fmla="*/ 5 w 209"/>
                <a:gd name="T33" fmla="*/ 276 h 350"/>
                <a:gd name="T34" fmla="*/ 4 w 209"/>
                <a:gd name="T35" fmla="*/ 311 h 350"/>
                <a:gd name="T36" fmla="*/ 0 w 209"/>
                <a:gd name="T37" fmla="*/ 345 h 350"/>
                <a:gd name="T38" fmla="*/ 0 w 209"/>
                <a:gd name="T39" fmla="*/ 345 h 350"/>
                <a:gd name="T40" fmla="*/ 5 w 209"/>
                <a:gd name="T41" fmla="*/ 350 h 350"/>
                <a:gd name="T42" fmla="*/ 5 w 209"/>
                <a:gd name="T43" fmla="*/ 350 h 350"/>
                <a:gd name="T44" fmla="*/ 21 w 209"/>
                <a:gd name="T45" fmla="*/ 341 h 350"/>
                <a:gd name="T46" fmla="*/ 64 w 209"/>
                <a:gd name="T47" fmla="*/ 316 h 350"/>
                <a:gd name="T48" fmla="*/ 129 w 209"/>
                <a:gd name="T49" fmla="*/ 276 h 350"/>
                <a:gd name="T50" fmla="*/ 209 w 209"/>
                <a:gd name="T51" fmla="*/ 224 h 350"/>
                <a:gd name="T52" fmla="*/ 209 w 209"/>
                <a:gd name="T53" fmla="*/ 224 h 350"/>
                <a:gd name="T54" fmla="*/ 195 w 209"/>
                <a:gd name="T55" fmla="*/ 194 h 350"/>
                <a:gd name="T56" fmla="*/ 180 w 209"/>
                <a:gd name="T57" fmla="*/ 165 h 350"/>
                <a:gd name="T58" fmla="*/ 164 w 209"/>
                <a:gd name="T59" fmla="*/ 137 h 350"/>
                <a:gd name="T60" fmla="*/ 146 w 209"/>
                <a:gd name="T61" fmla="*/ 109 h 350"/>
                <a:gd name="T62" fmla="*/ 128 w 209"/>
                <a:gd name="T63" fmla="*/ 80 h 350"/>
                <a:gd name="T64" fmla="*/ 107 w 209"/>
                <a:gd name="T65" fmla="*/ 52 h 350"/>
                <a:gd name="T66" fmla="*/ 87 w 209"/>
                <a:gd name="T67" fmla="*/ 26 h 350"/>
                <a:gd name="T68" fmla="*/ 67 w 209"/>
                <a:gd name="T69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9" h="350">
                  <a:moveTo>
                    <a:pt x="67" y="0"/>
                  </a:moveTo>
                  <a:lnTo>
                    <a:pt x="65" y="1"/>
                  </a:lnTo>
                  <a:lnTo>
                    <a:pt x="65" y="1"/>
                  </a:lnTo>
                  <a:lnTo>
                    <a:pt x="63" y="14"/>
                  </a:lnTo>
                  <a:lnTo>
                    <a:pt x="59" y="27"/>
                  </a:lnTo>
                  <a:lnTo>
                    <a:pt x="49" y="57"/>
                  </a:lnTo>
                  <a:lnTo>
                    <a:pt x="37" y="88"/>
                  </a:lnTo>
                  <a:lnTo>
                    <a:pt x="32" y="102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2" y="138"/>
                  </a:lnTo>
                  <a:lnTo>
                    <a:pt x="17" y="160"/>
                  </a:lnTo>
                  <a:lnTo>
                    <a:pt x="13" y="183"/>
                  </a:lnTo>
                  <a:lnTo>
                    <a:pt x="10" y="207"/>
                  </a:lnTo>
                  <a:lnTo>
                    <a:pt x="10" y="207"/>
                  </a:lnTo>
                  <a:lnTo>
                    <a:pt x="8" y="242"/>
                  </a:lnTo>
                  <a:lnTo>
                    <a:pt x="5" y="276"/>
                  </a:lnTo>
                  <a:lnTo>
                    <a:pt x="4" y="311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5" y="350"/>
                  </a:lnTo>
                  <a:lnTo>
                    <a:pt x="5" y="350"/>
                  </a:lnTo>
                  <a:lnTo>
                    <a:pt x="21" y="341"/>
                  </a:lnTo>
                  <a:lnTo>
                    <a:pt x="64" y="316"/>
                  </a:lnTo>
                  <a:lnTo>
                    <a:pt x="129" y="276"/>
                  </a:lnTo>
                  <a:lnTo>
                    <a:pt x="209" y="224"/>
                  </a:lnTo>
                  <a:lnTo>
                    <a:pt x="209" y="224"/>
                  </a:lnTo>
                  <a:lnTo>
                    <a:pt x="195" y="194"/>
                  </a:lnTo>
                  <a:lnTo>
                    <a:pt x="180" y="165"/>
                  </a:lnTo>
                  <a:lnTo>
                    <a:pt x="164" y="137"/>
                  </a:lnTo>
                  <a:lnTo>
                    <a:pt x="146" y="109"/>
                  </a:lnTo>
                  <a:lnTo>
                    <a:pt x="128" y="80"/>
                  </a:lnTo>
                  <a:lnTo>
                    <a:pt x="107" y="52"/>
                  </a:lnTo>
                  <a:lnTo>
                    <a:pt x="87" y="26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1" name="Freeform 63">
              <a:extLst>
                <a:ext uri="{FF2B5EF4-FFF2-40B4-BE49-F238E27FC236}">
                  <a16:creationId xmlns:a16="http://schemas.microsoft.com/office/drawing/2014/main" id="{8E0D00DB-D239-F3FD-B8FF-D23B6103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326"/>
              <a:ext cx="73" cy="55"/>
            </a:xfrm>
            <a:custGeom>
              <a:avLst/>
              <a:gdLst>
                <a:gd name="T0" fmla="*/ 168 w 218"/>
                <a:gd name="T1" fmla="*/ 0 h 164"/>
                <a:gd name="T2" fmla="*/ 168 w 218"/>
                <a:gd name="T3" fmla="*/ 0 h 164"/>
                <a:gd name="T4" fmla="*/ 135 w 218"/>
                <a:gd name="T5" fmla="*/ 1 h 164"/>
                <a:gd name="T6" fmla="*/ 105 w 218"/>
                <a:gd name="T7" fmla="*/ 2 h 164"/>
                <a:gd name="T8" fmla="*/ 105 w 218"/>
                <a:gd name="T9" fmla="*/ 2 h 164"/>
                <a:gd name="T10" fmla="*/ 79 w 218"/>
                <a:gd name="T11" fmla="*/ 3 h 164"/>
                <a:gd name="T12" fmla="*/ 54 w 218"/>
                <a:gd name="T13" fmla="*/ 6 h 164"/>
                <a:gd name="T14" fmla="*/ 28 w 218"/>
                <a:gd name="T15" fmla="*/ 9 h 164"/>
                <a:gd name="T16" fmla="*/ 3 w 218"/>
                <a:gd name="T17" fmla="*/ 10 h 164"/>
                <a:gd name="T18" fmla="*/ 3 w 218"/>
                <a:gd name="T19" fmla="*/ 10 h 164"/>
                <a:gd name="T20" fmla="*/ 0 w 218"/>
                <a:gd name="T21" fmla="*/ 10 h 164"/>
                <a:gd name="T22" fmla="*/ 0 w 218"/>
                <a:gd name="T23" fmla="*/ 10 h 164"/>
                <a:gd name="T24" fmla="*/ 51 w 218"/>
                <a:gd name="T25" fmla="*/ 71 h 164"/>
                <a:gd name="T26" fmla="*/ 93 w 218"/>
                <a:gd name="T27" fmla="*/ 118 h 164"/>
                <a:gd name="T28" fmla="*/ 135 w 218"/>
                <a:gd name="T29" fmla="*/ 164 h 164"/>
                <a:gd name="T30" fmla="*/ 135 w 218"/>
                <a:gd name="T31" fmla="*/ 164 h 164"/>
                <a:gd name="T32" fmla="*/ 170 w 218"/>
                <a:gd name="T33" fmla="*/ 103 h 164"/>
                <a:gd name="T34" fmla="*/ 195 w 218"/>
                <a:gd name="T35" fmla="*/ 55 h 164"/>
                <a:gd name="T36" fmla="*/ 218 w 218"/>
                <a:gd name="T37" fmla="*/ 9 h 164"/>
                <a:gd name="T38" fmla="*/ 218 w 218"/>
                <a:gd name="T39" fmla="*/ 9 h 164"/>
                <a:gd name="T40" fmla="*/ 218 w 218"/>
                <a:gd name="T41" fmla="*/ 9 h 164"/>
                <a:gd name="T42" fmla="*/ 207 w 218"/>
                <a:gd name="T43" fmla="*/ 3 h 164"/>
                <a:gd name="T44" fmla="*/ 195 w 218"/>
                <a:gd name="T45" fmla="*/ 1 h 164"/>
                <a:gd name="T46" fmla="*/ 183 w 218"/>
                <a:gd name="T47" fmla="*/ 0 h 164"/>
                <a:gd name="T48" fmla="*/ 168 w 218"/>
                <a:gd name="T4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8" h="164">
                  <a:moveTo>
                    <a:pt x="168" y="0"/>
                  </a:moveTo>
                  <a:lnTo>
                    <a:pt x="168" y="0"/>
                  </a:lnTo>
                  <a:lnTo>
                    <a:pt x="135" y="1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79" y="3"/>
                  </a:lnTo>
                  <a:lnTo>
                    <a:pt x="54" y="6"/>
                  </a:lnTo>
                  <a:lnTo>
                    <a:pt x="28" y="9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51" y="71"/>
                  </a:lnTo>
                  <a:lnTo>
                    <a:pt x="93" y="118"/>
                  </a:lnTo>
                  <a:lnTo>
                    <a:pt x="135" y="164"/>
                  </a:lnTo>
                  <a:lnTo>
                    <a:pt x="135" y="164"/>
                  </a:lnTo>
                  <a:lnTo>
                    <a:pt x="170" y="103"/>
                  </a:lnTo>
                  <a:lnTo>
                    <a:pt x="195" y="55"/>
                  </a:lnTo>
                  <a:lnTo>
                    <a:pt x="218" y="9"/>
                  </a:lnTo>
                  <a:lnTo>
                    <a:pt x="218" y="9"/>
                  </a:lnTo>
                  <a:lnTo>
                    <a:pt x="218" y="9"/>
                  </a:lnTo>
                  <a:lnTo>
                    <a:pt x="207" y="3"/>
                  </a:lnTo>
                  <a:lnTo>
                    <a:pt x="195" y="1"/>
                  </a:lnTo>
                  <a:lnTo>
                    <a:pt x="183" y="0"/>
                  </a:lnTo>
                  <a:lnTo>
                    <a:pt x="1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2" name="Freeform 64">
              <a:extLst>
                <a:ext uri="{FF2B5EF4-FFF2-40B4-BE49-F238E27FC236}">
                  <a16:creationId xmlns:a16="http://schemas.microsoft.com/office/drawing/2014/main" id="{19D90899-A971-0B2F-3156-5B04B6776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330"/>
              <a:ext cx="48" cy="53"/>
            </a:xfrm>
            <a:custGeom>
              <a:avLst/>
              <a:gdLst>
                <a:gd name="T0" fmla="*/ 2 w 143"/>
                <a:gd name="T1" fmla="*/ 0 h 160"/>
                <a:gd name="T2" fmla="*/ 0 w 143"/>
                <a:gd name="T3" fmla="*/ 1 h 160"/>
                <a:gd name="T4" fmla="*/ 0 w 143"/>
                <a:gd name="T5" fmla="*/ 1 h 160"/>
                <a:gd name="T6" fmla="*/ 55 w 143"/>
                <a:gd name="T7" fmla="*/ 68 h 160"/>
                <a:gd name="T8" fmla="*/ 100 w 143"/>
                <a:gd name="T9" fmla="*/ 117 h 160"/>
                <a:gd name="T10" fmla="*/ 141 w 143"/>
                <a:gd name="T11" fmla="*/ 160 h 160"/>
                <a:gd name="T12" fmla="*/ 141 w 143"/>
                <a:gd name="T13" fmla="*/ 160 h 160"/>
                <a:gd name="T14" fmla="*/ 143 w 143"/>
                <a:gd name="T15" fmla="*/ 154 h 160"/>
                <a:gd name="T16" fmla="*/ 143 w 143"/>
                <a:gd name="T17" fmla="*/ 154 h 160"/>
                <a:gd name="T18" fmla="*/ 101 w 143"/>
                <a:gd name="T19" fmla="*/ 108 h 160"/>
                <a:gd name="T20" fmla="*/ 59 w 143"/>
                <a:gd name="T21" fmla="*/ 61 h 160"/>
                <a:gd name="T22" fmla="*/ 8 w 143"/>
                <a:gd name="T23" fmla="*/ 0 h 160"/>
                <a:gd name="T24" fmla="*/ 8 w 143"/>
                <a:gd name="T25" fmla="*/ 0 h 160"/>
                <a:gd name="T26" fmla="*/ 2 w 143"/>
                <a:gd name="T2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3" h="160">
                  <a:moveTo>
                    <a:pt x="2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5" y="68"/>
                  </a:lnTo>
                  <a:lnTo>
                    <a:pt x="100" y="117"/>
                  </a:lnTo>
                  <a:lnTo>
                    <a:pt x="141" y="160"/>
                  </a:lnTo>
                  <a:lnTo>
                    <a:pt x="141" y="160"/>
                  </a:lnTo>
                  <a:lnTo>
                    <a:pt x="143" y="154"/>
                  </a:lnTo>
                  <a:lnTo>
                    <a:pt x="143" y="154"/>
                  </a:lnTo>
                  <a:lnTo>
                    <a:pt x="101" y="108"/>
                  </a:lnTo>
                  <a:lnTo>
                    <a:pt x="59" y="61"/>
                  </a:lnTo>
                  <a:lnTo>
                    <a:pt x="8" y="0"/>
                  </a:lnTo>
                  <a:lnTo>
                    <a:pt x="8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3" name="Freeform 65">
              <a:extLst>
                <a:ext uri="{FF2B5EF4-FFF2-40B4-BE49-F238E27FC236}">
                  <a16:creationId xmlns:a16="http://schemas.microsoft.com/office/drawing/2014/main" id="{36755FC8-8F0D-B08B-D715-760B65B8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330"/>
              <a:ext cx="48" cy="53"/>
            </a:xfrm>
            <a:custGeom>
              <a:avLst/>
              <a:gdLst>
                <a:gd name="T0" fmla="*/ 2 w 143"/>
                <a:gd name="T1" fmla="*/ 0 h 160"/>
                <a:gd name="T2" fmla="*/ 0 w 143"/>
                <a:gd name="T3" fmla="*/ 1 h 160"/>
                <a:gd name="T4" fmla="*/ 0 w 143"/>
                <a:gd name="T5" fmla="*/ 1 h 160"/>
                <a:gd name="T6" fmla="*/ 55 w 143"/>
                <a:gd name="T7" fmla="*/ 68 h 160"/>
                <a:gd name="T8" fmla="*/ 100 w 143"/>
                <a:gd name="T9" fmla="*/ 117 h 160"/>
                <a:gd name="T10" fmla="*/ 141 w 143"/>
                <a:gd name="T11" fmla="*/ 160 h 160"/>
                <a:gd name="T12" fmla="*/ 141 w 143"/>
                <a:gd name="T13" fmla="*/ 160 h 160"/>
                <a:gd name="T14" fmla="*/ 143 w 143"/>
                <a:gd name="T15" fmla="*/ 154 h 160"/>
                <a:gd name="T16" fmla="*/ 143 w 143"/>
                <a:gd name="T17" fmla="*/ 154 h 160"/>
                <a:gd name="T18" fmla="*/ 101 w 143"/>
                <a:gd name="T19" fmla="*/ 108 h 160"/>
                <a:gd name="T20" fmla="*/ 59 w 143"/>
                <a:gd name="T21" fmla="*/ 61 h 160"/>
                <a:gd name="T22" fmla="*/ 8 w 143"/>
                <a:gd name="T23" fmla="*/ 0 h 160"/>
                <a:gd name="T24" fmla="*/ 8 w 143"/>
                <a:gd name="T25" fmla="*/ 0 h 160"/>
                <a:gd name="T26" fmla="*/ 2 w 143"/>
                <a:gd name="T2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3" h="160">
                  <a:moveTo>
                    <a:pt x="2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5" y="68"/>
                  </a:lnTo>
                  <a:lnTo>
                    <a:pt x="100" y="117"/>
                  </a:lnTo>
                  <a:lnTo>
                    <a:pt x="141" y="160"/>
                  </a:lnTo>
                  <a:lnTo>
                    <a:pt x="141" y="160"/>
                  </a:lnTo>
                  <a:lnTo>
                    <a:pt x="143" y="154"/>
                  </a:lnTo>
                  <a:lnTo>
                    <a:pt x="143" y="154"/>
                  </a:lnTo>
                  <a:lnTo>
                    <a:pt x="101" y="108"/>
                  </a:lnTo>
                  <a:lnTo>
                    <a:pt x="59" y="61"/>
                  </a:lnTo>
                  <a:lnTo>
                    <a:pt x="8" y="0"/>
                  </a:lnTo>
                  <a:lnTo>
                    <a:pt x="8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4" name="Freeform 66">
              <a:extLst>
                <a:ext uri="{FF2B5EF4-FFF2-40B4-BE49-F238E27FC236}">
                  <a16:creationId xmlns:a16="http://schemas.microsoft.com/office/drawing/2014/main" id="{429F651E-22E9-C954-70D0-E3989A1A30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7" y="2287"/>
              <a:ext cx="141" cy="16"/>
            </a:xfrm>
            <a:custGeom>
              <a:avLst/>
              <a:gdLst>
                <a:gd name="T0" fmla="*/ 0 w 424"/>
                <a:gd name="T1" fmla="*/ 47 h 47"/>
                <a:gd name="T2" fmla="*/ 0 w 424"/>
                <a:gd name="T3" fmla="*/ 47 h 47"/>
                <a:gd name="T4" fmla="*/ 0 w 424"/>
                <a:gd name="T5" fmla="*/ 47 h 47"/>
                <a:gd name="T6" fmla="*/ 0 w 424"/>
                <a:gd name="T7" fmla="*/ 47 h 47"/>
                <a:gd name="T8" fmla="*/ 0 w 424"/>
                <a:gd name="T9" fmla="*/ 47 h 47"/>
                <a:gd name="T10" fmla="*/ 0 w 424"/>
                <a:gd name="T11" fmla="*/ 47 h 47"/>
                <a:gd name="T12" fmla="*/ 16 w 424"/>
                <a:gd name="T13" fmla="*/ 46 h 47"/>
                <a:gd name="T14" fmla="*/ 16 w 424"/>
                <a:gd name="T15" fmla="*/ 46 h 47"/>
                <a:gd name="T16" fmla="*/ 8 w 424"/>
                <a:gd name="T17" fmla="*/ 47 h 47"/>
                <a:gd name="T18" fmla="*/ 8 w 424"/>
                <a:gd name="T19" fmla="*/ 47 h 47"/>
                <a:gd name="T20" fmla="*/ 16 w 424"/>
                <a:gd name="T21" fmla="*/ 46 h 47"/>
                <a:gd name="T22" fmla="*/ 153 w 424"/>
                <a:gd name="T23" fmla="*/ 38 h 47"/>
                <a:gd name="T24" fmla="*/ 153 w 424"/>
                <a:gd name="T25" fmla="*/ 38 h 47"/>
                <a:gd name="T26" fmla="*/ 153 w 424"/>
                <a:gd name="T27" fmla="*/ 38 h 47"/>
                <a:gd name="T28" fmla="*/ 153 w 424"/>
                <a:gd name="T29" fmla="*/ 38 h 47"/>
                <a:gd name="T30" fmla="*/ 153 w 424"/>
                <a:gd name="T31" fmla="*/ 38 h 47"/>
                <a:gd name="T32" fmla="*/ 159 w 424"/>
                <a:gd name="T33" fmla="*/ 38 h 47"/>
                <a:gd name="T34" fmla="*/ 159 w 424"/>
                <a:gd name="T35" fmla="*/ 38 h 47"/>
                <a:gd name="T36" fmla="*/ 153 w 424"/>
                <a:gd name="T37" fmla="*/ 38 h 47"/>
                <a:gd name="T38" fmla="*/ 153 w 424"/>
                <a:gd name="T39" fmla="*/ 38 h 47"/>
                <a:gd name="T40" fmla="*/ 159 w 424"/>
                <a:gd name="T41" fmla="*/ 38 h 47"/>
                <a:gd name="T42" fmla="*/ 410 w 424"/>
                <a:gd name="T43" fmla="*/ 4 h 47"/>
                <a:gd name="T44" fmla="*/ 410 w 424"/>
                <a:gd name="T45" fmla="*/ 4 h 47"/>
                <a:gd name="T46" fmla="*/ 359 w 424"/>
                <a:gd name="T47" fmla="*/ 13 h 47"/>
                <a:gd name="T48" fmla="*/ 297 w 424"/>
                <a:gd name="T49" fmla="*/ 22 h 47"/>
                <a:gd name="T50" fmla="*/ 231 w 424"/>
                <a:gd name="T51" fmla="*/ 31 h 47"/>
                <a:gd name="T52" fmla="*/ 162 w 424"/>
                <a:gd name="T53" fmla="*/ 37 h 47"/>
                <a:gd name="T54" fmla="*/ 162 w 424"/>
                <a:gd name="T55" fmla="*/ 37 h 47"/>
                <a:gd name="T56" fmla="*/ 231 w 424"/>
                <a:gd name="T57" fmla="*/ 31 h 47"/>
                <a:gd name="T58" fmla="*/ 297 w 424"/>
                <a:gd name="T59" fmla="*/ 22 h 47"/>
                <a:gd name="T60" fmla="*/ 359 w 424"/>
                <a:gd name="T61" fmla="*/ 13 h 47"/>
                <a:gd name="T62" fmla="*/ 410 w 424"/>
                <a:gd name="T63" fmla="*/ 4 h 47"/>
                <a:gd name="T64" fmla="*/ 411 w 424"/>
                <a:gd name="T65" fmla="*/ 4 h 47"/>
                <a:gd name="T66" fmla="*/ 411 w 424"/>
                <a:gd name="T67" fmla="*/ 4 h 47"/>
                <a:gd name="T68" fmla="*/ 410 w 424"/>
                <a:gd name="T69" fmla="*/ 4 h 47"/>
                <a:gd name="T70" fmla="*/ 410 w 424"/>
                <a:gd name="T71" fmla="*/ 4 h 47"/>
                <a:gd name="T72" fmla="*/ 411 w 424"/>
                <a:gd name="T73" fmla="*/ 4 h 47"/>
                <a:gd name="T74" fmla="*/ 415 w 424"/>
                <a:gd name="T75" fmla="*/ 3 h 47"/>
                <a:gd name="T76" fmla="*/ 415 w 424"/>
                <a:gd name="T77" fmla="*/ 3 h 47"/>
                <a:gd name="T78" fmla="*/ 413 w 424"/>
                <a:gd name="T79" fmla="*/ 3 h 47"/>
                <a:gd name="T80" fmla="*/ 413 w 424"/>
                <a:gd name="T81" fmla="*/ 3 h 47"/>
                <a:gd name="T82" fmla="*/ 415 w 424"/>
                <a:gd name="T83" fmla="*/ 3 h 47"/>
                <a:gd name="T84" fmla="*/ 417 w 424"/>
                <a:gd name="T85" fmla="*/ 1 h 47"/>
                <a:gd name="T86" fmla="*/ 417 w 424"/>
                <a:gd name="T87" fmla="*/ 1 h 47"/>
                <a:gd name="T88" fmla="*/ 415 w 424"/>
                <a:gd name="T89" fmla="*/ 3 h 47"/>
                <a:gd name="T90" fmla="*/ 415 w 424"/>
                <a:gd name="T91" fmla="*/ 3 h 47"/>
                <a:gd name="T92" fmla="*/ 417 w 424"/>
                <a:gd name="T93" fmla="*/ 1 h 47"/>
                <a:gd name="T94" fmla="*/ 421 w 424"/>
                <a:gd name="T95" fmla="*/ 1 h 47"/>
                <a:gd name="T96" fmla="*/ 421 w 424"/>
                <a:gd name="T97" fmla="*/ 1 h 47"/>
                <a:gd name="T98" fmla="*/ 417 w 424"/>
                <a:gd name="T99" fmla="*/ 1 h 47"/>
                <a:gd name="T100" fmla="*/ 417 w 424"/>
                <a:gd name="T101" fmla="*/ 1 h 47"/>
                <a:gd name="T102" fmla="*/ 421 w 424"/>
                <a:gd name="T103" fmla="*/ 1 h 47"/>
                <a:gd name="T104" fmla="*/ 424 w 424"/>
                <a:gd name="T105" fmla="*/ 0 h 47"/>
                <a:gd name="T106" fmla="*/ 424 w 424"/>
                <a:gd name="T107" fmla="*/ 0 h 47"/>
                <a:gd name="T108" fmla="*/ 422 w 424"/>
                <a:gd name="T109" fmla="*/ 1 h 47"/>
                <a:gd name="T110" fmla="*/ 422 w 424"/>
                <a:gd name="T111" fmla="*/ 1 h 47"/>
                <a:gd name="T112" fmla="*/ 424 w 424"/>
                <a:gd name="T1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4" h="47">
                  <a:moveTo>
                    <a:pt x="0" y="47"/>
                  </a:move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close/>
                  <a:moveTo>
                    <a:pt x="16" y="46"/>
                  </a:moveTo>
                  <a:lnTo>
                    <a:pt x="16" y="46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16" y="46"/>
                  </a:lnTo>
                  <a:close/>
                  <a:moveTo>
                    <a:pt x="153" y="38"/>
                  </a:move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close/>
                  <a:moveTo>
                    <a:pt x="159" y="38"/>
                  </a:moveTo>
                  <a:lnTo>
                    <a:pt x="159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9" y="38"/>
                  </a:lnTo>
                  <a:close/>
                  <a:moveTo>
                    <a:pt x="410" y="4"/>
                  </a:moveTo>
                  <a:lnTo>
                    <a:pt x="410" y="4"/>
                  </a:lnTo>
                  <a:lnTo>
                    <a:pt x="359" y="13"/>
                  </a:lnTo>
                  <a:lnTo>
                    <a:pt x="297" y="22"/>
                  </a:lnTo>
                  <a:lnTo>
                    <a:pt x="231" y="31"/>
                  </a:lnTo>
                  <a:lnTo>
                    <a:pt x="162" y="37"/>
                  </a:lnTo>
                  <a:lnTo>
                    <a:pt x="162" y="37"/>
                  </a:lnTo>
                  <a:lnTo>
                    <a:pt x="231" y="31"/>
                  </a:lnTo>
                  <a:lnTo>
                    <a:pt x="297" y="22"/>
                  </a:lnTo>
                  <a:lnTo>
                    <a:pt x="359" y="13"/>
                  </a:lnTo>
                  <a:lnTo>
                    <a:pt x="410" y="4"/>
                  </a:lnTo>
                  <a:close/>
                  <a:moveTo>
                    <a:pt x="411" y="4"/>
                  </a:moveTo>
                  <a:lnTo>
                    <a:pt x="411" y="4"/>
                  </a:lnTo>
                  <a:lnTo>
                    <a:pt x="410" y="4"/>
                  </a:lnTo>
                  <a:lnTo>
                    <a:pt x="410" y="4"/>
                  </a:lnTo>
                  <a:lnTo>
                    <a:pt x="411" y="4"/>
                  </a:lnTo>
                  <a:close/>
                  <a:moveTo>
                    <a:pt x="415" y="3"/>
                  </a:moveTo>
                  <a:lnTo>
                    <a:pt x="415" y="3"/>
                  </a:lnTo>
                  <a:lnTo>
                    <a:pt x="413" y="3"/>
                  </a:lnTo>
                  <a:lnTo>
                    <a:pt x="413" y="3"/>
                  </a:lnTo>
                  <a:lnTo>
                    <a:pt x="415" y="3"/>
                  </a:lnTo>
                  <a:close/>
                  <a:moveTo>
                    <a:pt x="417" y="1"/>
                  </a:moveTo>
                  <a:lnTo>
                    <a:pt x="417" y="1"/>
                  </a:lnTo>
                  <a:lnTo>
                    <a:pt x="415" y="3"/>
                  </a:lnTo>
                  <a:lnTo>
                    <a:pt x="415" y="3"/>
                  </a:lnTo>
                  <a:lnTo>
                    <a:pt x="417" y="1"/>
                  </a:lnTo>
                  <a:close/>
                  <a:moveTo>
                    <a:pt x="421" y="1"/>
                  </a:moveTo>
                  <a:lnTo>
                    <a:pt x="421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1" y="1"/>
                  </a:lnTo>
                  <a:close/>
                  <a:moveTo>
                    <a:pt x="424" y="0"/>
                  </a:moveTo>
                  <a:lnTo>
                    <a:pt x="424" y="0"/>
                  </a:lnTo>
                  <a:lnTo>
                    <a:pt x="422" y="1"/>
                  </a:lnTo>
                  <a:lnTo>
                    <a:pt x="422" y="1"/>
                  </a:lnTo>
                  <a:lnTo>
                    <a:pt x="424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5" name="Freeform 67">
              <a:extLst>
                <a:ext uri="{FF2B5EF4-FFF2-40B4-BE49-F238E27FC236}">
                  <a16:creationId xmlns:a16="http://schemas.microsoft.com/office/drawing/2014/main" id="{DC36BC6A-9D57-0E75-4DF7-925E8931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30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6" name="Freeform 68">
              <a:extLst>
                <a:ext uri="{FF2B5EF4-FFF2-40B4-BE49-F238E27FC236}">
                  <a16:creationId xmlns:a16="http://schemas.microsoft.com/office/drawing/2014/main" id="{A6492D51-371B-BD1E-9DDF-C8923992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302"/>
              <a:ext cx="3" cy="1"/>
            </a:xfrm>
            <a:custGeom>
              <a:avLst/>
              <a:gdLst>
                <a:gd name="T0" fmla="*/ 8 w 8"/>
                <a:gd name="T1" fmla="*/ 0 h 1"/>
                <a:gd name="T2" fmla="*/ 8 w 8"/>
                <a:gd name="T3" fmla="*/ 0 h 1"/>
                <a:gd name="T4" fmla="*/ 0 w 8"/>
                <a:gd name="T5" fmla="*/ 1 h 1"/>
                <a:gd name="T6" fmla="*/ 0 w 8"/>
                <a:gd name="T7" fmla="*/ 1 h 1"/>
                <a:gd name="T8" fmla="*/ 8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lnTo>
                    <a:pt x="8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7" name="Rectangle 69">
              <a:extLst>
                <a:ext uri="{FF2B5EF4-FFF2-40B4-BE49-F238E27FC236}">
                  <a16:creationId xmlns:a16="http://schemas.microsoft.com/office/drawing/2014/main" id="{F323B3F1-E3F1-817D-FA8F-FF36128C3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300"/>
              <a:ext cx="1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8" name="Rectangle 70">
              <a:extLst>
                <a:ext uri="{FF2B5EF4-FFF2-40B4-BE49-F238E27FC236}">
                  <a16:creationId xmlns:a16="http://schemas.microsoft.com/office/drawing/2014/main" id="{9CD75EB5-58E7-1D86-41A6-75349A38A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300"/>
              <a:ext cx="2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9" name="Freeform 71">
              <a:extLst>
                <a:ext uri="{FF2B5EF4-FFF2-40B4-BE49-F238E27FC236}">
                  <a16:creationId xmlns:a16="http://schemas.microsoft.com/office/drawing/2014/main" id="{20FD949D-3D38-FC58-24CE-AFA90B1A7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288"/>
              <a:ext cx="82" cy="11"/>
            </a:xfrm>
            <a:custGeom>
              <a:avLst/>
              <a:gdLst>
                <a:gd name="T0" fmla="*/ 248 w 248"/>
                <a:gd name="T1" fmla="*/ 0 h 33"/>
                <a:gd name="T2" fmla="*/ 248 w 248"/>
                <a:gd name="T3" fmla="*/ 0 h 33"/>
                <a:gd name="T4" fmla="*/ 197 w 248"/>
                <a:gd name="T5" fmla="*/ 9 h 33"/>
                <a:gd name="T6" fmla="*/ 135 w 248"/>
                <a:gd name="T7" fmla="*/ 18 h 33"/>
                <a:gd name="T8" fmla="*/ 69 w 248"/>
                <a:gd name="T9" fmla="*/ 27 h 33"/>
                <a:gd name="T10" fmla="*/ 0 w 248"/>
                <a:gd name="T11" fmla="*/ 33 h 33"/>
                <a:gd name="T12" fmla="*/ 0 w 248"/>
                <a:gd name="T13" fmla="*/ 33 h 33"/>
                <a:gd name="T14" fmla="*/ 69 w 248"/>
                <a:gd name="T15" fmla="*/ 27 h 33"/>
                <a:gd name="T16" fmla="*/ 135 w 248"/>
                <a:gd name="T17" fmla="*/ 18 h 33"/>
                <a:gd name="T18" fmla="*/ 197 w 248"/>
                <a:gd name="T19" fmla="*/ 9 h 33"/>
                <a:gd name="T20" fmla="*/ 248 w 248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" h="33">
                  <a:moveTo>
                    <a:pt x="248" y="0"/>
                  </a:moveTo>
                  <a:lnTo>
                    <a:pt x="248" y="0"/>
                  </a:lnTo>
                  <a:lnTo>
                    <a:pt x="197" y="9"/>
                  </a:lnTo>
                  <a:lnTo>
                    <a:pt x="135" y="18"/>
                  </a:lnTo>
                  <a:lnTo>
                    <a:pt x="69" y="2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69" y="27"/>
                  </a:lnTo>
                  <a:lnTo>
                    <a:pt x="135" y="18"/>
                  </a:lnTo>
                  <a:lnTo>
                    <a:pt x="197" y="9"/>
                  </a:lnTo>
                  <a:lnTo>
                    <a:pt x="2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0" name="Rectangle 72">
              <a:extLst>
                <a:ext uri="{FF2B5EF4-FFF2-40B4-BE49-F238E27FC236}">
                  <a16:creationId xmlns:a16="http://schemas.microsoft.com/office/drawing/2014/main" id="{9CD67F8B-6449-DF59-92A4-B4E791651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2288"/>
              <a:ext cx="1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1" name="Rectangle 73">
              <a:extLst>
                <a:ext uri="{FF2B5EF4-FFF2-40B4-BE49-F238E27FC236}">
                  <a16:creationId xmlns:a16="http://schemas.microsoft.com/office/drawing/2014/main" id="{350EBA68-81B8-4BD2-3EC0-4FAD43E1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288"/>
              <a:ext cx="1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2" name="Freeform 74">
              <a:extLst>
                <a:ext uri="{FF2B5EF4-FFF2-40B4-BE49-F238E27FC236}">
                  <a16:creationId xmlns:a16="http://schemas.microsoft.com/office/drawing/2014/main" id="{B77D0E9D-1244-3FCB-B2F2-5B6169D1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287"/>
              <a:ext cx="1" cy="1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3" name="Rectangle 75">
              <a:extLst>
                <a:ext uri="{FF2B5EF4-FFF2-40B4-BE49-F238E27FC236}">
                  <a16:creationId xmlns:a16="http://schemas.microsoft.com/office/drawing/2014/main" id="{1207E704-C9D8-FDC3-2071-1EE825EC9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287"/>
              <a:ext cx="1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4" name="Freeform 76">
              <a:extLst>
                <a:ext uri="{FF2B5EF4-FFF2-40B4-BE49-F238E27FC236}">
                  <a16:creationId xmlns:a16="http://schemas.microsoft.com/office/drawing/2014/main" id="{1BD8E31C-CD48-09A7-2539-46F75D9A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287"/>
              <a:ext cx="1" cy="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0 w 2"/>
                <a:gd name="T7" fmla="*/ 1 h 1"/>
                <a:gd name="T8" fmla="*/ 2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5" name="Freeform 77">
              <a:extLst>
                <a:ext uri="{FF2B5EF4-FFF2-40B4-BE49-F238E27FC236}">
                  <a16:creationId xmlns:a16="http://schemas.microsoft.com/office/drawing/2014/main" id="{8BEA96B8-2BAF-192A-F1F9-63E1ADFC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58"/>
              <a:ext cx="592" cy="46"/>
            </a:xfrm>
            <a:custGeom>
              <a:avLst/>
              <a:gdLst>
                <a:gd name="T0" fmla="*/ 0 w 1777"/>
                <a:gd name="T1" fmla="*/ 0 h 140"/>
                <a:gd name="T2" fmla="*/ 88 w 1777"/>
                <a:gd name="T3" fmla="*/ 20 h 140"/>
                <a:gd name="T4" fmla="*/ 218 w 1777"/>
                <a:gd name="T5" fmla="*/ 56 h 140"/>
                <a:gd name="T6" fmla="*/ 306 w 1777"/>
                <a:gd name="T7" fmla="*/ 73 h 140"/>
                <a:gd name="T8" fmla="*/ 350 w 1777"/>
                <a:gd name="T9" fmla="*/ 78 h 140"/>
                <a:gd name="T10" fmla="*/ 467 w 1777"/>
                <a:gd name="T11" fmla="*/ 88 h 140"/>
                <a:gd name="T12" fmla="*/ 697 w 1777"/>
                <a:gd name="T13" fmla="*/ 106 h 140"/>
                <a:gd name="T14" fmla="*/ 810 w 1777"/>
                <a:gd name="T15" fmla="*/ 116 h 140"/>
                <a:gd name="T16" fmla="*/ 928 w 1777"/>
                <a:gd name="T17" fmla="*/ 125 h 140"/>
                <a:gd name="T18" fmla="*/ 1159 w 1777"/>
                <a:gd name="T19" fmla="*/ 134 h 140"/>
                <a:gd name="T20" fmla="*/ 1276 w 1777"/>
                <a:gd name="T21" fmla="*/ 140 h 140"/>
                <a:gd name="T22" fmla="*/ 1303 w 1777"/>
                <a:gd name="T23" fmla="*/ 140 h 140"/>
                <a:gd name="T24" fmla="*/ 1404 w 1777"/>
                <a:gd name="T25" fmla="*/ 137 h 140"/>
                <a:gd name="T26" fmla="*/ 1523 w 1777"/>
                <a:gd name="T27" fmla="*/ 125 h 140"/>
                <a:gd name="T28" fmla="*/ 1637 w 1777"/>
                <a:gd name="T29" fmla="*/ 111 h 140"/>
                <a:gd name="T30" fmla="*/ 1728 w 1777"/>
                <a:gd name="T31" fmla="*/ 94 h 140"/>
                <a:gd name="T32" fmla="*/ 1734 w 1777"/>
                <a:gd name="T33" fmla="*/ 92 h 140"/>
                <a:gd name="T34" fmla="*/ 1747 w 1777"/>
                <a:gd name="T35" fmla="*/ 85 h 140"/>
                <a:gd name="T36" fmla="*/ 1766 w 1777"/>
                <a:gd name="T37" fmla="*/ 69 h 140"/>
                <a:gd name="T38" fmla="*/ 1777 w 1777"/>
                <a:gd name="T39" fmla="*/ 53 h 140"/>
                <a:gd name="T40" fmla="*/ 1756 w 1777"/>
                <a:gd name="T41" fmla="*/ 76 h 140"/>
                <a:gd name="T42" fmla="*/ 1732 w 1777"/>
                <a:gd name="T43" fmla="*/ 88 h 140"/>
                <a:gd name="T44" fmla="*/ 1732 w 1777"/>
                <a:gd name="T45" fmla="*/ 88 h 140"/>
                <a:gd name="T46" fmla="*/ 1731 w 1777"/>
                <a:gd name="T47" fmla="*/ 88 h 140"/>
                <a:gd name="T48" fmla="*/ 1729 w 1777"/>
                <a:gd name="T49" fmla="*/ 89 h 140"/>
                <a:gd name="T50" fmla="*/ 1728 w 1777"/>
                <a:gd name="T51" fmla="*/ 89 h 140"/>
                <a:gd name="T52" fmla="*/ 1724 w 1777"/>
                <a:gd name="T53" fmla="*/ 89 h 140"/>
                <a:gd name="T54" fmla="*/ 1724 w 1777"/>
                <a:gd name="T55" fmla="*/ 89 h 140"/>
                <a:gd name="T56" fmla="*/ 1722 w 1777"/>
                <a:gd name="T57" fmla="*/ 91 h 140"/>
                <a:gd name="T58" fmla="*/ 1722 w 1777"/>
                <a:gd name="T59" fmla="*/ 91 h 140"/>
                <a:gd name="T60" fmla="*/ 1720 w 1777"/>
                <a:gd name="T61" fmla="*/ 91 h 140"/>
                <a:gd name="T62" fmla="*/ 1718 w 1777"/>
                <a:gd name="T63" fmla="*/ 92 h 140"/>
                <a:gd name="T64" fmla="*/ 1717 w 1777"/>
                <a:gd name="T65" fmla="*/ 92 h 140"/>
                <a:gd name="T66" fmla="*/ 1717 w 1777"/>
                <a:gd name="T67" fmla="*/ 92 h 140"/>
                <a:gd name="T68" fmla="*/ 1604 w 1777"/>
                <a:gd name="T69" fmla="*/ 110 h 140"/>
                <a:gd name="T70" fmla="*/ 1469 w 1777"/>
                <a:gd name="T71" fmla="*/ 125 h 140"/>
                <a:gd name="T72" fmla="*/ 1466 w 1777"/>
                <a:gd name="T73" fmla="*/ 126 h 140"/>
                <a:gd name="T74" fmla="*/ 1460 w 1777"/>
                <a:gd name="T75" fmla="*/ 126 h 140"/>
                <a:gd name="T76" fmla="*/ 1460 w 1777"/>
                <a:gd name="T77" fmla="*/ 126 h 140"/>
                <a:gd name="T78" fmla="*/ 1460 w 1777"/>
                <a:gd name="T79" fmla="*/ 126 h 140"/>
                <a:gd name="T80" fmla="*/ 1387 w 1777"/>
                <a:gd name="T81" fmla="*/ 131 h 140"/>
                <a:gd name="T82" fmla="*/ 1323 w 1777"/>
                <a:gd name="T83" fmla="*/ 134 h 140"/>
                <a:gd name="T84" fmla="*/ 1315 w 1777"/>
                <a:gd name="T85" fmla="*/ 135 h 140"/>
                <a:gd name="T86" fmla="*/ 1307 w 1777"/>
                <a:gd name="T87" fmla="*/ 135 h 140"/>
                <a:gd name="T88" fmla="*/ 1307 w 1777"/>
                <a:gd name="T89" fmla="*/ 135 h 140"/>
                <a:gd name="T90" fmla="*/ 1307 w 1777"/>
                <a:gd name="T91" fmla="*/ 135 h 140"/>
                <a:gd name="T92" fmla="*/ 1280 w 1777"/>
                <a:gd name="T93" fmla="*/ 134 h 140"/>
                <a:gd name="T94" fmla="*/ 1163 w 1777"/>
                <a:gd name="T95" fmla="*/ 129 h 140"/>
                <a:gd name="T96" fmla="*/ 932 w 1777"/>
                <a:gd name="T97" fmla="*/ 119 h 140"/>
                <a:gd name="T98" fmla="*/ 814 w 1777"/>
                <a:gd name="T99" fmla="*/ 111 h 140"/>
                <a:gd name="T100" fmla="*/ 701 w 1777"/>
                <a:gd name="T101" fmla="*/ 101 h 140"/>
                <a:gd name="T102" fmla="*/ 471 w 1777"/>
                <a:gd name="T103" fmla="*/ 83 h 140"/>
                <a:gd name="T104" fmla="*/ 353 w 1777"/>
                <a:gd name="T105" fmla="*/ 73 h 140"/>
                <a:gd name="T106" fmla="*/ 272 w 1777"/>
                <a:gd name="T107" fmla="*/ 61 h 140"/>
                <a:gd name="T108" fmla="*/ 191 w 1777"/>
                <a:gd name="T109" fmla="*/ 42 h 140"/>
                <a:gd name="T110" fmla="*/ 71 w 1777"/>
                <a:gd name="T111" fmla="*/ 10 h 140"/>
                <a:gd name="T112" fmla="*/ 30 w 1777"/>
                <a:gd name="T113" fmla="*/ 0 h 140"/>
                <a:gd name="T114" fmla="*/ 23 w 1777"/>
                <a:gd name="T115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7" h="140">
                  <a:moveTo>
                    <a:pt x="0" y="0"/>
                  </a:moveTo>
                  <a:lnTo>
                    <a:pt x="0" y="0"/>
                  </a:lnTo>
                  <a:lnTo>
                    <a:pt x="45" y="10"/>
                  </a:lnTo>
                  <a:lnTo>
                    <a:pt x="88" y="20"/>
                  </a:lnTo>
                  <a:lnTo>
                    <a:pt x="175" y="44"/>
                  </a:lnTo>
                  <a:lnTo>
                    <a:pt x="218" y="56"/>
                  </a:lnTo>
                  <a:lnTo>
                    <a:pt x="261" y="65"/>
                  </a:lnTo>
                  <a:lnTo>
                    <a:pt x="306" y="73"/>
                  </a:lnTo>
                  <a:lnTo>
                    <a:pt x="328" y="76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467" y="88"/>
                  </a:lnTo>
                  <a:lnTo>
                    <a:pt x="582" y="97"/>
                  </a:lnTo>
                  <a:lnTo>
                    <a:pt x="697" y="106"/>
                  </a:lnTo>
                  <a:lnTo>
                    <a:pt x="810" y="116"/>
                  </a:lnTo>
                  <a:lnTo>
                    <a:pt x="810" y="116"/>
                  </a:lnTo>
                  <a:lnTo>
                    <a:pt x="869" y="121"/>
                  </a:lnTo>
                  <a:lnTo>
                    <a:pt x="928" y="125"/>
                  </a:lnTo>
                  <a:lnTo>
                    <a:pt x="1043" y="130"/>
                  </a:lnTo>
                  <a:lnTo>
                    <a:pt x="1159" y="134"/>
                  </a:lnTo>
                  <a:lnTo>
                    <a:pt x="1276" y="140"/>
                  </a:lnTo>
                  <a:lnTo>
                    <a:pt x="1276" y="140"/>
                  </a:lnTo>
                  <a:lnTo>
                    <a:pt x="1303" y="140"/>
                  </a:lnTo>
                  <a:lnTo>
                    <a:pt x="1303" y="140"/>
                  </a:lnTo>
                  <a:lnTo>
                    <a:pt x="1350" y="139"/>
                  </a:lnTo>
                  <a:lnTo>
                    <a:pt x="1404" y="137"/>
                  </a:lnTo>
                  <a:lnTo>
                    <a:pt x="1463" y="131"/>
                  </a:lnTo>
                  <a:lnTo>
                    <a:pt x="1523" y="125"/>
                  </a:lnTo>
                  <a:lnTo>
                    <a:pt x="1581" y="119"/>
                  </a:lnTo>
                  <a:lnTo>
                    <a:pt x="1637" y="111"/>
                  </a:lnTo>
                  <a:lnTo>
                    <a:pt x="1687" y="102"/>
                  </a:lnTo>
                  <a:lnTo>
                    <a:pt x="1728" y="94"/>
                  </a:lnTo>
                  <a:lnTo>
                    <a:pt x="1728" y="94"/>
                  </a:lnTo>
                  <a:lnTo>
                    <a:pt x="1734" y="92"/>
                  </a:lnTo>
                  <a:lnTo>
                    <a:pt x="1741" y="89"/>
                  </a:lnTo>
                  <a:lnTo>
                    <a:pt x="1747" y="85"/>
                  </a:lnTo>
                  <a:lnTo>
                    <a:pt x="1754" y="80"/>
                  </a:lnTo>
                  <a:lnTo>
                    <a:pt x="1766" y="69"/>
                  </a:lnTo>
                  <a:lnTo>
                    <a:pt x="1777" y="53"/>
                  </a:lnTo>
                  <a:lnTo>
                    <a:pt x="1777" y="53"/>
                  </a:lnTo>
                  <a:lnTo>
                    <a:pt x="1766" y="66"/>
                  </a:lnTo>
                  <a:lnTo>
                    <a:pt x="1756" y="76"/>
                  </a:lnTo>
                  <a:lnTo>
                    <a:pt x="1745" y="84"/>
                  </a:lnTo>
                  <a:lnTo>
                    <a:pt x="1732" y="88"/>
                  </a:lnTo>
                  <a:lnTo>
                    <a:pt x="1732" y="88"/>
                  </a:lnTo>
                  <a:lnTo>
                    <a:pt x="1732" y="88"/>
                  </a:lnTo>
                  <a:lnTo>
                    <a:pt x="1731" y="88"/>
                  </a:lnTo>
                  <a:lnTo>
                    <a:pt x="1731" y="88"/>
                  </a:lnTo>
                  <a:lnTo>
                    <a:pt x="1729" y="89"/>
                  </a:lnTo>
                  <a:lnTo>
                    <a:pt x="1729" y="89"/>
                  </a:lnTo>
                  <a:lnTo>
                    <a:pt x="1728" y="89"/>
                  </a:lnTo>
                  <a:lnTo>
                    <a:pt x="1728" y="89"/>
                  </a:lnTo>
                  <a:lnTo>
                    <a:pt x="1724" y="89"/>
                  </a:lnTo>
                  <a:lnTo>
                    <a:pt x="1724" y="89"/>
                  </a:lnTo>
                  <a:lnTo>
                    <a:pt x="1724" y="89"/>
                  </a:lnTo>
                  <a:lnTo>
                    <a:pt x="1724" y="89"/>
                  </a:lnTo>
                  <a:lnTo>
                    <a:pt x="1722" y="91"/>
                  </a:lnTo>
                  <a:lnTo>
                    <a:pt x="1722" y="91"/>
                  </a:lnTo>
                  <a:lnTo>
                    <a:pt x="1722" y="91"/>
                  </a:lnTo>
                  <a:lnTo>
                    <a:pt x="1722" y="91"/>
                  </a:lnTo>
                  <a:lnTo>
                    <a:pt x="1720" y="91"/>
                  </a:lnTo>
                  <a:lnTo>
                    <a:pt x="1720" y="91"/>
                  </a:lnTo>
                  <a:lnTo>
                    <a:pt x="1718" y="92"/>
                  </a:lnTo>
                  <a:lnTo>
                    <a:pt x="1718" y="92"/>
                  </a:lnTo>
                  <a:lnTo>
                    <a:pt x="1717" y="92"/>
                  </a:lnTo>
                  <a:lnTo>
                    <a:pt x="1717" y="92"/>
                  </a:lnTo>
                  <a:lnTo>
                    <a:pt x="1717" y="92"/>
                  </a:lnTo>
                  <a:lnTo>
                    <a:pt x="1717" y="92"/>
                  </a:lnTo>
                  <a:lnTo>
                    <a:pt x="1666" y="101"/>
                  </a:lnTo>
                  <a:lnTo>
                    <a:pt x="1604" y="110"/>
                  </a:lnTo>
                  <a:lnTo>
                    <a:pt x="1538" y="119"/>
                  </a:lnTo>
                  <a:lnTo>
                    <a:pt x="1469" y="125"/>
                  </a:lnTo>
                  <a:lnTo>
                    <a:pt x="1469" y="125"/>
                  </a:lnTo>
                  <a:lnTo>
                    <a:pt x="1466" y="126"/>
                  </a:lnTo>
                  <a:lnTo>
                    <a:pt x="1466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387" y="131"/>
                  </a:lnTo>
                  <a:lnTo>
                    <a:pt x="1323" y="134"/>
                  </a:lnTo>
                  <a:lnTo>
                    <a:pt x="1323" y="134"/>
                  </a:lnTo>
                  <a:lnTo>
                    <a:pt x="1315" y="135"/>
                  </a:lnTo>
                  <a:lnTo>
                    <a:pt x="1315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280" y="134"/>
                  </a:lnTo>
                  <a:lnTo>
                    <a:pt x="1280" y="134"/>
                  </a:lnTo>
                  <a:lnTo>
                    <a:pt x="1280" y="134"/>
                  </a:lnTo>
                  <a:lnTo>
                    <a:pt x="1163" y="129"/>
                  </a:lnTo>
                  <a:lnTo>
                    <a:pt x="1046" y="124"/>
                  </a:lnTo>
                  <a:lnTo>
                    <a:pt x="932" y="119"/>
                  </a:lnTo>
                  <a:lnTo>
                    <a:pt x="873" y="115"/>
                  </a:lnTo>
                  <a:lnTo>
                    <a:pt x="814" y="111"/>
                  </a:lnTo>
                  <a:lnTo>
                    <a:pt x="814" y="111"/>
                  </a:lnTo>
                  <a:lnTo>
                    <a:pt x="701" y="101"/>
                  </a:lnTo>
                  <a:lnTo>
                    <a:pt x="586" y="92"/>
                  </a:lnTo>
                  <a:lnTo>
                    <a:pt x="471" y="83"/>
                  </a:lnTo>
                  <a:lnTo>
                    <a:pt x="353" y="73"/>
                  </a:lnTo>
                  <a:lnTo>
                    <a:pt x="353" y="73"/>
                  </a:lnTo>
                  <a:lnTo>
                    <a:pt x="313" y="67"/>
                  </a:lnTo>
                  <a:lnTo>
                    <a:pt x="272" y="61"/>
                  </a:lnTo>
                  <a:lnTo>
                    <a:pt x="232" y="52"/>
                  </a:lnTo>
                  <a:lnTo>
                    <a:pt x="191" y="42"/>
                  </a:lnTo>
                  <a:lnTo>
                    <a:pt x="111" y="20"/>
                  </a:lnTo>
                  <a:lnTo>
                    <a:pt x="71" y="1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6" name="Freeform 78">
              <a:extLst>
                <a:ext uri="{FF2B5EF4-FFF2-40B4-BE49-F238E27FC236}">
                  <a16:creationId xmlns:a16="http://schemas.microsoft.com/office/drawing/2014/main" id="{980D7340-3B95-DFD1-CCB6-DBF1DC976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258"/>
              <a:ext cx="592" cy="46"/>
            </a:xfrm>
            <a:custGeom>
              <a:avLst/>
              <a:gdLst>
                <a:gd name="T0" fmla="*/ 0 w 1777"/>
                <a:gd name="T1" fmla="*/ 0 h 140"/>
                <a:gd name="T2" fmla="*/ 88 w 1777"/>
                <a:gd name="T3" fmla="*/ 20 h 140"/>
                <a:gd name="T4" fmla="*/ 218 w 1777"/>
                <a:gd name="T5" fmla="*/ 56 h 140"/>
                <a:gd name="T6" fmla="*/ 306 w 1777"/>
                <a:gd name="T7" fmla="*/ 73 h 140"/>
                <a:gd name="T8" fmla="*/ 350 w 1777"/>
                <a:gd name="T9" fmla="*/ 78 h 140"/>
                <a:gd name="T10" fmla="*/ 467 w 1777"/>
                <a:gd name="T11" fmla="*/ 88 h 140"/>
                <a:gd name="T12" fmla="*/ 697 w 1777"/>
                <a:gd name="T13" fmla="*/ 106 h 140"/>
                <a:gd name="T14" fmla="*/ 810 w 1777"/>
                <a:gd name="T15" fmla="*/ 116 h 140"/>
                <a:gd name="T16" fmla="*/ 928 w 1777"/>
                <a:gd name="T17" fmla="*/ 125 h 140"/>
                <a:gd name="T18" fmla="*/ 1159 w 1777"/>
                <a:gd name="T19" fmla="*/ 134 h 140"/>
                <a:gd name="T20" fmla="*/ 1276 w 1777"/>
                <a:gd name="T21" fmla="*/ 140 h 140"/>
                <a:gd name="T22" fmla="*/ 1303 w 1777"/>
                <a:gd name="T23" fmla="*/ 140 h 140"/>
                <a:gd name="T24" fmla="*/ 1404 w 1777"/>
                <a:gd name="T25" fmla="*/ 137 h 140"/>
                <a:gd name="T26" fmla="*/ 1523 w 1777"/>
                <a:gd name="T27" fmla="*/ 125 h 140"/>
                <a:gd name="T28" fmla="*/ 1637 w 1777"/>
                <a:gd name="T29" fmla="*/ 111 h 140"/>
                <a:gd name="T30" fmla="*/ 1728 w 1777"/>
                <a:gd name="T31" fmla="*/ 94 h 140"/>
                <a:gd name="T32" fmla="*/ 1734 w 1777"/>
                <a:gd name="T33" fmla="*/ 92 h 140"/>
                <a:gd name="T34" fmla="*/ 1747 w 1777"/>
                <a:gd name="T35" fmla="*/ 85 h 140"/>
                <a:gd name="T36" fmla="*/ 1766 w 1777"/>
                <a:gd name="T37" fmla="*/ 69 h 140"/>
                <a:gd name="T38" fmla="*/ 1777 w 1777"/>
                <a:gd name="T39" fmla="*/ 53 h 140"/>
                <a:gd name="T40" fmla="*/ 1756 w 1777"/>
                <a:gd name="T41" fmla="*/ 76 h 140"/>
                <a:gd name="T42" fmla="*/ 1732 w 1777"/>
                <a:gd name="T43" fmla="*/ 88 h 140"/>
                <a:gd name="T44" fmla="*/ 1732 w 1777"/>
                <a:gd name="T45" fmla="*/ 88 h 140"/>
                <a:gd name="T46" fmla="*/ 1731 w 1777"/>
                <a:gd name="T47" fmla="*/ 88 h 140"/>
                <a:gd name="T48" fmla="*/ 1729 w 1777"/>
                <a:gd name="T49" fmla="*/ 89 h 140"/>
                <a:gd name="T50" fmla="*/ 1728 w 1777"/>
                <a:gd name="T51" fmla="*/ 89 h 140"/>
                <a:gd name="T52" fmla="*/ 1724 w 1777"/>
                <a:gd name="T53" fmla="*/ 89 h 140"/>
                <a:gd name="T54" fmla="*/ 1724 w 1777"/>
                <a:gd name="T55" fmla="*/ 89 h 140"/>
                <a:gd name="T56" fmla="*/ 1722 w 1777"/>
                <a:gd name="T57" fmla="*/ 91 h 140"/>
                <a:gd name="T58" fmla="*/ 1722 w 1777"/>
                <a:gd name="T59" fmla="*/ 91 h 140"/>
                <a:gd name="T60" fmla="*/ 1720 w 1777"/>
                <a:gd name="T61" fmla="*/ 91 h 140"/>
                <a:gd name="T62" fmla="*/ 1718 w 1777"/>
                <a:gd name="T63" fmla="*/ 92 h 140"/>
                <a:gd name="T64" fmla="*/ 1717 w 1777"/>
                <a:gd name="T65" fmla="*/ 92 h 140"/>
                <a:gd name="T66" fmla="*/ 1717 w 1777"/>
                <a:gd name="T67" fmla="*/ 92 h 140"/>
                <a:gd name="T68" fmla="*/ 1604 w 1777"/>
                <a:gd name="T69" fmla="*/ 110 h 140"/>
                <a:gd name="T70" fmla="*/ 1469 w 1777"/>
                <a:gd name="T71" fmla="*/ 125 h 140"/>
                <a:gd name="T72" fmla="*/ 1466 w 1777"/>
                <a:gd name="T73" fmla="*/ 126 h 140"/>
                <a:gd name="T74" fmla="*/ 1460 w 1777"/>
                <a:gd name="T75" fmla="*/ 126 h 140"/>
                <a:gd name="T76" fmla="*/ 1460 w 1777"/>
                <a:gd name="T77" fmla="*/ 126 h 140"/>
                <a:gd name="T78" fmla="*/ 1460 w 1777"/>
                <a:gd name="T79" fmla="*/ 126 h 140"/>
                <a:gd name="T80" fmla="*/ 1387 w 1777"/>
                <a:gd name="T81" fmla="*/ 131 h 140"/>
                <a:gd name="T82" fmla="*/ 1323 w 1777"/>
                <a:gd name="T83" fmla="*/ 134 h 140"/>
                <a:gd name="T84" fmla="*/ 1315 w 1777"/>
                <a:gd name="T85" fmla="*/ 135 h 140"/>
                <a:gd name="T86" fmla="*/ 1307 w 1777"/>
                <a:gd name="T87" fmla="*/ 135 h 140"/>
                <a:gd name="T88" fmla="*/ 1307 w 1777"/>
                <a:gd name="T89" fmla="*/ 135 h 140"/>
                <a:gd name="T90" fmla="*/ 1307 w 1777"/>
                <a:gd name="T91" fmla="*/ 135 h 140"/>
                <a:gd name="T92" fmla="*/ 1280 w 1777"/>
                <a:gd name="T93" fmla="*/ 134 h 140"/>
                <a:gd name="T94" fmla="*/ 1163 w 1777"/>
                <a:gd name="T95" fmla="*/ 129 h 140"/>
                <a:gd name="T96" fmla="*/ 932 w 1777"/>
                <a:gd name="T97" fmla="*/ 119 h 140"/>
                <a:gd name="T98" fmla="*/ 814 w 1777"/>
                <a:gd name="T99" fmla="*/ 111 h 140"/>
                <a:gd name="T100" fmla="*/ 701 w 1777"/>
                <a:gd name="T101" fmla="*/ 101 h 140"/>
                <a:gd name="T102" fmla="*/ 471 w 1777"/>
                <a:gd name="T103" fmla="*/ 83 h 140"/>
                <a:gd name="T104" fmla="*/ 353 w 1777"/>
                <a:gd name="T105" fmla="*/ 73 h 140"/>
                <a:gd name="T106" fmla="*/ 272 w 1777"/>
                <a:gd name="T107" fmla="*/ 61 h 140"/>
                <a:gd name="T108" fmla="*/ 191 w 1777"/>
                <a:gd name="T109" fmla="*/ 42 h 140"/>
                <a:gd name="T110" fmla="*/ 71 w 1777"/>
                <a:gd name="T111" fmla="*/ 10 h 140"/>
                <a:gd name="T112" fmla="*/ 30 w 1777"/>
                <a:gd name="T113" fmla="*/ 0 h 140"/>
                <a:gd name="T114" fmla="*/ 23 w 1777"/>
                <a:gd name="T115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7" h="140">
                  <a:moveTo>
                    <a:pt x="0" y="0"/>
                  </a:moveTo>
                  <a:lnTo>
                    <a:pt x="0" y="0"/>
                  </a:lnTo>
                  <a:lnTo>
                    <a:pt x="45" y="10"/>
                  </a:lnTo>
                  <a:lnTo>
                    <a:pt x="88" y="20"/>
                  </a:lnTo>
                  <a:lnTo>
                    <a:pt x="175" y="44"/>
                  </a:lnTo>
                  <a:lnTo>
                    <a:pt x="218" y="56"/>
                  </a:lnTo>
                  <a:lnTo>
                    <a:pt x="261" y="65"/>
                  </a:lnTo>
                  <a:lnTo>
                    <a:pt x="306" y="73"/>
                  </a:lnTo>
                  <a:lnTo>
                    <a:pt x="328" y="76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467" y="88"/>
                  </a:lnTo>
                  <a:lnTo>
                    <a:pt x="582" y="97"/>
                  </a:lnTo>
                  <a:lnTo>
                    <a:pt x="697" y="106"/>
                  </a:lnTo>
                  <a:lnTo>
                    <a:pt x="810" y="116"/>
                  </a:lnTo>
                  <a:lnTo>
                    <a:pt x="810" y="116"/>
                  </a:lnTo>
                  <a:lnTo>
                    <a:pt x="869" y="121"/>
                  </a:lnTo>
                  <a:lnTo>
                    <a:pt x="928" y="125"/>
                  </a:lnTo>
                  <a:lnTo>
                    <a:pt x="1043" y="130"/>
                  </a:lnTo>
                  <a:lnTo>
                    <a:pt x="1159" y="134"/>
                  </a:lnTo>
                  <a:lnTo>
                    <a:pt x="1276" y="140"/>
                  </a:lnTo>
                  <a:lnTo>
                    <a:pt x="1276" y="140"/>
                  </a:lnTo>
                  <a:lnTo>
                    <a:pt x="1303" y="140"/>
                  </a:lnTo>
                  <a:lnTo>
                    <a:pt x="1303" y="140"/>
                  </a:lnTo>
                  <a:lnTo>
                    <a:pt x="1350" y="139"/>
                  </a:lnTo>
                  <a:lnTo>
                    <a:pt x="1404" y="137"/>
                  </a:lnTo>
                  <a:lnTo>
                    <a:pt x="1463" y="131"/>
                  </a:lnTo>
                  <a:lnTo>
                    <a:pt x="1523" y="125"/>
                  </a:lnTo>
                  <a:lnTo>
                    <a:pt x="1581" y="119"/>
                  </a:lnTo>
                  <a:lnTo>
                    <a:pt x="1637" y="111"/>
                  </a:lnTo>
                  <a:lnTo>
                    <a:pt x="1687" y="102"/>
                  </a:lnTo>
                  <a:lnTo>
                    <a:pt x="1728" y="94"/>
                  </a:lnTo>
                  <a:lnTo>
                    <a:pt x="1728" y="94"/>
                  </a:lnTo>
                  <a:lnTo>
                    <a:pt x="1734" y="92"/>
                  </a:lnTo>
                  <a:lnTo>
                    <a:pt x="1741" y="89"/>
                  </a:lnTo>
                  <a:lnTo>
                    <a:pt x="1747" y="85"/>
                  </a:lnTo>
                  <a:lnTo>
                    <a:pt x="1754" y="80"/>
                  </a:lnTo>
                  <a:lnTo>
                    <a:pt x="1766" y="69"/>
                  </a:lnTo>
                  <a:lnTo>
                    <a:pt x="1777" y="53"/>
                  </a:lnTo>
                  <a:lnTo>
                    <a:pt x="1777" y="53"/>
                  </a:lnTo>
                  <a:lnTo>
                    <a:pt x="1766" y="66"/>
                  </a:lnTo>
                  <a:lnTo>
                    <a:pt x="1756" y="76"/>
                  </a:lnTo>
                  <a:lnTo>
                    <a:pt x="1745" y="84"/>
                  </a:lnTo>
                  <a:lnTo>
                    <a:pt x="1732" y="88"/>
                  </a:lnTo>
                  <a:lnTo>
                    <a:pt x="1732" y="88"/>
                  </a:lnTo>
                  <a:lnTo>
                    <a:pt x="1732" y="88"/>
                  </a:lnTo>
                  <a:lnTo>
                    <a:pt x="1731" y="88"/>
                  </a:lnTo>
                  <a:lnTo>
                    <a:pt x="1731" y="88"/>
                  </a:lnTo>
                  <a:lnTo>
                    <a:pt x="1729" y="89"/>
                  </a:lnTo>
                  <a:lnTo>
                    <a:pt x="1729" y="89"/>
                  </a:lnTo>
                  <a:lnTo>
                    <a:pt x="1728" y="89"/>
                  </a:lnTo>
                  <a:lnTo>
                    <a:pt x="1728" y="89"/>
                  </a:lnTo>
                  <a:lnTo>
                    <a:pt x="1724" y="89"/>
                  </a:lnTo>
                  <a:lnTo>
                    <a:pt x="1724" y="89"/>
                  </a:lnTo>
                  <a:lnTo>
                    <a:pt x="1724" y="89"/>
                  </a:lnTo>
                  <a:lnTo>
                    <a:pt x="1724" y="89"/>
                  </a:lnTo>
                  <a:lnTo>
                    <a:pt x="1722" y="91"/>
                  </a:lnTo>
                  <a:lnTo>
                    <a:pt x="1722" y="91"/>
                  </a:lnTo>
                  <a:lnTo>
                    <a:pt x="1722" y="91"/>
                  </a:lnTo>
                  <a:lnTo>
                    <a:pt x="1722" y="91"/>
                  </a:lnTo>
                  <a:lnTo>
                    <a:pt x="1720" y="91"/>
                  </a:lnTo>
                  <a:lnTo>
                    <a:pt x="1720" y="91"/>
                  </a:lnTo>
                  <a:lnTo>
                    <a:pt x="1718" y="92"/>
                  </a:lnTo>
                  <a:lnTo>
                    <a:pt x="1718" y="92"/>
                  </a:lnTo>
                  <a:lnTo>
                    <a:pt x="1717" y="92"/>
                  </a:lnTo>
                  <a:lnTo>
                    <a:pt x="1717" y="92"/>
                  </a:lnTo>
                  <a:lnTo>
                    <a:pt x="1717" y="92"/>
                  </a:lnTo>
                  <a:lnTo>
                    <a:pt x="1717" y="92"/>
                  </a:lnTo>
                  <a:lnTo>
                    <a:pt x="1666" y="101"/>
                  </a:lnTo>
                  <a:lnTo>
                    <a:pt x="1604" y="110"/>
                  </a:lnTo>
                  <a:lnTo>
                    <a:pt x="1538" y="119"/>
                  </a:lnTo>
                  <a:lnTo>
                    <a:pt x="1469" y="125"/>
                  </a:lnTo>
                  <a:lnTo>
                    <a:pt x="1469" y="125"/>
                  </a:lnTo>
                  <a:lnTo>
                    <a:pt x="1466" y="126"/>
                  </a:lnTo>
                  <a:lnTo>
                    <a:pt x="1466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460" y="126"/>
                  </a:lnTo>
                  <a:lnTo>
                    <a:pt x="1387" y="131"/>
                  </a:lnTo>
                  <a:lnTo>
                    <a:pt x="1323" y="134"/>
                  </a:lnTo>
                  <a:lnTo>
                    <a:pt x="1323" y="134"/>
                  </a:lnTo>
                  <a:lnTo>
                    <a:pt x="1315" y="135"/>
                  </a:lnTo>
                  <a:lnTo>
                    <a:pt x="1315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307" y="135"/>
                  </a:lnTo>
                  <a:lnTo>
                    <a:pt x="1280" y="134"/>
                  </a:lnTo>
                  <a:lnTo>
                    <a:pt x="1280" y="134"/>
                  </a:lnTo>
                  <a:lnTo>
                    <a:pt x="1280" y="134"/>
                  </a:lnTo>
                  <a:lnTo>
                    <a:pt x="1163" y="129"/>
                  </a:lnTo>
                  <a:lnTo>
                    <a:pt x="1046" y="124"/>
                  </a:lnTo>
                  <a:lnTo>
                    <a:pt x="932" y="119"/>
                  </a:lnTo>
                  <a:lnTo>
                    <a:pt x="873" y="115"/>
                  </a:lnTo>
                  <a:lnTo>
                    <a:pt x="814" y="111"/>
                  </a:lnTo>
                  <a:lnTo>
                    <a:pt x="814" y="111"/>
                  </a:lnTo>
                  <a:lnTo>
                    <a:pt x="701" y="101"/>
                  </a:lnTo>
                  <a:lnTo>
                    <a:pt x="586" y="92"/>
                  </a:lnTo>
                  <a:lnTo>
                    <a:pt x="471" y="83"/>
                  </a:lnTo>
                  <a:lnTo>
                    <a:pt x="353" y="73"/>
                  </a:lnTo>
                  <a:lnTo>
                    <a:pt x="353" y="73"/>
                  </a:lnTo>
                  <a:lnTo>
                    <a:pt x="313" y="67"/>
                  </a:lnTo>
                  <a:lnTo>
                    <a:pt x="272" y="61"/>
                  </a:lnTo>
                  <a:lnTo>
                    <a:pt x="232" y="52"/>
                  </a:lnTo>
                  <a:lnTo>
                    <a:pt x="191" y="42"/>
                  </a:lnTo>
                  <a:lnTo>
                    <a:pt x="111" y="20"/>
                  </a:lnTo>
                  <a:lnTo>
                    <a:pt x="71" y="1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7" name="Freeform 79">
              <a:extLst>
                <a:ext uri="{FF2B5EF4-FFF2-40B4-BE49-F238E27FC236}">
                  <a16:creationId xmlns:a16="http://schemas.microsoft.com/office/drawing/2014/main" id="{65713329-3920-6712-3218-8F6BBE3CB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513"/>
              <a:ext cx="613" cy="790"/>
            </a:xfrm>
            <a:custGeom>
              <a:avLst/>
              <a:gdLst>
                <a:gd name="T0" fmla="*/ 1712 w 1840"/>
                <a:gd name="T1" fmla="*/ 7 h 2369"/>
                <a:gd name="T2" fmla="*/ 1715 w 1840"/>
                <a:gd name="T3" fmla="*/ 876 h 2369"/>
                <a:gd name="T4" fmla="*/ 1715 w 1840"/>
                <a:gd name="T5" fmla="*/ 879 h 2369"/>
                <a:gd name="T6" fmla="*/ 1712 w 1840"/>
                <a:gd name="T7" fmla="*/ 1499 h 2369"/>
                <a:gd name="T8" fmla="*/ 1703 w 1840"/>
                <a:gd name="T9" fmla="*/ 1915 h 2369"/>
                <a:gd name="T10" fmla="*/ 1694 w 1840"/>
                <a:gd name="T11" fmla="*/ 2037 h 2369"/>
                <a:gd name="T12" fmla="*/ 1676 w 1840"/>
                <a:gd name="T13" fmla="*/ 2087 h 2369"/>
                <a:gd name="T14" fmla="*/ 1653 w 1840"/>
                <a:gd name="T15" fmla="*/ 2128 h 2369"/>
                <a:gd name="T16" fmla="*/ 1610 w 1840"/>
                <a:gd name="T17" fmla="*/ 2176 h 2369"/>
                <a:gd name="T18" fmla="*/ 1563 w 1840"/>
                <a:gd name="T19" fmla="*/ 2207 h 2369"/>
                <a:gd name="T20" fmla="*/ 1517 w 1840"/>
                <a:gd name="T21" fmla="*/ 2225 h 2369"/>
                <a:gd name="T22" fmla="*/ 1466 w 1840"/>
                <a:gd name="T23" fmla="*/ 2232 h 2369"/>
                <a:gd name="T24" fmla="*/ 225 w 1840"/>
                <a:gd name="T25" fmla="*/ 2234 h 2369"/>
                <a:gd name="T26" fmla="*/ 225 w 1840"/>
                <a:gd name="T27" fmla="*/ 2234 h 2369"/>
                <a:gd name="T28" fmla="*/ 225 w 1840"/>
                <a:gd name="T29" fmla="*/ 2234 h 2369"/>
                <a:gd name="T30" fmla="*/ 0 w 1840"/>
                <a:gd name="T31" fmla="*/ 2234 h 2369"/>
                <a:gd name="T32" fmla="*/ 161 w 1840"/>
                <a:gd name="T33" fmla="*/ 2276 h 2369"/>
                <a:gd name="T34" fmla="*/ 283 w 1840"/>
                <a:gd name="T35" fmla="*/ 2301 h 2369"/>
                <a:gd name="T36" fmla="*/ 441 w 1840"/>
                <a:gd name="T37" fmla="*/ 2317 h 2369"/>
                <a:gd name="T38" fmla="*/ 784 w 1840"/>
                <a:gd name="T39" fmla="*/ 2345 h 2369"/>
                <a:gd name="T40" fmla="*/ 902 w 1840"/>
                <a:gd name="T41" fmla="*/ 2353 h 2369"/>
                <a:gd name="T42" fmla="*/ 1250 w 1840"/>
                <a:gd name="T43" fmla="*/ 2368 h 2369"/>
                <a:gd name="T44" fmla="*/ 1277 w 1840"/>
                <a:gd name="T45" fmla="*/ 2369 h 2369"/>
                <a:gd name="T46" fmla="*/ 1277 w 1840"/>
                <a:gd name="T47" fmla="*/ 2369 h 2369"/>
                <a:gd name="T48" fmla="*/ 1285 w 1840"/>
                <a:gd name="T49" fmla="*/ 2369 h 2369"/>
                <a:gd name="T50" fmla="*/ 1357 w 1840"/>
                <a:gd name="T51" fmla="*/ 2365 h 2369"/>
                <a:gd name="T52" fmla="*/ 1430 w 1840"/>
                <a:gd name="T53" fmla="*/ 2360 h 2369"/>
                <a:gd name="T54" fmla="*/ 1430 w 1840"/>
                <a:gd name="T55" fmla="*/ 2360 h 2369"/>
                <a:gd name="T56" fmla="*/ 1439 w 1840"/>
                <a:gd name="T57" fmla="*/ 2359 h 2369"/>
                <a:gd name="T58" fmla="*/ 1574 w 1840"/>
                <a:gd name="T59" fmla="*/ 2344 h 2369"/>
                <a:gd name="T60" fmla="*/ 1687 w 1840"/>
                <a:gd name="T61" fmla="*/ 2326 h 2369"/>
                <a:gd name="T62" fmla="*/ 1688 w 1840"/>
                <a:gd name="T63" fmla="*/ 2326 h 2369"/>
                <a:gd name="T64" fmla="*/ 1690 w 1840"/>
                <a:gd name="T65" fmla="*/ 2325 h 2369"/>
                <a:gd name="T66" fmla="*/ 1692 w 1840"/>
                <a:gd name="T67" fmla="*/ 2325 h 2369"/>
                <a:gd name="T68" fmla="*/ 1694 w 1840"/>
                <a:gd name="T69" fmla="*/ 2323 h 2369"/>
                <a:gd name="T70" fmla="*/ 1698 w 1840"/>
                <a:gd name="T71" fmla="*/ 2323 h 2369"/>
                <a:gd name="T72" fmla="*/ 1699 w 1840"/>
                <a:gd name="T73" fmla="*/ 2323 h 2369"/>
                <a:gd name="T74" fmla="*/ 1702 w 1840"/>
                <a:gd name="T75" fmla="*/ 2322 h 2369"/>
                <a:gd name="T76" fmla="*/ 1715 w 1840"/>
                <a:gd name="T77" fmla="*/ 2318 h 2369"/>
                <a:gd name="T78" fmla="*/ 1747 w 1840"/>
                <a:gd name="T79" fmla="*/ 2287 h 2369"/>
                <a:gd name="T80" fmla="*/ 1764 w 1840"/>
                <a:gd name="T81" fmla="*/ 2255 h 2369"/>
                <a:gd name="T82" fmla="*/ 1786 w 1840"/>
                <a:gd name="T83" fmla="*/ 2193 h 2369"/>
                <a:gd name="T84" fmla="*/ 1804 w 1840"/>
                <a:gd name="T85" fmla="*/ 2114 h 2369"/>
                <a:gd name="T86" fmla="*/ 1827 w 1840"/>
                <a:gd name="T87" fmla="*/ 1912 h 2369"/>
                <a:gd name="T88" fmla="*/ 1838 w 1840"/>
                <a:gd name="T89" fmla="*/ 1669 h 2369"/>
                <a:gd name="T90" fmla="*/ 1838 w 1840"/>
                <a:gd name="T91" fmla="*/ 1396 h 2369"/>
                <a:gd name="T92" fmla="*/ 1823 w 1840"/>
                <a:gd name="T93" fmla="*/ 926 h 2369"/>
                <a:gd name="T94" fmla="*/ 1790 w 1840"/>
                <a:gd name="T95" fmla="*/ 417 h 2369"/>
                <a:gd name="T96" fmla="*/ 1761 w 1840"/>
                <a:gd name="T97" fmla="*/ 86 h 2369"/>
                <a:gd name="T98" fmla="*/ 1738 w 1840"/>
                <a:gd name="T99" fmla="*/ 20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40" h="2369">
                  <a:moveTo>
                    <a:pt x="1722" y="0"/>
                  </a:moveTo>
                  <a:lnTo>
                    <a:pt x="1712" y="7"/>
                  </a:lnTo>
                  <a:lnTo>
                    <a:pt x="1712" y="7"/>
                  </a:lnTo>
                  <a:lnTo>
                    <a:pt x="1713" y="452"/>
                  </a:lnTo>
                  <a:lnTo>
                    <a:pt x="1715" y="876"/>
                  </a:lnTo>
                  <a:lnTo>
                    <a:pt x="1715" y="876"/>
                  </a:lnTo>
                  <a:lnTo>
                    <a:pt x="1715" y="877"/>
                  </a:lnTo>
                  <a:lnTo>
                    <a:pt x="1715" y="877"/>
                  </a:lnTo>
                  <a:lnTo>
                    <a:pt x="1715" y="879"/>
                  </a:lnTo>
                  <a:lnTo>
                    <a:pt x="1715" y="879"/>
                  </a:lnTo>
                  <a:lnTo>
                    <a:pt x="1713" y="1309"/>
                  </a:lnTo>
                  <a:lnTo>
                    <a:pt x="1712" y="1499"/>
                  </a:lnTo>
                  <a:lnTo>
                    <a:pt x="1710" y="1665"/>
                  </a:lnTo>
                  <a:lnTo>
                    <a:pt x="1707" y="1804"/>
                  </a:lnTo>
                  <a:lnTo>
                    <a:pt x="1703" y="1915"/>
                  </a:lnTo>
                  <a:lnTo>
                    <a:pt x="1699" y="1995"/>
                  </a:lnTo>
                  <a:lnTo>
                    <a:pt x="1697" y="2020"/>
                  </a:lnTo>
                  <a:lnTo>
                    <a:pt x="1694" y="2037"/>
                  </a:lnTo>
                  <a:lnTo>
                    <a:pt x="1694" y="2037"/>
                  </a:lnTo>
                  <a:lnTo>
                    <a:pt x="1687" y="2064"/>
                  </a:lnTo>
                  <a:lnTo>
                    <a:pt x="1676" y="2087"/>
                  </a:lnTo>
                  <a:lnTo>
                    <a:pt x="1666" y="2108"/>
                  </a:lnTo>
                  <a:lnTo>
                    <a:pt x="1653" y="2128"/>
                  </a:lnTo>
                  <a:lnTo>
                    <a:pt x="1653" y="2128"/>
                  </a:lnTo>
                  <a:lnTo>
                    <a:pt x="1641" y="2146"/>
                  </a:lnTo>
                  <a:lnTo>
                    <a:pt x="1625" y="2162"/>
                  </a:lnTo>
                  <a:lnTo>
                    <a:pt x="1610" y="2176"/>
                  </a:lnTo>
                  <a:lnTo>
                    <a:pt x="1595" y="2189"/>
                  </a:lnTo>
                  <a:lnTo>
                    <a:pt x="1578" y="2199"/>
                  </a:lnTo>
                  <a:lnTo>
                    <a:pt x="1563" y="2207"/>
                  </a:lnTo>
                  <a:lnTo>
                    <a:pt x="1546" y="2215"/>
                  </a:lnTo>
                  <a:lnTo>
                    <a:pt x="1531" y="2220"/>
                  </a:lnTo>
                  <a:lnTo>
                    <a:pt x="1517" y="2225"/>
                  </a:lnTo>
                  <a:lnTo>
                    <a:pt x="1503" y="2227"/>
                  </a:lnTo>
                  <a:lnTo>
                    <a:pt x="1481" y="2231"/>
                  </a:lnTo>
                  <a:lnTo>
                    <a:pt x="1466" y="2232"/>
                  </a:lnTo>
                  <a:lnTo>
                    <a:pt x="1459" y="2234"/>
                  </a:lnTo>
                  <a:lnTo>
                    <a:pt x="1459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0" y="2234"/>
                  </a:lnTo>
                  <a:lnTo>
                    <a:pt x="0" y="2234"/>
                  </a:lnTo>
                  <a:lnTo>
                    <a:pt x="41" y="2244"/>
                  </a:lnTo>
                  <a:lnTo>
                    <a:pt x="81" y="2254"/>
                  </a:lnTo>
                  <a:lnTo>
                    <a:pt x="161" y="2276"/>
                  </a:lnTo>
                  <a:lnTo>
                    <a:pt x="202" y="2286"/>
                  </a:lnTo>
                  <a:lnTo>
                    <a:pt x="242" y="2295"/>
                  </a:lnTo>
                  <a:lnTo>
                    <a:pt x="283" y="2301"/>
                  </a:lnTo>
                  <a:lnTo>
                    <a:pt x="323" y="2307"/>
                  </a:lnTo>
                  <a:lnTo>
                    <a:pt x="323" y="2307"/>
                  </a:lnTo>
                  <a:lnTo>
                    <a:pt x="441" y="2317"/>
                  </a:lnTo>
                  <a:lnTo>
                    <a:pt x="556" y="2326"/>
                  </a:lnTo>
                  <a:lnTo>
                    <a:pt x="671" y="2335"/>
                  </a:lnTo>
                  <a:lnTo>
                    <a:pt x="784" y="2345"/>
                  </a:lnTo>
                  <a:lnTo>
                    <a:pt x="784" y="2345"/>
                  </a:lnTo>
                  <a:lnTo>
                    <a:pt x="843" y="2349"/>
                  </a:lnTo>
                  <a:lnTo>
                    <a:pt x="902" y="2353"/>
                  </a:lnTo>
                  <a:lnTo>
                    <a:pt x="1016" y="2358"/>
                  </a:lnTo>
                  <a:lnTo>
                    <a:pt x="1133" y="2363"/>
                  </a:lnTo>
                  <a:lnTo>
                    <a:pt x="1250" y="2368"/>
                  </a:lnTo>
                  <a:lnTo>
                    <a:pt x="1250" y="2368"/>
                  </a:lnTo>
                  <a:lnTo>
                    <a:pt x="1250" y="2368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85" y="2369"/>
                  </a:lnTo>
                  <a:lnTo>
                    <a:pt x="1285" y="2369"/>
                  </a:lnTo>
                  <a:lnTo>
                    <a:pt x="1293" y="2368"/>
                  </a:lnTo>
                  <a:lnTo>
                    <a:pt x="1293" y="2368"/>
                  </a:lnTo>
                  <a:lnTo>
                    <a:pt x="1357" y="2365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6" y="2360"/>
                  </a:lnTo>
                  <a:lnTo>
                    <a:pt x="1436" y="2360"/>
                  </a:lnTo>
                  <a:lnTo>
                    <a:pt x="1439" y="2359"/>
                  </a:lnTo>
                  <a:lnTo>
                    <a:pt x="1439" y="2359"/>
                  </a:lnTo>
                  <a:lnTo>
                    <a:pt x="1508" y="2353"/>
                  </a:lnTo>
                  <a:lnTo>
                    <a:pt x="1574" y="2344"/>
                  </a:lnTo>
                  <a:lnTo>
                    <a:pt x="1636" y="2335"/>
                  </a:lnTo>
                  <a:lnTo>
                    <a:pt x="1687" y="2326"/>
                  </a:lnTo>
                  <a:lnTo>
                    <a:pt x="1687" y="2326"/>
                  </a:lnTo>
                  <a:lnTo>
                    <a:pt x="1687" y="2326"/>
                  </a:lnTo>
                  <a:lnTo>
                    <a:pt x="1687" y="2326"/>
                  </a:lnTo>
                  <a:lnTo>
                    <a:pt x="1688" y="2326"/>
                  </a:lnTo>
                  <a:lnTo>
                    <a:pt x="1688" y="2326"/>
                  </a:lnTo>
                  <a:lnTo>
                    <a:pt x="1690" y="2325"/>
                  </a:lnTo>
                  <a:lnTo>
                    <a:pt x="1690" y="2325"/>
                  </a:lnTo>
                  <a:lnTo>
                    <a:pt x="1692" y="2325"/>
                  </a:lnTo>
                  <a:lnTo>
                    <a:pt x="1692" y="2325"/>
                  </a:lnTo>
                  <a:lnTo>
                    <a:pt x="1692" y="2325"/>
                  </a:lnTo>
                  <a:lnTo>
                    <a:pt x="1692" y="2325"/>
                  </a:lnTo>
                  <a:lnTo>
                    <a:pt x="1694" y="2323"/>
                  </a:lnTo>
                  <a:lnTo>
                    <a:pt x="1694" y="2323"/>
                  </a:lnTo>
                  <a:lnTo>
                    <a:pt x="1694" y="2323"/>
                  </a:lnTo>
                  <a:lnTo>
                    <a:pt x="1694" y="2323"/>
                  </a:lnTo>
                  <a:lnTo>
                    <a:pt x="1698" y="2323"/>
                  </a:lnTo>
                  <a:lnTo>
                    <a:pt x="1698" y="2323"/>
                  </a:lnTo>
                  <a:lnTo>
                    <a:pt x="1699" y="2323"/>
                  </a:lnTo>
                  <a:lnTo>
                    <a:pt x="1699" y="2323"/>
                  </a:lnTo>
                  <a:lnTo>
                    <a:pt x="1701" y="2322"/>
                  </a:lnTo>
                  <a:lnTo>
                    <a:pt x="1701" y="2322"/>
                  </a:lnTo>
                  <a:lnTo>
                    <a:pt x="1702" y="2322"/>
                  </a:lnTo>
                  <a:lnTo>
                    <a:pt x="1702" y="2322"/>
                  </a:lnTo>
                  <a:lnTo>
                    <a:pt x="1702" y="2322"/>
                  </a:lnTo>
                  <a:lnTo>
                    <a:pt x="1715" y="2318"/>
                  </a:lnTo>
                  <a:lnTo>
                    <a:pt x="1726" y="2310"/>
                  </a:lnTo>
                  <a:lnTo>
                    <a:pt x="1736" y="2300"/>
                  </a:lnTo>
                  <a:lnTo>
                    <a:pt x="1747" y="2287"/>
                  </a:lnTo>
                  <a:lnTo>
                    <a:pt x="1747" y="2287"/>
                  </a:lnTo>
                  <a:lnTo>
                    <a:pt x="1755" y="2273"/>
                  </a:lnTo>
                  <a:lnTo>
                    <a:pt x="1764" y="2255"/>
                  </a:lnTo>
                  <a:lnTo>
                    <a:pt x="1772" y="2236"/>
                  </a:lnTo>
                  <a:lnTo>
                    <a:pt x="1778" y="2216"/>
                  </a:lnTo>
                  <a:lnTo>
                    <a:pt x="1786" y="2193"/>
                  </a:lnTo>
                  <a:lnTo>
                    <a:pt x="1793" y="2169"/>
                  </a:lnTo>
                  <a:lnTo>
                    <a:pt x="1798" y="2142"/>
                  </a:lnTo>
                  <a:lnTo>
                    <a:pt x="1804" y="2114"/>
                  </a:lnTo>
                  <a:lnTo>
                    <a:pt x="1813" y="2052"/>
                  </a:lnTo>
                  <a:lnTo>
                    <a:pt x="1821" y="1984"/>
                  </a:lnTo>
                  <a:lnTo>
                    <a:pt x="1827" y="1912"/>
                  </a:lnTo>
                  <a:lnTo>
                    <a:pt x="1832" y="1835"/>
                  </a:lnTo>
                  <a:lnTo>
                    <a:pt x="1836" y="1753"/>
                  </a:lnTo>
                  <a:lnTo>
                    <a:pt x="1838" y="1669"/>
                  </a:lnTo>
                  <a:lnTo>
                    <a:pt x="1840" y="1581"/>
                  </a:lnTo>
                  <a:lnTo>
                    <a:pt x="1840" y="1490"/>
                  </a:lnTo>
                  <a:lnTo>
                    <a:pt x="1838" y="1396"/>
                  </a:lnTo>
                  <a:lnTo>
                    <a:pt x="1837" y="1303"/>
                  </a:lnTo>
                  <a:lnTo>
                    <a:pt x="1831" y="1114"/>
                  </a:lnTo>
                  <a:lnTo>
                    <a:pt x="1823" y="926"/>
                  </a:lnTo>
                  <a:lnTo>
                    <a:pt x="1813" y="743"/>
                  </a:lnTo>
                  <a:lnTo>
                    <a:pt x="1801" y="572"/>
                  </a:lnTo>
                  <a:lnTo>
                    <a:pt x="1790" y="417"/>
                  </a:lnTo>
                  <a:lnTo>
                    <a:pt x="1780" y="280"/>
                  </a:lnTo>
                  <a:lnTo>
                    <a:pt x="1770" y="169"/>
                  </a:lnTo>
                  <a:lnTo>
                    <a:pt x="1761" y="86"/>
                  </a:lnTo>
                  <a:lnTo>
                    <a:pt x="1755" y="38"/>
                  </a:lnTo>
                  <a:lnTo>
                    <a:pt x="1755" y="38"/>
                  </a:lnTo>
                  <a:lnTo>
                    <a:pt x="1738" y="20"/>
                  </a:lnTo>
                  <a:lnTo>
                    <a:pt x="1722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8" name="Freeform 80">
              <a:extLst>
                <a:ext uri="{FF2B5EF4-FFF2-40B4-BE49-F238E27FC236}">
                  <a16:creationId xmlns:a16="http://schemas.microsoft.com/office/drawing/2014/main" id="{C746AE0D-F555-C513-67AA-29CA21668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513"/>
              <a:ext cx="613" cy="790"/>
            </a:xfrm>
            <a:custGeom>
              <a:avLst/>
              <a:gdLst>
                <a:gd name="T0" fmla="*/ 1712 w 1840"/>
                <a:gd name="T1" fmla="*/ 7 h 2369"/>
                <a:gd name="T2" fmla="*/ 1715 w 1840"/>
                <a:gd name="T3" fmla="*/ 876 h 2369"/>
                <a:gd name="T4" fmla="*/ 1715 w 1840"/>
                <a:gd name="T5" fmla="*/ 879 h 2369"/>
                <a:gd name="T6" fmla="*/ 1712 w 1840"/>
                <a:gd name="T7" fmla="*/ 1499 h 2369"/>
                <a:gd name="T8" fmla="*/ 1703 w 1840"/>
                <a:gd name="T9" fmla="*/ 1915 h 2369"/>
                <a:gd name="T10" fmla="*/ 1694 w 1840"/>
                <a:gd name="T11" fmla="*/ 2037 h 2369"/>
                <a:gd name="T12" fmla="*/ 1676 w 1840"/>
                <a:gd name="T13" fmla="*/ 2087 h 2369"/>
                <a:gd name="T14" fmla="*/ 1653 w 1840"/>
                <a:gd name="T15" fmla="*/ 2128 h 2369"/>
                <a:gd name="T16" fmla="*/ 1610 w 1840"/>
                <a:gd name="T17" fmla="*/ 2176 h 2369"/>
                <a:gd name="T18" fmla="*/ 1563 w 1840"/>
                <a:gd name="T19" fmla="*/ 2207 h 2369"/>
                <a:gd name="T20" fmla="*/ 1517 w 1840"/>
                <a:gd name="T21" fmla="*/ 2225 h 2369"/>
                <a:gd name="T22" fmla="*/ 1466 w 1840"/>
                <a:gd name="T23" fmla="*/ 2232 h 2369"/>
                <a:gd name="T24" fmla="*/ 225 w 1840"/>
                <a:gd name="T25" fmla="*/ 2234 h 2369"/>
                <a:gd name="T26" fmla="*/ 225 w 1840"/>
                <a:gd name="T27" fmla="*/ 2234 h 2369"/>
                <a:gd name="T28" fmla="*/ 225 w 1840"/>
                <a:gd name="T29" fmla="*/ 2234 h 2369"/>
                <a:gd name="T30" fmla="*/ 0 w 1840"/>
                <a:gd name="T31" fmla="*/ 2234 h 2369"/>
                <a:gd name="T32" fmla="*/ 161 w 1840"/>
                <a:gd name="T33" fmla="*/ 2276 h 2369"/>
                <a:gd name="T34" fmla="*/ 283 w 1840"/>
                <a:gd name="T35" fmla="*/ 2301 h 2369"/>
                <a:gd name="T36" fmla="*/ 441 w 1840"/>
                <a:gd name="T37" fmla="*/ 2317 h 2369"/>
                <a:gd name="T38" fmla="*/ 784 w 1840"/>
                <a:gd name="T39" fmla="*/ 2345 h 2369"/>
                <a:gd name="T40" fmla="*/ 902 w 1840"/>
                <a:gd name="T41" fmla="*/ 2353 h 2369"/>
                <a:gd name="T42" fmla="*/ 1250 w 1840"/>
                <a:gd name="T43" fmla="*/ 2368 h 2369"/>
                <a:gd name="T44" fmla="*/ 1277 w 1840"/>
                <a:gd name="T45" fmla="*/ 2369 h 2369"/>
                <a:gd name="T46" fmla="*/ 1277 w 1840"/>
                <a:gd name="T47" fmla="*/ 2369 h 2369"/>
                <a:gd name="T48" fmla="*/ 1285 w 1840"/>
                <a:gd name="T49" fmla="*/ 2369 h 2369"/>
                <a:gd name="T50" fmla="*/ 1357 w 1840"/>
                <a:gd name="T51" fmla="*/ 2365 h 2369"/>
                <a:gd name="T52" fmla="*/ 1430 w 1840"/>
                <a:gd name="T53" fmla="*/ 2360 h 2369"/>
                <a:gd name="T54" fmla="*/ 1430 w 1840"/>
                <a:gd name="T55" fmla="*/ 2360 h 2369"/>
                <a:gd name="T56" fmla="*/ 1439 w 1840"/>
                <a:gd name="T57" fmla="*/ 2359 h 2369"/>
                <a:gd name="T58" fmla="*/ 1574 w 1840"/>
                <a:gd name="T59" fmla="*/ 2344 h 2369"/>
                <a:gd name="T60" fmla="*/ 1687 w 1840"/>
                <a:gd name="T61" fmla="*/ 2326 h 2369"/>
                <a:gd name="T62" fmla="*/ 1688 w 1840"/>
                <a:gd name="T63" fmla="*/ 2326 h 2369"/>
                <a:gd name="T64" fmla="*/ 1690 w 1840"/>
                <a:gd name="T65" fmla="*/ 2325 h 2369"/>
                <a:gd name="T66" fmla="*/ 1692 w 1840"/>
                <a:gd name="T67" fmla="*/ 2325 h 2369"/>
                <a:gd name="T68" fmla="*/ 1694 w 1840"/>
                <a:gd name="T69" fmla="*/ 2323 h 2369"/>
                <a:gd name="T70" fmla="*/ 1698 w 1840"/>
                <a:gd name="T71" fmla="*/ 2323 h 2369"/>
                <a:gd name="T72" fmla="*/ 1699 w 1840"/>
                <a:gd name="T73" fmla="*/ 2323 h 2369"/>
                <a:gd name="T74" fmla="*/ 1702 w 1840"/>
                <a:gd name="T75" fmla="*/ 2322 h 2369"/>
                <a:gd name="T76" fmla="*/ 1715 w 1840"/>
                <a:gd name="T77" fmla="*/ 2318 h 2369"/>
                <a:gd name="T78" fmla="*/ 1747 w 1840"/>
                <a:gd name="T79" fmla="*/ 2287 h 2369"/>
                <a:gd name="T80" fmla="*/ 1764 w 1840"/>
                <a:gd name="T81" fmla="*/ 2255 h 2369"/>
                <a:gd name="T82" fmla="*/ 1786 w 1840"/>
                <a:gd name="T83" fmla="*/ 2193 h 2369"/>
                <a:gd name="T84" fmla="*/ 1804 w 1840"/>
                <a:gd name="T85" fmla="*/ 2114 h 2369"/>
                <a:gd name="T86" fmla="*/ 1827 w 1840"/>
                <a:gd name="T87" fmla="*/ 1912 h 2369"/>
                <a:gd name="T88" fmla="*/ 1838 w 1840"/>
                <a:gd name="T89" fmla="*/ 1669 h 2369"/>
                <a:gd name="T90" fmla="*/ 1838 w 1840"/>
                <a:gd name="T91" fmla="*/ 1396 h 2369"/>
                <a:gd name="T92" fmla="*/ 1823 w 1840"/>
                <a:gd name="T93" fmla="*/ 926 h 2369"/>
                <a:gd name="T94" fmla="*/ 1790 w 1840"/>
                <a:gd name="T95" fmla="*/ 417 h 2369"/>
                <a:gd name="T96" fmla="*/ 1761 w 1840"/>
                <a:gd name="T97" fmla="*/ 86 h 2369"/>
                <a:gd name="T98" fmla="*/ 1738 w 1840"/>
                <a:gd name="T99" fmla="*/ 20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40" h="2369">
                  <a:moveTo>
                    <a:pt x="1722" y="0"/>
                  </a:moveTo>
                  <a:lnTo>
                    <a:pt x="1712" y="7"/>
                  </a:lnTo>
                  <a:lnTo>
                    <a:pt x="1712" y="7"/>
                  </a:lnTo>
                  <a:lnTo>
                    <a:pt x="1713" y="452"/>
                  </a:lnTo>
                  <a:lnTo>
                    <a:pt x="1715" y="876"/>
                  </a:lnTo>
                  <a:lnTo>
                    <a:pt x="1715" y="876"/>
                  </a:lnTo>
                  <a:lnTo>
                    <a:pt x="1715" y="877"/>
                  </a:lnTo>
                  <a:lnTo>
                    <a:pt x="1715" y="877"/>
                  </a:lnTo>
                  <a:lnTo>
                    <a:pt x="1715" y="879"/>
                  </a:lnTo>
                  <a:lnTo>
                    <a:pt x="1715" y="879"/>
                  </a:lnTo>
                  <a:lnTo>
                    <a:pt x="1713" y="1309"/>
                  </a:lnTo>
                  <a:lnTo>
                    <a:pt x="1712" y="1499"/>
                  </a:lnTo>
                  <a:lnTo>
                    <a:pt x="1710" y="1665"/>
                  </a:lnTo>
                  <a:lnTo>
                    <a:pt x="1707" y="1804"/>
                  </a:lnTo>
                  <a:lnTo>
                    <a:pt x="1703" y="1915"/>
                  </a:lnTo>
                  <a:lnTo>
                    <a:pt x="1699" y="1995"/>
                  </a:lnTo>
                  <a:lnTo>
                    <a:pt x="1697" y="2020"/>
                  </a:lnTo>
                  <a:lnTo>
                    <a:pt x="1694" y="2037"/>
                  </a:lnTo>
                  <a:lnTo>
                    <a:pt x="1694" y="2037"/>
                  </a:lnTo>
                  <a:lnTo>
                    <a:pt x="1687" y="2064"/>
                  </a:lnTo>
                  <a:lnTo>
                    <a:pt x="1676" y="2087"/>
                  </a:lnTo>
                  <a:lnTo>
                    <a:pt x="1666" y="2108"/>
                  </a:lnTo>
                  <a:lnTo>
                    <a:pt x="1653" y="2128"/>
                  </a:lnTo>
                  <a:lnTo>
                    <a:pt x="1653" y="2128"/>
                  </a:lnTo>
                  <a:lnTo>
                    <a:pt x="1641" y="2146"/>
                  </a:lnTo>
                  <a:lnTo>
                    <a:pt x="1625" y="2162"/>
                  </a:lnTo>
                  <a:lnTo>
                    <a:pt x="1610" y="2176"/>
                  </a:lnTo>
                  <a:lnTo>
                    <a:pt x="1595" y="2189"/>
                  </a:lnTo>
                  <a:lnTo>
                    <a:pt x="1578" y="2199"/>
                  </a:lnTo>
                  <a:lnTo>
                    <a:pt x="1563" y="2207"/>
                  </a:lnTo>
                  <a:lnTo>
                    <a:pt x="1546" y="2215"/>
                  </a:lnTo>
                  <a:lnTo>
                    <a:pt x="1531" y="2220"/>
                  </a:lnTo>
                  <a:lnTo>
                    <a:pt x="1517" y="2225"/>
                  </a:lnTo>
                  <a:lnTo>
                    <a:pt x="1503" y="2227"/>
                  </a:lnTo>
                  <a:lnTo>
                    <a:pt x="1481" y="2231"/>
                  </a:lnTo>
                  <a:lnTo>
                    <a:pt x="1466" y="2232"/>
                  </a:lnTo>
                  <a:lnTo>
                    <a:pt x="1459" y="2234"/>
                  </a:lnTo>
                  <a:lnTo>
                    <a:pt x="1459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225" y="2234"/>
                  </a:lnTo>
                  <a:lnTo>
                    <a:pt x="0" y="2234"/>
                  </a:lnTo>
                  <a:lnTo>
                    <a:pt x="0" y="2234"/>
                  </a:lnTo>
                  <a:lnTo>
                    <a:pt x="41" y="2244"/>
                  </a:lnTo>
                  <a:lnTo>
                    <a:pt x="81" y="2254"/>
                  </a:lnTo>
                  <a:lnTo>
                    <a:pt x="161" y="2276"/>
                  </a:lnTo>
                  <a:lnTo>
                    <a:pt x="202" y="2286"/>
                  </a:lnTo>
                  <a:lnTo>
                    <a:pt x="242" y="2295"/>
                  </a:lnTo>
                  <a:lnTo>
                    <a:pt x="283" y="2301"/>
                  </a:lnTo>
                  <a:lnTo>
                    <a:pt x="323" y="2307"/>
                  </a:lnTo>
                  <a:lnTo>
                    <a:pt x="323" y="2307"/>
                  </a:lnTo>
                  <a:lnTo>
                    <a:pt x="441" y="2317"/>
                  </a:lnTo>
                  <a:lnTo>
                    <a:pt x="556" y="2326"/>
                  </a:lnTo>
                  <a:lnTo>
                    <a:pt x="671" y="2335"/>
                  </a:lnTo>
                  <a:lnTo>
                    <a:pt x="784" y="2345"/>
                  </a:lnTo>
                  <a:lnTo>
                    <a:pt x="784" y="2345"/>
                  </a:lnTo>
                  <a:lnTo>
                    <a:pt x="843" y="2349"/>
                  </a:lnTo>
                  <a:lnTo>
                    <a:pt x="902" y="2353"/>
                  </a:lnTo>
                  <a:lnTo>
                    <a:pt x="1016" y="2358"/>
                  </a:lnTo>
                  <a:lnTo>
                    <a:pt x="1133" y="2363"/>
                  </a:lnTo>
                  <a:lnTo>
                    <a:pt x="1250" y="2368"/>
                  </a:lnTo>
                  <a:lnTo>
                    <a:pt x="1250" y="2368"/>
                  </a:lnTo>
                  <a:lnTo>
                    <a:pt x="1250" y="2368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77" y="2369"/>
                  </a:lnTo>
                  <a:lnTo>
                    <a:pt x="1285" y="2369"/>
                  </a:lnTo>
                  <a:lnTo>
                    <a:pt x="1285" y="2369"/>
                  </a:lnTo>
                  <a:lnTo>
                    <a:pt x="1293" y="2368"/>
                  </a:lnTo>
                  <a:lnTo>
                    <a:pt x="1293" y="2368"/>
                  </a:lnTo>
                  <a:lnTo>
                    <a:pt x="1357" y="2365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0" y="2360"/>
                  </a:lnTo>
                  <a:lnTo>
                    <a:pt x="1436" y="2360"/>
                  </a:lnTo>
                  <a:lnTo>
                    <a:pt x="1436" y="2360"/>
                  </a:lnTo>
                  <a:lnTo>
                    <a:pt x="1439" y="2359"/>
                  </a:lnTo>
                  <a:lnTo>
                    <a:pt x="1439" y="2359"/>
                  </a:lnTo>
                  <a:lnTo>
                    <a:pt x="1508" y="2353"/>
                  </a:lnTo>
                  <a:lnTo>
                    <a:pt x="1574" y="2344"/>
                  </a:lnTo>
                  <a:lnTo>
                    <a:pt x="1636" y="2335"/>
                  </a:lnTo>
                  <a:lnTo>
                    <a:pt x="1687" y="2326"/>
                  </a:lnTo>
                  <a:lnTo>
                    <a:pt x="1687" y="2326"/>
                  </a:lnTo>
                  <a:lnTo>
                    <a:pt x="1687" y="2326"/>
                  </a:lnTo>
                  <a:lnTo>
                    <a:pt x="1687" y="2326"/>
                  </a:lnTo>
                  <a:lnTo>
                    <a:pt x="1688" y="2326"/>
                  </a:lnTo>
                  <a:lnTo>
                    <a:pt x="1688" y="2326"/>
                  </a:lnTo>
                  <a:lnTo>
                    <a:pt x="1690" y="2325"/>
                  </a:lnTo>
                  <a:lnTo>
                    <a:pt x="1690" y="2325"/>
                  </a:lnTo>
                  <a:lnTo>
                    <a:pt x="1692" y="2325"/>
                  </a:lnTo>
                  <a:lnTo>
                    <a:pt x="1692" y="2325"/>
                  </a:lnTo>
                  <a:lnTo>
                    <a:pt x="1692" y="2325"/>
                  </a:lnTo>
                  <a:lnTo>
                    <a:pt x="1692" y="2325"/>
                  </a:lnTo>
                  <a:lnTo>
                    <a:pt x="1694" y="2323"/>
                  </a:lnTo>
                  <a:lnTo>
                    <a:pt x="1694" y="2323"/>
                  </a:lnTo>
                  <a:lnTo>
                    <a:pt x="1694" y="2323"/>
                  </a:lnTo>
                  <a:lnTo>
                    <a:pt x="1694" y="2323"/>
                  </a:lnTo>
                  <a:lnTo>
                    <a:pt x="1698" y="2323"/>
                  </a:lnTo>
                  <a:lnTo>
                    <a:pt x="1698" y="2323"/>
                  </a:lnTo>
                  <a:lnTo>
                    <a:pt x="1699" y="2323"/>
                  </a:lnTo>
                  <a:lnTo>
                    <a:pt x="1699" y="2323"/>
                  </a:lnTo>
                  <a:lnTo>
                    <a:pt x="1701" y="2322"/>
                  </a:lnTo>
                  <a:lnTo>
                    <a:pt x="1701" y="2322"/>
                  </a:lnTo>
                  <a:lnTo>
                    <a:pt x="1702" y="2322"/>
                  </a:lnTo>
                  <a:lnTo>
                    <a:pt x="1702" y="2322"/>
                  </a:lnTo>
                  <a:lnTo>
                    <a:pt x="1702" y="2322"/>
                  </a:lnTo>
                  <a:lnTo>
                    <a:pt x="1715" y="2318"/>
                  </a:lnTo>
                  <a:lnTo>
                    <a:pt x="1726" y="2310"/>
                  </a:lnTo>
                  <a:lnTo>
                    <a:pt x="1736" y="2300"/>
                  </a:lnTo>
                  <a:lnTo>
                    <a:pt x="1747" y="2287"/>
                  </a:lnTo>
                  <a:lnTo>
                    <a:pt x="1747" y="2287"/>
                  </a:lnTo>
                  <a:lnTo>
                    <a:pt x="1755" y="2273"/>
                  </a:lnTo>
                  <a:lnTo>
                    <a:pt x="1764" y="2255"/>
                  </a:lnTo>
                  <a:lnTo>
                    <a:pt x="1772" y="2236"/>
                  </a:lnTo>
                  <a:lnTo>
                    <a:pt x="1778" y="2216"/>
                  </a:lnTo>
                  <a:lnTo>
                    <a:pt x="1786" y="2193"/>
                  </a:lnTo>
                  <a:lnTo>
                    <a:pt x="1793" y="2169"/>
                  </a:lnTo>
                  <a:lnTo>
                    <a:pt x="1798" y="2142"/>
                  </a:lnTo>
                  <a:lnTo>
                    <a:pt x="1804" y="2114"/>
                  </a:lnTo>
                  <a:lnTo>
                    <a:pt x="1813" y="2052"/>
                  </a:lnTo>
                  <a:lnTo>
                    <a:pt x="1821" y="1984"/>
                  </a:lnTo>
                  <a:lnTo>
                    <a:pt x="1827" y="1912"/>
                  </a:lnTo>
                  <a:lnTo>
                    <a:pt x="1832" y="1835"/>
                  </a:lnTo>
                  <a:lnTo>
                    <a:pt x="1836" y="1753"/>
                  </a:lnTo>
                  <a:lnTo>
                    <a:pt x="1838" y="1669"/>
                  </a:lnTo>
                  <a:lnTo>
                    <a:pt x="1840" y="1581"/>
                  </a:lnTo>
                  <a:lnTo>
                    <a:pt x="1840" y="1490"/>
                  </a:lnTo>
                  <a:lnTo>
                    <a:pt x="1838" y="1396"/>
                  </a:lnTo>
                  <a:lnTo>
                    <a:pt x="1837" y="1303"/>
                  </a:lnTo>
                  <a:lnTo>
                    <a:pt x="1831" y="1114"/>
                  </a:lnTo>
                  <a:lnTo>
                    <a:pt x="1823" y="926"/>
                  </a:lnTo>
                  <a:lnTo>
                    <a:pt x="1813" y="743"/>
                  </a:lnTo>
                  <a:lnTo>
                    <a:pt x="1801" y="572"/>
                  </a:lnTo>
                  <a:lnTo>
                    <a:pt x="1790" y="417"/>
                  </a:lnTo>
                  <a:lnTo>
                    <a:pt x="1780" y="280"/>
                  </a:lnTo>
                  <a:lnTo>
                    <a:pt x="1770" y="169"/>
                  </a:lnTo>
                  <a:lnTo>
                    <a:pt x="1761" y="86"/>
                  </a:lnTo>
                  <a:lnTo>
                    <a:pt x="1755" y="38"/>
                  </a:lnTo>
                  <a:lnTo>
                    <a:pt x="1755" y="38"/>
                  </a:lnTo>
                  <a:lnTo>
                    <a:pt x="1738" y="20"/>
                  </a:lnTo>
                  <a:lnTo>
                    <a:pt x="17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79" name="Freeform 81">
              <a:extLst>
                <a:ext uri="{FF2B5EF4-FFF2-40B4-BE49-F238E27FC236}">
                  <a16:creationId xmlns:a16="http://schemas.microsoft.com/office/drawing/2014/main" id="{EF95900D-149D-30C7-331F-4B9AE2465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515"/>
              <a:ext cx="21" cy="707"/>
            </a:xfrm>
            <a:custGeom>
              <a:avLst/>
              <a:gdLst>
                <a:gd name="T0" fmla="*/ 59 w 62"/>
                <a:gd name="T1" fmla="*/ 0 h 2121"/>
                <a:gd name="T2" fmla="*/ 55 w 62"/>
                <a:gd name="T3" fmla="*/ 1 h 2121"/>
                <a:gd name="T4" fmla="*/ 55 w 62"/>
                <a:gd name="T5" fmla="*/ 1 h 2121"/>
                <a:gd name="T6" fmla="*/ 57 w 62"/>
                <a:gd name="T7" fmla="*/ 449 h 2121"/>
                <a:gd name="T8" fmla="*/ 58 w 62"/>
                <a:gd name="T9" fmla="*/ 874 h 2121"/>
                <a:gd name="T10" fmla="*/ 58 w 62"/>
                <a:gd name="T11" fmla="*/ 874 h 2121"/>
                <a:gd name="T12" fmla="*/ 58 w 62"/>
                <a:gd name="T13" fmla="*/ 876 h 2121"/>
                <a:gd name="T14" fmla="*/ 58 w 62"/>
                <a:gd name="T15" fmla="*/ 876 h 2121"/>
                <a:gd name="T16" fmla="*/ 58 w 62"/>
                <a:gd name="T17" fmla="*/ 877 h 2121"/>
                <a:gd name="T18" fmla="*/ 58 w 62"/>
                <a:gd name="T19" fmla="*/ 877 h 2121"/>
                <a:gd name="T20" fmla="*/ 57 w 62"/>
                <a:gd name="T21" fmla="*/ 1309 h 2121"/>
                <a:gd name="T22" fmla="*/ 55 w 62"/>
                <a:gd name="T23" fmla="*/ 1497 h 2121"/>
                <a:gd name="T24" fmla="*/ 53 w 62"/>
                <a:gd name="T25" fmla="*/ 1663 h 2121"/>
                <a:gd name="T26" fmla="*/ 50 w 62"/>
                <a:gd name="T27" fmla="*/ 1804 h 2121"/>
                <a:gd name="T28" fmla="*/ 46 w 62"/>
                <a:gd name="T29" fmla="*/ 1915 h 2121"/>
                <a:gd name="T30" fmla="*/ 43 w 62"/>
                <a:gd name="T31" fmla="*/ 1993 h 2121"/>
                <a:gd name="T32" fmla="*/ 40 w 62"/>
                <a:gd name="T33" fmla="*/ 2020 h 2121"/>
                <a:gd name="T34" fmla="*/ 36 w 62"/>
                <a:gd name="T35" fmla="*/ 2036 h 2121"/>
                <a:gd name="T36" fmla="*/ 36 w 62"/>
                <a:gd name="T37" fmla="*/ 2036 h 2121"/>
                <a:gd name="T38" fmla="*/ 30 w 62"/>
                <a:gd name="T39" fmla="*/ 2061 h 2121"/>
                <a:gd name="T40" fmla="*/ 21 w 62"/>
                <a:gd name="T41" fmla="*/ 2082 h 2121"/>
                <a:gd name="T42" fmla="*/ 12 w 62"/>
                <a:gd name="T43" fmla="*/ 2103 h 2121"/>
                <a:gd name="T44" fmla="*/ 0 w 62"/>
                <a:gd name="T45" fmla="*/ 2121 h 2121"/>
                <a:gd name="T46" fmla="*/ 0 w 62"/>
                <a:gd name="T47" fmla="*/ 2121 h 2121"/>
                <a:gd name="T48" fmla="*/ 13 w 62"/>
                <a:gd name="T49" fmla="*/ 2101 h 2121"/>
                <a:gd name="T50" fmla="*/ 23 w 62"/>
                <a:gd name="T51" fmla="*/ 2080 h 2121"/>
                <a:gd name="T52" fmla="*/ 34 w 62"/>
                <a:gd name="T53" fmla="*/ 2057 h 2121"/>
                <a:gd name="T54" fmla="*/ 41 w 62"/>
                <a:gd name="T55" fmla="*/ 2030 h 2121"/>
                <a:gd name="T56" fmla="*/ 41 w 62"/>
                <a:gd name="T57" fmla="*/ 2030 h 2121"/>
                <a:gd name="T58" fmla="*/ 44 w 62"/>
                <a:gd name="T59" fmla="*/ 2013 h 2121"/>
                <a:gd name="T60" fmla="*/ 46 w 62"/>
                <a:gd name="T61" fmla="*/ 1988 h 2121"/>
                <a:gd name="T62" fmla="*/ 50 w 62"/>
                <a:gd name="T63" fmla="*/ 1908 h 2121"/>
                <a:gd name="T64" fmla="*/ 54 w 62"/>
                <a:gd name="T65" fmla="*/ 1797 h 2121"/>
                <a:gd name="T66" fmla="*/ 57 w 62"/>
                <a:gd name="T67" fmla="*/ 1658 h 2121"/>
                <a:gd name="T68" fmla="*/ 59 w 62"/>
                <a:gd name="T69" fmla="*/ 1492 h 2121"/>
                <a:gd name="T70" fmla="*/ 60 w 62"/>
                <a:gd name="T71" fmla="*/ 1302 h 2121"/>
                <a:gd name="T72" fmla="*/ 62 w 62"/>
                <a:gd name="T73" fmla="*/ 872 h 2121"/>
                <a:gd name="T74" fmla="*/ 62 w 62"/>
                <a:gd name="T75" fmla="*/ 872 h 2121"/>
                <a:gd name="T76" fmla="*/ 62 w 62"/>
                <a:gd name="T77" fmla="*/ 870 h 2121"/>
                <a:gd name="T78" fmla="*/ 62 w 62"/>
                <a:gd name="T79" fmla="*/ 870 h 2121"/>
                <a:gd name="T80" fmla="*/ 62 w 62"/>
                <a:gd name="T81" fmla="*/ 869 h 2121"/>
                <a:gd name="T82" fmla="*/ 62 w 62"/>
                <a:gd name="T83" fmla="*/ 869 h 2121"/>
                <a:gd name="T84" fmla="*/ 60 w 62"/>
                <a:gd name="T85" fmla="*/ 445 h 2121"/>
                <a:gd name="T86" fmla="*/ 59 w 62"/>
                <a:gd name="T87" fmla="*/ 0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2" h="2121">
                  <a:moveTo>
                    <a:pt x="59" y="0"/>
                  </a:moveTo>
                  <a:lnTo>
                    <a:pt x="55" y="1"/>
                  </a:lnTo>
                  <a:lnTo>
                    <a:pt x="55" y="1"/>
                  </a:lnTo>
                  <a:lnTo>
                    <a:pt x="57" y="449"/>
                  </a:lnTo>
                  <a:lnTo>
                    <a:pt x="58" y="874"/>
                  </a:lnTo>
                  <a:lnTo>
                    <a:pt x="58" y="874"/>
                  </a:lnTo>
                  <a:lnTo>
                    <a:pt x="58" y="876"/>
                  </a:lnTo>
                  <a:lnTo>
                    <a:pt x="58" y="876"/>
                  </a:lnTo>
                  <a:lnTo>
                    <a:pt x="58" y="877"/>
                  </a:lnTo>
                  <a:lnTo>
                    <a:pt x="58" y="877"/>
                  </a:lnTo>
                  <a:lnTo>
                    <a:pt x="57" y="1309"/>
                  </a:lnTo>
                  <a:lnTo>
                    <a:pt x="55" y="1497"/>
                  </a:lnTo>
                  <a:lnTo>
                    <a:pt x="53" y="1663"/>
                  </a:lnTo>
                  <a:lnTo>
                    <a:pt x="50" y="1804"/>
                  </a:lnTo>
                  <a:lnTo>
                    <a:pt x="46" y="1915"/>
                  </a:lnTo>
                  <a:lnTo>
                    <a:pt x="43" y="1993"/>
                  </a:lnTo>
                  <a:lnTo>
                    <a:pt x="40" y="2020"/>
                  </a:lnTo>
                  <a:lnTo>
                    <a:pt x="36" y="2036"/>
                  </a:lnTo>
                  <a:lnTo>
                    <a:pt x="36" y="2036"/>
                  </a:lnTo>
                  <a:lnTo>
                    <a:pt x="30" y="2061"/>
                  </a:lnTo>
                  <a:lnTo>
                    <a:pt x="21" y="2082"/>
                  </a:lnTo>
                  <a:lnTo>
                    <a:pt x="12" y="2103"/>
                  </a:lnTo>
                  <a:lnTo>
                    <a:pt x="0" y="2121"/>
                  </a:lnTo>
                  <a:lnTo>
                    <a:pt x="0" y="2121"/>
                  </a:lnTo>
                  <a:lnTo>
                    <a:pt x="13" y="2101"/>
                  </a:lnTo>
                  <a:lnTo>
                    <a:pt x="23" y="2080"/>
                  </a:lnTo>
                  <a:lnTo>
                    <a:pt x="34" y="2057"/>
                  </a:lnTo>
                  <a:lnTo>
                    <a:pt x="41" y="2030"/>
                  </a:lnTo>
                  <a:lnTo>
                    <a:pt x="41" y="2030"/>
                  </a:lnTo>
                  <a:lnTo>
                    <a:pt x="44" y="2013"/>
                  </a:lnTo>
                  <a:lnTo>
                    <a:pt x="46" y="1988"/>
                  </a:lnTo>
                  <a:lnTo>
                    <a:pt x="50" y="1908"/>
                  </a:lnTo>
                  <a:lnTo>
                    <a:pt x="54" y="1797"/>
                  </a:lnTo>
                  <a:lnTo>
                    <a:pt x="57" y="1658"/>
                  </a:lnTo>
                  <a:lnTo>
                    <a:pt x="59" y="1492"/>
                  </a:lnTo>
                  <a:lnTo>
                    <a:pt x="60" y="1302"/>
                  </a:lnTo>
                  <a:lnTo>
                    <a:pt x="62" y="872"/>
                  </a:lnTo>
                  <a:lnTo>
                    <a:pt x="62" y="872"/>
                  </a:lnTo>
                  <a:lnTo>
                    <a:pt x="62" y="870"/>
                  </a:lnTo>
                  <a:lnTo>
                    <a:pt x="62" y="870"/>
                  </a:lnTo>
                  <a:lnTo>
                    <a:pt x="62" y="869"/>
                  </a:lnTo>
                  <a:lnTo>
                    <a:pt x="62" y="869"/>
                  </a:lnTo>
                  <a:lnTo>
                    <a:pt x="60" y="44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0" name="Freeform 82">
              <a:extLst>
                <a:ext uri="{FF2B5EF4-FFF2-40B4-BE49-F238E27FC236}">
                  <a16:creationId xmlns:a16="http://schemas.microsoft.com/office/drawing/2014/main" id="{EF705AEA-3E61-CD5D-EB5A-534BC0D71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515"/>
              <a:ext cx="21" cy="707"/>
            </a:xfrm>
            <a:custGeom>
              <a:avLst/>
              <a:gdLst>
                <a:gd name="T0" fmla="*/ 59 w 62"/>
                <a:gd name="T1" fmla="*/ 0 h 2121"/>
                <a:gd name="T2" fmla="*/ 55 w 62"/>
                <a:gd name="T3" fmla="*/ 1 h 2121"/>
                <a:gd name="T4" fmla="*/ 55 w 62"/>
                <a:gd name="T5" fmla="*/ 1 h 2121"/>
                <a:gd name="T6" fmla="*/ 57 w 62"/>
                <a:gd name="T7" fmla="*/ 449 h 2121"/>
                <a:gd name="T8" fmla="*/ 58 w 62"/>
                <a:gd name="T9" fmla="*/ 874 h 2121"/>
                <a:gd name="T10" fmla="*/ 58 w 62"/>
                <a:gd name="T11" fmla="*/ 874 h 2121"/>
                <a:gd name="T12" fmla="*/ 58 w 62"/>
                <a:gd name="T13" fmla="*/ 876 h 2121"/>
                <a:gd name="T14" fmla="*/ 58 w 62"/>
                <a:gd name="T15" fmla="*/ 876 h 2121"/>
                <a:gd name="T16" fmla="*/ 58 w 62"/>
                <a:gd name="T17" fmla="*/ 877 h 2121"/>
                <a:gd name="T18" fmla="*/ 58 w 62"/>
                <a:gd name="T19" fmla="*/ 877 h 2121"/>
                <a:gd name="T20" fmla="*/ 57 w 62"/>
                <a:gd name="T21" fmla="*/ 1309 h 2121"/>
                <a:gd name="T22" fmla="*/ 55 w 62"/>
                <a:gd name="T23" fmla="*/ 1497 h 2121"/>
                <a:gd name="T24" fmla="*/ 53 w 62"/>
                <a:gd name="T25" fmla="*/ 1663 h 2121"/>
                <a:gd name="T26" fmla="*/ 50 w 62"/>
                <a:gd name="T27" fmla="*/ 1804 h 2121"/>
                <a:gd name="T28" fmla="*/ 46 w 62"/>
                <a:gd name="T29" fmla="*/ 1915 h 2121"/>
                <a:gd name="T30" fmla="*/ 43 w 62"/>
                <a:gd name="T31" fmla="*/ 1993 h 2121"/>
                <a:gd name="T32" fmla="*/ 40 w 62"/>
                <a:gd name="T33" fmla="*/ 2020 h 2121"/>
                <a:gd name="T34" fmla="*/ 36 w 62"/>
                <a:gd name="T35" fmla="*/ 2036 h 2121"/>
                <a:gd name="T36" fmla="*/ 36 w 62"/>
                <a:gd name="T37" fmla="*/ 2036 h 2121"/>
                <a:gd name="T38" fmla="*/ 30 w 62"/>
                <a:gd name="T39" fmla="*/ 2061 h 2121"/>
                <a:gd name="T40" fmla="*/ 21 w 62"/>
                <a:gd name="T41" fmla="*/ 2082 h 2121"/>
                <a:gd name="T42" fmla="*/ 12 w 62"/>
                <a:gd name="T43" fmla="*/ 2103 h 2121"/>
                <a:gd name="T44" fmla="*/ 0 w 62"/>
                <a:gd name="T45" fmla="*/ 2121 h 2121"/>
                <a:gd name="T46" fmla="*/ 0 w 62"/>
                <a:gd name="T47" fmla="*/ 2121 h 2121"/>
                <a:gd name="T48" fmla="*/ 13 w 62"/>
                <a:gd name="T49" fmla="*/ 2101 h 2121"/>
                <a:gd name="T50" fmla="*/ 23 w 62"/>
                <a:gd name="T51" fmla="*/ 2080 h 2121"/>
                <a:gd name="T52" fmla="*/ 34 w 62"/>
                <a:gd name="T53" fmla="*/ 2057 h 2121"/>
                <a:gd name="T54" fmla="*/ 41 w 62"/>
                <a:gd name="T55" fmla="*/ 2030 h 2121"/>
                <a:gd name="T56" fmla="*/ 41 w 62"/>
                <a:gd name="T57" fmla="*/ 2030 h 2121"/>
                <a:gd name="T58" fmla="*/ 44 w 62"/>
                <a:gd name="T59" fmla="*/ 2013 h 2121"/>
                <a:gd name="T60" fmla="*/ 46 w 62"/>
                <a:gd name="T61" fmla="*/ 1988 h 2121"/>
                <a:gd name="T62" fmla="*/ 50 w 62"/>
                <a:gd name="T63" fmla="*/ 1908 h 2121"/>
                <a:gd name="T64" fmla="*/ 54 w 62"/>
                <a:gd name="T65" fmla="*/ 1797 h 2121"/>
                <a:gd name="T66" fmla="*/ 57 w 62"/>
                <a:gd name="T67" fmla="*/ 1658 h 2121"/>
                <a:gd name="T68" fmla="*/ 59 w 62"/>
                <a:gd name="T69" fmla="*/ 1492 h 2121"/>
                <a:gd name="T70" fmla="*/ 60 w 62"/>
                <a:gd name="T71" fmla="*/ 1302 h 2121"/>
                <a:gd name="T72" fmla="*/ 62 w 62"/>
                <a:gd name="T73" fmla="*/ 872 h 2121"/>
                <a:gd name="T74" fmla="*/ 62 w 62"/>
                <a:gd name="T75" fmla="*/ 872 h 2121"/>
                <a:gd name="T76" fmla="*/ 62 w 62"/>
                <a:gd name="T77" fmla="*/ 870 h 2121"/>
                <a:gd name="T78" fmla="*/ 62 w 62"/>
                <a:gd name="T79" fmla="*/ 870 h 2121"/>
                <a:gd name="T80" fmla="*/ 62 w 62"/>
                <a:gd name="T81" fmla="*/ 869 h 2121"/>
                <a:gd name="T82" fmla="*/ 62 w 62"/>
                <a:gd name="T83" fmla="*/ 869 h 2121"/>
                <a:gd name="T84" fmla="*/ 60 w 62"/>
                <a:gd name="T85" fmla="*/ 445 h 2121"/>
                <a:gd name="T86" fmla="*/ 59 w 62"/>
                <a:gd name="T87" fmla="*/ 0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2" h="2121">
                  <a:moveTo>
                    <a:pt x="59" y="0"/>
                  </a:moveTo>
                  <a:lnTo>
                    <a:pt x="55" y="1"/>
                  </a:lnTo>
                  <a:lnTo>
                    <a:pt x="55" y="1"/>
                  </a:lnTo>
                  <a:lnTo>
                    <a:pt x="57" y="449"/>
                  </a:lnTo>
                  <a:lnTo>
                    <a:pt x="58" y="874"/>
                  </a:lnTo>
                  <a:lnTo>
                    <a:pt x="58" y="874"/>
                  </a:lnTo>
                  <a:lnTo>
                    <a:pt x="58" y="876"/>
                  </a:lnTo>
                  <a:lnTo>
                    <a:pt x="58" y="876"/>
                  </a:lnTo>
                  <a:lnTo>
                    <a:pt x="58" y="877"/>
                  </a:lnTo>
                  <a:lnTo>
                    <a:pt x="58" y="877"/>
                  </a:lnTo>
                  <a:lnTo>
                    <a:pt x="57" y="1309"/>
                  </a:lnTo>
                  <a:lnTo>
                    <a:pt x="55" y="1497"/>
                  </a:lnTo>
                  <a:lnTo>
                    <a:pt x="53" y="1663"/>
                  </a:lnTo>
                  <a:lnTo>
                    <a:pt x="50" y="1804"/>
                  </a:lnTo>
                  <a:lnTo>
                    <a:pt x="46" y="1915"/>
                  </a:lnTo>
                  <a:lnTo>
                    <a:pt x="43" y="1993"/>
                  </a:lnTo>
                  <a:lnTo>
                    <a:pt x="40" y="2020"/>
                  </a:lnTo>
                  <a:lnTo>
                    <a:pt x="36" y="2036"/>
                  </a:lnTo>
                  <a:lnTo>
                    <a:pt x="36" y="2036"/>
                  </a:lnTo>
                  <a:lnTo>
                    <a:pt x="30" y="2061"/>
                  </a:lnTo>
                  <a:lnTo>
                    <a:pt x="21" y="2082"/>
                  </a:lnTo>
                  <a:lnTo>
                    <a:pt x="12" y="2103"/>
                  </a:lnTo>
                  <a:lnTo>
                    <a:pt x="0" y="2121"/>
                  </a:lnTo>
                  <a:lnTo>
                    <a:pt x="0" y="2121"/>
                  </a:lnTo>
                  <a:lnTo>
                    <a:pt x="13" y="2101"/>
                  </a:lnTo>
                  <a:lnTo>
                    <a:pt x="23" y="2080"/>
                  </a:lnTo>
                  <a:lnTo>
                    <a:pt x="34" y="2057"/>
                  </a:lnTo>
                  <a:lnTo>
                    <a:pt x="41" y="2030"/>
                  </a:lnTo>
                  <a:lnTo>
                    <a:pt x="41" y="2030"/>
                  </a:lnTo>
                  <a:lnTo>
                    <a:pt x="44" y="2013"/>
                  </a:lnTo>
                  <a:lnTo>
                    <a:pt x="46" y="1988"/>
                  </a:lnTo>
                  <a:lnTo>
                    <a:pt x="50" y="1908"/>
                  </a:lnTo>
                  <a:lnTo>
                    <a:pt x="54" y="1797"/>
                  </a:lnTo>
                  <a:lnTo>
                    <a:pt x="57" y="1658"/>
                  </a:lnTo>
                  <a:lnTo>
                    <a:pt x="59" y="1492"/>
                  </a:lnTo>
                  <a:lnTo>
                    <a:pt x="60" y="1302"/>
                  </a:lnTo>
                  <a:lnTo>
                    <a:pt x="62" y="872"/>
                  </a:lnTo>
                  <a:lnTo>
                    <a:pt x="62" y="872"/>
                  </a:lnTo>
                  <a:lnTo>
                    <a:pt x="62" y="870"/>
                  </a:lnTo>
                  <a:lnTo>
                    <a:pt x="62" y="870"/>
                  </a:lnTo>
                  <a:lnTo>
                    <a:pt x="62" y="869"/>
                  </a:lnTo>
                  <a:lnTo>
                    <a:pt x="62" y="869"/>
                  </a:lnTo>
                  <a:lnTo>
                    <a:pt x="60" y="445"/>
                  </a:lnTo>
                  <a:lnTo>
                    <a:pt x="5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1" name="Freeform 83">
              <a:extLst>
                <a:ext uri="{FF2B5EF4-FFF2-40B4-BE49-F238E27FC236}">
                  <a16:creationId xmlns:a16="http://schemas.microsoft.com/office/drawing/2014/main" id="{B6F4298D-7A0F-F0DB-5511-AEDF186E4D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6" y="767"/>
              <a:ext cx="756" cy="1491"/>
            </a:xfrm>
            <a:custGeom>
              <a:avLst/>
              <a:gdLst>
                <a:gd name="T0" fmla="*/ 835 w 2268"/>
                <a:gd name="T1" fmla="*/ 4465 h 4472"/>
                <a:gd name="T2" fmla="*/ 2268 w 2268"/>
                <a:gd name="T3" fmla="*/ 4366 h 4472"/>
                <a:gd name="T4" fmla="*/ 2210 w 2268"/>
                <a:gd name="T5" fmla="*/ 4423 h 4472"/>
                <a:gd name="T6" fmla="*/ 2148 w 2268"/>
                <a:gd name="T7" fmla="*/ 4453 h 4472"/>
                <a:gd name="T8" fmla="*/ 2085 w 2268"/>
                <a:gd name="T9" fmla="*/ 4465 h 4472"/>
                <a:gd name="T10" fmla="*/ 836 w 2268"/>
                <a:gd name="T11" fmla="*/ 4465 h 4472"/>
                <a:gd name="T12" fmla="*/ 2099 w 2268"/>
                <a:gd name="T13" fmla="*/ 4464 h 4472"/>
                <a:gd name="T14" fmla="*/ 2162 w 2268"/>
                <a:gd name="T15" fmla="*/ 4447 h 4472"/>
                <a:gd name="T16" fmla="*/ 2225 w 2268"/>
                <a:gd name="T17" fmla="*/ 4412 h 4472"/>
                <a:gd name="T18" fmla="*/ 2268 w 2268"/>
                <a:gd name="T19" fmla="*/ 4366 h 4472"/>
                <a:gd name="T20" fmla="*/ 4 w 2268"/>
                <a:gd name="T21" fmla="*/ 4233 h 4472"/>
                <a:gd name="T22" fmla="*/ 0 w 2268"/>
                <a:gd name="T23" fmla="*/ 4239 h 4472"/>
                <a:gd name="T24" fmla="*/ 2 w 2268"/>
                <a:gd name="T25" fmla="*/ 4306 h 4472"/>
                <a:gd name="T26" fmla="*/ 22 w 2268"/>
                <a:gd name="T27" fmla="*/ 4387 h 4472"/>
                <a:gd name="T28" fmla="*/ 47 w 2268"/>
                <a:gd name="T29" fmla="*/ 4424 h 4472"/>
                <a:gd name="T30" fmla="*/ 99 w 2268"/>
                <a:gd name="T31" fmla="*/ 4456 h 4472"/>
                <a:gd name="T32" fmla="*/ 210 w 2268"/>
                <a:gd name="T33" fmla="*/ 4470 h 4472"/>
                <a:gd name="T34" fmla="*/ 434 w 2268"/>
                <a:gd name="T35" fmla="*/ 4472 h 4472"/>
                <a:gd name="T36" fmla="*/ 578 w 2268"/>
                <a:gd name="T37" fmla="*/ 4472 h 4472"/>
                <a:gd name="T38" fmla="*/ 589 w 2268"/>
                <a:gd name="T39" fmla="*/ 4465 h 4472"/>
                <a:gd name="T40" fmla="*/ 589 w 2268"/>
                <a:gd name="T41" fmla="*/ 4465 h 4472"/>
                <a:gd name="T42" fmla="*/ 589 w 2268"/>
                <a:gd name="T43" fmla="*/ 4465 h 4472"/>
                <a:gd name="T44" fmla="*/ 439 w 2268"/>
                <a:gd name="T45" fmla="*/ 4465 h 4472"/>
                <a:gd name="T46" fmla="*/ 213 w 2268"/>
                <a:gd name="T47" fmla="*/ 4465 h 4472"/>
                <a:gd name="T48" fmla="*/ 102 w 2268"/>
                <a:gd name="T49" fmla="*/ 4450 h 4472"/>
                <a:gd name="T50" fmla="*/ 51 w 2268"/>
                <a:gd name="T51" fmla="*/ 4419 h 4472"/>
                <a:gd name="T52" fmla="*/ 26 w 2268"/>
                <a:gd name="T53" fmla="*/ 4382 h 4472"/>
                <a:gd name="T54" fmla="*/ 5 w 2268"/>
                <a:gd name="T55" fmla="*/ 4299 h 4472"/>
                <a:gd name="T56" fmla="*/ 4 w 2268"/>
                <a:gd name="T57" fmla="*/ 4233 h 4472"/>
                <a:gd name="T58" fmla="*/ 9 w 2268"/>
                <a:gd name="T59" fmla="*/ 3409 h 4472"/>
                <a:gd name="T60" fmla="*/ 7 w 2268"/>
                <a:gd name="T61" fmla="*/ 3533 h 4472"/>
                <a:gd name="T62" fmla="*/ 3 w 2268"/>
                <a:gd name="T63" fmla="*/ 3539 h 4472"/>
                <a:gd name="T64" fmla="*/ 2 w 2268"/>
                <a:gd name="T65" fmla="*/ 3729 h 4472"/>
                <a:gd name="T66" fmla="*/ 7 w 2268"/>
                <a:gd name="T67" fmla="*/ 3533 h 4472"/>
                <a:gd name="T68" fmla="*/ 9 w 2268"/>
                <a:gd name="T69" fmla="*/ 3409 h 4472"/>
                <a:gd name="T70" fmla="*/ 8 w 2268"/>
                <a:gd name="T71" fmla="*/ 2834 h 4472"/>
                <a:gd name="T72" fmla="*/ 4 w 2268"/>
                <a:gd name="T73" fmla="*/ 2841 h 4472"/>
                <a:gd name="T74" fmla="*/ 8 w 2268"/>
                <a:gd name="T75" fmla="*/ 2834 h 4472"/>
                <a:gd name="T76" fmla="*/ 9 w 2268"/>
                <a:gd name="T77" fmla="*/ 2704 h 4472"/>
                <a:gd name="T78" fmla="*/ 40 w 2268"/>
                <a:gd name="T79" fmla="*/ 22 h 4472"/>
                <a:gd name="T80" fmla="*/ 10 w 2268"/>
                <a:gd name="T81" fmla="*/ 104 h 4472"/>
                <a:gd name="T82" fmla="*/ 2 w 2268"/>
                <a:gd name="T83" fmla="*/ 252 h 4472"/>
                <a:gd name="T84" fmla="*/ 5 w 2268"/>
                <a:gd name="T85" fmla="*/ 421 h 4472"/>
                <a:gd name="T86" fmla="*/ 10 w 2268"/>
                <a:gd name="T87" fmla="*/ 1413 h 4472"/>
                <a:gd name="T88" fmla="*/ 7 w 2268"/>
                <a:gd name="T89" fmla="*/ 1947 h 4472"/>
                <a:gd name="T90" fmla="*/ 5 w 2268"/>
                <a:gd name="T91" fmla="*/ 2175 h 4472"/>
                <a:gd name="T92" fmla="*/ 10 w 2268"/>
                <a:gd name="T93" fmla="*/ 1948 h 4472"/>
                <a:gd name="T94" fmla="*/ 9 w 2268"/>
                <a:gd name="T95" fmla="*/ 416 h 4472"/>
                <a:gd name="T96" fmla="*/ 5 w 2268"/>
                <a:gd name="T97" fmla="*/ 245 h 4472"/>
                <a:gd name="T98" fmla="*/ 14 w 2268"/>
                <a:gd name="T99" fmla="*/ 97 h 4472"/>
                <a:gd name="T100" fmla="*/ 44 w 2268"/>
                <a:gd name="T101" fmla="*/ 17 h 4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8" h="4472">
                  <a:moveTo>
                    <a:pt x="835" y="4465"/>
                  </a:moveTo>
                  <a:lnTo>
                    <a:pt x="835" y="4465"/>
                  </a:lnTo>
                  <a:lnTo>
                    <a:pt x="835" y="4465"/>
                  </a:lnTo>
                  <a:lnTo>
                    <a:pt x="835" y="4465"/>
                  </a:lnTo>
                  <a:lnTo>
                    <a:pt x="835" y="4465"/>
                  </a:lnTo>
                  <a:lnTo>
                    <a:pt x="835" y="4465"/>
                  </a:lnTo>
                  <a:close/>
                  <a:moveTo>
                    <a:pt x="2268" y="4366"/>
                  </a:moveTo>
                  <a:lnTo>
                    <a:pt x="2268" y="4366"/>
                  </a:lnTo>
                  <a:lnTo>
                    <a:pt x="2256" y="4382"/>
                  </a:lnTo>
                  <a:lnTo>
                    <a:pt x="2240" y="4399"/>
                  </a:lnTo>
                  <a:lnTo>
                    <a:pt x="2225" y="4412"/>
                  </a:lnTo>
                  <a:lnTo>
                    <a:pt x="2210" y="4423"/>
                  </a:lnTo>
                  <a:lnTo>
                    <a:pt x="2194" y="4433"/>
                  </a:lnTo>
                  <a:lnTo>
                    <a:pt x="2178" y="4441"/>
                  </a:lnTo>
                  <a:lnTo>
                    <a:pt x="2162" y="4447"/>
                  </a:lnTo>
                  <a:lnTo>
                    <a:pt x="2148" y="4453"/>
                  </a:lnTo>
                  <a:lnTo>
                    <a:pt x="2134" y="4458"/>
                  </a:lnTo>
                  <a:lnTo>
                    <a:pt x="2120" y="4460"/>
                  </a:lnTo>
                  <a:lnTo>
                    <a:pt x="2099" y="4464"/>
                  </a:lnTo>
                  <a:lnTo>
                    <a:pt x="2085" y="4465"/>
                  </a:lnTo>
                  <a:lnTo>
                    <a:pt x="2078" y="4465"/>
                  </a:lnTo>
                  <a:lnTo>
                    <a:pt x="2078" y="4465"/>
                  </a:lnTo>
                  <a:lnTo>
                    <a:pt x="836" y="4465"/>
                  </a:lnTo>
                  <a:lnTo>
                    <a:pt x="836" y="4465"/>
                  </a:lnTo>
                  <a:lnTo>
                    <a:pt x="2078" y="4465"/>
                  </a:lnTo>
                  <a:lnTo>
                    <a:pt x="2078" y="4465"/>
                  </a:lnTo>
                  <a:lnTo>
                    <a:pt x="2085" y="4465"/>
                  </a:lnTo>
                  <a:lnTo>
                    <a:pt x="2099" y="4464"/>
                  </a:lnTo>
                  <a:lnTo>
                    <a:pt x="2120" y="4460"/>
                  </a:lnTo>
                  <a:lnTo>
                    <a:pt x="2134" y="4458"/>
                  </a:lnTo>
                  <a:lnTo>
                    <a:pt x="2148" y="4453"/>
                  </a:lnTo>
                  <a:lnTo>
                    <a:pt x="2162" y="4447"/>
                  </a:lnTo>
                  <a:lnTo>
                    <a:pt x="2178" y="4441"/>
                  </a:lnTo>
                  <a:lnTo>
                    <a:pt x="2194" y="4433"/>
                  </a:lnTo>
                  <a:lnTo>
                    <a:pt x="2210" y="4423"/>
                  </a:lnTo>
                  <a:lnTo>
                    <a:pt x="2225" y="4412"/>
                  </a:lnTo>
                  <a:lnTo>
                    <a:pt x="2240" y="4399"/>
                  </a:lnTo>
                  <a:lnTo>
                    <a:pt x="2256" y="4382"/>
                  </a:lnTo>
                  <a:lnTo>
                    <a:pt x="2268" y="4366"/>
                  </a:lnTo>
                  <a:lnTo>
                    <a:pt x="2268" y="4366"/>
                  </a:lnTo>
                  <a:close/>
                  <a:moveTo>
                    <a:pt x="5" y="4124"/>
                  </a:moveTo>
                  <a:lnTo>
                    <a:pt x="5" y="4133"/>
                  </a:lnTo>
                  <a:lnTo>
                    <a:pt x="5" y="4133"/>
                  </a:lnTo>
                  <a:lnTo>
                    <a:pt x="4" y="4233"/>
                  </a:lnTo>
                  <a:lnTo>
                    <a:pt x="4" y="4233"/>
                  </a:lnTo>
                  <a:lnTo>
                    <a:pt x="0" y="4233"/>
                  </a:lnTo>
                  <a:lnTo>
                    <a:pt x="0" y="4233"/>
                  </a:lnTo>
                  <a:lnTo>
                    <a:pt x="0" y="4239"/>
                  </a:lnTo>
                  <a:lnTo>
                    <a:pt x="0" y="4239"/>
                  </a:lnTo>
                  <a:lnTo>
                    <a:pt x="0" y="4290"/>
                  </a:lnTo>
                  <a:lnTo>
                    <a:pt x="0" y="4290"/>
                  </a:lnTo>
                  <a:lnTo>
                    <a:pt x="2" y="4306"/>
                  </a:lnTo>
                  <a:lnTo>
                    <a:pt x="4" y="4322"/>
                  </a:lnTo>
                  <a:lnTo>
                    <a:pt x="8" y="4343"/>
                  </a:lnTo>
                  <a:lnTo>
                    <a:pt x="14" y="4366"/>
                  </a:lnTo>
                  <a:lnTo>
                    <a:pt x="22" y="4387"/>
                  </a:lnTo>
                  <a:lnTo>
                    <a:pt x="27" y="4398"/>
                  </a:lnTo>
                  <a:lnTo>
                    <a:pt x="33" y="4408"/>
                  </a:lnTo>
                  <a:lnTo>
                    <a:pt x="40" y="4417"/>
                  </a:lnTo>
                  <a:lnTo>
                    <a:pt x="47" y="4424"/>
                  </a:lnTo>
                  <a:lnTo>
                    <a:pt x="47" y="4424"/>
                  </a:lnTo>
                  <a:lnTo>
                    <a:pt x="64" y="4437"/>
                  </a:lnTo>
                  <a:lnTo>
                    <a:pt x="81" y="4449"/>
                  </a:lnTo>
                  <a:lnTo>
                    <a:pt x="99" y="4456"/>
                  </a:lnTo>
                  <a:lnTo>
                    <a:pt x="120" y="4463"/>
                  </a:lnTo>
                  <a:lnTo>
                    <a:pt x="144" y="4467"/>
                  </a:lnTo>
                  <a:lnTo>
                    <a:pt x="174" y="4469"/>
                  </a:lnTo>
                  <a:lnTo>
                    <a:pt x="210" y="4470"/>
                  </a:lnTo>
                  <a:lnTo>
                    <a:pt x="253" y="4472"/>
                  </a:lnTo>
                  <a:lnTo>
                    <a:pt x="253" y="4472"/>
                  </a:lnTo>
                  <a:lnTo>
                    <a:pt x="434" y="4472"/>
                  </a:lnTo>
                  <a:lnTo>
                    <a:pt x="434" y="4472"/>
                  </a:lnTo>
                  <a:lnTo>
                    <a:pt x="567" y="4472"/>
                  </a:lnTo>
                  <a:lnTo>
                    <a:pt x="567" y="4472"/>
                  </a:lnTo>
                  <a:lnTo>
                    <a:pt x="578" y="4472"/>
                  </a:lnTo>
                  <a:lnTo>
                    <a:pt x="578" y="4472"/>
                  </a:lnTo>
                  <a:lnTo>
                    <a:pt x="571" y="4465"/>
                  </a:lnTo>
                  <a:lnTo>
                    <a:pt x="571" y="4465"/>
                  </a:lnTo>
                  <a:lnTo>
                    <a:pt x="589" y="4465"/>
                  </a:lnTo>
                  <a:lnTo>
                    <a:pt x="589" y="4465"/>
                  </a:lnTo>
                  <a:lnTo>
                    <a:pt x="615" y="4472"/>
                  </a:lnTo>
                  <a:lnTo>
                    <a:pt x="615" y="4472"/>
                  </a:lnTo>
                  <a:lnTo>
                    <a:pt x="615" y="4472"/>
                  </a:lnTo>
                  <a:lnTo>
                    <a:pt x="589" y="4465"/>
                  </a:lnTo>
                  <a:lnTo>
                    <a:pt x="589" y="4465"/>
                  </a:lnTo>
                  <a:lnTo>
                    <a:pt x="691" y="4465"/>
                  </a:lnTo>
                  <a:lnTo>
                    <a:pt x="691" y="4465"/>
                  </a:lnTo>
                  <a:lnTo>
                    <a:pt x="589" y="4465"/>
                  </a:lnTo>
                  <a:lnTo>
                    <a:pt x="589" y="4465"/>
                  </a:lnTo>
                  <a:lnTo>
                    <a:pt x="571" y="4465"/>
                  </a:lnTo>
                  <a:lnTo>
                    <a:pt x="571" y="4465"/>
                  </a:lnTo>
                  <a:lnTo>
                    <a:pt x="439" y="4465"/>
                  </a:lnTo>
                  <a:lnTo>
                    <a:pt x="439" y="4465"/>
                  </a:lnTo>
                  <a:lnTo>
                    <a:pt x="257" y="4465"/>
                  </a:lnTo>
                  <a:lnTo>
                    <a:pt x="257" y="4465"/>
                  </a:lnTo>
                  <a:lnTo>
                    <a:pt x="213" y="4465"/>
                  </a:lnTo>
                  <a:lnTo>
                    <a:pt x="178" y="4464"/>
                  </a:lnTo>
                  <a:lnTo>
                    <a:pt x="148" y="4460"/>
                  </a:lnTo>
                  <a:lnTo>
                    <a:pt x="124" y="4456"/>
                  </a:lnTo>
                  <a:lnTo>
                    <a:pt x="102" y="4450"/>
                  </a:lnTo>
                  <a:lnTo>
                    <a:pt x="84" y="4442"/>
                  </a:lnTo>
                  <a:lnTo>
                    <a:pt x="68" y="4432"/>
                  </a:lnTo>
                  <a:lnTo>
                    <a:pt x="51" y="4419"/>
                  </a:lnTo>
                  <a:lnTo>
                    <a:pt x="51" y="4419"/>
                  </a:lnTo>
                  <a:lnTo>
                    <a:pt x="44" y="4412"/>
                  </a:lnTo>
                  <a:lnTo>
                    <a:pt x="37" y="4403"/>
                  </a:lnTo>
                  <a:lnTo>
                    <a:pt x="31" y="4392"/>
                  </a:lnTo>
                  <a:lnTo>
                    <a:pt x="26" y="4382"/>
                  </a:lnTo>
                  <a:lnTo>
                    <a:pt x="18" y="4359"/>
                  </a:lnTo>
                  <a:lnTo>
                    <a:pt x="12" y="4338"/>
                  </a:lnTo>
                  <a:lnTo>
                    <a:pt x="8" y="4317"/>
                  </a:lnTo>
                  <a:lnTo>
                    <a:pt x="5" y="4299"/>
                  </a:lnTo>
                  <a:lnTo>
                    <a:pt x="4" y="4284"/>
                  </a:lnTo>
                  <a:lnTo>
                    <a:pt x="4" y="4284"/>
                  </a:lnTo>
                  <a:lnTo>
                    <a:pt x="4" y="4233"/>
                  </a:lnTo>
                  <a:lnTo>
                    <a:pt x="4" y="4233"/>
                  </a:lnTo>
                  <a:lnTo>
                    <a:pt x="5" y="4133"/>
                  </a:lnTo>
                  <a:lnTo>
                    <a:pt x="5" y="4124"/>
                  </a:lnTo>
                  <a:lnTo>
                    <a:pt x="5" y="4124"/>
                  </a:lnTo>
                  <a:close/>
                  <a:moveTo>
                    <a:pt x="9" y="3409"/>
                  </a:moveTo>
                  <a:lnTo>
                    <a:pt x="7" y="3421"/>
                  </a:lnTo>
                  <a:lnTo>
                    <a:pt x="7" y="3421"/>
                  </a:lnTo>
                  <a:lnTo>
                    <a:pt x="7" y="3533"/>
                  </a:lnTo>
                  <a:lnTo>
                    <a:pt x="7" y="3533"/>
                  </a:lnTo>
                  <a:lnTo>
                    <a:pt x="3" y="3530"/>
                  </a:lnTo>
                  <a:lnTo>
                    <a:pt x="3" y="3530"/>
                  </a:lnTo>
                  <a:lnTo>
                    <a:pt x="3" y="3539"/>
                  </a:lnTo>
                  <a:lnTo>
                    <a:pt x="3" y="3539"/>
                  </a:lnTo>
                  <a:lnTo>
                    <a:pt x="2" y="3720"/>
                  </a:lnTo>
                  <a:lnTo>
                    <a:pt x="0" y="3728"/>
                  </a:lnTo>
                  <a:lnTo>
                    <a:pt x="0" y="3728"/>
                  </a:lnTo>
                  <a:lnTo>
                    <a:pt x="2" y="3729"/>
                  </a:lnTo>
                  <a:lnTo>
                    <a:pt x="2" y="3729"/>
                  </a:lnTo>
                  <a:lnTo>
                    <a:pt x="7" y="3714"/>
                  </a:lnTo>
                  <a:lnTo>
                    <a:pt x="7" y="3714"/>
                  </a:lnTo>
                  <a:lnTo>
                    <a:pt x="7" y="3533"/>
                  </a:lnTo>
                  <a:lnTo>
                    <a:pt x="7" y="3533"/>
                  </a:lnTo>
                  <a:lnTo>
                    <a:pt x="7" y="3421"/>
                  </a:lnTo>
                  <a:lnTo>
                    <a:pt x="9" y="3409"/>
                  </a:lnTo>
                  <a:lnTo>
                    <a:pt x="9" y="3409"/>
                  </a:lnTo>
                  <a:close/>
                  <a:moveTo>
                    <a:pt x="9" y="2704"/>
                  </a:moveTo>
                  <a:lnTo>
                    <a:pt x="9" y="2718"/>
                  </a:lnTo>
                  <a:lnTo>
                    <a:pt x="9" y="2718"/>
                  </a:lnTo>
                  <a:lnTo>
                    <a:pt x="8" y="2834"/>
                  </a:lnTo>
                  <a:lnTo>
                    <a:pt x="4" y="2834"/>
                  </a:lnTo>
                  <a:lnTo>
                    <a:pt x="4" y="2834"/>
                  </a:lnTo>
                  <a:lnTo>
                    <a:pt x="4" y="2841"/>
                  </a:lnTo>
                  <a:lnTo>
                    <a:pt x="4" y="2841"/>
                  </a:lnTo>
                  <a:lnTo>
                    <a:pt x="4" y="2888"/>
                  </a:lnTo>
                  <a:lnTo>
                    <a:pt x="8" y="2887"/>
                  </a:lnTo>
                  <a:lnTo>
                    <a:pt x="8" y="2887"/>
                  </a:lnTo>
                  <a:lnTo>
                    <a:pt x="8" y="2834"/>
                  </a:lnTo>
                  <a:lnTo>
                    <a:pt x="8" y="2834"/>
                  </a:lnTo>
                  <a:lnTo>
                    <a:pt x="9" y="2718"/>
                  </a:lnTo>
                  <a:lnTo>
                    <a:pt x="9" y="2704"/>
                  </a:lnTo>
                  <a:lnTo>
                    <a:pt x="9" y="2704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45" y="1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27" y="50"/>
                  </a:lnTo>
                  <a:lnTo>
                    <a:pt x="18" y="77"/>
                  </a:lnTo>
                  <a:lnTo>
                    <a:pt x="10" y="104"/>
                  </a:lnTo>
                  <a:lnTo>
                    <a:pt x="5" y="133"/>
                  </a:lnTo>
                  <a:lnTo>
                    <a:pt x="2" y="166"/>
                  </a:lnTo>
                  <a:lnTo>
                    <a:pt x="0" y="205"/>
                  </a:lnTo>
                  <a:lnTo>
                    <a:pt x="2" y="252"/>
                  </a:lnTo>
                  <a:lnTo>
                    <a:pt x="4" y="308"/>
                  </a:lnTo>
                  <a:lnTo>
                    <a:pt x="4" y="308"/>
                  </a:lnTo>
                  <a:lnTo>
                    <a:pt x="5" y="346"/>
                  </a:lnTo>
                  <a:lnTo>
                    <a:pt x="5" y="421"/>
                  </a:lnTo>
                  <a:lnTo>
                    <a:pt x="7" y="658"/>
                  </a:lnTo>
                  <a:lnTo>
                    <a:pt x="7" y="1409"/>
                  </a:lnTo>
                  <a:lnTo>
                    <a:pt x="7" y="1409"/>
                  </a:lnTo>
                  <a:lnTo>
                    <a:pt x="10" y="1413"/>
                  </a:lnTo>
                  <a:lnTo>
                    <a:pt x="10" y="1413"/>
                  </a:lnTo>
                  <a:lnTo>
                    <a:pt x="10" y="1948"/>
                  </a:lnTo>
                  <a:lnTo>
                    <a:pt x="10" y="1948"/>
                  </a:lnTo>
                  <a:lnTo>
                    <a:pt x="7" y="1947"/>
                  </a:lnTo>
                  <a:lnTo>
                    <a:pt x="7" y="1947"/>
                  </a:lnTo>
                  <a:lnTo>
                    <a:pt x="7" y="1955"/>
                  </a:lnTo>
                  <a:lnTo>
                    <a:pt x="7" y="1955"/>
                  </a:lnTo>
                  <a:lnTo>
                    <a:pt x="5" y="2175"/>
                  </a:lnTo>
                  <a:lnTo>
                    <a:pt x="9" y="2172"/>
                  </a:lnTo>
                  <a:lnTo>
                    <a:pt x="9" y="2172"/>
                  </a:lnTo>
                  <a:lnTo>
                    <a:pt x="10" y="1948"/>
                  </a:lnTo>
                  <a:lnTo>
                    <a:pt x="10" y="1948"/>
                  </a:lnTo>
                  <a:lnTo>
                    <a:pt x="10" y="1413"/>
                  </a:lnTo>
                  <a:lnTo>
                    <a:pt x="10" y="1413"/>
                  </a:lnTo>
                  <a:lnTo>
                    <a:pt x="10" y="656"/>
                  </a:lnTo>
                  <a:lnTo>
                    <a:pt x="9" y="416"/>
                  </a:lnTo>
                  <a:lnTo>
                    <a:pt x="9" y="341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5" y="245"/>
                  </a:lnTo>
                  <a:lnTo>
                    <a:pt x="4" y="199"/>
                  </a:lnTo>
                  <a:lnTo>
                    <a:pt x="5" y="160"/>
                  </a:lnTo>
                  <a:lnTo>
                    <a:pt x="9" y="127"/>
                  </a:lnTo>
                  <a:lnTo>
                    <a:pt x="14" y="97"/>
                  </a:lnTo>
                  <a:lnTo>
                    <a:pt x="22" y="70"/>
                  </a:lnTo>
                  <a:lnTo>
                    <a:pt x="31" y="4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2" name="Freeform 84">
              <a:extLst>
                <a:ext uri="{FF2B5EF4-FFF2-40B4-BE49-F238E27FC236}">
                  <a16:creationId xmlns:a16="http://schemas.microsoft.com/office/drawing/2014/main" id="{4EEBAF7A-10EA-9C88-0508-B7F1350E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3" name="Freeform 85">
              <a:extLst>
                <a:ext uri="{FF2B5EF4-FFF2-40B4-BE49-F238E27FC236}">
                  <a16:creationId xmlns:a16="http://schemas.microsoft.com/office/drawing/2014/main" id="{5D550871-5E55-32E9-3B63-2D675EDE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222"/>
              <a:ext cx="477" cy="33"/>
            </a:xfrm>
            <a:custGeom>
              <a:avLst/>
              <a:gdLst>
                <a:gd name="T0" fmla="*/ 1432 w 1432"/>
                <a:gd name="T1" fmla="*/ 0 h 99"/>
                <a:gd name="T2" fmla="*/ 1432 w 1432"/>
                <a:gd name="T3" fmla="*/ 0 h 99"/>
                <a:gd name="T4" fmla="*/ 1420 w 1432"/>
                <a:gd name="T5" fmla="*/ 16 h 99"/>
                <a:gd name="T6" fmla="*/ 1404 w 1432"/>
                <a:gd name="T7" fmla="*/ 33 h 99"/>
                <a:gd name="T8" fmla="*/ 1389 w 1432"/>
                <a:gd name="T9" fmla="*/ 46 h 99"/>
                <a:gd name="T10" fmla="*/ 1374 w 1432"/>
                <a:gd name="T11" fmla="*/ 57 h 99"/>
                <a:gd name="T12" fmla="*/ 1358 w 1432"/>
                <a:gd name="T13" fmla="*/ 67 h 99"/>
                <a:gd name="T14" fmla="*/ 1342 w 1432"/>
                <a:gd name="T15" fmla="*/ 75 h 99"/>
                <a:gd name="T16" fmla="*/ 1326 w 1432"/>
                <a:gd name="T17" fmla="*/ 81 h 99"/>
                <a:gd name="T18" fmla="*/ 1312 w 1432"/>
                <a:gd name="T19" fmla="*/ 87 h 99"/>
                <a:gd name="T20" fmla="*/ 1298 w 1432"/>
                <a:gd name="T21" fmla="*/ 92 h 99"/>
                <a:gd name="T22" fmla="*/ 1284 w 1432"/>
                <a:gd name="T23" fmla="*/ 94 h 99"/>
                <a:gd name="T24" fmla="*/ 1263 w 1432"/>
                <a:gd name="T25" fmla="*/ 98 h 99"/>
                <a:gd name="T26" fmla="*/ 1249 w 1432"/>
                <a:gd name="T27" fmla="*/ 99 h 99"/>
                <a:gd name="T28" fmla="*/ 1242 w 1432"/>
                <a:gd name="T29" fmla="*/ 99 h 99"/>
                <a:gd name="T30" fmla="*/ 1242 w 1432"/>
                <a:gd name="T31" fmla="*/ 99 h 99"/>
                <a:gd name="T32" fmla="*/ 0 w 1432"/>
                <a:gd name="T33" fmla="*/ 99 h 99"/>
                <a:gd name="T34" fmla="*/ 0 w 1432"/>
                <a:gd name="T35" fmla="*/ 99 h 99"/>
                <a:gd name="T36" fmla="*/ 1242 w 1432"/>
                <a:gd name="T37" fmla="*/ 99 h 99"/>
                <a:gd name="T38" fmla="*/ 1242 w 1432"/>
                <a:gd name="T39" fmla="*/ 99 h 99"/>
                <a:gd name="T40" fmla="*/ 1249 w 1432"/>
                <a:gd name="T41" fmla="*/ 99 h 99"/>
                <a:gd name="T42" fmla="*/ 1263 w 1432"/>
                <a:gd name="T43" fmla="*/ 98 h 99"/>
                <a:gd name="T44" fmla="*/ 1284 w 1432"/>
                <a:gd name="T45" fmla="*/ 94 h 99"/>
                <a:gd name="T46" fmla="*/ 1298 w 1432"/>
                <a:gd name="T47" fmla="*/ 92 h 99"/>
                <a:gd name="T48" fmla="*/ 1312 w 1432"/>
                <a:gd name="T49" fmla="*/ 87 h 99"/>
                <a:gd name="T50" fmla="*/ 1326 w 1432"/>
                <a:gd name="T51" fmla="*/ 81 h 99"/>
                <a:gd name="T52" fmla="*/ 1342 w 1432"/>
                <a:gd name="T53" fmla="*/ 75 h 99"/>
                <a:gd name="T54" fmla="*/ 1358 w 1432"/>
                <a:gd name="T55" fmla="*/ 67 h 99"/>
                <a:gd name="T56" fmla="*/ 1374 w 1432"/>
                <a:gd name="T57" fmla="*/ 57 h 99"/>
                <a:gd name="T58" fmla="*/ 1389 w 1432"/>
                <a:gd name="T59" fmla="*/ 46 h 99"/>
                <a:gd name="T60" fmla="*/ 1404 w 1432"/>
                <a:gd name="T61" fmla="*/ 33 h 99"/>
                <a:gd name="T62" fmla="*/ 1420 w 1432"/>
                <a:gd name="T63" fmla="*/ 16 h 99"/>
                <a:gd name="T64" fmla="*/ 1432 w 1432"/>
                <a:gd name="T65" fmla="*/ 0 h 99"/>
                <a:gd name="T66" fmla="*/ 1432 w 1432"/>
                <a:gd name="T6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32" h="99">
                  <a:moveTo>
                    <a:pt x="1432" y="0"/>
                  </a:moveTo>
                  <a:lnTo>
                    <a:pt x="1432" y="0"/>
                  </a:lnTo>
                  <a:lnTo>
                    <a:pt x="1420" y="16"/>
                  </a:lnTo>
                  <a:lnTo>
                    <a:pt x="1404" y="33"/>
                  </a:lnTo>
                  <a:lnTo>
                    <a:pt x="1389" y="46"/>
                  </a:lnTo>
                  <a:lnTo>
                    <a:pt x="1374" y="57"/>
                  </a:lnTo>
                  <a:lnTo>
                    <a:pt x="1358" y="67"/>
                  </a:lnTo>
                  <a:lnTo>
                    <a:pt x="1342" y="75"/>
                  </a:lnTo>
                  <a:lnTo>
                    <a:pt x="1326" y="81"/>
                  </a:lnTo>
                  <a:lnTo>
                    <a:pt x="1312" y="87"/>
                  </a:lnTo>
                  <a:lnTo>
                    <a:pt x="1298" y="92"/>
                  </a:lnTo>
                  <a:lnTo>
                    <a:pt x="1284" y="94"/>
                  </a:lnTo>
                  <a:lnTo>
                    <a:pt x="1263" y="98"/>
                  </a:lnTo>
                  <a:lnTo>
                    <a:pt x="1249" y="99"/>
                  </a:lnTo>
                  <a:lnTo>
                    <a:pt x="1242" y="99"/>
                  </a:lnTo>
                  <a:lnTo>
                    <a:pt x="124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1242" y="99"/>
                  </a:lnTo>
                  <a:lnTo>
                    <a:pt x="1242" y="99"/>
                  </a:lnTo>
                  <a:lnTo>
                    <a:pt x="1249" y="99"/>
                  </a:lnTo>
                  <a:lnTo>
                    <a:pt x="1263" y="98"/>
                  </a:lnTo>
                  <a:lnTo>
                    <a:pt x="1284" y="94"/>
                  </a:lnTo>
                  <a:lnTo>
                    <a:pt x="1298" y="92"/>
                  </a:lnTo>
                  <a:lnTo>
                    <a:pt x="1312" y="87"/>
                  </a:lnTo>
                  <a:lnTo>
                    <a:pt x="1326" y="81"/>
                  </a:lnTo>
                  <a:lnTo>
                    <a:pt x="1342" y="75"/>
                  </a:lnTo>
                  <a:lnTo>
                    <a:pt x="1358" y="67"/>
                  </a:lnTo>
                  <a:lnTo>
                    <a:pt x="1374" y="57"/>
                  </a:lnTo>
                  <a:lnTo>
                    <a:pt x="1389" y="46"/>
                  </a:lnTo>
                  <a:lnTo>
                    <a:pt x="1404" y="33"/>
                  </a:lnTo>
                  <a:lnTo>
                    <a:pt x="1420" y="16"/>
                  </a:lnTo>
                  <a:lnTo>
                    <a:pt x="1432" y="0"/>
                  </a:lnTo>
                  <a:lnTo>
                    <a:pt x="14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4" name="Freeform 86">
              <a:extLst>
                <a:ext uri="{FF2B5EF4-FFF2-40B4-BE49-F238E27FC236}">
                  <a16:creationId xmlns:a16="http://schemas.microsoft.com/office/drawing/2014/main" id="{BC8BFF66-6690-DAA4-4853-1FF4F55AD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42"/>
              <a:ext cx="230" cy="116"/>
            </a:xfrm>
            <a:custGeom>
              <a:avLst/>
              <a:gdLst>
                <a:gd name="T0" fmla="*/ 5 w 691"/>
                <a:gd name="T1" fmla="*/ 9 h 348"/>
                <a:gd name="T2" fmla="*/ 4 w 691"/>
                <a:gd name="T3" fmla="*/ 109 h 348"/>
                <a:gd name="T4" fmla="*/ 0 w 691"/>
                <a:gd name="T5" fmla="*/ 109 h 348"/>
                <a:gd name="T6" fmla="*/ 0 w 691"/>
                <a:gd name="T7" fmla="*/ 115 h 348"/>
                <a:gd name="T8" fmla="*/ 0 w 691"/>
                <a:gd name="T9" fmla="*/ 166 h 348"/>
                <a:gd name="T10" fmla="*/ 2 w 691"/>
                <a:gd name="T11" fmla="*/ 182 h 348"/>
                <a:gd name="T12" fmla="*/ 8 w 691"/>
                <a:gd name="T13" fmla="*/ 219 h 348"/>
                <a:gd name="T14" fmla="*/ 22 w 691"/>
                <a:gd name="T15" fmla="*/ 263 h 348"/>
                <a:gd name="T16" fmla="*/ 33 w 691"/>
                <a:gd name="T17" fmla="*/ 284 h 348"/>
                <a:gd name="T18" fmla="*/ 47 w 691"/>
                <a:gd name="T19" fmla="*/ 300 h 348"/>
                <a:gd name="T20" fmla="*/ 64 w 691"/>
                <a:gd name="T21" fmla="*/ 313 h 348"/>
                <a:gd name="T22" fmla="*/ 99 w 691"/>
                <a:gd name="T23" fmla="*/ 332 h 348"/>
                <a:gd name="T24" fmla="*/ 144 w 691"/>
                <a:gd name="T25" fmla="*/ 343 h 348"/>
                <a:gd name="T26" fmla="*/ 210 w 691"/>
                <a:gd name="T27" fmla="*/ 346 h 348"/>
                <a:gd name="T28" fmla="*/ 253 w 691"/>
                <a:gd name="T29" fmla="*/ 348 h 348"/>
                <a:gd name="T30" fmla="*/ 434 w 691"/>
                <a:gd name="T31" fmla="*/ 348 h 348"/>
                <a:gd name="T32" fmla="*/ 567 w 691"/>
                <a:gd name="T33" fmla="*/ 348 h 348"/>
                <a:gd name="T34" fmla="*/ 578 w 691"/>
                <a:gd name="T35" fmla="*/ 348 h 348"/>
                <a:gd name="T36" fmla="*/ 571 w 691"/>
                <a:gd name="T37" fmla="*/ 341 h 348"/>
                <a:gd name="T38" fmla="*/ 589 w 691"/>
                <a:gd name="T39" fmla="*/ 341 h 348"/>
                <a:gd name="T40" fmla="*/ 615 w 691"/>
                <a:gd name="T41" fmla="*/ 348 h 348"/>
                <a:gd name="T42" fmla="*/ 589 w 691"/>
                <a:gd name="T43" fmla="*/ 341 h 348"/>
                <a:gd name="T44" fmla="*/ 691 w 691"/>
                <a:gd name="T45" fmla="*/ 341 h 348"/>
                <a:gd name="T46" fmla="*/ 589 w 691"/>
                <a:gd name="T47" fmla="*/ 341 h 348"/>
                <a:gd name="T48" fmla="*/ 571 w 691"/>
                <a:gd name="T49" fmla="*/ 341 h 348"/>
                <a:gd name="T50" fmla="*/ 439 w 691"/>
                <a:gd name="T51" fmla="*/ 341 h 348"/>
                <a:gd name="T52" fmla="*/ 257 w 691"/>
                <a:gd name="T53" fmla="*/ 341 h 348"/>
                <a:gd name="T54" fmla="*/ 213 w 691"/>
                <a:gd name="T55" fmla="*/ 341 h 348"/>
                <a:gd name="T56" fmla="*/ 148 w 691"/>
                <a:gd name="T57" fmla="*/ 336 h 348"/>
                <a:gd name="T58" fmla="*/ 102 w 691"/>
                <a:gd name="T59" fmla="*/ 326 h 348"/>
                <a:gd name="T60" fmla="*/ 68 w 691"/>
                <a:gd name="T61" fmla="*/ 308 h 348"/>
                <a:gd name="T62" fmla="*/ 51 w 691"/>
                <a:gd name="T63" fmla="*/ 295 h 348"/>
                <a:gd name="T64" fmla="*/ 37 w 691"/>
                <a:gd name="T65" fmla="*/ 279 h 348"/>
                <a:gd name="T66" fmla="*/ 26 w 691"/>
                <a:gd name="T67" fmla="*/ 258 h 348"/>
                <a:gd name="T68" fmla="*/ 12 w 691"/>
                <a:gd name="T69" fmla="*/ 214 h 348"/>
                <a:gd name="T70" fmla="*/ 5 w 691"/>
                <a:gd name="T71" fmla="*/ 175 h 348"/>
                <a:gd name="T72" fmla="*/ 4 w 691"/>
                <a:gd name="T73" fmla="*/ 160 h 348"/>
                <a:gd name="T74" fmla="*/ 4 w 691"/>
                <a:gd name="T75" fmla="*/ 109 h 348"/>
                <a:gd name="T76" fmla="*/ 5 w 691"/>
                <a:gd name="T77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91" h="348">
                  <a:moveTo>
                    <a:pt x="5" y="0"/>
                  </a:moveTo>
                  <a:lnTo>
                    <a:pt x="5" y="9"/>
                  </a:lnTo>
                  <a:lnTo>
                    <a:pt x="5" y="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2" y="182"/>
                  </a:lnTo>
                  <a:lnTo>
                    <a:pt x="4" y="198"/>
                  </a:lnTo>
                  <a:lnTo>
                    <a:pt x="8" y="219"/>
                  </a:lnTo>
                  <a:lnTo>
                    <a:pt x="14" y="242"/>
                  </a:lnTo>
                  <a:lnTo>
                    <a:pt x="22" y="263"/>
                  </a:lnTo>
                  <a:lnTo>
                    <a:pt x="27" y="274"/>
                  </a:lnTo>
                  <a:lnTo>
                    <a:pt x="33" y="284"/>
                  </a:lnTo>
                  <a:lnTo>
                    <a:pt x="40" y="293"/>
                  </a:lnTo>
                  <a:lnTo>
                    <a:pt x="47" y="300"/>
                  </a:lnTo>
                  <a:lnTo>
                    <a:pt x="47" y="300"/>
                  </a:lnTo>
                  <a:lnTo>
                    <a:pt x="64" y="313"/>
                  </a:lnTo>
                  <a:lnTo>
                    <a:pt x="81" y="325"/>
                  </a:lnTo>
                  <a:lnTo>
                    <a:pt x="99" y="332"/>
                  </a:lnTo>
                  <a:lnTo>
                    <a:pt x="120" y="339"/>
                  </a:lnTo>
                  <a:lnTo>
                    <a:pt x="144" y="343"/>
                  </a:lnTo>
                  <a:lnTo>
                    <a:pt x="174" y="345"/>
                  </a:lnTo>
                  <a:lnTo>
                    <a:pt x="210" y="346"/>
                  </a:lnTo>
                  <a:lnTo>
                    <a:pt x="253" y="348"/>
                  </a:lnTo>
                  <a:lnTo>
                    <a:pt x="253" y="348"/>
                  </a:lnTo>
                  <a:lnTo>
                    <a:pt x="434" y="348"/>
                  </a:lnTo>
                  <a:lnTo>
                    <a:pt x="434" y="348"/>
                  </a:lnTo>
                  <a:lnTo>
                    <a:pt x="567" y="348"/>
                  </a:lnTo>
                  <a:lnTo>
                    <a:pt x="567" y="348"/>
                  </a:lnTo>
                  <a:lnTo>
                    <a:pt x="578" y="348"/>
                  </a:lnTo>
                  <a:lnTo>
                    <a:pt x="578" y="348"/>
                  </a:lnTo>
                  <a:lnTo>
                    <a:pt x="571" y="341"/>
                  </a:lnTo>
                  <a:lnTo>
                    <a:pt x="571" y="341"/>
                  </a:lnTo>
                  <a:lnTo>
                    <a:pt x="589" y="341"/>
                  </a:lnTo>
                  <a:lnTo>
                    <a:pt x="589" y="341"/>
                  </a:lnTo>
                  <a:lnTo>
                    <a:pt x="615" y="348"/>
                  </a:lnTo>
                  <a:lnTo>
                    <a:pt x="615" y="348"/>
                  </a:lnTo>
                  <a:lnTo>
                    <a:pt x="615" y="348"/>
                  </a:lnTo>
                  <a:lnTo>
                    <a:pt x="589" y="341"/>
                  </a:lnTo>
                  <a:lnTo>
                    <a:pt x="589" y="341"/>
                  </a:lnTo>
                  <a:lnTo>
                    <a:pt x="691" y="341"/>
                  </a:lnTo>
                  <a:lnTo>
                    <a:pt x="691" y="341"/>
                  </a:lnTo>
                  <a:lnTo>
                    <a:pt x="589" y="341"/>
                  </a:lnTo>
                  <a:lnTo>
                    <a:pt x="589" y="341"/>
                  </a:lnTo>
                  <a:lnTo>
                    <a:pt x="571" y="341"/>
                  </a:lnTo>
                  <a:lnTo>
                    <a:pt x="571" y="341"/>
                  </a:lnTo>
                  <a:lnTo>
                    <a:pt x="439" y="341"/>
                  </a:lnTo>
                  <a:lnTo>
                    <a:pt x="439" y="341"/>
                  </a:lnTo>
                  <a:lnTo>
                    <a:pt x="257" y="341"/>
                  </a:lnTo>
                  <a:lnTo>
                    <a:pt x="257" y="341"/>
                  </a:lnTo>
                  <a:lnTo>
                    <a:pt x="213" y="341"/>
                  </a:lnTo>
                  <a:lnTo>
                    <a:pt x="178" y="340"/>
                  </a:lnTo>
                  <a:lnTo>
                    <a:pt x="148" y="336"/>
                  </a:lnTo>
                  <a:lnTo>
                    <a:pt x="124" y="332"/>
                  </a:lnTo>
                  <a:lnTo>
                    <a:pt x="102" y="326"/>
                  </a:lnTo>
                  <a:lnTo>
                    <a:pt x="84" y="318"/>
                  </a:lnTo>
                  <a:lnTo>
                    <a:pt x="68" y="308"/>
                  </a:lnTo>
                  <a:lnTo>
                    <a:pt x="51" y="295"/>
                  </a:lnTo>
                  <a:lnTo>
                    <a:pt x="51" y="295"/>
                  </a:lnTo>
                  <a:lnTo>
                    <a:pt x="44" y="288"/>
                  </a:lnTo>
                  <a:lnTo>
                    <a:pt x="37" y="279"/>
                  </a:lnTo>
                  <a:lnTo>
                    <a:pt x="31" y="268"/>
                  </a:lnTo>
                  <a:lnTo>
                    <a:pt x="26" y="258"/>
                  </a:lnTo>
                  <a:lnTo>
                    <a:pt x="18" y="235"/>
                  </a:lnTo>
                  <a:lnTo>
                    <a:pt x="12" y="214"/>
                  </a:lnTo>
                  <a:lnTo>
                    <a:pt x="8" y="193"/>
                  </a:lnTo>
                  <a:lnTo>
                    <a:pt x="5" y="175"/>
                  </a:lnTo>
                  <a:lnTo>
                    <a:pt x="4" y="160"/>
                  </a:lnTo>
                  <a:lnTo>
                    <a:pt x="4" y="160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5" y="9"/>
                  </a:lnTo>
                  <a:lnTo>
                    <a:pt x="5" y="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5" name="Freeform 87">
              <a:extLst>
                <a:ext uri="{FF2B5EF4-FFF2-40B4-BE49-F238E27FC236}">
                  <a16:creationId xmlns:a16="http://schemas.microsoft.com/office/drawing/2014/main" id="{02390540-CF8E-47FE-C508-FA0D7D74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03"/>
              <a:ext cx="3" cy="107"/>
            </a:xfrm>
            <a:custGeom>
              <a:avLst/>
              <a:gdLst>
                <a:gd name="T0" fmla="*/ 9 w 9"/>
                <a:gd name="T1" fmla="*/ 0 h 320"/>
                <a:gd name="T2" fmla="*/ 7 w 9"/>
                <a:gd name="T3" fmla="*/ 12 h 320"/>
                <a:gd name="T4" fmla="*/ 7 w 9"/>
                <a:gd name="T5" fmla="*/ 12 h 320"/>
                <a:gd name="T6" fmla="*/ 7 w 9"/>
                <a:gd name="T7" fmla="*/ 124 h 320"/>
                <a:gd name="T8" fmla="*/ 7 w 9"/>
                <a:gd name="T9" fmla="*/ 124 h 320"/>
                <a:gd name="T10" fmla="*/ 3 w 9"/>
                <a:gd name="T11" fmla="*/ 121 h 320"/>
                <a:gd name="T12" fmla="*/ 3 w 9"/>
                <a:gd name="T13" fmla="*/ 121 h 320"/>
                <a:gd name="T14" fmla="*/ 3 w 9"/>
                <a:gd name="T15" fmla="*/ 130 h 320"/>
                <a:gd name="T16" fmla="*/ 3 w 9"/>
                <a:gd name="T17" fmla="*/ 130 h 320"/>
                <a:gd name="T18" fmla="*/ 2 w 9"/>
                <a:gd name="T19" fmla="*/ 311 h 320"/>
                <a:gd name="T20" fmla="*/ 0 w 9"/>
                <a:gd name="T21" fmla="*/ 319 h 320"/>
                <a:gd name="T22" fmla="*/ 0 w 9"/>
                <a:gd name="T23" fmla="*/ 319 h 320"/>
                <a:gd name="T24" fmla="*/ 2 w 9"/>
                <a:gd name="T25" fmla="*/ 320 h 320"/>
                <a:gd name="T26" fmla="*/ 2 w 9"/>
                <a:gd name="T27" fmla="*/ 320 h 320"/>
                <a:gd name="T28" fmla="*/ 7 w 9"/>
                <a:gd name="T29" fmla="*/ 305 h 320"/>
                <a:gd name="T30" fmla="*/ 7 w 9"/>
                <a:gd name="T31" fmla="*/ 305 h 320"/>
                <a:gd name="T32" fmla="*/ 7 w 9"/>
                <a:gd name="T33" fmla="*/ 124 h 320"/>
                <a:gd name="T34" fmla="*/ 7 w 9"/>
                <a:gd name="T35" fmla="*/ 124 h 320"/>
                <a:gd name="T36" fmla="*/ 7 w 9"/>
                <a:gd name="T37" fmla="*/ 12 h 320"/>
                <a:gd name="T38" fmla="*/ 9 w 9"/>
                <a:gd name="T39" fmla="*/ 0 h 320"/>
                <a:gd name="T40" fmla="*/ 9 w 9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" h="320">
                  <a:moveTo>
                    <a:pt x="9" y="0"/>
                  </a:moveTo>
                  <a:lnTo>
                    <a:pt x="7" y="12"/>
                  </a:lnTo>
                  <a:lnTo>
                    <a:pt x="7" y="12"/>
                  </a:lnTo>
                  <a:lnTo>
                    <a:pt x="7" y="124"/>
                  </a:lnTo>
                  <a:lnTo>
                    <a:pt x="7" y="124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30"/>
                  </a:lnTo>
                  <a:lnTo>
                    <a:pt x="3" y="130"/>
                  </a:lnTo>
                  <a:lnTo>
                    <a:pt x="2" y="311"/>
                  </a:lnTo>
                  <a:lnTo>
                    <a:pt x="0" y="319"/>
                  </a:lnTo>
                  <a:lnTo>
                    <a:pt x="0" y="319"/>
                  </a:lnTo>
                  <a:lnTo>
                    <a:pt x="2" y="320"/>
                  </a:lnTo>
                  <a:lnTo>
                    <a:pt x="2" y="320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124"/>
                  </a:lnTo>
                  <a:lnTo>
                    <a:pt x="7" y="124"/>
                  </a:lnTo>
                  <a:lnTo>
                    <a:pt x="7" y="12"/>
                  </a:lnTo>
                  <a:lnTo>
                    <a:pt x="9" y="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6" name="Freeform 88">
              <a:extLst>
                <a:ext uri="{FF2B5EF4-FFF2-40B4-BE49-F238E27FC236}">
                  <a16:creationId xmlns:a16="http://schemas.microsoft.com/office/drawing/2014/main" id="{BBDA0389-831C-22A0-A037-B2F45E1F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68"/>
              <a:ext cx="2" cy="62"/>
            </a:xfrm>
            <a:custGeom>
              <a:avLst/>
              <a:gdLst>
                <a:gd name="T0" fmla="*/ 5 w 5"/>
                <a:gd name="T1" fmla="*/ 0 h 184"/>
                <a:gd name="T2" fmla="*/ 5 w 5"/>
                <a:gd name="T3" fmla="*/ 14 h 184"/>
                <a:gd name="T4" fmla="*/ 5 w 5"/>
                <a:gd name="T5" fmla="*/ 14 h 184"/>
                <a:gd name="T6" fmla="*/ 4 w 5"/>
                <a:gd name="T7" fmla="*/ 130 h 184"/>
                <a:gd name="T8" fmla="*/ 0 w 5"/>
                <a:gd name="T9" fmla="*/ 130 h 184"/>
                <a:gd name="T10" fmla="*/ 0 w 5"/>
                <a:gd name="T11" fmla="*/ 130 h 184"/>
                <a:gd name="T12" fmla="*/ 0 w 5"/>
                <a:gd name="T13" fmla="*/ 137 h 184"/>
                <a:gd name="T14" fmla="*/ 0 w 5"/>
                <a:gd name="T15" fmla="*/ 137 h 184"/>
                <a:gd name="T16" fmla="*/ 0 w 5"/>
                <a:gd name="T17" fmla="*/ 184 h 184"/>
                <a:gd name="T18" fmla="*/ 4 w 5"/>
                <a:gd name="T19" fmla="*/ 183 h 184"/>
                <a:gd name="T20" fmla="*/ 4 w 5"/>
                <a:gd name="T21" fmla="*/ 183 h 184"/>
                <a:gd name="T22" fmla="*/ 4 w 5"/>
                <a:gd name="T23" fmla="*/ 130 h 184"/>
                <a:gd name="T24" fmla="*/ 4 w 5"/>
                <a:gd name="T25" fmla="*/ 130 h 184"/>
                <a:gd name="T26" fmla="*/ 5 w 5"/>
                <a:gd name="T27" fmla="*/ 14 h 184"/>
                <a:gd name="T28" fmla="*/ 5 w 5"/>
                <a:gd name="T29" fmla="*/ 0 h 184"/>
                <a:gd name="T30" fmla="*/ 5 w 5"/>
                <a:gd name="T31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184">
                  <a:moveTo>
                    <a:pt x="5" y="0"/>
                  </a:moveTo>
                  <a:lnTo>
                    <a:pt x="5" y="14"/>
                  </a:lnTo>
                  <a:lnTo>
                    <a:pt x="5" y="14"/>
                  </a:lnTo>
                  <a:lnTo>
                    <a:pt x="4" y="13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84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5" y="14"/>
                  </a:lnTo>
                  <a:lnTo>
                    <a:pt x="5" y="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7" name="Freeform 89">
              <a:extLst>
                <a:ext uri="{FF2B5EF4-FFF2-40B4-BE49-F238E27FC236}">
                  <a16:creationId xmlns:a16="http://schemas.microsoft.com/office/drawing/2014/main" id="{9EB3AEEE-19F6-540D-7A42-D9A017C3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767"/>
              <a:ext cx="17" cy="725"/>
            </a:xfrm>
            <a:custGeom>
              <a:avLst/>
              <a:gdLst>
                <a:gd name="T0" fmla="*/ 51 w 51"/>
                <a:gd name="T1" fmla="*/ 0 h 2175"/>
                <a:gd name="T2" fmla="*/ 51 w 51"/>
                <a:gd name="T3" fmla="*/ 0 h 2175"/>
                <a:gd name="T4" fmla="*/ 45 w 51"/>
                <a:gd name="T5" fmla="*/ 10 h 2175"/>
                <a:gd name="T6" fmla="*/ 40 w 51"/>
                <a:gd name="T7" fmla="*/ 22 h 2175"/>
                <a:gd name="T8" fmla="*/ 40 w 51"/>
                <a:gd name="T9" fmla="*/ 22 h 2175"/>
                <a:gd name="T10" fmla="*/ 27 w 51"/>
                <a:gd name="T11" fmla="*/ 50 h 2175"/>
                <a:gd name="T12" fmla="*/ 18 w 51"/>
                <a:gd name="T13" fmla="*/ 77 h 2175"/>
                <a:gd name="T14" fmla="*/ 10 w 51"/>
                <a:gd name="T15" fmla="*/ 104 h 2175"/>
                <a:gd name="T16" fmla="*/ 5 w 51"/>
                <a:gd name="T17" fmla="*/ 133 h 2175"/>
                <a:gd name="T18" fmla="*/ 2 w 51"/>
                <a:gd name="T19" fmla="*/ 166 h 2175"/>
                <a:gd name="T20" fmla="*/ 0 w 51"/>
                <a:gd name="T21" fmla="*/ 205 h 2175"/>
                <a:gd name="T22" fmla="*/ 2 w 51"/>
                <a:gd name="T23" fmla="*/ 252 h 2175"/>
                <a:gd name="T24" fmla="*/ 4 w 51"/>
                <a:gd name="T25" fmla="*/ 308 h 2175"/>
                <a:gd name="T26" fmla="*/ 4 w 51"/>
                <a:gd name="T27" fmla="*/ 308 h 2175"/>
                <a:gd name="T28" fmla="*/ 5 w 51"/>
                <a:gd name="T29" fmla="*/ 346 h 2175"/>
                <a:gd name="T30" fmla="*/ 5 w 51"/>
                <a:gd name="T31" fmla="*/ 421 h 2175"/>
                <a:gd name="T32" fmla="*/ 7 w 51"/>
                <a:gd name="T33" fmla="*/ 658 h 2175"/>
                <a:gd name="T34" fmla="*/ 7 w 51"/>
                <a:gd name="T35" fmla="*/ 1409 h 2175"/>
                <a:gd name="T36" fmla="*/ 7 w 51"/>
                <a:gd name="T37" fmla="*/ 1409 h 2175"/>
                <a:gd name="T38" fmla="*/ 10 w 51"/>
                <a:gd name="T39" fmla="*/ 1413 h 2175"/>
                <a:gd name="T40" fmla="*/ 10 w 51"/>
                <a:gd name="T41" fmla="*/ 1413 h 2175"/>
                <a:gd name="T42" fmla="*/ 10 w 51"/>
                <a:gd name="T43" fmla="*/ 1948 h 2175"/>
                <a:gd name="T44" fmla="*/ 10 w 51"/>
                <a:gd name="T45" fmla="*/ 1948 h 2175"/>
                <a:gd name="T46" fmla="*/ 7 w 51"/>
                <a:gd name="T47" fmla="*/ 1947 h 2175"/>
                <a:gd name="T48" fmla="*/ 7 w 51"/>
                <a:gd name="T49" fmla="*/ 1947 h 2175"/>
                <a:gd name="T50" fmla="*/ 7 w 51"/>
                <a:gd name="T51" fmla="*/ 1955 h 2175"/>
                <a:gd name="T52" fmla="*/ 7 w 51"/>
                <a:gd name="T53" fmla="*/ 1955 h 2175"/>
                <a:gd name="T54" fmla="*/ 5 w 51"/>
                <a:gd name="T55" fmla="*/ 2175 h 2175"/>
                <a:gd name="T56" fmla="*/ 9 w 51"/>
                <a:gd name="T57" fmla="*/ 2172 h 2175"/>
                <a:gd name="T58" fmla="*/ 9 w 51"/>
                <a:gd name="T59" fmla="*/ 2172 h 2175"/>
                <a:gd name="T60" fmla="*/ 10 w 51"/>
                <a:gd name="T61" fmla="*/ 1948 h 2175"/>
                <a:gd name="T62" fmla="*/ 10 w 51"/>
                <a:gd name="T63" fmla="*/ 1948 h 2175"/>
                <a:gd name="T64" fmla="*/ 10 w 51"/>
                <a:gd name="T65" fmla="*/ 1413 h 2175"/>
                <a:gd name="T66" fmla="*/ 10 w 51"/>
                <a:gd name="T67" fmla="*/ 1413 h 2175"/>
                <a:gd name="T68" fmla="*/ 10 w 51"/>
                <a:gd name="T69" fmla="*/ 656 h 2175"/>
                <a:gd name="T70" fmla="*/ 9 w 51"/>
                <a:gd name="T71" fmla="*/ 416 h 2175"/>
                <a:gd name="T72" fmla="*/ 9 w 51"/>
                <a:gd name="T73" fmla="*/ 341 h 2175"/>
                <a:gd name="T74" fmla="*/ 8 w 51"/>
                <a:gd name="T75" fmla="*/ 303 h 2175"/>
                <a:gd name="T76" fmla="*/ 8 w 51"/>
                <a:gd name="T77" fmla="*/ 303 h 2175"/>
                <a:gd name="T78" fmla="*/ 5 w 51"/>
                <a:gd name="T79" fmla="*/ 245 h 2175"/>
                <a:gd name="T80" fmla="*/ 4 w 51"/>
                <a:gd name="T81" fmla="*/ 199 h 2175"/>
                <a:gd name="T82" fmla="*/ 5 w 51"/>
                <a:gd name="T83" fmla="*/ 160 h 2175"/>
                <a:gd name="T84" fmla="*/ 9 w 51"/>
                <a:gd name="T85" fmla="*/ 127 h 2175"/>
                <a:gd name="T86" fmla="*/ 14 w 51"/>
                <a:gd name="T87" fmla="*/ 97 h 2175"/>
                <a:gd name="T88" fmla="*/ 22 w 51"/>
                <a:gd name="T89" fmla="*/ 70 h 2175"/>
                <a:gd name="T90" fmla="*/ 31 w 51"/>
                <a:gd name="T91" fmla="*/ 44 h 2175"/>
                <a:gd name="T92" fmla="*/ 44 w 51"/>
                <a:gd name="T93" fmla="*/ 17 h 2175"/>
                <a:gd name="T94" fmla="*/ 44 w 51"/>
                <a:gd name="T95" fmla="*/ 17 h 2175"/>
                <a:gd name="T96" fmla="*/ 51 w 51"/>
                <a:gd name="T97" fmla="*/ 0 h 2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1" h="2175">
                  <a:moveTo>
                    <a:pt x="51" y="0"/>
                  </a:moveTo>
                  <a:lnTo>
                    <a:pt x="51" y="0"/>
                  </a:lnTo>
                  <a:lnTo>
                    <a:pt x="45" y="1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27" y="50"/>
                  </a:lnTo>
                  <a:lnTo>
                    <a:pt x="18" y="77"/>
                  </a:lnTo>
                  <a:lnTo>
                    <a:pt x="10" y="104"/>
                  </a:lnTo>
                  <a:lnTo>
                    <a:pt x="5" y="133"/>
                  </a:lnTo>
                  <a:lnTo>
                    <a:pt x="2" y="166"/>
                  </a:lnTo>
                  <a:lnTo>
                    <a:pt x="0" y="205"/>
                  </a:lnTo>
                  <a:lnTo>
                    <a:pt x="2" y="252"/>
                  </a:lnTo>
                  <a:lnTo>
                    <a:pt x="4" y="308"/>
                  </a:lnTo>
                  <a:lnTo>
                    <a:pt x="4" y="308"/>
                  </a:lnTo>
                  <a:lnTo>
                    <a:pt x="5" y="346"/>
                  </a:lnTo>
                  <a:lnTo>
                    <a:pt x="5" y="421"/>
                  </a:lnTo>
                  <a:lnTo>
                    <a:pt x="7" y="658"/>
                  </a:lnTo>
                  <a:lnTo>
                    <a:pt x="7" y="1409"/>
                  </a:lnTo>
                  <a:lnTo>
                    <a:pt x="7" y="1409"/>
                  </a:lnTo>
                  <a:lnTo>
                    <a:pt x="10" y="1413"/>
                  </a:lnTo>
                  <a:lnTo>
                    <a:pt x="10" y="1413"/>
                  </a:lnTo>
                  <a:lnTo>
                    <a:pt x="10" y="1948"/>
                  </a:lnTo>
                  <a:lnTo>
                    <a:pt x="10" y="1948"/>
                  </a:lnTo>
                  <a:lnTo>
                    <a:pt x="7" y="1947"/>
                  </a:lnTo>
                  <a:lnTo>
                    <a:pt x="7" y="1947"/>
                  </a:lnTo>
                  <a:lnTo>
                    <a:pt x="7" y="1955"/>
                  </a:lnTo>
                  <a:lnTo>
                    <a:pt x="7" y="1955"/>
                  </a:lnTo>
                  <a:lnTo>
                    <a:pt x="5" y="2175"/>
                  </a:lnTo>
                  <a:lnTo>
                    <a:pt x="9" y="2172"/>
                  </a:lnTo>
                  <a:lnTo>
                    <a:pt x="9" y="2172"/>
                  </a:lnTo>
                  <a:lnTo>
                    <a:pt x="10" y="1948"/>
                  </a:lnTo>
                  <a:lnTo>
                    <a:pt x="10" y="1948"/>
                  </a:lnTo>
                  <a:lnTo>
                    <a:pt x="10" y="1413"/>
                  </a:lnTo>
                  <a:lnTo>
                    <a:pt x="10" y="1413"/>
                  </a:lnTo>
                  <a:lnTo>
                    <a:pt x="10" y="656"/>
                  </a:lnTo>
                  <a:lnTo>
                    <a:pt x="9" y="416"/>
                  </a:lnTo>
                  <a:lnTo>
                    <a:pt x="9" y="341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5" y="245"/>
                  </a:lnTo>
                  <a:lnTo>
                    <a:pt x="4" y="199"/>
                  </a:lnTo>
                  <a:lnTo>
                    <a:pt x="5" y="160"/>
                  </a:lnTo>
                  <a:lnTo>
                    <a:pt x="9" y="127"/>
                  </a:lnTo>
                  <a:lnTo>
                    <a:pt x="14" y="97"/>
                  </a:lnTo>
                  <a:lnTo>
                    <a:pt x="22" y="70"/>
                  </a:lnTo>
                  <a:lnTo>
                    <a:pt x="31" y="4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8" name="Freeform 90">
              <a:extLst>
                <a:ext uri="{FF2B5EF4-FFF2-40B4-BE49-F238E27FC236}">
                  <a16:creationId xmlns:a16="http://schemas.microsoft.com/office/drawing/2014/main" id="{EBB5FA36-0064-A7EA-0444-172E4051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55"/>
              <a:ext cx="15" cy="3"/>
            </a:xfrm>
            <a:custGeom>
              <a:avLst/>
              <a:gdLst>
                <a:gd name="T0" fmla="*/ 0 w 44"/>
                <a:gd name="T1" fmla="*/ 0 h 7"/>
                <a:gd name="T2" fmla="*/ 0 w 44"/>
                <a:gd name="T3" fmla="*/ 0 h 7"/>
                <a:gd name="T4" fmla="*/ 7 w 44"/>
                <a:gd name="T5" fmla="*/ 7 h 7"/>
                <a:gd name="T6" fmla="*/ 7 w 44"/>
                <a:gd name="T7" fmla="*/ 7 h 7"/>
                <a:gd name="T8" fmla="*/ 14 w 44"/>
                <a:gd name="T9" fmla="*/ 7 h 7"/>
                <a:gd name="T10" fmla="*/ 14 w 44"/>
                <a:gd name="T11" fmla="*/ 7 h 7"/>
                <a:gd name="T12" fmla="*/ 37 w 44"/>
                <a:gd name="T13" fmla="*/ 7 h 7"/>
                <a:gd name="T14" fmla="*/ 37 w 44"/>
                <a:gd name="T15" fmla="*/ 7 h 7"/>
                <a:gd name="T16" fmla="*/ 44 w 44"/>
                <a:gd name="T17" fmla="*/ 7 h 7"/>
                <a:gd name="T18" fmla="*/ 44 w 44"/>
                <a:gd name="T19" fmla="*/ 7 h 7"/>
                <a:gd name="T20" fmla="*/ 18 w 44"/>
                <a:gd name="T21" fmla="*/ 0 h 7"/>
                <a:gd name="T22" fmla="*/ 18 w 44"/>
                <a:gd name="T23" fmla="*/ 0 h 7"/>
                <a:gd name="T24" fmla="*/ 0 w 44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">
                  <a:moveTo>
                    <a:pt x="0" y="0"/>
                  </a:moveTo>
                  <a:lnTo>
                    <a:pt x="0" y="0"/>
                  </a:lnTo>
                  <a:lnTo>
                    <a:pt x="7" y="7"/>
                  </a:lnTo>
                  <a:lnTo>
                    <a:pt x="7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9" name="Freeform 91">
              <a:extLst>
                <a:ext uri="{FF2B5EF4-FFF2-40B4-BE49-F238E27FC236}">
                  <a16:creationId xmlns:a16="http://schemas.microsoft.com/office/drawing/2014/main" id="{41E3244C-3BB5-D379-F5FF-66040838E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55"/>
              <a:ext cx="15" cy="3"/>
            </a:xfrm>
            <a:custGeom>
              <a:avLst/>
              <a:gdLst>
                <a:gd name="T0" fmla="*/ 0 w 44"/>
                <a:gd name="T1" fmla="*/ 0 h 7"/>
                <a:gd name="T2" fmla="*/ 0 w 44"/>
                <a:gd name="T3" fmla="*/ 0 h 7"/>
                <a:gd name="T4" fmla="*/ 7 w 44"/>
                <a:gd name="T5" fmla="*/ 7 h 7"/>
                <a:gd name="T6" fmla="*/ 7 w 44"/>
                <a:gd name="T7" fmla="*/ 7 h 7"/>
                <a:gd name="T8" fmla="*/ 14 w 44"/>
                <a:gd name="T9" fmla="*/ 7 h 7"/>
                <a:gd name="T10" fmla="*/ 14 w 44"/>
                <a:gd name="T11" fmla="*/ 7 h 7"/>
                <a:gd name="T12" fmla="*/ 37 w 44"/>
                <a:gd name="T13" fmla="*/ 7 h 7"/>
                <a:gd name="T14" fmla="*/ 37 w 44"/>
                <a:gd name="T15" fmla="*/ 7 h 7"/>
                <a:gd name="T16" fmla="*/ 44 w 44"/>
                <a:gd name="T17" fmla="*/ 7 h 7"/>
                <a:gd name="T18" fmla="*/ 44 w 44"/>
                <a:gd name="T19" fmla="*/ 7 h 7"/>
                <a:gd name="T20" fmla="*/ 18 w 44"/>
                <a:gd name="T21" fmla="*/ 0 h 7"/>
                <a:gd name="T22" fmla="*/ 18 w 44"/>
                <a:gd name="T23" fmla="*/ 0 h 7"/>
                <a:gd name="T24" fmla="*/ 0 w 44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">
                  <a:moveTo>
                    <a:pt x="0" y="0"/>
                  </a:moveTo>
                  <a:lnTo>
                    <a:pt x="0" y="0"/>
                  </a:lnTo>
                  <a:lnTo>
                    <a:pt x="7" y="7"/>
                  </a:lnTo>
                  <a:lnTo>
                    <a:pt x="7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90" name="Freeform 92">
              <a:extLst>
                <a:ext uri="{FF2B5EF4-FFF2-40B4-BE49-F238E27FC236}">
                  <a16:creationId xmlns:a16="http://schemas.microsoft.com/office/drawing/2014/main" id="{88665773-1693-5EA6-6E6B-5532400C38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2" y="1512"/>
              <a:ext cx="583" cy="746"/>
            </a:xfrm>
            <a:custGeom>
              <a:avLst/>
              <a:gdLst>
                <a:gd name="T0" fmla="*/ 1679 w 1748"/>
                <a:gd name="T1" fmla="*/ 2130 h 2236"/>
                <a:gd name="T2" fmla="*/ 1679 w 1748"/>
                <a:gd name="T3" fmla="*/ 2130 h 2236"/>
                <a:gd name="T4" fmla="*/ 1667 w 1748"/>
                <a:gd name="T5" fmla="*/ 2146 h 2236"/>
                <a:gd name="T6" fmla="*/ 1651 w 1748"/>
                <a:gd name="T7" fmla="*/ 2163 h 2236"/>
                <a:gd name="T8" fmla="*/ 1636 w 1748"/>
                <a:gd name="T9" fmla="*/ 2176 h 2236"/>
                <a:gd name="T10" fmla="*/ 1621 w 1748"/>
                <a:gd name="T11" fmla="*/ 2187 h 2236"/>
                <a:gd name="T12" fmla="*/ 1605 w 1748"/>
                <a:gd name="T13" fmla="*/ 2197 h 2236"/>
                <a:gd name="T14" fmla="*/ 1589 w 1748"/>
                <a:gd name="T15" fmla="*/ 2205 h 2236"/>
                <a:gd name="T16" fmla="*/ 1573 w 1748"/>
                <a:gd name="T17" fmla="*/ 2211 h 2236"/>
                <a:gd name="T18" fmla="*/ 1559 w 1748"/>
                <a:gd name="T19" fmla="*/ 2217 h 2236"/>
                <a:gd name="T20" fmla="*/ 1545 w 1748"/>
                <a:gd name="T21" fmla="*/ 2222 h 2236"/>
                <a:gd name="T22" fmla="*/ 1531 w 1748"/>
                <a:gd name="T23" fmla="*/ 2224 h 2236"/>
                <a:gd name="T24" fmla="*/ 1510 w 1748"/>
                <a:gd name="T25" fmla="*/ 2228 h 2236"/>
                <a:gd name="T26" fmla="*/ 1496 w 1748"/>
                <a:gd name="T27" fmla="*/ 2229 h 2236"/>
                <a:gd name="T28" fmla="*/ 1489 w 1748"/>
                <a:gd name="T29" fmla="*/ 2229 h 2236"/>
                <a:gd name="T30" fmla="*/ 1489 w 1748"/>
                <a:gd name="T31" fmla="*/ 2229 h 2236"/>
                <a:gd name="T32" fmla="*/ 247 w 1748"/>
                <a:gd name="T33" fmla="*/ 2229 h 2236"/>
                <a:gd name="T34" fmla="*/ 247 w 1748"/>
                <a:gd name="T35" fmla="*/ 2229 h 2236"/>
                <a:gd name="T36" fmla="*/ 246 w 1748"/>
                <a:gd name="T37" fmla="*/ 2229 h 2236"/>
                <a:gd name="T38" fmla="*/ 246 w 1748"/>
                <a:gd name="T39" fmla="*/ 2229 h 2236"/>
                <a:gd name="T40" fmla="*/ 246 w 1748"/>
                <a:gd name="T41" fmla="*/ 2229 h 2236"/>
                <a:gd name="T42" fmla="*/ 246 w 1748"/>
                <a:gd name="T43" fmla="*/ 2229 h 2236"/>
                <a:gd name="T44" fmla="*/ 246 w 1748"/>
                <a:gd name="T45" fmla="*/ 2229 h 2236"/>
                <a:gd name="T46" fmla="*/ 246 w 1748"/>
                <a:gd name="T47" fmla="*/ 2229 h 2236"/>
                <a:gd name="T48" fmla="*/ 102 w 1748"/>
                <a:gd name="T49" fmla="*/ 2229 h 2236"/>
                <a:gd name="T50" fmla="*/ 102 w 1748"/>
                <a:gd name="T51" fmla="*/ 2229 h 2236"/>
                <a:gd name="T52" fmla="*/ 0 w 1748"/>
                <a:gd name="T53" fmla="*/ 2229 h 2236"/>
                <a:gd name="T54" fmla="*/ 0 w 1748"/>
                <a:gd name="T55" fmla="*/ 2229 h 2236"/>
                <a:gd name="T56" fmla="*/ 26 w 1748"/>
                <a:gd name="T57" fmla="*/ 2236 h 2236"/>
                <a:gd name="T58" fmla="*/ 26 w 1748"/>
                <a:gd name="T59" fmla="*/ 2236 h 2236"/>
                <a:gd name="T60" fmla="*/ 251 w 1748"/>
                <a:gd name="T61" fmla="*/ 2236 h 2236"/>
                <a:gd name="T62" fmla="*/ 251 w 1748"/>
                <a:gd name="T63" fmla="*/ 2236 h 2236"/>
                <a:gd name="T64" fmla="*/ 251 w 1748"/>
                <a:gd name="T65" fmla="*/ 2236 h 2236"/>
                <a:gd name="T66" fmla="*/ 251 w 1748"/>
                <a:gd name="T67" fmla="*/ 2236 h 2236"/>
                <a:gd name="T68" fmla="*/ 251 w 1748"/>
                <a:gd name="T69" fmla="*/ 2236 h 2236"/>
                <a:gd name="T70" fmla="*/ 251 w 1748"/>
                <a:gd name="T71" fmla="*/ 2236 h 2236"/>
                <a:gd name="T72" fmla="*/ 251 w 1748"/>
                <a:gd name="T73" fmla="*/ 2236 h 2236"/>
                <a:gd name="T74" fmla="*/ 1485 w 1748"/>
                <a:gd name="T75" fmla="*/ 2236 h 2236"/>
                <a:gd name="T76" fmla="*/ 1485 w 1748"/>
                <a:gd name="T77" fmla="*/ 2236 h 2236"/>
                <a:gd name="T78" fmla="*/ 1492 w 1748"/>
                <a:gd name="T79" fmla="*/ 2234 h 2236"/>
                <a:gd name="T80" fmla="*/ 1507 w 1748"/>
                <a:gd name="T81" fmla="*/ 2233 h 2236"/>
                <a:gd name="T82" fmla="*/ 1529 w 1748"/>
                <a:gd name="T83" fmla="*/ 2229 h 2236"/>
                <a:gd name="T84" fmla="*/ 1543 w 1748"/>
                <a:gd name="T85" fmla="*/ 2227 h 2236"/>
                <a:gd name="T86" fmla="*/ 1557 w 1748"/>
                <a:gd name="T87" fmla="*/ 2222 h 2236"/>
                <a:gd name="T88" fmla="*/ 1572 w 1748"/>
                <a:gd name="T89" fmla="*/ 2217 h 2236"/>
                <a:gd name="T90" fmla="*/ 1589 w 1748"/>
                <a:gd name="T91" fmla="*/ 2209 h 2236"/>
                <a:gd name="T92" fmla="*/ 1604 w 1748"/>
                <a:gd name="T93" fmla="*/ 2201 h 2236"/>
                <a:gd name="T94" fmla="*/ 1621 w 1748"/>
                <a:gd name="T95" fmla="*/ 2191 h 2236"/>
                <a:gd name="T96" fmla="*/ 1636 w 1748"/>
                <a:gd name="T97" fmla="*/ 2178 h 2236"/>
                <a:gd name="T98" fmla="*/ 1651 w 1748"/>
                <a:gd name="T99" fmla="*/ 2164 h 2236"/>
                <a:gd name="T100" fmla="*/ 1667 w 1748"/>
                <a:gd name="T101" fmla="*/ 2148 h 2236"/>
                <a:gd name="T102" fmla="*/ 1679 w 1748"/>
                <a:gd name="T103" fmla="*/ 2130 h 2236"/>
                <a:gd name="T104" fmla="*/ 1747 w 1748"/>
                <a:gd name="T105" fmla="*/ 0 h 2236"/>
                <a:gd name="T106" fmla="*/ 1738 w 1748"/>
                <a:gd name="T107" fmla="*/ 5 h 2236"/>
                <a:gd name="T108" fmla="*/ 1738 w 1748"/>
                <a:gd name="T109" fmla="*/ 5 h 2236"/>
                <a:gd name="T110" fmla="*/ 1738 w 1748"/>
                <a:gd name="T111" fmla="*/ 9 h 2236"/>
                <a:gd name="T112" fmla="*/ 1748 w 1748"/>
                <a:gd name="T113" fmla="*/ 2 h 2236"/>
                <a:gd name="T114" fmla="*/ 1748 w 1748"/>
                <a:gd name="T115" fmla="*/ 2 h 2236"/>
                <a:gd name="T116" fmla="*/ 1747 w 1748"/>
                <a:gd name="T117" fmla="*/ 0 h 2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48" h="2236">
                  <a:moveTo>
                    <a:pt x="1679" y="2130"/>
                  </a:moveTo>
                  <a:lnTo>
                    <a:pt x="1679" y="2130"/>
                  </a:lnTo>
                  <a:lnTo>
                    <a:pt x="1667" y="2146"/>
                  </a:lnTo>
                  <a:lnTo>
                    <a:pt x="1651" y="2163"/>
                  </a:lnTo>
                  <a:lnTo>
                    <a:pt x="1636" y="2176"/>
                  </a:lnTo>
                  <a:lnTo>
                    <a:pt x="1621" y="2187"/>
                  </a:lnTo>
                  <a:lnTo>
                    <a:pt x="1605" y="2197"/>
                  </a:lnTo>
                  <a:lnTo>
                    <a:pt x="1589" y="2205"/>
                  </a:lnTo>
                  <a:lnTo>
                    <a:pt x="1573" y="2211"/>
                  </a:lnTo>
                  <a:lnTo>
                    <a:pt x="1559" y="2217"/>
                  </a:lnTo>
                  <a:lnTo>
                    <a:pt x="1545" y="2222"/>
                  </a:lnTo>
                  <a:lnTo>
                    <a:pt x="1531" y="2224"/>
                  </a:lnTo>
                  <a:lnTo>
                    <a:pt x="1510" y="2228"/>
                  </a:lnTo>
                  <a:lnTo>
                    <a:pt x="1496" y="2229"/>
                  </a:lnTo>
                  <a:lnTo>
                    <a:pt x="1489" y="2229"/>
                  </a:lnTo>
                  <a:lnTo>
                    <a:pt x="1489" y="2229"/>
                  </a:lnTo>
                  <a:lnTo>
                    <a:pt x="247" y="2229"/>
                  </a:lnTo>
                  <a:lnTo>
                    <a:pt x="247" y="2229"/>
                  </a:lnTo>
                  <a:lnTo>
                    <a:pt x="246" y="2229"/>
                  </a:lnTo>
                  <a:lnTo>
                    <a:pt x="246" y="2229"/>
                  </a:lnTo>
                  <a:lnTo>
                    <a:pt x="246" y="2229"/>
                  </a:lnTo>
                  <a:lnTo>
                    <a:pt x="246" y="2229"/>
                  </a:lnTo>
                  <a:lnTo>
                    <a:pt x="246" y="2229"/>
                  </a:lnTo>
                  <a:lnTo>
                    <a:pt x="246" y="2229"/>
                  </a:lnTo>
                  <a:lnTo>
                    <a:pt x="102" y="2229"/>
                  </a:lnTo>
                  <a:lnTo>
                    <a:pt x="102" y="2229"/>
                  </a:lnTo>
                  <a:lnTo>
                    <a:pt x="0" y="2229"/>
                  </a:lnTo>
                  <a:lnTo>
                    <a:pt x="0" y="2229"/>
                  </a:lnTo>
                  <a:lnTo>
                    <a:pt x="26" y="2236"/>
                  </a:lnTo>
                  <a:lnTo>
                    <a:pt x="26" y="2236"/>
                  </a:lnTo>
                  <a:lnTo>
                    <a:pt x="251" y="2236"/>
                  </a:lnTo>
                  <a:lnTo>
                    <a:pt x="251" y="2236"/>
                  </a:lnTo>
                  <a:lnTo>
                    <a:pt x="251" y="2236"/>
                  </a:lnTo>
                  <a:lnTo>
                    <a:pt x="251" y="2236"/>
                  </a:lnTo>
                  <a:lnTo>
                    <a:pt x="251" y="2236"/>
                  </a:lnTo>
                  <a:lnTo>
                    <a:pt x="251" y="2236"/>
                  </a:lnTo>
                  <a:lnTo>
                    <a:pt x="251" y="2236"/>
                  </a:lnTo>
                  <a:lnTo>
                    <a:pt x="1485" y="2236"/>
                  </a:lnTo>
                  <a:lnTo>
                    <a:pt x="1485" y="2236"/>
                  </a:lnTo>
                  <a:lnTo>
                    <a:pt x="1492" y="2234"/>
                  </a:lnTo>
                  <a:lnTo>
                    <a:pt x="1507" y="2233"/>
                  </a:lnTo>
                  <a:lnTo>
                    <a:pt x="1529" y="2229"/>
                  </a:lnTo>
                  <a:lnTo>
                    <a:pt x="1543" y="2227"/>
                  </a:lnTo>
                  <a:lnTo>
                    <a:pt x="1557" y="2222"/>
                  </a:lnTo>
                  <a:lnTo>
                    <a:pt x="1572" y="2217"/>
                  </a:lnTo>
                  <a:lnTo>
                    <a:pt x="1589" y="2209"/>
                  </a:lnTo>
                  <a:lnTo>
                    <a:pt x="1604" y="2201"/>
                  </a:lnTo>
                  <a:lnTo>
                    <a:pt x="1621" y="2191"/>
                  </a:lnTo>
                  <a:lnTo>
                    <a:pt x="1636" y="2178"/>
                  </a:lnTo>
                  <a:lnTo>
                    <a:pt x="1651" y="2164"/>
                  </a:lnTo>
                  <a:lnTo>
                    <a:pt x="1667" y="2148"/>
                  </a:lnTo>
                  <a:lnTo>
                    <a:pt x="1679" y="2130"/>
                  </a:lnTo>
                  <a:close/>
                  <a:moveTo>
                    <a:pt x="1747" y="0"/>
                  </a:moveTo>
                  <a:lnTo>
                    <a:pt x="1738" y="5"/>
                  </a:lnTo>
                  <a:lnTo>
                    <a:pt x="1738" y="5"/>
                  </a:lnTo>
                  <a:lnTo>
                    <a:pt x="1738" y="9"/>
                  </a:lnTo>
                  <a:lnTo>
                    <a:pt x="1748" y="2"/>
                  </a:lnTo>
                  <a:lnTo>
                    <a:pt x="1748" y="2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91" name="Freeform 93">
              <a:extLst>
                <a:ext uri="{FF2B5EF4-FFF2-40B4-BE49-F238E27FC236}">
                  <a16:creationId xmlns:a16="http://schemas.microsoft.com/office/drawing/2014/main" id="{ABBD2DF5-12EB-9474-B163-46E543ECC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222"/>
              <a:ext cx="560" cy="36"/>
            </a:xfrm>
            <a:custGeom>
              <a:avLst/>
              <a:gdLst>
                <a:gd name="T0" fmla="*/ 1679 w 1679"/>
                <a:gd name="T1" fmla="*/ 0 h 106"/>
                <a:gd name="T2" fmla="*/ 1679 w 1679"/>
                <a:gd name="T3" fmla="*/ 0 h 106"/>
                <a:gd name="T4" fmla="*/ 1667 w 1679"/>
                <a:gd name="T5" fmla="*/ 16 h 106"/>
                <a:gd name="T6" fmla="*/ 1651 w 1679"/>
                <a:gd name="T7" fmla="*/ 33 h 106"/>
                <a:gd name="T8" fmla="*/ 1636 w 1679"/>
                <a:gd name="T9" fmla="*/ 46 h 106"/>
                <a:gd name="T10" fmla="*/ 1621 w 1679"/>
                <a:gd name="T11" fmla="*/ 57 h 106"/>
                <a:gd name="T12" fmla="*/ 1605 w 1679"/>
                <a:gd name="T13" fmla="*/ 67 h 106"/>
                <a:gd name="T14" fmla="*/ 1589 w 1679"/>
                <a:gd name="T15" fmla="*/ 75 h 106"/>
                <a:gd name="T16" fmla="*/ 1573 w 1679"/>
                <a:gd name="T17" fmla="*/ 81 h 106"/>
                <a:gd name="T18" fmla="*/ 1559 w 1679"/>
                <a:gd name="T19" fmla="*/ 87 h 106"/>
                <a:gd name="T20" fmla="*/ 1545 w 1679"/>
                <a:gd name="T21" fmla="*/ 92 h 106"/>
                <a:gd name="T22" fmla="*/ 1531 w 1679"/>
                <a:gd name="T23" fmla="*/ 94 h 106"/>
                <a:gd name="T24" fmla="*/ 1510 w 1679"/>
                <a:gd name="T25" fmla="*/ 98 h 106"/>
                <a:gd name="T26" fmla="*/ 1496 w 1679"/>
                <a:gd name="T27" fmla="*/ 99 h 106"/>
                <a:gd name="T28" fmla="*/ 1489 w 1679"/>
                <a:gd name="T29" fmla="*/ 99 h 106"/>
                <a:gd name="T30" fmla="*/ 1489 w 1679"/>
                <a:gd name="T31" fmla="*/ 99 h 106"/>
                <a:gd name="T32" fmla="*/ 247 w 1679"/>
                <a:gd name="T33" fmla="*/ 99 h 106"/>
                <a:gd name="T34" fmla="*/ 247 w 1679"/>
                <a:gd name="T35" fmla="*/ 99 h 106"/>
                <a:gd name="T36" fmla="*/ 246 w 1679"/>
                <a:gd name="T37" fmla="*/ 99 h 106"/>
                <a:gd name="T38" fmla="*/ 246 w 1679"/>
                <a:gd name="T39" fmla="*/ 99 h 106"/>
                <a:gd name="T40" fmla="*/ 246 w 1679"/>
                <a:gd name="T41" fmla="*/ 99 h 106"/>
                <a:gd name="T42" fmla="*/ 246 w 1679"/>
                <a:gd name="T43" fmla="*/ 99 h 106"/>
                <a:gd name="T44" fmla="*/ 246 w 1679"/>
                <a:gd name="T45" fmla="*/ 99 h 106"/>
                <a:gd name="T46" fmla="*/ 246 w 1679"/>
                <a:gd name="T47" fmla="*/ 99 h 106"/>
                <a:gd name="T48" fmla="*/ 102 w 1679"/>
                <a:gd name="T49" fmla="*/ 99 h 106"/>
                <a:gd name="T50" fmla="*/ 102 w 1679"/>
                <a:gd name="T51" fmla="*/ 99 h 106"/>
                <a:gd name="T52" fmla="*/ 0 w 1679"/>
                <a:gd name="T53" fmla="*/ 99 h 106"/>
                <a:gd name="T54" fmla="*/ 0 w 1679"/>
                <a:gd name="T55" fmla="*/ 99 h 106"/>
                <a:gd name="T56" fmla="*/ 26 w 1679"/>
                <a:gd name="T57" fmla="*/ 106 h 106"/>
                <a:gd name="T58" fmla="*/ 26 w 1679"/>
                <a:gd name="T59" fmla="*/ 106 h 106"/>
                <a:gd name="T60" fmla="*/ 251 w 1679"/>
                <a:gd name="T61" fmla="*/ 106 h 106"/>
                <a:gd name="T62" fmla="*/ 251 w 1679"/>
                <a:gd name="T63" fmla="*/ 106 h 106"/>
                <a:gd name="T64" fmla="*/ 251 w 1679"/>
                <a:gd name="T65" fmla="*/ 106 h 106"/>
                <a:gd name="T66" fmla="*/ 251 w 1679"/>
                <a:gd name="T67" fmla="*/ 106 h 106"/>
                <a:gd name="T68" fmla="*/ 251 w 1679"/>
                <a:gd name="T69" fmla="*/ 106 h 106"/>
                <a:gd name="T70" fmla="*/ 251 w 1679"/>
                <a:gd name="T71" fmla="*/ 106 h 106"/>
                <a:gd name="T72" fmla="*/ 251 w 1679"/>
                <a:gd name="T73" fmla="*/ 106 h 106"/>
                <a:gd name="T74" fmla="*/ 1485 w 1679"/>
                <a:gd name="T75" fmla="*/ 106 h 106"/>
                <a:gd name="T76" fmla="*/ 1485 w 1679"/>
                <a:gd name="T77" fmla="*/ 106 h 106"/>
                <a:gd name="T78" fmla="*/ 1492 w 1679"/>
                <a:gd name="T79" fmla="*/ 104 h 106"/>
                <a:gd name="T80" fmla="*/ 1507 w 1679"/>
                <a:gd name="T81" fmla="*/ 103 h 106"/>
                <a:gd name="T82" fmla="*/ 1529 w 1679"/>
                <a:gd name="T83" fmla="*/ 99 h 106"/>
                <a:gd name="T84" fmla="*/ 1543 w 1679"/>
                <a:gd name="T85" fmla="*/ 97 h 106"/>
                <a:gd name="T86" fmla="*/ 1557 w 1679"/>
                <a:gd name="T87" fmla="*/ 92 h 106"/>
                <a:gd name="T88" fmla="*/ 1572 w 1679"/>
                <a:gd name="T89" fmla="*/ 87 h 106"/>
                <a:gd name="T90" fmla="*/ 1589 w 1679"/>
                <a:gd name="T91" fmla="*/ 79 h 106"/>
                <a:gd name="T92" fmla="*/ 1604 w 1679"/>
                <a:gd name="T93" fmla="*/ 71 h 106"/>
                <a:gd name="T94" fmla="*/ 1621 w 1679"/>
                <a:gd name="T95" fmla="*/ 61 h 106"/>
                <a:gd name="T96" fmla="*/ 1636 w 1679"/>
                <a:gd name="T97" fmla="*/ 48 h 106"/>
                <a:gd name="T98" fmla="*/ 1651 w 1679"/>
                <a:gd name="T99" fmla="*/ 34 h 106"/>
                <a:gd name="T100" fmla="*/ 1667 w 1679"/>
                <a:gd name="T101" fmla="*/ 18 h 106"/>
                <a:gd name="T102" fmla="*/ 1679 w 1679"/>
                <a:gd name="T10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79" h="106">
                  <a:moveTo>
                    <a:pt x="1679" y="0"/>
                  </a:moveTo>
                  <a:lnTo>
                    <a:pt x="1679" y="0"/>
                  </a:lnTo>
                  <a:lnTo>
                    <a:pt x="1667" y="16"/>
                  </a:lnTo>
                  <a:lnTo>
                    <a:pt x="1651" y="33"/>
                  </a:lnTo>
                  <a:lnTo>
                    <a:pt x="1636" y="46"/>
                  </a:lnTo>
                  <a:lnTo>
                    <a:pt x="1621" y="57"/>
                  </a:lnTo>
                  <a:lnTo>
                    <a:pt x="1605" y="67"/>
                  </a:lnTo>
                  <a:lnTo>
                    <a:pt x="1589" y="75"/>
                  </a:lnTo>
                  <a:lnTo>
                    <a:pt x="1573" y="81"/>
                  </a:lnTo>
                  <a:lnTo>
                    <a:pt x="1559" y="87"/>
                  </a:lnTo>
                  <a:lnTo>
                    <a:pt x="1545" y="92"/>
                  </a:lnTo>
                  <a:lnTo>
                    <a:pt x="1531" y="94"/>
                  </a:lnTo>
                  <a:lnTo>
                    <a:pt x="1510" y="98"/>
                  </a:lnTo>
                  <a:lnTo>
                    <a:pt x="1496" y="99"/>
                  </a:lnTo>
                  <a:lnTo>
                    <a:pt x="1489" y="99"/>
                  </a:lnTo>
                  <a:lnTo>
                    <a:pt x="1489" y="99"/>
                  </a:lnTo>
                  <a:lnTo>
                    <a:pt x="247" y="99"/>
                  </a:lnTo>
                  <a:lnTo>
                    <a:pt x="247" y="99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102" y="99"/>
                  </a:lnTo>
                  <a:lnTo>
                    <a:pt x="10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6" y="106"/>
                  </a:lnTo>
                  <a:lnTo>
                    <a:pt x="26" y="106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1485" y="106"/>
                  </a:lnTo>
                  <a:lnTo>
                    <a:pt x="1485" y="106"/>
                  </a:lnTo>
                  <a:lnTo>
                    <a:pt x="1492" y="104"/>
                  </a:lnTo>
                  <a:lnTo>
                    <a:pt x="1507" y="103"/>
                  </a:lnTo>
                  <a:lnTo>
                    <a:pt x="1529" y="99"/>
                  </a:lnTo>
                  <a:lnTo>
                    <a:pt x="1543" y="97"/>
                  </a:lnTo>
                  <a:lnTo>
                    <a:pt x="1557" y="92"/>
                  </a:lnTo>
                  <a:lnTo>
                    <a:pt x="1572" y="87"/>
                  </a:lnTo>
                  <a:lnTo>
                    <a:pt x="1589" y="79"/>
                  </a:lnTo>
                  <a:lnTo>
                    <a:pt x="1604" y="71"/>
                  </a:lnTo>
                  <a:lnTo>
                    <a:pt x="1621" y="61"/>
                  </a:lnTo>
                  <a:lnTo>
                    <a:pt x="1636" y="48"/>
                  </a:lnTo>
                  <a:lnTo>
                    <a:pt x="1651" y="34"/>
                  </a:lnTo>
                  <a:lnTo>
                    <a:pt x="1667" y="18"/>
                  </a:lnTo>
                  <a:lnTo>
                    <a:pt x="16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24" name="Freeform 94">
              <a:extLst>
                <a:ext uri="{FF2B5EF4-FFF2-40B4-BE49-F238E27FC236}">
                  <a16:creationId xmlns:a16="http://schemas.microsoft.com/office/drawing/2014/main" id="{2521E0AC-9A4D-6734-3846-5017E7FAB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512"/>
              <a:ext cx="3" cy="3"/>
            </a:xfrm>
            <a:custGeom>
              <a:avLst/>
              <a:gdLst>
                <a:gd name="T0" fmla="*/ 9 w 10"/>
                <a:gd name="T1" fmla="*/ 0 h 9"/>
                <a:gd name="T2" fmla="*/ 0 w 10"/>
                <a:gd name="T3" fmla="*/ 5 h 9"/>
                <a:gd name="T4" fmla="*/ 0 w 10"/>
                <a:gd name="T5" fmla="*/ 5 h 9"/>
                <a:gd name="T6" fmla="*/ 0 w 10"/>
                <a:gd name="T7" fmla="*/ 9 h 9"/>
                <a:gd name="T8" fmla="*/ 10 w 10"/>
                <a:gd name="T9" fmla="*/ 2 h 9"/>
                <a:gd name="T10" fmla="*/ 10 w 10"/>
                <a:gd name="T11" fmla="*/ 2 h 9"/>
                <a:gd name="T12" fmla="*/ 9 w 10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9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25" name="Freeform 95">
              <a:extLst>
                <a:ext uri="{FF2B5EF4-FFF2-40B4-BE49-F238E27FC236}">
                  <a16:creationId xmlns:a16="http://schemas.microsoft.com/office/drawing/2014/main" id="{82C7967A-6F32-AC76-ABE5-A0BC77139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35"/>
              <a:ext cx="781" cy="1520"/>
            </a:xfrm>
            <a:custGeom>
              <a:avLst/>
              <a:gdLst>
                <a:gd name="T0" fmla="*/ 1133 w 2342"/>
                <a:gd name="T1" fmla="*/ 12 h 4560"/>
                <a:gd name="T2" fmla="*/ 121 w 2342"/>
                <a:gd name="T3" fmla="*/ 41 h 4560"/>
                <a:gd name="T4" fmla="*/ 57 w 2342"/>
                <a:gd name="T5" fmla="*/ 95 h 4560"/>
                <a:gd name="T6" fmla="*/ 20 w 2342"/>
                <a:gd name="T7" fmla="*/ 192 h 4560"/>
                <a:gd name="T8" fmla="*/ 14 w 2342"/>
                <a:gd name="T9" fmla="*/ 398 h 4560"/>
                <a:gd name="T10" fmla="*/ 16 w 2342"/>
                <a:gd name="T11" fmla="*/ 2043 h 4560"/>
                <a:gd name="T12" fmla="*/ 0 w 2342"/>
                <a:gd name="T13" fmla="*/ 2282 h 4560"/>
                <a:gd name="T14" fmla="*/ 144 w 2342"/>
                <a:gd name="T15" fmla="*/ 2382 h 4560"/>
                <a:gd name="T16" fmla="*/ 239 w 2342"/>
                <a:gd name="T17" fmla="*/ 2480 h 4560"/>
                <a:gd name="T18" fmla="*/ 274 w 2342"/>
                <a:gd name="T19" fmla="*/ 2558 h 4560"/>
                <a:gd name="T20" fmla="*/ 279 w 2342"/>
                <a:gd name="T21" fmla="*/ 2634 h 4560"/>
                <a:gd name="T22" fmla="*/ 250 w 2342"/>
                <a:gd name="T23" fmla="*/ 2708 h 4560"/>
                <a:gd name="T24" fmla="*/ 208 w 2342"/>
                <a:gd name="T25" fmla="*/ 2764 h 4560"/>
                <a:gd name="T26" fmla="*/ 142 w 2342"/>
                <a:gd name="T27" fmla="*/ 2799 h 4560"/>
                <a:gd name="T28" fmla="*/ 50 w 2342"/>
                <a:gd name="T29" fmla="*/ 2805 h 4560"/>
                <a:gd name="T30" fmla="*/ 14 w 2342"/>
                <a:gd name="T31" fmla="*/ 2929 h 4560"/>
                <a:gd name="T32" fmla="*/ 2 w 2342"/>
                <a:gd name="T33" fmla="*/ 2991 h 4560"/>
                <a:gd name="T34" fmla="*/ 144 w 2342"/>
                <a:gd name="T35" fmla="*/ 3088 h 4560"/>
                <a:gd name="T36" fmla="*/ 239 w 2342"/>
                <a:gd name="T37" fmla="*/ 3186 h 4560"/>
                <a:gd name="T38" fmla="*/ 274 w 2342"/>
                <a:gd name="T39" fmla="*/ 3264 h 4560"/>
                <a:gd name="T40" fmla="*/ 279 w 2342"/>
                <a:gd name="T41" fmla="*/ 3340 h 4560"/>
                <a:gd name="T42" fmla="*/ 250 w 2342"/>
                <a:gd name="T43" fmla="*/ 3414 h 4560"/>
                <a:gd name="T44" fmla="*/ 208 w 2342"/>
                <a:gd name="T45" fmla="*/ 3470 h 4560"/>
                <a:gd name="T46" fmla="*/ 142 w 2342"/>
                <a:gd name="T47" fmla="*/ 3504 h 4560"/>
                <a:gd name="T48" fmla="*/ 50 w 2342"/>
                <a:gd name="T49" fmla="*/ 3511 h 4560"/>
                <a:gd name="T50" fmla="*/ 13 w 2342"/>
                <a:gd name="T51" fmla="*/ 3628 h 4560"/>
                <a:gd name="T52" fmla="*/ 59 w 2342"/>
                <a:gd name="T53" fmla="*/ 3836 h 4560"/>
                <a:gd name="T54" fmla="*/ 153 w 2342"/>
                <a:gd name="T55" fmla="*/ 3851 h 4560"/>
                <a:gd name="T56" fmla="*/ 219 w 2342"/>
                <a:gd name="T57" fmla="*/ 3888 h 4560"/>
                <a:gd name="T58" fmla="*/ 256 w 2342"/>
                <a:gd name="T59" fmla="*/ 3954 h 4560"/>
                <a:gd name="T60" fmla="*/ 262 w 2342"/>
                <a:gd name="T61" fmla="*/ 4050 h 4560"/>
                <a:gd name="T62" fmla="*/ 233 w 2342"/>
                <a:gd name="T63" fmla="*/ 4131 h 4560"/>
                <a:gd name="T64" fmla="*/ 209 w 2342"/>
                <a:gd name="T65" fmla="*/ 4158 h 4560"/>
                <a:gd name="T66" fmla="*/ 68 w 2342"/>
                <a:gd name="T67" fmla="*/ 4215 h 4560"/>
                <a:gd name="T68" fmla="*/ 11 w 2342"/>
                <a:gd name="T69" fmla="*/ 4228 h 4560"/>
                <a:gd name="T70" fmla="*/ 14 w 2342"/>
                <a:gd name="T71" fmla="*/ 4412 h 4560"/>
                <a:gd name="T72" fmla="*/ 50 w 2342"/>
                <a:gd name="T73" fmla="*/ 4507 h 4560"/>
                <a:gd name="T74" fmla="*/ 130 w 2342"/>
                <a:gd name="T75" fmla="*/ 4551 h 4560"/>
                <a:gd name="T76" fmla="*/ 445 w 2342"/>
                <a:gd name="T77" fmla="*/ 4560 h 4560"/>
                <a:gd name="T78" fmla="*/ 697 w 2342"/>
                <a:gd name="T79" fmla="*/ 4560 h 4560"/>
                <a:gd name="T80" fmla="*/ 841 w 2342"/>
                <a:gd name="T81" fmla="*/ 4560 h 4560"/>
                <a:gd name="T82" fmla="*/ 2105 w 2342"/>
                <a:gd name="T83" fmla="*/ 4559 h 4560"/>
                <a:gd name="T84" fmla="*/ 2200 w 2342"/>
                <a:gd name="T85" fmla="*/ 4528 h 4560"/>
                <a:gd name="T86" fmla="*/ 2274 w 2342"/>
                <a:gd name="T87" fmla="*/ 4461 h 4560"/>
                <a:gd name="T88" fmla="*/ 2314 w 2342"/>
                <a:gd name="T89" fmla="*/ 4360 h 4560"/>
                <a:gd name="T90" fmla="*/ 2331 w 2342"/>
                <a:gd name="T91" fmla="*/ 3649 h 4560"/>
                <a:gd name="T92" fmla="*/ 2332 w 2342"/>
                <a:gd name="T93" fmla="*/ 3214 h 4560"/>
                <a:gd name="T94" fmla="*/ 2333 w 2342"/>
                <a:gd name="T95" fmla="*/ 2336 h 4560"/>
                <a:gd name="T96" fmla="*/ 2322 w 2342"/>
                <a:gd name="T97" fmla="*/ 2295 h 4560"/>
                <a:gd name="T98" fmla="*/ 2287 w 2342"/>
                <a:gd name="T99" fmla="*/ 2153 h 4560"/>
                <a:gd name="T100" fmla="*/ 2276 w 2342"/>
                <a:gd name="T101" fmla="*/ 1958 h 4560"/>
                <a:gd name="T102" fmla="*/ 2302 w 2342"/>
                <a:gd name="T103" fmla="*/ 1841 h 4560"/>
                <a:gd name="T104" fmla="*/ 2320 w 2342"/>
                <a:gd name="T105" fmla="*/ 1183 h 4560"/>
                <a:gd name="T106" fmla="*/ 2294 w 2342"/>
                <a:gd name="T107" fmla="*/ 168 h 4560"/>
                <a:gd name="T108" fmla="*/ 2230 w 2342"/>
                <a:gd name="T109" fmla="*/ 57 h 4560"/>
                <a:gd name="T110" fmla="*/ 2162 w 2342"/>
                <a:gd name="T111" fmla="*/ 15 h 4560"/>
                <a:gd name="T112" fmla="*/ 1936 w 2342"/>
                <a:gd name="T113" fmla="*/ 2 h 4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42" h="4560">
                  <a:moveTo>
                    <a:pt x="1829" y="0"/>
                  </a:moveTo>
                  <a:lnTo>
                    <a:pt x="1829" y="0"/>
                  </a:lnTo>
                  <a:lnTo>
                    <a:pt x="1711" y="2"/>
                  </a:lnTo>
                  <a:lnTo>
                    <a:pt x="1593" y="3"/>
                  </a:lnTo>
                  <a:lnTo>
                    <a:pt x="1368" y="7"/>
                  </a:lnTo>
                  <a:lnTo>
                    <a:pt x="1133" y="12"/>
                  </a:lnTo>
                  <a:lnTo>
                    <a:pt x="198" y="12"/>
                  </a:lnTo>
                  <a:lnTo>
                    <a:pt x="198" y="12"/>
                  </a:lnTo>
                  <a:lnTo>
                    <a:pt x="182" y="17"/>
                  </a:lnTo>
                  <a:lnTo>
                    <a:pt x="165" y="22"/>
                  </a:lnTo>
                  <a:lnTo>
                    <a:pt x="144" y="31"/>
                  </a:lnTo>
                  <a:lnTo>
                    <a:pt x="121" y="41"/>
                  </a:lnTo>
                  <a:lnTo>
                    <a:pt x="110" y="49"/>
                  </a:lnTo>
                  <a:lnTo>
                    <a:pt x="98" y="57"/>
                  </a:lnTo>
                  <a:lnTo>
                    <a:pt x="87" y="64"/>
                  </a:lnTo>
                  <a:lnTo>
                    <a:pt x="76" y="75"/>
                  </a:lnTo>
                  <a:lnTo>
                    <a:pt x="66" y="8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37" y="139"/>
                  </a:lnTo>
                  <a:lnTo>
                    <a:pt x="28" y="165"/>
                  </a:lnTo>
                  <a:lnTo>
                    <a:pt x="20" y="192"/>
                  </a:lnTo>
                  <a:lnTo>
                    <a:pt x="15" y="222"/>
                  </a:lnTo>
                  <a:lnTo>
                    <a:pt x="11" y="255"/>
                  </a:lnTo>
                  <a:lnTo>
                    <a:pt x="10" y="294"/>
                  </a:lnTo>
                  <a:lnTo>
                    <a:pt x="11" y="340"/>
                  </a:lnTo>
                  <a:lnTo>
                    <a:pt x="14" y="398"/>
                  </a:lnTo>
                  <a:lnTo>
                    <a:pt x="14" y="398"/>
                  </a:lnTo>
                  <a:lnTo>
                    <a:pt x="15" y="436"/>
                  </a:lnTo>
                  <a:lnTo>
                    <a:pt x="15" y="511"/>
                  </a:lnTo>
                  <a:lnTo>
                    <a:pt x="16" y="751"/>
                  </a:lnTo>
                  <a:lnTo>
                    <a:pt x="16" y="1508"/>
                  </a:lnTo>
                  <a:lnTo>
                    <a:pt x="16" y="1508"/>
                  </a:lnTo>
                  <a:lnTo>
                    <a:pt x="16" y="2043"/>
                  </a:lnTo>
                  <a:lnTo>
                    <a:pt x="16" y="2043"/>
                  </a:lnTo>
                  <a:lnTo>
                    <a:pt x="15" y="2267"/>
                  </a:lnTo>
                  <a:lnTo>
                    <a:pt x="11" y="2270"/>
                  </a:lnTo>
                  <a:lnTo>
                    <a:pt x="11" y="2270"/>
                  </a:lnTo>
                  <a:lnTo>
                    <a:pt x="11" y="2272"/>
                  </a:lnTo>
                  <a:lnTo>
                    <a:pt x="0" y="2282"/>
                  </a:lnTo>
                  <a:lnTo>
                    <a:pt x="0" y="2282"/>
                  </a:lnTo>
                  <a:lnTo>
                    <a:pt x="28" y="2300"/>
                  </a:lnTo>
                  <a:lnTo>
                    <a:pt x="55" y="2318"/>
                  </a:lnTo>
                  <a:lnTo>
                    <a:pt x="107" y="2354"/>
                  </a:lnTo>
                  <a:lnTo>
                    <a:pt x="107" y="2354"/>
                  </a:lnTo>
                  <a:lnTo>
                    <a:pt x="144" y="2382"/>
                  </a:lnTo>
                  <a:lnTo>
                    <a:pt x="162" y="2396"/>
                  </a:lnTo>
                  <a:lnTo>
                    <a:pt x="179" y="2410"/>
                  </a:lnTo>
                  <a:lnTo>
                    <a:pt x="195" y="2427"/>
                  </a:lnTo>
                  <a:lnTo>
                    <a:pt x="210" y="2443"/>
                  </a:lnTo>
                  <a:lnTo>
                    <a:pt x="226" y="2461"/>
                  </a:lnTo>
                  <a:lnTo>
                    <a:pt x="239" y="2480"/>
                  </a:lnTo>
                  <a:lnTo>
                    <a:pt x="239" y="2480"/>
                  </a:lnTo>
                  <a:lnTo>
                    <a:pt x="247" y="2496"/>
                  </a:lnTo>
                  <a:lnTo>
                    <a:pt x="256" y="2511"/>
                  </a:lnTo>
                  <a:lnTo>
                    <a:pt x="264" y="2526"/>
                  </a:lnTo>
                  <a:lnTo>
                    <a:pt x="269" y="2543"/>
                  </a:lnTo>
                  <a:lnTo>
                    <a:pt x="274" y="2558"/>
                  </a:lnTo>
                  <a:lnTo>
                    <a:pt x="278" y="2576"/>
                  </a:lnTo>
                  <a:lnTo>
                    <a:pt x="279" y="2593"/>
                  </a:lnTo>
                  <a:lnTo>
                    <a:pt x="281" y="2611"/>
                  </a:lnTo>
                  <a:lnTo>
                    <a:pt x="281" y="2611"/>
                  </a:lnTo>
                  <a:lnTo>
                    <a:pt x="279" y="2634"/>
                  </a:lnTo>
                  <a:lnTo>
                    <a:pt x="279" y="2634"/>
                  </a:lnTo>
                  <a:lnTo>
                    <a:pt x="277" y="2652"/>
                  </a:lnTo>
                  <a:lnTo>
                    <a:pt x="272" y="2670"/>
                  </a:lnTo>
                  <a:lnTo>
                    <a:pt x="264" y="2685"/>
                  </a:lnTo>
                  <a:lnTo>
                    <a:pt x="255" y="2700"/>
                  </a:lnTo>
                  <a:lnTo>
                    <a:pt x="255" y="2700"/>
                  </a:lnTo>
                  <a:lnTo>
                    <a:pt x="250" y="2708"/>
                  </a:lnTo>
                  <a:lnTo>
                    <a:pt x="250" y="2708"/>
                  </a:lnTo>
                  <a:lnTo>
                    <a:pt x="236" y="2730"/>
                  </a:lnTo>
                  <a:lnTo>
                    <a:pt x="236" y="2730"/>
                  </a:lnTo>
                  <a:lnTo>
                    <a:pt x="227" y="2741"/>
                  </a:lnTo>
                  <a:lnTo>
                    <a:pt x="218" y="2754"/>
                  </a:lnTo>
                  <a:lnTo>
                    <a:pt x="208" y="2764"/>
                  </a:lnTo>
                  <a:lnTo>
                    <a:pt x="196" y="2773"/>
                  </a:lnTo>
                  <a:lnTo>
                    <a:pt x="196" y="2773"/>
                  </a:lnTo>
                  <a:lnTo>
                    <a:pt x="184" y="2782"/>
                  </a:lnTo>
                  <a:lnTo>
                    <a:pt x="171" y="2789"/>
                  </a:lnTo>
                  <a:lnTo>
                    <a:pt x="156" y="2794"/>
                  </a:lnTo>
                  <a:lnTo>
                    <a:pt x="142" y="2799"/>
                  </a:lnTo>
                  <a:lnTo>
                    <a:pt x="125" y="2803"/>
                  </a:lnTo>
                  <a:lnTo>
                    <a:pt x="110" y="2805"/>
                  </a:lnTo>
                  <a:lnTo>
                    <a:pt x="93" y="2806"/>
                  </a:lnTo>
                  <a:lnTo>
                    <a:pt x="78" y="2806"/>
                  </a:lnTo>
                  <a:lnTo>
                    <a:pt x="78" y="2806"/>
                  </a:lnTo>
                  <a:lnTo>
                    <a:pt x="50" y="2805"/>
                  </a:lnTo>
                  <a:lnTo>
                    <a:pt x="24" y="2801"/>
                  </a:lnTo>
                  <a:lnTo>
                    <a:pt x="24" y="2801"/>
                  </a:lnTo>
                  <a:lnTo>
                    <a:pt x="15" y="2799"/>
                  </a:lnTo>
                  <a:lnTo>
                    <a:pt x="15" y="2813"/>
                  </a:lnTo>
                  <a:lnTo>
                    <a:pt x="15" y="2813"/>
                  </a:lnTo>
                  <a:lnTo>
                    <a:pt x="14" y="2929"/>
                  </a:lnTo>
                  <a:lnTo>
                    <a:pt x="14" y="2929"/>
                  </a:lnTo>
                  <a:lnTo>
                    <a:pt x="14" y="2982"/>
                  </a:lnTo>
                  <a:lnTo>
                    <a:pt x="10" y="2983"/>
                  </a:lnTo>
                  <a:lnTo>
                    <a:pt x="10" y="2983"/>
                  </a:lnTo>
                  <a:lnTo>
                    <a:pt x="10" y="2988"/>
                  </a:lnTo>
                  <a:lnTo>
                    <a:pt x="2" y="2991"/>
                  </a:lnTo>
                  <a:lnTo>
                    <a:pt x="2" y="2991"/>
                  </a:lnTo>
                  <a:lnTo>
                    <a:pt x="29" y="3007"/>
                  </a:lnTo>
                  <a:lnTo>
                    <a:pt x="56" y="3024"/>
                  </a:lnTo>
                  <a:lnTo>
                    <a:pt x="107" y="3060"/>
                  </a:lnTo>
                  <a:lnTo>
                    <a:pt x="107" y="3060"/>
                  </a:lnTo>
                  <a:lnTo>
                    <a:pt x="144" y="3088"/>
                  </a:lnTo>
                  <a:lnTo>
                    <a:pt x="162" y="3102"/>
                  </a:lnTo>
                  <a:lnTo>
                    <a:pt x="179" y="3116"/>
                  </a:lnTo>
                  <a:lnTo>
                    <a:pt x="195" y="3132"/>
                  </a:lnTo>
                  <a:lnTo>
                    <a:pt x="210" y="3149"/>
                  </a:lnTo>
                  <a:lnTo>
                    <a:pt x="226" y="3167"/>
                  </a:lnTo>
                  <a:lnTo>
                    <a:pt x="239" y="3186"/>
                  </a:lnTo>
                  <a:lnTo>
                    <a:pt x="239" y="3186"/>
                  </a:lnTo>
                  <a:lnTo>
                    <a:pt x="247" y="3201"/>
                  </a:lnTo>
                  <a:lnTo>
                    <a:pt x="256" y="3217"/>
                  </a:lnTo>
                  <a:lnTo>
                    <a:pt x="264" y="3232"/>
                  </a:lnTo>
                  <a:lnTo>
                    <a:pt x="269" y="3249"/>
                  </a:lnTo>
                  <a:lnTo>
                    <a:pt x="274" y="3264"/>
                  </a:lnTo>
                  <a:lnTo>
                    <a:pt x="278" y="3282"/>
                  </a:lnTo>
                  <a:lnTo>
                    <a:pt x="279" y="3299"/>
                  </a:lnTo>
                  <a:lnTo>
                    <a:pt x="281" y="3317"/>
                  </a:lnTo>
                  <a:lnTo>
                    <a:pt x="281" y="3317"/>
                  </a:lnTo>
                  <a:lnTo>
                    <a:pt x="279" y="3340"/>
                  </a:lnTo>
                  <a:lnTo>
                    <a:pt x="279" y="3340"/>
                  </a:lnTo>
                  <a:lnTo>
                    <a:pt x="277" y="3357"/>
                  </a:lnTo>
                  <a:lnTo>
                    <a:pt x="272" y="3375"/>
                  </a:lnTo>
                  <a:lnTo>
                    <a:pt x="264" y="3391"/>
                  </a:lnTo>
                  <a:lnTo>
                    <a:pt x="255" y="3406"/>
                  </a:lnTo>
                  <a:lnTo>
                    <a:pt x="255" y="3406"/>
                  </a:lnTo>
                  <a:lnTo>
                    <a:pt x="250" y="3414"/>
                  </a:lnTo>
                  <a:lnTo>
                    <a:pt x="250" y="3414"/>
                  </a:lnTo>
                  <a:lnTo>
                    <a:pt x="236" y="3435"/>
                  </a:lnTo>
                  <a:lnTo>
                    <a:pt x="236" y="3435"/>
                  </a:lnTo>
                  <a:lnTo>
                    <a:pt x="227" y="3447"/>
                  </a:lnTo>
                  <a:lnTo>
                    <a:pt x="218" y="3460"/>
                  </a:lnTo>
                  <a:lnTo>
                    <a:pt x="208" y="3470"/>
                  </a:lnTo>
                  <a:lnTo>
                    <a:pt x="196" y="3479"/>
                  </a:lnTo>
                  <a:lnTo>
                    <a:pt x="196" y="3479"/>
                  </a:lnTo>
                  <a:lnTo>
                    <a:pt x="184" y="3487"/>
                  </a:lnTo>
                  <a:lnTo>
                    <a:pt x="171" y="3494"/>
                  </a:lnTo>
                  <a:lnTo>
                    <a:pt x="156" y="3499"/>
                  </a:lnTo>
                  <a:lnTo>
                    <a:pt x="142" y="3504"/>
                  </a:lnTo>
                  <a:lnTo>
                    <a:pt x="125" y="3508"/>
                  </a:lnTo>
                  <a:lnTo>
                    <a:pt x="110" y="3510"/>
                  </a:lnTo>
                  <a:lnTo>
                    <a:pt x="93" y="3512"/>
                  </a:lnTo>
                  <a:lnTo>
                    <a:pt x="78" y="3512"/>
                  </a:lnTo>
                  <a:lnTo>
                    <a:pt x="78" y="3512"/>
                  </a:lnTo>
                  <a:lnTo>
                    <a:pt x="50" y="3511"/>
                  </a:lnTo>
                  <a:lnTo>
                    <a:pt x="24" y="3507"/>
                  </a:lnTo>
                  <a:lnTo>
                    <a:pt x="24" y="3507"/>
                  </a:lnTo>
                  <a:lnTo>
                    <a:pt x="15" y="3504"/>
                  </a:lnTo>
                  <a:lnTo>
                    <a:pt x="13" y="3516"/>
                  </a:lnTo>
                  <a:lnTo>
                    <a:pt x="13" y="3516"/>
                  </a:lnTo>
                  <a:lnTo>
                    <a:pt x="13" y="3628"/>
                  </a:lnTo>
                  <a:lnTo>
                    <a:pt x="13" y="3628"/>
                  </a:lnTo>
                  <a:lnTo>
                    <a:pt x="13" y="3809"/>
                  </a:lnTo>
                  <a:lnTo>
                    <a:pt x="8" y="3824"/>
                  </a:lnTo>
                  <a:lnTo>
                    <a:pt x="8" y="3824"/>
                  </a:lnTo>
                  <a:lnTo>
                    <a:pt x="33" y="3830"/>
                  </a:lnTo>
                  <a:lnTo>
                    <a:pt x="59" y="3836"/>
                  </a:lnTo>
                  <a:lnTo>
                    <a:pt x="84" y="3839"/>
                  </a:lnTo>
                  <a:lnTo>
                    <a:pt x="112" y="3843"/>
                  </a:lnTo>
                  <a:lnTo>
                    <a:pt x="112" y="3843"/>
                  </a:lnTo>
                  <a:lnTo>
                    <a:pt x="126" y="3844"/>
                  </a:lnTo>
                  <a:lnTo>
                    <a:pt x="139" y="3847"/>
                  </a:lnTo>
                  <a:lnTo>
                    <a:pt x="153" y="3851"/>
                  </a:lnTo>
                  <a:lnTo>
                    <a:pt x="165" y="3855"/>
                  </a:lnTo>
                  <a:lnTo>
                    <a:pt x="177" y="3860"/>
                  </a:lnTo>
                  <a:lnTo>
                    <a:pt x="189" y="3865"/>
                  </a:lnTo>
                  <a:lnTo>
                    <a:pt x="199" y="3873"/>
                  </a:lnTo>
                  <a:lnTo>
                    <a:pt x="209" y="3879"/>
                  </a:lnTo>
                  <a:lnTo>
                    <a:pt x="219" y="3888"/>
                  </a:lnTo>
                  <a:lnTo>
                    <a:pt x="228" y="3897"/>
                  </a:lnTo>
                  <a:lnTo>
                    <a:pt x="236" y="3907"/>
                  </a:lnTo>
                  <a:lnTo>
                    <a:pt x="242" y="3917"/>
                  </a:lnTo>
                  <a:lnTo>
                    <a:pt x="249" y="3929"/>
                  </a:lnTo>
                  <a:lnTo>
                    <a:pt x="253" y="3942"/>
                  </a:lnTo>
                  <a:lnTo>
                    <a:pt x="256" y="3954"/>
                  </a:lnTo>
                  <a:lnTo>
                    <a:pt x="259" y="3968"/>
                  </a:lnTo>
                  <a:lnTo>
                    <a:pt x="259" y="3968"/>
                  </a:lnTo>
                  <a:lnTo>
                    <a:pt x="262" y="3994"/>
                  </a:lnTo>
                  <a:lnTo>
                    <a:pt x="263" y="4020"/>
                  </a:lnTo>
                  <a:lnTo>
                    <a:pt x="263" y="4020"/>
                  </a:lnTo>
                  <a:lnTo>
                    <a:pt x="262" y="4050"/>
                  </a:lnTo>
                  <a:lnTo>
                    <a:pt x="259" y="4064"/>
                  </a:lnTo>
                  <a:lnTo>
                    <a:pt x="256" y="4078"/>
                  </a:lnTo>
                  <a:lnTo>
                    <a:pt x="253" y="4092"/>
                  </a:lnTo>
                  <a:lnTo>
                    <a:pt x="247" y="4107"/>
                  </a:lnTo>
                  <a:lnTo>
                    <a:pt x="241" y="4119"/>
                  </a:lnTo>
                  <a:lnTo>
                    <a:pt x="233" y="4131"/>
                  </a:lnTo>
                  <a:lnTo>
                    <a:pt x="233" y="4131"/>
                  </a:lnTo>
                  <a:lnTo>
                    <a:pt x="228" y="4138"/>
                  </a:lnTo>
                  <a:lnTo>
                    <a:pt x="223" y="4145"/>
                  </a:lnTo>
                  <a:lnTo>
                    <a:pt x="217" y="4151"/>
                  </a:lnTo>
                  <a:lnTo>
                    <a:pt x="209" y="4158"/>
                  </a:lnTo>
                  <a:lnTo>
                    <a:pt x="209" y="4158"/>
                  </a:lnTo>
                  <a:lnTo>
                    <a:pt x="187" y="4172"/>
                  </a:lnTo>
                  <a:lnTo>
                    <a:pt x="166" y="4185"/>
                  </a:lnTo>
                  <a:lnTo>
                    <a:pt x="142" y="4195"/>
                  </a:lnTo>
                  <a:lnTo>
                    <a:pt x="117" y="4204"/>
                  </a:lnTo>
                  <a:lnTo>
                    <a:pt x="93" y="4210"/>
                  </a:lnTo>
                  <a:lnTo>
                    <a:pt x="68" y="4215"/>
                  </a:lnTo>
                  <a:lnTo>
                    <a:pt x="41" y="4218"/>
                  </a:lnTo>
                  <a:lnTo>
                    <a:pt x="15" y="4219"/>
                  </a:lnTo>
                  <a:lnTo>
                    <a:pt x="15" y="4219"/>
                  </a:lnTo>
                  <a:lnTo>
                    <a:pt x="11" y="4219"/>
                  </a:lnTo>
                  <a:lnTo>
                    <a:pt x="11" y="4228"/>
                  </a:lnTo>
                  <a:lnTo>
                    <a:pt x="11" y="4228"/>
                  </a:lnTo>
                  <a:lnTo>
                    <a:pt x="10" y="4328"/>
                  </a:lnTo>
                  <a:lnTo>
                    <a:pt x="10" y="4328"/>
                  </a:lnTo>
                  <a:lnTo>
                    <a:pt x="10" y="4379"/>
                  </a:lnTo>
                  <a:lnTo>
                    <a:pt x="10" y="4379"/>
                  </a:lnTo>
                  <a:lnTo>
                    <a:pt x="11" y="4394"/>
                  </a:lnTo>
                  <a:lnTo>
                    <a:pt x="14" y="4412"/>
                  </a:lnTo>
                  <a:lnTo>
                    <a:pt x="18" y="4433"/>
                  </a:lnTo>
                  <a:lnTo>
                    <a:pt x="24" y="4454"/>
                  </a:lnTo>
                  <a:lnTo>
                    <a:pt x="32" y="4477"/>
                  </a:lnTo>
                  <a:lnTo>
                    <a:pt x="37" y="4487"/>
                  </a:lnTo>
                  <a:lnTo>
                    <a:pt x="43" y="4498"/>
                  </a:lnTo>
                  <a:lnTo>
                    <a:pt x="50" y="4507"/>
                  </a:lnTo>
                  <a:lnTo>
                    <a:pt x="57" y="4514"/>
                  </a:lnTo>
                  <a:lnTo>
                    <a:pt x="57" y="4514"/>
                  </a:lnTo>
                  <a:lnTo>
                    <a:pt x="74" y="4527"/>
                  </a:lnTo>
                  <a:lnTo>
                    <a:pt x="90" y="4537"/>
                  </a:lnTo>
                  <a:lnTo>
                    <a:pt x="108" y="4545"/>
                  </a:lnTo>
                  <a:lnTo>
                    <a:pt x="130" y="4551"/>
                  </a:lnTo>
                  <a:lnTo>
                    <a:pt x="154" y="4555"/>
                  </a:lnTo>
                  <a:lnTo>
                    <a:pt x="184" y="4559"/>
                  </a:lnTo>
                  <a:lnTo>
                    <a:pt x="219" y="4560"/>
                  </a:lnTo>
                  <a:lnTo>
                    <a:pt x="263" y="4560"/>
                  </a:lnTo>
                  <a:lnTo>
                    <a:pt x="263" y="4560"/>
                  </a:lnTo>
                  <a:lnTo>
                    <a:pt x="445" y="4560"/>
                  </a:lnTo>
                  <a:lnTo>
                    <a:pt x="445" y="4560"/>
                  </a:lnTo>
                  <a:lnTo>
                    <a:pt x="577" y="4560"/>
                  </a:lnTo>
                  <a:lnTo>
                    <a:pt x="577" y="4560"/>
                  </a:lnTo>
                  <a:lnTo>
                    <a:pt x="595" y="4560"/>
                  </a:lnTo>
                  <a:lnTo>
                    <a:pt x="595" y="4560"/>
                  </a:lnTo>
                  <a:lnTo>
                    <a:pt x="697" y="4560"/>
                  </a:lnTo>
                  <a:lnTo>
                    <a:pt x="697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2" y="4560"/>
                  </a:lnTo>
                  <a:lnTo>
                    <a:pt x="842" y="4560"/>
                  </a:lnTo>
                  <a:lnTo>
                    <a:pt x="2084" y="4560"/>
                  </a:lnTo>
                  <a:lnTo>
                    <a:pt x="2084" y="4560"/>
                  </a:lnTo>
                  <a:lnTo>
                    <a:pt x="2091" y="4560"/>
                  </a:lnTo>
                  <a:lnTo>
                    <a:pt x="2105" y="4559"/>
                  </a:lnTo>
                  <a:lnTo>
                    <a:pt x="2126" y="4555"/>
                  </a:lnTo>
                  <a:lnTo>
                    <a:pt x="2140" y="4553"/>
                  </a:lnTo>
                  <a:lnTo>
                    <a:pt x="2154" y="4548"/>
                  </a:lnTo>
                  <a:lnTo>
                    <a:pt x="2168" y="4542"/>
                  </a:lnTo>
                  <a:lnTo>
                    <a:pt x="2184" y="4536"/>
                  </a:lnTo>
                  <a:lnTo>
                    <a:pt x="2200" y="4528"/>
                  </a:lnTo>
                  <a:lnTo>
                    <a:pt x="2216" y="4518"/>
                  </a:lnTo>
                  <a:lnTo>
                    <a:pt x="2231" y="4507"/>
                  </a:lnTo>
                  <a:lnTo>
                    <a:pt x="2246" y="4494"/>
                  </a:lnTo>
                  <a:lnTo>
                    <a:pt x="2262" y="4477"/>
                  </a:lnTo>
                  <a:lnTo>
                    <a:pt x="2274" y="4461"/>
                  </a:lnTo>
                  <a:lnTo>
                    <a:pt x="2274" y="4461"/>
                  </a:lnTo>
                  <a:lnTo>
                    <a:pt x="2286" y="4443"/>
                  </a:lnTo>
                  <a:lnTo>
                    <a:pt x="2295" y="4422"/>
                  </a:lnTo>
                  <a:lnTo>
                    <a:pt x="2304" y="4401"/>
                  </a:lnTo>
                  <a:lnTo>
                    <a:pt x="2310" y="4376"/>
                  </a:lnTo>
                  <a:lnTo>
                    <a:pt x="2310" y="4376"/>
                  </a:lnTo>
                  <a:lnTo>
                    <a:pt x="2314" y="4360"/>
                  </a:lnTo>
                  <a:lnTo>
                    <a:pt x="2317" y="4333"/>
                  </a:lnTo>
                  <a:lnTo>
                    <a:pt x="2320" y="4255"/>
                  </a:lnTo>
                  <a:lnTo>
                    <a:pt x="2324" y="4144"/>
                  </a:lnTo>
                  <a:lnTo>
                    <a:pt x="2327" y="4003"/>
                  </a:lnTo>
                  <a:lnTo>
                    <a:pt x="2329" y="3837"/>
                  </a:lnTo>
                  <a:lnTo>
                    <a:pt x="2331" y="3649"/>
                  </a:lnTo>
                  <a:lnTo>
                    <a:pt x="2332" y="3217"/>
                  </a:lnTo>
                  <a:lnTo>
                    <a:pt x="2332" y="3217"/>
                  </a:lnTo>
                  <a:lnTo>
                    <a:pt x="2332" y="3216"/>
                  </a:lnTo>
                  <a:lnTo>
                    <a:pt x="2332" y="3216"/>
                  </a:lnTo>
                  <a:lnTo>
                    <a:pt x="2332" y="3214"/>
                  </a:lnTo>
                  <a:lnTo>
                    <a:pt x="2332" y="3214"/>
                  </a:lnTo>
                  <a:lnTo>
                    <a:pt x="2331" y="2789"/>
                  </a:lnTo>
                  <a:lnTo>
                    <a:pt x="2329" y="2341"/>
                  </a:lnTo>
                  <a:lnTo>
                    <a:pt x="2329" y="2341"/>
                  </a:lnTo>
                  <a:lnTo>
                    <a:pt x="2333" y="2340"/>
                  </a:lnTo>
                  <a:lnTo>
                    <a:pt x="2333" y="2340"/>
                  </a:lnTo>
                  <a:lnTo>
                    <a:pt x="2333" y="2336"/>
                  </a:lnTo>
                  <a:lnTo>
                    <a:pt x="2333" y="2336"/>
                  </a:lnTo>
                  <a:lnTo>
                    <a:pt x="2342" y="2331"/>
                  </a:lnTo>
                  <a:lnTo>
                    <a:pt x="2342" y="2331"/>
                  </a:lnTo>
                  <a:lnTo>
                    <a:pt x="2334" y="2321"/>
                  </a:lnTo>
                  <a:lnTo>
                    <a:pt x="2328" y="2308"/>
                  </a:lnTo>
                  <a:lnTo>
                    <a:pt x="2322" y="2295"/>
                  </a:lnTo>
                  <a:lnTo>
                    <a:pt x="2317" y="2282"/>
                  </a:lnTo>
                  <a:lnTo>
                    <a:pt x="2311" y="2267"/>
                  </a:lnTo>
                  <a:lnTo>
                    <a:pt x="2308" y="2252"/>
                  </a:lnTo>
                  <a:lnTo>
                    <a:pt x="2299" y="2216"/>
                  </a:lnTo>
                  <a:lnTo>
                    <a:pt x="2299" y="2216"/>
                  </a:lnTo>
                  <a:lnTo>
                    <a:pt x="2287" y="2153"/>
                  </a:lnTo>
                  <a:lnTo>
                    <a:pt x="2282" y="2121"/>
                  </a:lnTo>
                  <a:lnTo>
                    <a:pt x="2277" y="2089"/>
                  </a:lnTo>
                  <a:lnTo>
                    <a:pt x="2274" y="2056"/>
                  </a:lnTo>
                  <a:lnTo>
                    <a:pt x="2273" y="2024"/>
                  </a:lnTo>
                  <a:lnTo>
                    <a:pt x="2273" y="1991"/>
                  </a:lnTo>
                  <a:lnTo>
                    <a:pt x="2276" y="1958"/>
                  </a:lnTo>
                  <a:lnTo>
                    <a:pt x="2276" y="1958"/>
                  </a:lnTo>
                  <a:lnTo>
                    <a:pt x="2279" y="1933"/>
                  </a:lnTo>
                  <a:lnTo>
                    <a:pt x="2283" y="1910"/>
                  </a:lnTo>
                  <a:lnTo>
                    <a:pt x="2288" y="1886"/>
                  </a:lnTo>
                  <a:lnTo>
                    <a:pt x="2295" y="1863"/>
                  </a:lnTo>
                  <a:lnTo>
                    <a:pt x="2302" y="1841"/>
                  </a:lnTo>
                  <a:lnTo>
                    <a:pt x="2311" y="1820"/>
                  </a:lnTo>
                  <a:lnTo>
                    <a:pt x="2320" y="1799"/>
                  </a:lnTo>
                  <a:lnTo>
                    <a:pt x="2332" y="1779"/>
                  </a:lnTo>
                  <a:lnTo>
                    <a:pt x="2325" y="1777"/>
                  </a:lnTo>
                  <a:lnTo>
                    <a:pt x="2325" y="1777"/>
                  </a:lnTo>
                  <a:lnTo>
                    <a:pt x="2320" y="1183"/>
                  </a:lnTo>
                  <a:lnTo>
                    <a:pt x="2315" y="691"/>
                  </a:lnTo>
                  <a:lnTo>
                    <a:pt x="2310" y="229"/>
                  </a:lnTo>
                  <a:lnTo>
                    <a:pt x="2310" y="229"/>
                  </a:lnTo>
                  <a:lnTo>
                    <a:pt x="2309" y="222"/>
                  </a:lnTo>
                  <a:lnTo>
                    <a:pt x="2304" y="199"/>
                  </a:lnTo>
                  <a:lnTo>
                    <a:pt x="2294" y="168"/>
                  </a:lnTo>
                  <a:lnTo>
                    <a:pt x="2287" y="149"/>
                  </a:lnTo>
                  <a:lnTo>
                    <a:pt x="2279" y="131"/>
                  </a:lnTo>
                  <a:lnTo>
                    <a:pt x="2269" y="112"/>
                  </a:lnTo>
                  <a:lnTo>
                    <a:pt x="2258" y="92"/>
                  </a:lnTo>
                  <a:lnTo>
                    <a:pt x="2245" y="73"/>
                  </a:lnTo>
                  <a:lnTo>
                    <a:pt x="2230" y="57"/>
                  </a:lnTo>
                  <a:lnTo>
                    <a:pt x="2213" y="41"/>
                  </a:lnTo>
                  <a:lnTo>
                    <a:pt x="2204" y="35"/>
                  </a:lnTo>
                  <a:lnTo>
                    <a:pt x="2194" y="29"/>
                  </a:lnTo>
                  <a:lnTo>
                    <a:pt x="2184" y="23"/>
                  </a:lnTo>
                  <a:lnTo>
                    <a:pt x="2174" y="18"/>
                  </a:lnTo>
                  <a:lnTo>
                    <a:pt x="2162" y="15"/>
                  </a:lnTo>
                  <a:lnTo>
                    <a:pt x="2149" y="12"/>
                  </a:lnTo>
                  <a:lnTo>
                    <a:pt x="2149" y="12"/>
                  </a:lnTo>
                  <a:lnTo>
                    <a:pt x="2130" y="9"/>
                  </a:lnTo>
                  <a:lnTo>
                    <a:pt x="2102" y="7"/>
                  </a:lnTo>
                  <a:lnTo>
                    <a:pt x="2029" y="3"/>
                  </a:lnTo>
                  <a:lnTo>
                    <a:pt x="1936" y="2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26" name="Freeform 96">
              <a:extLst>
                <a:ext uri="{FF2B5EF4-FFF2-40B4-BE49-F238E27FC236}">
                  <a16:creationId xmlns:a16="http://schemas.microsoft.com/office/drawing/2014/main" id="{F932577D-D42E-3E93-1BB2-BE4D89BA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735"/>
              <a:ext cx="781" cy="1520"/>
            </a:xfrm>
            <a:custGeom>
              <a:avLst/>
              <a:gdLst>
                <a:gd name="T0" fmla="*/ 1133 w 2342"/>
                <a:gd name="T1" fmla="*/ 12 h 4560"/>
                <a:gd name="T2" fmla="*/ 121 w 2342"/>
                <a:gd name="T3" fmla="*/ 41 h 4560"/>
                <a:gd name="T4" fmla="*/ 57 w 2342"/>
                <a:gd name="T5" fmla="*/ 95 h 4560"/>
                <a:gd name="T6" fmla="*/ 20 w 2342"/>
                <a:gd name="T7" fmla="*/ 192 h 4560"/>
                <a:gd name="T8" fmla="*/ 14 w 2342"/>
                <a:gd name="T9" fmla="*/ 398 h 4560"/>
                <a:gd name="T10" fmla="*/ 16 w 2342"/>
                <a:gd name="T11" fmla="*/ 2043 h 4560"/>
                <a:gd name="T12" fmla="*/ 0 w 2342"/>
                <a:gd name="T13" fmla="*/ 2282 h 4560"/>
                <a:gd name="T14" fmla="*/ 144 w 2342"/>
                <a:gd name="T15" fmla="*/ 2382 h 4560"/>
                <a:gd name="T16" fmla="*/ 239 w 2342"/>
                <a:gd name="T17" fmla="*/ 2480 h 4560"/>
                <a:gd name="T18" fmla="*/ 274 w 2342"/>
                <a:gd name="T19" fmla="*/ 2558 h 4560"/>
                <a:gd name="T20" fmla="*/ 279 w 2342"/>
                <a:gd name="T21" fmla="*/ 2634 h 4560"/>
                <a:gd name="T22" fmla="*/ 250 w 2342"/>
                <a:gd name="T23" fmla="*/ 2708 h 4560"/>
                <a:gd name="T24" fmla="*/ 208 w 2342"/>
                <a:gd name="T25" fmla="*/ 2764 h 4560"/>
                <a:gd name="T26" fmla="*/ 142 w 2342"/>
                <a:gd name="T27" fmla="*/ 2799 h 4560"/>
                <a:gd name="T28" fmla="*/ 50 w 2342"/>
                <a:gd name="T29" fmla="*/ 2805 h 4560"/>
                <a:gd name="T30" fmla="*/ 14 w 2342"/>
                <a:gd name="T31" fmla="*/ 2929 h 4560"/>
                <a:gd name="T32" fmla="*/ 2 w 2342"/>
                <a:gd name="T33" fmla="*/ 2991 h 4560"/>
                <a:gd name="T34" fmla="*/ 144 w 2342"/>
                <a:gd name="T35" fmla="*/ 3088 h 4560"/>
                <a:gd name="T36" fmla="*/ 239 w 2342"/>
                <a:gd name="T37" fmla="*/ 3186 h 4560"/>
                <a:gd name="T38" fmla="*/ 274 w 2342"/>
                <a:gd name="T39" fmla="*/ 3264 h 4560"/>
                <a:gd name="T40" fmla="*/ 279 w 2342"/>
                <a:gd name="T41" fmla="*/ 3340 h 4560"/>
                <a:gd name="T42" fmla="*/ 250 w 2342"/>
                <a:gd name="T43" fmla="*/ 3414 h 4560"/>
                <a:gd name="T44" fmla="*/ 208 w 2342"/>
                <a:gd name="T45" fmla="*/ 3470 h 4560"/>
                <a:gd name="T46" fmla="*/ 142 w 2342"/>
                <a:gd name="T47" fmla="*/ 3504 h 4560"/>
                <a:gd name="T48" fmla="*/ 50 w 2342"/>
                <a:gd name="T49" fmla="*/ 3511 h 4560"/>
                <a:gd name="T50" fmla="*/ 13 w 2342"/>
                <a:gd name="T51" fmla="*/ 3628 h 4560"/>
                <a:gd name="T52" fmla="*/ 59 w 2342"/>
                <a:gd name="T53" fmla="*/ 3836 h 4560"/>
                <a:gd name="T54" fmla="*/ 153 w 2342"/>
                <a:gd name="T55" fmla="*/ 3851 h 4560"/>
                <a:gd name="T56" fmla="*/ 219 w 2342"/>
                <a:gd name="T57" fmla="*/ 3888 h 4560"/>
                <a:gd name="T58" fmla="*/ 256 w 2342"/>
                <a:gd name="T59" fmla="*/ 3954 h 4560"/>
                <a:gd name="T60" fmla="*/ 262 w 2342"/>
                <a:gd name="T61" fmla="*/ 4050 h 4560"/>
                <a:gd name="T62" fmla="*/ 233 w 2342"/>
                <a:gd name="T63" fmla="*/ 4131 h 4560"/>
                <a:gd name="T64" fmla="*/ 209 w 2342"/>
                <a:gd name="T65" fmla="*/ 4158 h 4560"/>
                <a:gd name="T66" fmla="*/ 68 w 2342"/>
                <a:gd name="T67" fmla="*/ 4215 h 4560"/>
                <a:gd name="T68" fmla="*/ 11 w 2342"/>
                <a:gd name="T69" fmla="*/ 4228 h 4560"/>
                <a:gd name="T70" fmla="*/ 14 w 2342"/>
                <a:gd name="T71" fmla="*/ 4412 h 4560"/>
                <a:gd name="T72" fmla="*/ 50 w 2342"/>
                <a:gd name="T73" fmla="*/ 4507 h 4560"/>
                <a:gd name="T74" fmla="*/ 130 w 2342"/>
                <a:gd name="T75" fmla="*/ 4551 h 4560"/>
                <a:gd name="T76" fmla="*/ 445 w 2342"/>
                <a:gd name="T77" fmla="*/ 4560 h 4560"/>
                <a:gd name="T78" fmla="*/ 697 w 2342"/>
                <a:gd name="T79" fmla="*/ 4560 h 4560"/>
                <a:gd name="T80" fmla="*/ 841 w 2342"/>
                <a:gd name="T81" fmla="*/ 4560 h 4560"/>
                <a:gd name="T82" fmla="*/ 2105 w 2342"/>
                <a:gd name="T83" fmla="*/ 4559 h 4560"/>
                <a:gd name="T84" fmla="*/ 2200 w 2342"/>
                <a:gd name="T85" fmla="*/ 4528 h 4560"/>
                <a:gd name="T86" fmla="*/ 2274 w 2342"/>
                <a:gd name="T87" fmla="*/ 4461 h 4560"/>
                <a:gd name="T88" fmla="*/ 2314 w 2342"/>
                <a:gd name="T89" fmla="*/ 4360 h 4560"/>
                <a:gd name="T90" fmla="*/ 2331 w 2342"/>
                <a:gd name="T91" fmla="*/ 3649 h 4560"/>
                <a:gd name="T92" fmla="*/ 2332 w 2342"/>
                <a:gd name="T93" fmla="*/ 3214 h 4560"/>
                <a:gd name="T94" fmla="*/ 2333 w 2342"/>
                <a:gd name="T95" fmla="*/ 2336 h 4560"/>
                <a:gd name="T96" fmla="*/ 2322 w 2342"/>
                <a:gd name="T97" fmla="*/ 2295 h 4560"/>
                <a:gd name="T98" fmla="*/ 2287 w 2342"/>
                <a:gd name="T99" fmla="*/ 2153 h 4560"/>
                <a:gd name="T100" fmla="*/ 2276 w 2342"/>
                <a:gd name="T101" fmla="*/ 1958 h 4560"/>
                <a:gd name="T102" fmla="*/ 2302 w 2342"/>
                <a:gd name="T103" fmla="*/ 1841 h 4560"/>
                <a:gd name="T104" fmla="*/ 2320 w 2342"/>
                <a:gd name="T105" fmla="*/ 1183 h 4560"/>
                <a:gd name="T106" fmla="*/ 2294 w 2342"/>
                <a:gd name="T107" fmla="*/ 168 h 4560"/>
                <a:gd name="T108" fmla="*/ 2230 w 2342"/>
                <a:gd name="T109" fmla="*/ 57 h 4560"/>
                <a:gd name="T110" fmla="*/ 2162 w 2342"/>
                <a:gd name="T111" fmla="*/ 15 h 4560"/>
                <a:gd name="T112" fmla="*/ 1936 w 2342"/>
                <a:gd name="T113" fmla="*/ 2 h 4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42" h="4560">
                  <a:moveTo>
                    <a:pt x="1829" y="0"/>
                  </a:moveTo>
                  <a:lnTo>
                    <a:pt x="1829" y="0"/>
                  </a:lnTo>
                  <a:lnTo>
                    <a:pt x="1711" y="2"/>
                  </a:lnTo>
                  <a:lnTo>
                    <a:pt x="1593" y="3"/>
                  </a:lnTo>
                  <a:lnTo>
                    <a:pt x="1368" y="7"/>
                  </a:lnTo>
                  <a:lnTo>
                    <a:pt x="1133" y="12"/>
                  </a:lnTo>
                  <a:lnTo>
                    <a:pt x="198" y="12"/>
                  </a:lnTo>
                  <a:lnTo>
                    <a:pt x="198" y="12"/>
                  </a:lnTo>
                  <a:lnTo>
                    <a:pt x="182" y="17"/>
                  </a:lnTo>
                  <a:lnTo>
                    <a:pt x="165" y="22"/>
                  </a:lnTo>
                  <a:lnTo>
                    <a:pt x="144" y="31"/>
                  </a:lnTo>
                  <a:lnTo>
                    <a:pt x="121" y="41"/>
                  </a:lnTo>
                  <a:lnTo>
                    <a:pt x="110" y="49"/>
                  </a:lnTo>
                  <a:lnTo>
                    <a:pt x="98" y="57"/>
                  </a:lnTo>
                  <a:lnTo>
                    <a:pt x="87" y="64"/>
                  </a:lnTo>
                  <a:lnTo>
                    <a:pt x="76" y="75"/>
                  </a:lnTo>
                  <a:lnTo>
                    <a:pt x="66" y="8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37" y="139"/>
                  </a:lnTo>
                  <a:lnTo>
                    <a:pt x="28" y="165"/>
                  </a:lnTo>
                  <a:lnTo>
                    <a:pt x="20" y="192"/>
                  </a:lnTo>
                  <a:lnTo>
                    <a:pt x="15" y="222"/>
                  </a:lnTo>
                  <a:lnTo>
                    <a:pt x="11" y="255"/>
                  </a:lnTo>
                  <a:lnTo>
                    <a:pt x="10" y="294"/>
                  </a:lnTo>
                  <a:lnTo>
                    <a:pt x="11" y="340"/>
                  </a:lnTo>
                  <a:lnTo>
                    <a:pt x="14" y="398"/>
                  </a:lnTo>
                  <a:lnTo>
                    <a:pt x="14" y="398"/>
                  </a:lnTo>
                  <a:lnTo>
                    <a:pt x="15" y="436"/>
                  </a:lnTo>
                  <a:lnTo>
                    <a:pt x="15" y="511"/>
                  </a:lnTo>
                  <a:lnTo>
                    <a:pt x="16" y="751"/>
                  </a:lnTo>
                  <a:lnTo>
                    <a:pt x="16" y="1508"/>
                  </a:lnTo>
                  <a:lnTo>
                    <a:pt x="16" y="1508"/>
                  </a:lnTo>
                  <a:lnTo>
                    <a:pt x="16" y="2043"/>
                  </a:lnTo>
                  <a:lnTo>
                    <a:pt x="16" y="2043"/>
                  </a:lnTo>
                  <a:lnTo>
                    <a:pt x="15" y="2267"/>
                  </a:lnTo>
                  <a:lnTo>
                    <a:pt x="11" y="2270"/>
                  </a:lnTo>
                  <a:lnTo>
                    <a:pt x="11" y="2270"/>
                  </a:lnTo>
                  <a:lnTo>
                    <a:pt x="11" y="2272"/>
                  </a:lnTo>
                  <a:lnTo>
                    <a:pt x="0" y="2282"/>
                  </a:lnTo>
                  <a:lnTo>
                    <a:pt x="0" y="2282"/>
                  </a:lnTo>
                  <a:lnTo>
                    <a:pt x="28" y="2300"/>
                  </a:lnTo>
                  <a:lnTo>
                    <a:pt x="55" y="2318"/>
                  </a:lnTo>
                  <a:lnTo>
                    <a:pt x="107" y="2354"/>
                  </a:lnTo>
                  <a:lnTo>
                    <a:pt x="107" y="2354"/>
                  </a:lnTo>
                  <a:lnTo>
                    <a:pt x="144" y="2382"/>
                  </a:lnTo>
                  <a:lnTo>
                    <a:pt x="162" y="2396"/>
                  </a:lnTo>
                  <a:lnTo>
                    <a:pt x="179" y="2410"/>
                  </a:lnTo>
                  <a:lnTo>
                    <a:pt x="195" y="2427"/>
                  </a:lnTo>
                  <a:lnTo>
                    <a:pt x="210" y="2443"/>
                  </a:lnTo>
                  <a:lnTo>
                    <a:pt x="226" y="2461"/>
                  </a:lnTo>
                  <a:lnTo>
                    <a:pt x="239" y="2480"/>
                  </a:lnTo>
                  <a:lnTo>
                    <a:pt x="239" y="2480"/>
                  </a:lnTo>
                  <a:lnTo>
                    <a:pt x="247" y="2496"/>
                  </a:lnTo>
                  <a:lnTo>
                    <a:pt x="256" y="2511"/>
                  </a:lnTo>
                  <a:lnTo>
                    <a:pt x="264" y="2526"/>
                  </a:lnTo>
                  <a:lnTo>
                    <a:pt x="269" y="2543"/>
                  </a:lnTo>
                  <a:lnTo>
                    <a:pt x="274" y="2558"/>
                  </a:lnTo>
                  <a:lnTo>
                    <a:pt x="278" y="2576"/>
                  </a:lnTo>
                  <a:lnTo>
                    <a:pt x="279" y="2593"/>
                  </a:lnTo>
                  <a:lnTo>
                    <a:pt x="281" y="2611"/>
                  </a:lnTo>
                  <a:lnTo>
                    <a:pt x="281" y="2611"/>
                  </a:lnTo>
                  <a:lnTo>
                    <a:pt x="279" y="2634"/>
                  </a:lnTo>
                  <a:lnTo>
                    <a:pt x="279" y="2634"/>
                  </a:lnTo>
                  <a:lnTo>
                    <a:pt x="277" y="2652"/>
                  </a:lnTo>
                  <a:lnTo>
                    <a:pt x="272" y="2670"/>
                  </a:lnTo>
                  <a:lnTo>
                    <a:pt x="264" y="2685"/>
                  </a:lnTo>
                  <a:lnTo>
                    <a:pt x="255" y="2700"/>
                  </a:lnTo>
                  <a:lnTo>
                    <a:pt x="255" y="2700"/>
                  </a:lnTo>
                  <a:lnTo>
                    <a:pt x="250" y="2708"/>
                  </a:lnTo>
                  <a:lnTo>
                    <a:pt x="250" y="2708"/>
                  </a:lnTo>
                  <a:lnTo>
                    <a:pt x="236" y="2730"/>
                  </a:lnTo>
                  <a:lnTo>
                    <a:pt x="236" y="2730"/>
                  </a:lnTo>
                  <a:lnTo>
                    <a:pt x="227" y="2741"/>
                  </a:lnTo>
                  <a:lnTo>
                    <a:pt x="218" y="2754"/>
                  </a:lnTo>
                  <a:lnTo>
                    <a:pt x="208" y="2764"/>
                  </a:lnTo>
                  <a:lnTo>
                    <a:pt x="196" y="2773"/>
                  </a:lnTo>
                  <a:lnTo>
                    <a:pt x="196" y="2773"/>
                  </a:lnTo>
                  <a:lnTo>
                    <a:pt x="184" y="2782"/>
                  </a:lnTo>
                  <a:lnTo>
                    <a:pt x="171" y="2789"/>
                  </a:lnTo>
                  <a:lnTo>
                    <a:pt x="156" y="2794"/>
                  </a:lnTo>
                  <a:lnTo>
                    <a:pt x="142" y="2799"/>
                  </a:lnTo>
                  <a:lnTo>
                    <a:pt x="125" y="2803"/>
                  </a:lnTo>
                  <a:lnTo>
                    <a:pt x="110" y="2805"/>
                  </a:lnTo>
                  <a:lnTo>
                    <a:pt x="93" y="2806"/>
                  </a:lnTo>
                  <a:lnTo>
                    <a:pt x="78" y="2806"/>
                  </a:lnTo>
                  <a:lnTo>
                    <a:pt x="78" y="2806"/>
                  </a:lnTo>
                  <a:lnTo>
                    <a:pt x="50" y="2805"/>
                  </a:lnTo>
                  <a:lnTo>
                    <a:pt x="24" y="2801"/>
                  </a:lnTo>
                  <a:lnTo>
                    <a:pt x="24" y="2801"/>
                  </a:lnTo>
                  <a:lnTo>
                    <a:pt x="15" y="2799"/>
                  </a:lnTo>
                  <a:lnTo>
                    <a:pt x="15" y="2813"/>
                  </a:lnTo>
                  <a:lnTo>
                    <a:pt x="15" y="2813"/>
                  </a:lnTo>
                  <a:lnTo>
                    <a:pt x="14" y="2929"/>
                  </a:lnTo>
                  <a:lnTo>
                    <a:pt x="14" y="2929"/>
                  </a:lnTo>
                  <a:lnTo>
                    <a:pt x="14" y="2982"/>
                  </a:lnTo>
                  <a:lnTo>
                    <a:pt x="10" y="2983"/>
                  </a:lnTo>
                  <a:lnTo>
                    <a:pt x="10" y="2983"/>
                  </a:lnTo>
                  <a:lnTo>
                    <a:pt x="10" y="2988"/>
                  </a:lnTo>
                  <a:lnTo>
                    <a:pt x="2" y="2991"/>
                  </a:lnTo>
                  <a:lnTo>
                    <a:pt x="2" y="2991"/>
                  </a:lnTo>
                  <a:lnTo>
                    <a:pt x="29" y="3007"/>
                  </a:lnTo>
                  <a:lnTo>
                    <a:pt x="56" y="3024"/>
                  </a:lnTo>
                  <a:lnTo>
                    <a:pt x="107" y="3060"/>
                  </a:lnTo>
                  <a:lnTo>
                    <a:pt x="107" y="3060"/>
                  </a:lnTo>
                  <a:lnTo>
                    <a:pt x="144" y="3088"/>
                  </a:lnTo>
                  <a:lnTo>
                    <a:pt x="162" y="3102"/>
                  </a:lnTo>
                  <a:lnTo>
                    <a:pt x="179" y="3116"/>
                  </a:lnTo>
                  <a:lnTo>
                    <a:pt x="195" y="3132"/>
                  </a:lnTo>
                  <a:lnTo>
                    <a:pt x="210" y="3149"/>
                  </a:lnTo>
                  <a:lnTo>
                    <a:pt x="226" y="3167"/>
                  </a:lnTo>
                  <a:lnTo>
                    <a:pt x="239" y="3186"/>
                  </a:lnTo>
                  <a:lnTo>
                    <a:pt x="239" y="3186"/>
                  </a:lnTo>
                  <a:lnTo>
                    <a:pt x="247" y="3201"/>
                  </a:lnTo>
                  <a:lnTo>
                    <a:pt x="256" y="3217"/>
                  </a:lnTo>
                  <a:lnTo>
                    <a:pt x="264" y="3232"/>
                  </a:lnTo>
                  <a:lnTo>
                    <a:pt x="269" y="3249"/>
                  </a:lnTo>
                  <a:lnTo>
                    <a:pt x="274" y="3264"/>
                  </a:lnTo>
                  <a:lnTo>
                    <a:pt x="278" y="3282"/>
                  </a:lnTo>
                  <a:lnTo>
                    <a:pt x="279" y="3299"/>
                  </a:lnTo>
                  <a:lnTo>
                    <a:pt x="281" y="3317"/>
                  </a:lnTo>
                  <a:lnTo>
                    <a:pt x="281" y="3317"/>
                  </a:lnTo>
                  <a:lnTo>
                    <a:pt x="279" y="3340"/>
                  </a:lnTo>
                  <a:lnTo>
                    <a:pt x="279" y="3340"/>
                  </a:lnTo>
                  <a:lnTo>
                    <a:pt x="277" y="3357"/>
                  </a:lnTo>
                  <a:lnTo>
                    <a:pt x="272" y="3375"/>
                  </a:lnTo>
                  <a:lnTo>
                    <a:pt x="264" y="3391"/>
                  </a:lnTo>
                  <a:lnTo>
                    <a:pt x="255" y="3406"/>
                  </a:lnTo>
                  <a:lnTo>
                    <a:pt x="255" y="3406"/>
                  </a:lnTo>
                  <a:lnTo>
                    <a:pt x="250" y="3414"/>
                  </a:lnTo>
                  <a:lnTo>
                    <a:pt x="250" y="3414"/>
                  </a:lnTo>
                  <a:lnTo>
                    <a:pt x="236" y="3435"/>
                  </a:lnTo>
                  <a:lnTo>
                    <a:pt x="236" y="3435"/>
                  </a:lnTo>
                  <a:lnTo>
                    <a:pt x="227" y="3447"/>
                  </a:lnTo>
                  <a:lnTo>
                    <a:pt x="218" y="3460"/>
                  </a:lnTo>
                  <a:lnTo>
                    <a:pt x="208" y="3470"/>
                  </a:lnTo>
                  <a:lnTo>
                    <a:pt x="196" y="3479"/>
                  </a:lnTo>
                  <a:lnTo>
                    <a:pt x="196" y="3479"/>
                  </a:lnTo>
                  <a:lnTo>
                    <a:pt x="184" y="3487"/>
                  </a:lnTo>
                  <a:lnTo>
                    <a:pt x="171" y="3494"/>
                  </a:lnTo>
                  <a:lnTo>
                    <a:pt x="156" y="3499"/>
                  </a:lnTo>
                  <a:lnTo>
                    <a:pt x="142" y="3504"/>
                  </a:lnTo>
                  <a:lnTo>
                    <a:pt x="125" y="3508"/>
                  </a:lnTo>
                  <a:lnTo>
                    <a:pt x="110" y="3510"/>
                  </a:lnTo>
                  <a:lnTo>
                    <a:pt x="93" y="3512"/>
                  </a:lnTo>
                  <a:lnTo>
                    <a:pt x="78" y="3512"/>
                  </a:lnTo>
                  <a:lnTo>
                    <a:pt x="78" y="3512"/>
                  </a:lnTo>
                  <a:lnTo>
                    <a:pt x="50" y="3511"/>
                  </a:lnTo>
                  <a:lnTo>
                    <a:pt x="24" y="3507"/>
                  </a:lnTo>
                  <a:lnTo>
                    <a:pt x="24" y="3507"/>
                  </a:lnTo>
                  <a:lnTo>
                    <a:pt x="15" y="3504"/>
                  </a:lnTo>
                  <a:lnTo>
                    <a:pt x="13" y="3516"/>
                  </a:lnTo>
                  <a:lnTo>
                    <a:pt x="13" y="3516"/>
                  </a:lnTo>
                  <a:lnTo>
                    <a:pt x="13" y="3628"/>
                  </a:lnTo>
                  <a:lnTo>
                    <a:pt x="13" y="3628"/>
                  </a:lnTo>
                  <a:lnTo>
                    <a:pt x="13" y="3809"/>
                  </a:lnTo>
                  <a:lnTo>
                    <a:pt x="8" y="3824"/>
                  </a:lnTo>
                  <a:lnTo>
                    <a:pt x="8" y="3824"/>
                  </a:lnTo>
                  <a:lnTo>
                    <a:pt x="33" y="3830"/>
                  </a:lnTo>
                  <a:lnTo>
                    <a:pt x="59" y="3836"/>
                  </a:lnTo>
                  <a:lnTo>
                    <a:pt x="84" y="3839"/>
                  </a:lnTo>
                  <a:lnTo>
                    <a:pt x="112" y="3843"/>
                  </a:lnTo>
                  <a:lnTo>
                    <a:pt x="112" y="3843"/>
                  </a:lnTo>
                  <a:lnTo>
                    <a:pt x="126" y="3844"/>
                  </a:lnTo>
                  <a:lnTo>
                    <a:pt x="139" y="3847"/>
                  </a:lnTo>
                  <a:lnTo>
                    <a:pt x="153" y="3851"/>
                  </a:lnTo>
                  <a:lnTo>
                    <a:pt x="165" y="3855"/>
                  </a:lnTo>
                  <a:lnTo>
                    <a:pt x="177" y="3860"/>
                  </a:lnTo>
                  <a:lnTo>
                    <a:pt x="189" y="3865"/>
                  </a:lnTo>
                  <a:lnTo>
                    <a:pt x="199" y="3873"/>
                  </a:lnTo>
                  <a:lnTo>
                    <a:pt x="209" y="3879"/>
                  </a:lnTo>
                  <a:lnTo>
                    <a:pt x="219" y="3888"/>
                  </a:lnTo>
                  <a:lnTo>
                    <a:pt x="228" y="3897"/>
                  </a:lnTo>
                  <a:lnTo>
                    <a:pt x="236" y="3907"/>
                  </a:lnTo>
                  <a:lnTo>
                    <a:pt x="242" y="3917"/>
                  </a:lnTo>
                  <a:lnTo>
                    <a:pt x="249" y="3929"/>
                  </a:lnTo>
                  <a:lnTo>
                    <a:pt x="253" y="3942"/>
                  </a:lnTo>
                  <a:lnTo>
                    <a:pt x="256" y="3954"/>
                  </a:lnTo>
                  <a:lnTo>
                    <a:pt x="259" y="3968"/>
                  </a:lnTo>
                  <a:lnTo>
                    <a:pt x="259" y="3968"/>
                  </a:lnTo>
                  <a:lnTo>
                    <a:pt x="262" y="3994"/>
                  </a:lnTo>
                  <a:lnTo>
                    <a:pt x="263" y="4020"/>
                  </a:lnTo>
                  <a:lnTo>
                    <a:pt x="263" y="4020"/>
                  </a:lnTo>
                  <a:lnTo>
                    <a:pt x="262" y="4050"/>
                  </a:lnTo>
                  <a:lnTo>
                    <a:pt x="259" y="4064"/>
                  </a:lnTo>
                  <a:lnTo>
                    <a:pt x="256" y="4078"/>
                  </a:lnTo>
                  <a:lnTo>
                    <a:pt x="253" y="4092"/>
                  </a:lnTo>
                  <a:lnTo>
                    <a:pt x="247" y="4107"/>
                  </a:lnTo>
                  <a:lnTo>
                    <a:pt x="241" y="4119"/>
                  </a:lnTo>
                  <a:lnTo>
                    <a:pt x="233" y="4131"/>
                  </a:lnTo>
                  <a:lnTo>
                    <a:pt x="233" y="4131"/>
                  </a:lnTo>
                  <a:lnTo>
                    <a:pt x="228" y="4138"/>
                  </a:lnTo>
                  <a:lnTo>
                    <a:pt x="223" y="4145"/>
                  </a:lnTo>
                  <a:lnTo>
                    <a:pt x="217" y="4151"/>
                  </a:lnTo>
                  <a:lnTo>
                    <a:pt x="209" y="4158"/>
                  </a:lnTo>
                  <a:lnTo>
                    <a:pt x="209" y="4158"/>
                  </a:lnTo>
                  <a:lnTo>
                    <a:pt x="187" y="4172"/>
                  </a:lnTo>
                  <a:lnTo>
                    <a:pt x="166" y="4185"/>
                  </a:lnTo>
                  <a:lnTo>
                    <a:pt x="142" y="4195"/>
                  </a:lnTo>
                  <a:lnTo>
                    <a:pt x="117" y="4204"/>
                  </a:lnTo>
                  <a:lnTo>
                    <a:pt x="93" y="4210"/>
                  </a:lnTo>
                  <a:lnTo>
                    <a:pt x="68" y="4215"/>
                  </a:lnTo>
                  <a:lnTo>
                    <a:pt x="41" y="4218"/>
                  </a:lnTo>
                  <a:lnTo>
                    <a:pt x="15" y="4219"/>
                  </a:lnTo>
                  <a:lnTo>
                    <a:pt x="15" y="4219"/>
                  </a:lnTo>
                  <a:lnTo>
                    <a:pt x="11" y="4219"/>
                  </a:lnTo>
                  <a:lnTo>
                    <a:pt x="11" y="4228"/>
                  </a:lnTo>
                  <a:lnTo>
                    <a:pt x="11" y="4228"/>
                  </a:lnTo>
                  <a:lnTo>
                    <a:pt x="10" y="4328"/>
                  </a:lnTo>
                  <a:lnTo>
                    <a:pt x="10" y="4328"/>
                  </a:lnTo>
                  <a:lnTo>
                    <a:pt x="10" y="4379"/>
                  </a:lnTo>
                  <a:lnTo>
                    <a:pt x="10" y="4379"/>
                  </a:lnTo>
                  <a:lnTo>
                    <a:pt x="11" y="4394"/>
                  </a:lnTo>
                  <a:lnTo>
                    <a:pt x="14" y="4412"/>
                  </a:lnTo>
                  <a:lnTo>
                    <a:pt x="18" y="4433"/>
                  </a:lnTo>
                  <a:lnTo>
                    <a:pt x="24" y="4454"/>
                  </a:lnTo>
                  <a:lnTo>
                    <a:pt x="32" y="4477"/>
                  </a:lnTo>
                  <a:lnTo>
                    <a:pt x="37" y="4487"/>
                  </a:lnTo>
                  <a:lnTo>
                    <a:pt x="43" y="4498"/>
                  </a:lnTo>
                  <a:lnTo>
                    <a:pt x="50" y="4507"/>
                  </a:lnTo>
                  <a:lnTo>
                    <a:pt x="57" y="4514"/>
                  </a:lnTo>
                  <a:lnTo>
                    <a:pt x="57" y="4514"/>
                  </a:lnTo>
                  <a:lnTo>
                    <a:pt x="74" y="4527"/>
                  </a:lnTo>
                  <a:lnTo>
                    <a:pt x="90" y="4537"/>
                  </a:lnTo>
                  <a:lnTo>
                    <a:pt x="108" y="4545"/>
                  </a:lnTo>
                  <a:lnTo>
                    <a:pt x="130" y="4551"/>
                  </a:lnTo>
                  <a:lnTo>
                    <a:pt x="154" y="4555"/>
                  </a:lnTo>
                  <a:lnTo>
                    <a:pt x="184" y="4559"/>
                  </a:lnTo>
                  <a:lnTo>
                    <a:pt x="219" y="4560"/>
                  </a:lnTo>
                  <a:lnTo>
                    <a:pt x="263" y="4560"/>
                  </a:lnTo>
                  <a:lnTo>
                    <a:pt x="263" y="4560"/>
                  </a:lnTo>
                  <a:lnTo>
                    <a:pt x="445" y="4560"/>
                  </a:lnTo>
                  <a:lnTo>
                    <a:pt x="445" y="4560"/>
                  </a:lnTo>
                  <a:lnTo>
                    <a:pt x="577" y="4560"/>
                  </a:lnTo>
                  <a:lnTo>
                    <a:pt x="577" y="4560"/>
                  </a:lnTo>
                  <a:lnTo>
                    <a:pt x="595" y="4560"/>
                  </a:lnTo>
                  <a:lnTo>
                    <a:pt x="595" y="4560"/>
                  </a:lnTo>
                  <a:lnTo>
                    <a:pt x="697" y="4560"/>
                  </a:lnTo>
                  <a:lnTo>
                    <a:pt x="697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1" y="4560"/>
                  </a:lnTo>
                  <a:lnTo>
                    <a:pt x="842" y="4560"/>
                  </a:lnTo>
                  <a:lnTo>
                    <a:pt x="842" y="4560"/>
                  </a:lnTo>
                  <a:lnTo>
                    <a:pt x="2084" y="4560"/>
                  </a:lnTo>
                  <a:lnTo>
                    <a:pt x="2084" y="4560"/>
                  </a:lnTo>
                  <a:lnTo>
                    <a:pt x="2091" y="4560"/>
                  </a:lnTo>
                  <a:lnTo>
                    <a:pt x="2105" y="4559"/>
                  </a:lnTo>
                  <a:lnTo>
                    <a:pt x="2126" y="4555"/>
                  </a:lnTo>
                  <a:lnTo>
                    <a:pt x="2140" y="4553"/>
                  </a:lnTo>
                  <a:lnTo>
                    <a:pt x="2154" y="4548"/>
                  </a:lnTo>
                  <a:lnTo>
                    <a:pt x="2168" y="4542"/>
                  </a:lnTo>
                  <a:lnTo>
                    <a:pt x="2184" y="4536"/>
                  </a:lnTo>
                  <a:lnTo>
                    <a:pt x="2200" y="4528"/>
                  </a:lnTo>
                  <a:lnTo>
                    <a:pt x="2216" y="4518"/>
                  </a:lnTo>
                  <a:lnTo>
                    <a:pt x="2231" y="4507"/>
                  </a:lnTo>
                  <a:lnTo>
                    <a:pt x="2246" y="4494"/>
                  </a:lnTo>
                  <a:lnTo>
                    <a:pt x="2262" y="4477"/>
                  </a:lnTo>
                  <a:lnTo>
                    <a:pt x="2274" y="4461"/>
                  </a:lnTo>
                  <a:lnTo>
                    <a:pt x="2274" y="4461"/>
                  </a:lnTo>
                  <a:lnTo>
                    <a:pt x="2286" y="4443"/>
                  </a:lnTo>
                  <a:lnTo>
                    <a:pt x="2295" y="4422"/>
                  </a:lnTo>
                  <a:lnTo>
                    <a:pt x="2304" y="4401"/>
                  </a:lnTo>
                  <a:lnTo>
                    <a:pt x="2310" y="4376"/>
                  </a:lnTo>
                  <a:lnTo>
                    <a:pt x="2310" y="4376"/>
                  </a:lnTo>
                  <a:lnTo>
                    <a:pt x="2314" y="4360"/>
                  </a:lnTo>
                  <a:lnTo>
                    <a:pt x="2317" y="4333"/>
                  </a:lnTo>
                  <a:lnTo>
                    <a:pt x="2320" y="4255"/>
                  </a:lnTo>
                  <a:lnTo>
                    <a:pt x="2324" y="4144"/>
                  </a:lnTo>
                  <a:lnTo>
                    <a:pt x="2327" y="4003"/>
                  </a:lnTo>
                  <a:lnTo>
                    <a:pt x="2329" y="3837"/>
                  </a:lnTo>
                  <a:lnTo>
                    <a:pt x="2331" y="3649"/>
                  </a:lnTo>
                  <a:lnTo>
                    <a:pt x="2332" y="3217"/>
                  </a:lnTo>
                  <a:lnTo>
                    <a:pt x="2332" y="3217"/>
                  </a:lnTo>
                  <a:lnTo>
                    <a:pt x="2332" y="3216"/>
                  </a:lnTo>
                  <a:lnTo>
                    <a:pt x="2332" y="3216"/>
                  </a:lnTo>
                  <a:lnTo>
                    <a:pt x="2332" y="3214"/>
                  </a:lnTo>
                  <a:lnTo>
                    <a:pt x="2332" y="3214"/>
                  </a:lnTo>
                  <a:lnTo>
                    <a:pt x="2331" y="2789"/>
                  </a:lnTo>
                  <a:lnTo>
                    <a:pt x="2329" y="2341"/>
                  </a:lnTo>
                  <a:lnTo>
                    <a:pt x="2329" y="2341"/>
                  </a:lnTo>
                  <a:lnTo>
                    <a:pt x="2333" y="2340"/>
                  </a:lnTo>
                  <a:lnTo>
                    <a:pt x="2333" y="2340"/>
                  </a:lnTo>
                  <a:lnTo>
                    <a:pt x="2333" y="2336"/>
                  </a:lnTo>
                  <a:lnTo>
                    <a:pt x="2333" y="2336"/>
                  </a:lnTo>
                  <a:lnTo>
                    <a:pt x="2342" y="2331"/>
                  </a:lnTo>
                  <a:lnTo>
                    <a:pt x="2342" y="2331"/>
                  </a:lnTo>
                  <a:lnTo>
                    <a:pt x="2334" y="2321"/>
                  </a:lnTo>
                  <a:lnTo>
                    <a:pt x="2328" y="2308"/>
                  </a:lnTo>
                  <a:lnTo>
                    <a:pt x="2322" y="2295"/>
                  </a:lnTo>
                  <a:lnTo>
                    <a:pt x="2317" y="2282"/>
                  </a:lnTo>
                  <a:lnTo>
                    <a:pt x="2311" y="2267"/>
                  </a:lnTo>
                  <a:lnTo>
                    <a:pt x="2308" y="2252"/>
                  </a:lnTo>
                  <a:lnTo>
                    <a:pt x="2299" y="2216"/>
                  </a:lnTo>
                  <a:lnTo>
                    <a:pt x="2299" y="2216"/>
                  </a:lnTo>
                  <a:lnTo>
                    <a:pt x="2287" y="2153"/>
                  </a:lnTo>
                  <a:lnTo>
                    <a:pt x="2282" y="2121"/>
                  </a:lnTo>
                  <a:lnTo>
                    <a:pt x="2277" y="2089"/>
                  </a:lnTo>
                  <a:lnTo>
                    <a:pt x="2274" y="2056"/>
                  </a:lnTo>
                  <a:lnTo>
                    <a:pt x="2273" y="2024"/>
                  </a:lnTo>
                  <a:lnTo>
                    <a:pt x="2273" y="1991"/>
                  </a:lnTo>
                  <a:lnTo>
                    <a:pt x="2276" y="1958"/>
                  </a:lnTo>
                  <a:lnTo>
                    <a:pt x="2276" y="1958"/>
                  </a:lnTo>
                  <a:lnTo>
                    <a:pt x="2279" y="1933"/>
                  </a:lnTo>
                  <a:lnTo>
                    <a:pt x="2283" y="1910"/>
                  </a:lnTo>
                  <a:lnTo>
                    <a:pt x="2288" y="1886"/>
                  </a:lnTo>
                  <a:lnTo>
                    <a:pt x="2295" y="1863"/>
                  </a:lnTo>
                  <a:lnTo>
                    <a:pt x="2302" y="1841"/>
                  </a:lnTo>
                  <a:lnTo>
                    <a:pt x="2311" y="1820"/>
                  </a:lnTo>
                  <a:lnTo>
                    <a:pt x="2320" y="1799"/>
                  </a:lnTo>
                  <a:lnTo>
                    <a:pt x="2332" y="1779"/>
                  </a:lnTo>
                  <a:lnTo>
                    <a:pt x="2325" y="1777"/>
                  </a:lnTo>
                  <a:lnTo>
                    <a:pt x="2325" y="1777"/>
                  </a:lnTo>
                  <a:lnTo>
                    <a:pt x="2320" y="1183"/>
                  </a:lnTo>
                  <a:lnTo>
                    <a:pt x="2315" y="691"/>
                  </a:lnTo>
                  <a:lnTo>
                    <a:pt x="2310" y="229"/>
                  </a:lnTo>
                  <a:lnTo>
                    <a:pt x="2310" y="229"/>
                  </a:lnTo>
                  <a:lnTo>
                    <a:pt x="2309" y="222"/>
                  </a:lnTo>
                  <a:lnTo>
                    <a:pt x="2304" y="199"/>
                  </a:lnTo>
                  <a:lnTo>
                    <a:pt x="2294" y="168"/>
                  </a:lnTo>
                  <a:lnTo>
                    <a:pt x="2287" y="149"/>
                  </a:lnTo>
                  <a:lnTo>
                    <a:pt x="2279" y="131"/>
                  </a:lnTo>
                  <a:lnTo>
                    <a:pt x="2269" y="112"/>
                  </a:lnTo>
                  <a:lnTo>
                    <a:pt x="2258" y="92"/>
                  </a:lnTo>
                  <a:lnTo>
                    <a:pt x="2245" y="73"/>
                  </a:lnTo>
                  <a:lnTo>
                    <a:pt x="2230" y="57"/>
                  </a:lnTo>
                  <a:lnTo>
                    <a:pt x="2213" y="41"/>
                  </a:lnTo>
                  <a:lnTo>
                    <a:pt x="2204" y="35"/>
                  </a:lnTo>
                  <a:lnTo>
                    <a:pt x="2194" y="29"/>
                  </a:lnTo>
                  <a:lnTo>
                    <a:pt x="2184" y="23"/>
                  </a:lnTo>
                  <a:lnTo>
                    <a:pt x="2174" y="18"/>
                  </a:lnTo>
                  <a:lnTo>
                    <a:pt x="2162" y="15"/>
                  </a:lnTo>
                  <a:lnTo>
                    <a:pt x="2149" y="12"/>
                  </a:lnTo>
                  <a:lnTo>
                    <a:pt x="2149" y="12"/>
                  </a:lnTo>
                  <a:lnTo>
                    <a:pt x="2130" y="9"/>
                  </a:lnTo>
                  <a:lnTo>
                    <a:pt x="2102" y="7"/>
                  </a:lnTo>
                  <a:lnTo>
                    <a:pt x="2029" y="3"/>
                  </a:lnTo>
                  <a:lnTo>
                    <a:pt x="1936" y="2"/>
                  </a:lnTo>
                  <a:lnTo>
                    <a:pt x="18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27" name="Freeform 97">
              <a:extLst>
                <a:ext uri="{FF2B5EF4-FFF2-40B4-BE49-F238E27FC236}">
                  <a16:creationId xmlns:a16="http://schemas.microsoft.com/office/drawing/2014/main" id="{2203615E-F733-AA59-873C-A31E438624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2" y="1496"/>
              <a:ext cx="96" cy="216"/>
            </a:xfrm>
            <a:custGeom>
              <a:avLst/>
              <a:gdLst>
                <a:gd name="T0" fmla="*/ 16 w 286"/>
                <a:gd name="T1" fmla="*/ 536 h 647"/>
                <a:gd name="T2" fmla="*/ 15 w 286"/>
                <a:gd name="T3" fmla="*/ 647 h 647"/>
                <a:gd name="T4" fmla="*/ 19 w 286"/>
                <a:gd name="T5" fmla="*/ 647 h 647"/>
                <a:gd name="T6" fmla="*/ 20 w 286"/>
                <a:gd name="T7" fmla="*/ 517 h 647"/>
                <a:gd name="T8" fmla="*/ 16 w 286"/>
                <a:gd name="T9" fmla="*/ 517 h 647"/>
                <a:gd name="T10" fmla="*/ 255 w 286"/>
                <a:gd name="T11" fmla="*/ 426 h 647"/>
                <a:gd name="T12" fmla="*/ 254 w 286"/>
                <a:gd name="T13" fmla="*/ 426 h 647"/>
                <a:gd name="T14" fmla="*/ 241 w 286"/>
                <a:gd name="T15" fmla="*/ 448 h 647"/>
                <a:gd name="T16" fmla="*/ 5 w 286"/>
                <a:gd name="T17" fmla="*/ 0 h 647"/>
                <a:gd name="T18" fmla="*/ 0 w 286"/>
                <a:gd name="T19" fmla="*/ 5 h 647"/>
                <a:gd name="T20" fmla="*/ 55 w 286"/>
                <a:gd name="T21" fmla="*/ 41 h 647"/>
                <a:gd name="T22" fmla="*/ 108 w 286"/>
                <a:gd name="T23" fmla="*/ 78 h 647"/>
                <a:gd name="T24" fmla="*/ 163 w 286"/>
                <a:gd name="T25" fmla="*/ 119 h 647"/>
                <a:gd name="T26" fmla="*/ 196 w 286"/>
                <a:gd name="T27" fmla="*/ 150 h 647"/>
                <a:gd name="T28" fmla="*/ 227 w 286"/>
                <a:gd name="T29" fmla="*/ 184 h 647"/>
                <a:gd name="T30" fmla="*/ 240 w 286"/>
                <a:gd name="T31" fmla="*/ 204 h 647"/>
                <a:gd name="T32" fmla="*/ 260 w 286"/>
                <a:gd name="T33" fmla="*/ 239 h 647"/>
                <a:gd name="T34" fmla="*/ 274 w 286"/>
                <a:gd name="T35" fmla="*/ 276 h 647"/>
                <a:gd name="T36" fmla="*/ 281 w 286"/>
                <a:gd name="T37" fmla="*/ 316 h 647"/>
                <a:gd name="T38" fmla="*/ 281 w 286"/>
                <a:gd name="T39" fmla="*/ 357 h 647"/>
                <a:gd name="T40" fmla="*/ 278 w 286"/>
                <a:gd name="T41" fmla="*/ 375 h 647"/>
                <a:gd name="T42" fmla="*/ 268 w 286"/>
                <a:gd name="T43" fmla="*/ 404 h 647"/>
                <a:gd name="T44" fmla="*/ 260 w 286"/>
                <a:gd name="T45" fmla="*/ 418 h 647"/>
                <a:gd name="T46" fmla="*/ 277 w 286"/>
                <a:gd name="T47" fmla="*/ 388 h 647"/>
                <a:gd name="T48" fmla="*/ 284 w 286"/>
                <a:gd name="T49" fmla="*/ 352 h 647"/>
                <a:gd name="T50" fmla="*/ 286 w 286"/>
                <a:gd name="T51" fmla="*/ 329 h 647"/>
                <a:gd name="T52" fmla="*/ 284 w 286"/>
                <a:gd name="T53" fmla="*/ 311 h 647"/>
                <a:gd name="T54" fmla="*/ 279 w 286"/>
                <a:gd name="T55" fmla="*/ 276 h 647"/>
                <a:gd name="T56" fmla="*/ 269 w 286"/>
                <a:gd name="T57" fmla="*/ 244 h 647"/>
                <a:gd name="T58" fmla="*/ 252 w 286"/>
                <a:gd name="T59" fmla="*/ 214 h 647"/>
                <a:gd name="T60" fmla="*/ 244 w 286"/>
                <a:gd name="T61" fmla="*/ 198 h 647"/>
                <a:gd name="T62" fmla="*/ 215 w 286"/>
                <a:gd name="T63" fmla="*/ 161 h 647"/>
                <a:gd name="T64" fmla="*/ 184 w 286"/>
                <a:gd name="T65" fmla="*/ 128 h 647"/>
                <a:gd name="T66" fmla="*/ 149 w 286"/>
                <a:gd name="T67" fmla="*/ 100 h 647"/>
                <a:gd name="T68" fmla="*/ 112 w 286"/>
                <a:gd name="T69" fmla="*/ 72 h 647"/>
                <a:gd name="T70" fmla="*/ 33 w 286"/>
                <a:gd name="T71" fmla="*/ 18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6" h="647">
                  <a:moveTo>
                    <a:pt x="16" y="517"/>
                  </a:moveTo>
                  <a:lnTo>
                    <a:pt x="16" y="536"/>
                  </a:lnTo>
                  <a:lnTo>
                    <a:pt x="16" y="536"/>
                  </a:lnTo>
                  <a:lnTo>
                    <a:pt x="15" y="647"/>
                  </a:lnTo>
                  <a:lnTo>
                    <a:pt x="19" y="647"/>
                  </a:lnTo>
                  <a:lnTo>
                    <a:pt x="19" y="647"/>
                  </a:lnTo>
                  <a:lnTo>
                    <a:pt x="20" y="531"/>
                  </a:lnTo>
                  <a:lnTo>
                    <a:pt x="20" y="517"/>
                  </a:lnTo>
                  <a:lnTo>
                    <a:pt x="20" y="517"/>
                  </a:lnTo>
                  <a:lnTo>
                    <a:pt x="16" y="517"/>
                  </a:lnTo>
                  <a:close/>
                  <a:moveTo>
                    <a:pt x="255" y="426"/>
                  </a:moveTo>
                  <a:lnTo>
                    <a:pt x="255" y="426"/>
                  </a:lnTo>
                  <a:lnTo>
                    <a:pt x="254" y="426"/>
                  </a:lnTo>
                  <a:lnTo>
                    <a:pt x="254" y="426"/>
                  </a:lnTo>
                  <a:lnTo>
                    <a:pt x="241" y="448"/>
                  </a:lnTo>
                  <a:lnTo>
                    <a:pt x="241" y="448"/>
                  </a:lnTo>
                  <a:lnTo>
                    <a:pt x="255" y="426"/>
                  </a:lnTo>
                  <a:close/>
                  <a:moveTo>
                    <a:pt x="5" y="0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28" y="23"/>
                  </a:lnTo>
                  <a:lnTo>
                    <a:pt x="55" y="41"/>
                  </a:lnTo>
                  <a:lnTo>
                    <a:pt x="108" y="78"/>
                  </a:lnTo>
                  <a:lnTo>
                    <a:pt x="108" y="78"/>
                  </a:lnTo>
                  <a:lnTo>
                    <a:pt x="145" y="105"/>
                  </a:lnTo>
                  <a:lnTo>
                    <a:pt x="163" y="119"/>
                  </a:lnTo>
                  <a:lnTo>
                    <a:pt x="180" y="135"/>
                  </a:lnTo>
                  <a:lnTo>
                    <a:pt x="196" y="150"/>
                  </a:lnTo>
                  <a:lnTo>
                    <a:pt x="212" y="167"/>
                  </a:lnTo>
                  <a:lnTo>
                    <a:pt x="227" y="184"/>
                  </a:lnTo>
                  <a:lnTo>
                    <a:pt x="240" y="204"/>
                  </a:lnTo>
                  <a:lnTo>
                    <a:pt x="240" y="204"/>
                  </a:lnTo>
                  <a:lnTo>
                    <a:pt x="251" y="221"/>
                  </a:lnTo>
                  <a:lnTo>
                    <a:pt x="260" y="239"/>
                  </a:lnTo>
                  <a:lnTo>
                    <a:pt x="268" y="257"/>
                  </a:lnTo>
                  <a:lnTo>
                    <a:pt x="274" y="276"/>
                  </a:lnTo>
                  <a:lnTo>
                    <a:pt x="278" y="296"/>
                  </a:lnTo>
                  <a:lnTo>
                    <a:pt x="281" y="316"/>
                  </a:lnTo>
                  <a:lnTo>
                    <a:pt x="282" y="337"/>
                  </a:lnTo>
                  <a:lnTo>
                    <a:pt x="281" y="357"/>
                  </a:lnTo>
                  <a:lnTo>
                    <a:pt x="281" y="357"/>
                  </a:lnTo>
                  <a:lnTo>
                    <a:pt x="278" y="375"/>
                  </a:lnTo>
                  <a:lnTo>
                    <a:pt x="274" y="390"/>
                  </a:lnTo>
                  <a:lnTo>
                    <a:pt x="268" y="404"/>
                  </a:lnTo>
                  <a:lnTo>
                    <a:pt x="260" y="418"/>
                  </a:lnTo>
                  <a:lnTo>
                    <a:pt x="260" y="418"/>
                  </a:lnTo>
                  <a:lnTo>
                    <a:pt x="269" y="403"/>
                  </a:lnTo>
                  <a:lnTo>
                    <a:pt x="277" y="388"/>
                  </a:lnTo>
                  <a:lnTo>
                    <a:pt x="282" y="370"/>
                  </a:lnTo>
                  <a:lnTo>
                    <a:pt x="284" y="352"/>
                  </a:lnTo>
                  <a:lnTo>
                    <a:pt x="284" y="352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4" y="311"/>
                  </a:lnTo>
                  <a:lnTo>
                    <a:pt x="283" y="294"/>
                  </a:lnTo>
                  <a:lnTo>
                    <a:pt x="279" y="276"/>
                  </a:lnTo>
                  <a:lnTo>
                    <a:pt x="274" y="261"/>
                  </a:lnTo>
                  <a:lnTo>
                    <a:pt x="269" y="244"/>
                  </a:lnTo>
                  <a:lnTo>
                    <a:pt x="261" y="229"/>
                  </a:lnTo>
                  <a:lnTo>
                    <a:pt x="252" y="214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31" y="179"/>
                  </a:lnTo>
                  <a:lnTo>
                    <a:pt x="215" y="161"/>
                  </a:lnTo>
                  <a:lnTo>
                    <a:pt x="200" y="145"/>
                  </a:lnTo>
                  <a:lnTo>
                    <a:pt x="184" y="128"/>
                  </a:lnTo>
                  <a:lnTo>
                    <a:pt x="167" y="114"/>
                  </a:lnTo>
                  <a:lnTo>
                    <a:pt x="149" y="100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60" y="36"/>
                  </a:lnTo>
                  <a:lnTo>
                    <a:pt x="33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28" name="Freeform 98">
              <a:extLst>
                <a:ext uri="{FF2B5EF4-FFF2-40B4-BE49-F238E27FC236}">
                  <a16:creationId xmlns:a16="http://schemas.microsoft.com/office/drawing/2014/main" id="{315C4FCF-4996-4FEF-F6F2-0FBC7A5FE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668"/>
              <a:ext cx="2" cy="44"/>
            </a:xfrm>
            <a:custGeom>
              <a:avLst/>
              <a:gdLst>
                <a:gd name="T0" fmla="*/ 1 w 5"/>
                <a:gd name="T1" fmla="*/ 0 h 130"/>
                <a:gd name="T2" fmla="*/ 1 w 5"/>
                <a:gd name="T3" fmla="*/ 19 h 130"/>
                <a:gd name="T4" fmla="*/ 1 w 5"/>
                <a:gd name="T5" fmla="*/ 19 h 130"/>
                <a:gd name="T6" fmla="*/ 0 w 5"/>
                <a:gd name="T7" fmla="*/ 130 h 130"/>
                <a:gd name="T8" fmla="*/ 4 w 5"/>
                <a:gd name="T9" fmla="*/ 130 h 130"/>
                <a:gd name="T10" fmla="*/ 4 w 5"/>
                <a:gd name="T11" fmla="*/ 130 h 130"/>
                <a:gd name="T12" fmla="*/ 5 w 5"/>
                <a:gd name="T13" fmla="*/ 14 h 130"/>
                <a:gd name="T14" fmla="*/ 5 w 5"/>
                <a:gd name="T15" fmla="*/ 0 h 130"/>
                <a:gd name="T16" fmla="*/ 5 w 5"/>
                <a:gd name="T17" fmla="*/ 0 h 130"/>
                <a:gd name="T18" fmla="*/ 1 w 5"/>
                <a:gd name="T1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30">
                  <a:moveTo>
                    <a:pt x="1" y="0"/>
                  </a:moveTo>
                  <a:lnTo>
                    <a:pt x="1" y="19"/>
                  </a:lnTo>
                  <a:lnTo>
                    <a:pt x="1" y="19"/>
                  </a:lnTo>
                  <a:lnTo>
                    <a:pt x="0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5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29" name="Freeform 99">
              <a:extLst>
                <a:ext uri="{FF2B5EF4-FFF2-40B4-BE49-F238E27FC236}">
                  <a16:creationId xmlns:a16="http://schemas.microsoft.com/office/drawing/2014/main" id="{3CA3D1D6-82E5-7410-B1C8-1661D13E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38"/>
              <a:ext cx="4" cy="7"/>
            </a:xfrm>
            <a:custGeom>
              <a:avLst/>
              <a:gdLst>
                <a:gd name="T0" fmla="*/ 14 w 14"/>
                <a:gd name="T1" fmla="*/ 0 h 22"/>
                <a:gd name="T2" fmla="*/ 14 w 14"/>
                <a:gd name="T3" fmla="*/ 0 h 22"/>
                <a:gd name="T4" fmla="*/ 13 w 14"/>
                <a:gd name="T5" fmla="*/ 0 h 22"/>
                <a:gd name="T6" fmla="*/ 13 w 14"/>
                <a:gd name="T7" fmla="*/ 0 h 22"/>
                <a:gd name="T8" fmla="*/ 0 w 14"/>
                <a:gd name="T9" fmla="*/ 22 h 22"/>
                <a:gd name="T10" fmla="*/ 0 w 14"/>
                <a:gd name="T11" fmla="*/ 22 h 22"/>
                <a:gd name="T12" fmla="*/ 14 w 14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0" name="Freeform 100">
              <a:extLst>
                <a:ext uri="{FF2B5EF4-FFF2-40B4-BE49-F238E27FC236}">
                  <a16:creationId xmlns:a16="http://schemas.microsoft.com/office/drawing/2014/main" id="{5996624E-66AC-5257-66C8-2670E023B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496"/>
              <a:ext cx="96" cy="139"/>
            </a:xfrm>
            <a:custGeom>
              <a:avLst/>
              <a:gdLst>
                <a:gd name="T0" fmla="*/ 5 w 286"/>
                <a:gd name="T1" fmla="*/ 0 h 418"/>
                <a:gd name="T2" fmla="*/ 0 w 286"/>
                <a:gd name="T3" fmla="*/ 5 h 418"/>
                <a:gd name="T4" fmla="*/ 0 w 286"/>
                <a:gd name="T5" fmla="*/ 5 h 418"/>
                <a:gd name="T6" fmla="*/ 28 w 286"/>
                <a:gd name="T7" fmla="*/ 23 h 418"/>
                <a:gd name="T8" fmla="*/ 55 w 286"/>
                <a:gd name="T9" fmla="*/ 41 h 418"/>
                <a:gd name="T10" fmla="*/ 108 w 286"/>
                <a:gd name="T11" fmla="*/ 78 h 418"/>
                <a:gd name="T12" fmla="*/ 108 w 286"/>
                <a:gd name="T13" fmla="*/ 78 h 418"/>
                <a:gd name="T14" fmla="*/ 145 w 286"/>
                <a:gd name="T15" fmla="*/ 105 h 418"/>
                <a:gd name="T16" fmla="*/ 163 w 286"/>
                <a:gd name="T17" fmla="*/ 119 h 418"/>
                <a:gd name="T18" fmla="*/ 180 w 286"/>
                <a:gd name="T19" fmla="*/ 135 h 418"/>
                <a:gd name="T20" fmla="*/ 196 w 286"/>
                <a:gd name="T21" fmla="*/ 150 h 418"/>
                <a:gd name="T22" fmla="*/ 212 w 286"/>
                <a:gd name="T23" fmla="*/ 167 h 418"/>
                <a:gd name="T24" fmla="*/ 227 w 286"/>
                <a:gd name="T25" fmla="*/ 184 h 418"/>
                <a:gd name="T26" fmla="*/ 240 w 286"/>
                <a:gd name="T27" fmla="*/ 204 h 418"/>
                <a:gd name="T28" fmla="*/ 240 w 286"/>
                <a:gd name="T29" fmla="*/ 204 h 418"/>
                <a:gd name="T30" fmla="*/ 251 w 286"/>
                <a:gd name="T31" fmla="*/ 221 h 418"/>
                <a:gd name="T32" fmla="*/ 260 w 286"/>
                <a:gd name="T33" fmla="*/ 239 h 418"/>
                <a:gd name="T34" fmla="*/ 268 w 286"/>
                <a:gd name="T35" fmla="*/ 257 h 418"/>
                <a:gd name="T36" fmla="*/ 274 w 286"/>
                <a:gd name="T37" fmla="*/ 276 h 418"/>
                <a:gd name="T38" fmla="*/ 278 w 286"/>
                <a:gd name="T39" fmla="*/ 296 h 418"/>
                <a:gd name="T40" fmla="*/ 281 w 286"/>
                <a:gd name="T41" fmla="*/ 316 h 418"/>
                <a:gd name="T42" fmla="*/ 282 w 286"/>
                <a:gd name="T43" fmla="*/ 337 h 418"/>
                <a:gd name="T44" fmla="*/ 281 w 286"/>
                <a:gd name="T45" fmla="*/ 357 h 418"/>
                <a:gd name="T46" fmla="*/ 281 w 286"/>
                <a:gd name="T47" fmla="*/ 357 h 418"/>
                <a:gd name="T48" fmla="*/ 278 w 286"/>
                <a:gd name="T49" fmla="*/ 375 h 418"/>
                <a:gd name="T50" fmla="*/ 274 w 286"/>
                <a:gd name="T51" fmla="*/ 390 h 418"/>
                <a:gd name="T52" fmla="*/ 268 w 286"/>
                <a:gd name="T53" fmla="*/ 404 h 418"/>
                <a:gd name="T54" fmla="*/ 260 w 286"/>
                <a:gd name="T55" fmla="*/ 418 h 418"/>
                <a:gd name="T56" fmla="*/ 260 w 286"/>
                <a:gd name="T57" fmla="*/ 418 h 418"/>
                <a:gd name="T58" fmla="*/ 269 w 286"/>
                <a:gd name="T59" fmla="*/ 403 h 418"/>
                <a:gd name="T60" fmla="*/ 277 w 286"/>
                <a:gd name="T61" fmla="*/ 388 h 418"/>
                <a:gd name="T62" fmla="*/ 282 w 286"/>
                <a:gd name="T63" fmla="*/ 370 h 418"/>
                <a:gd name="T64" fmla="*/ 284 w 286"/>
                <a:gd name="T65" fmla="*/ 352 h 418"/>
                <a:gd name="T66" fmla="*/ 284 w 286"/>
                <a:gd name="T67" fmla="*/ 352 h 418"/>
                <a:gd name="T68" fmla="*/ 286 w 286"/>
                <a:gd name="T69" fmla="*/ 329 h 418"/>
                <a:gd name="T70" fmla="*/ 286 w 286"/>
                <a:gd name="T71" fmla="*/ 329 h 418"/>
                <a:gd name="T72" fmla="*/ 284 w 286"/>
                <a:gd name="T73" fmla="*/ 311 h 418"/>
                <a:gd name="T74" fmla="*/ 283 w 286"/>
                <a:gd name="T75" fmla="*/ 294 h 418"/>
                <a:gd name="T76" fmla="*/ 279 w 286"/>
                <a:gd name="T77" fmla="*/ 276 h 418"/>
                <a:gd name="T78" fmla="*/ 274 w 286"/>
                <a:gd name="T79" fmla="*/ 261 h 418"/>
                <a:gd name="T80" fmla="*/ 269 w 286"/>
                <a:gd name="T81" fmla="*/ 244 h 418"/>
                <a:gd name="T82" fmla="*/ 261 w 286"/>
                <a:gd name="T83" fmla="*/ 229 h 418"/>
                <a:gd name="T84" fmla="*/ 252 w 286"/>
                <a:gd name="T85" fmla="*/ 214 h 418"/>
                <a:gd name="T86" fmla="*/ 244 w 286"/>
                <a:gd name="T87" fmla="*/ 198 h 418"/>
                <a:gd name="T88" fmla="*/ 244 w 286"/>
                <a:gd name="T89" fmla="*/ 198 h 418"/>
                <a:gd name="T90" fmla="*/ 231 w 286"/>
                <a:gd name="T91" fmla="*/ 179 h 418"/>
                <a:gd name="T92" fmla="*/ 215 w 286"/>
                <a:gd name="T93" fmla="*/ 161 h 418"/>
                <a:gd name="T94" fmla="*/ 200 w 286"/>
                <a:gd name="T95" fmla="*/ 145 h 418"/>
                <a:gd name="T96" fmla="*/ 184 w 286"/>
                <a:gd name="T97" fmla="*/ 128 h 418"/>
                <a:gd name="T98" fmla="*/ 167 w 286"/>
                <a:gd name="T99" fmla="*/ 114 h 418"/>
                <a:gd name="T100" fmla="*/ 149 w 286"/>
                <a:gd name="T101" fmla="*/ 100 h 418"/>
                <a:gd name="T102" fmla="*/ 112 w 286"/>
                <a:gd name="T103" fmla="*/ 72 h 418"/>
                <a:gd name="T104" fmla="*/ 112 w 286"/>
                <a:gd name="T105" fmla="*/ 72 h 418"/>
                <a:gd name="T106" fmla="*/ 60 w 286"/>
                <a:gd name="T107" fmla="*/ 36 h 418"/>
                <a:gd name="T108" fmla="*/ 33 w 286"/>
                <a:gd name="T109" fmla="*/ 18 h 418"/>
                <a:gd name="T110" fmla="*/ 5 w 286"/>
                <a:gd name="T111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6" h="418">
                  <a:moveTo>
                    <a:pt x="5" y="0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28" y="23"/>
                  </a:lnTo>
                  <a:lnTo>
                    <a:pt x="55" y="41"/>
                  </a:lnTo>
                  <a:lnTo>
                    <a:pt x="108" y="78"/>
                  </a:lnTo>
                  <a:lnTo>
                    <a:pt x="108" y="78"/>
                  </a:lnTo>
                  <a:lnTo>
                    <a:pt x="145" y="105"/>
                  </a:lnTo>
                  <a:lnTo>
                    <a:pt x="163" y="119"/>
                  </a:lnTo>
                  <a:lnTo>
                    <a:pt x="180" y="135"/>
                  </a:lnTo>
                  <a:lnTo>
                    <a:pt x="196" y="150"/>
                  </a:lnTo>
                  <a:lnTo>
                    <a:pt x="212" y="167"/>
                  </a:lnTo>
                  <a:lnTo>
                    <a:pt x="227" y="184"/>
                  </a:lnTo>
                  <a:lnTo>
                    <a:pt x="240" y="204"/>
                  </a:lnTo>
                  <a:lnTo>
                    <a:pt x="240" y="204"/>
                  </a:lnTo>
                  <a:lnTo>
                    <a:pt x="251" y="221"/>
                  </a:lnTo>
                  <a:lnTo>
                    <a:pt x="260" y="239"/>
                  </a:lnTo>
                  <a:lnTo>
                    <a:pt x="268" y="257"/>
                  </a:lnTo>
                  <a:lnTo>
                    <a:pt x="274" y="276"/>
                  </a:lnTo>
                  <a:lnTo>
                    <a:pt x="278" y="296"/>
                  </a:lnTo>
                  <a:lnTo>
                    <a:pt x="281" y="316"/>
                  </a:lnTo>
                  <a:lnTo>
                    <a:pt x="282" y="337"/>
                  </a:lnTo>
                  <a:lnTo>
                    <a:pt x="281" y="357"/>
                  </a:lnTo>
                  <a:lnTo>
                    <a:pt x="281" y="357"/>
                  </a:lnTo>
                  <a:lnTo>
                    <a:pt x="278" y="375"/>
                  </a:lnTo>
                  <a:lnTo>
                    <a:pt x="274" y="390"/>
                  </a:lnTo>
                  <a:lnTo>
                    <a:pt x="268" y="404"/>
                  </a:lnTo>
                  <a:lnTo>
                    <a:pt x="260" y="418"/>
                  </a:lnTo>
                  <a:lnTo>
                    <a:pt x="260" y="418"/>
                  </a:lnTo>
                  <a:lnTo>
                    <a:pt x="269" y="403"/>
                  </a:lnTo>
                  <a:lnTo>
                    <a:pt x="277" y="388"/>
                  </a:lnTo>
                  <a:lnTo>
                    <a:pt x="282" y="370"/>
                  </a:lnTo>
                  <a:lnTo>
                    <a:pt x="284" y="352"/>
                  </a:lnTo>
                  <a:lnTo>
                    <a:pt x="284" y="352"/>
                  </a:lnTo>
                  <a:lnTo>
                    <a:pt x="286" y="329"/>
                  </a:lnTo>
                  <a:lnTo>
                    <a:pt x="286" y="329"/>
                  </a:lnTo>
                  <a:lnTo>
                    <a:pt x="284" y="311"/>
                  </a:lnTo>
                  <a:lnTo>
                    <a:pt x="283" y="294"/>
                  </a:lnTo>
                  <a:lnTo>
                    <a:pt x="279" y="276"/>
                  </a:lnTo>
                  <a:lnTo>
                    <a:pt x="274" y="261"/>
                  </a:lnTo>
                  <a:lnTo>
                    <a:pt x="269" y="244"/>
                  </a:lnTo>
                  <a:lnTo>
                    <a:pt x="261" y="229"/>
                  </a:lnTo>
                  <a:lnTo>
                    <a:pt x="252" y="214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31" y="179"/>
                  </a:lnTo>
                  <a:lnTo>
                    <a:pt x="215" y="161"/>
                  </a:lnTo>
                  <a:lnTo>
                    <a:pt x="200" y="145"/>
                  </a:lnTo>
                  <a:lnTo>
                    <a:pt x="184" y="128"/>
                  </a:lnTo>
                  <a:lnTo>
                    <a:pt x="167" y="114"/>
                  </a:lnTo>
                  <a:lnTo>
                    <a:pt x="149" y="100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60" y="36"/>
                  </a:lnTo>
                  <a:lnTo>
                    <a:pt x="33" y="18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1" name="Freeform 101">
              <a:extLst>
                <a:ext uri="{FF2B5EF4-FFF2-40B4-BE49-F238E27FC236}">
                  <a16:creationId xmlns:a16="http://schemas.microsoft.com/office/drawing/2014/main" id="{3E1889D5-0231-87DD-BC0E-0A98AB1B7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2" y="1732"/>
              <a:ext cx="96" cy="213"/>
            </a:xfrm>
            <a:custGeom>
              <a:avLst/>
              <a:gdLst>
                <a:gd name="T0" fmla="*/ 14 w 286"/>
                <a:gd name="T1" fmla="*/ 530 h 637"/>
                <a:gd name="T2" fmla="*/ 14 w 286"/>
                <a:gd name="T3" fmla="*/ 634 h 637"/>
                <a:gd name="T4" fmla="*/ 18 w 286"/>
                <a:gd name="T5" fmla="*/ 637 h 637"/>
                <a:gd name="T6" fmla="*/ 18 w 286"/>
                <a:gd name="T7" fmla="*/ 525 h 637"/>
                <a:gd name="T8" fmla="*/ 20 w 286"/>
                <a:gd name="T9" fmla="*/ 513 h 637"/>
                <a:gd name="T10" fmla="*/ 255 w 286"/>
                <a:gd name="T11" fmla="*/ 423 h 637"/>
                <a:gd name="T12" fmla="*/ 254 w 286"/>
                <a:gd name="T13" fmla="*/ 423 h 637"/>
                <a:gd name="T14" fmla="*/ 241 w 286"/>
                <a:gd name="T15" fmla="*/ 444 h 637"/>
                <a:gd name="T16" fmla="*/ 255 w 286"/>
                <a:gd name="T17" fmla="*/ 423 h 637"/>
                <a:gd name="T18" fmla="*/ 0 w 286"/>
                <a:gd name="T19" fmla="*/ 2 h 637"/>
                <a:gd name="T20" fmla="*/ 28 w 286"/>
                <a:gd name="T21" fmla="*/ 20 h 637"/>
                <a:gd name="T22" fmla="*/ 108 w 286"/>
                <a:gd name="T23" fmla="*/ 75 h 637"/>
                <a:gd name="T24" fmla="*/ 145 w 286"/>
                <a:gd name="T25" fmla="*/ 102 h 637"/>
                <a:gd name="T26" fmla="*/ 180 w 286"/>
                <a:gd name="T27" fmla="*/ 131 h 637"/>
                <a:gd name="T28" fmla="*/ 212 w 286"/>
                <a:gd name="T29" fmla="*/ 163 h 637"/>
                <a:gd name="T30" fmla="*/ 240 w 286"/>
                <a:gd name="T31" fmla="*/ 200 h 637"/>
                <a:gd name="T32" fmla="*/ 251 w 286"/>
                <a:gd name="T33" fmla="*/ 218 h 637"/>
                <a:gd name="T34" fmla="*/ 268 w 286"/>
                <a:gd name="T35" fmla="*/ 254 h 637"/>
                <a:gd name="T36" fmla="*/ 278 w 286"/>
                <a:gd name="T37" fmla="*/ 292 h 637"/>
                <a:gd name="T38" fmla="*/ 282 w 286"/>
                <a:gd name="T39" fmla="*/ 333 h 637"/>
                <a:gd name="T40" fmla="*/ 281 w 286"/>
                <a:gd name="T41" fmla="*/ 354 h 637"/>
                <a:gd name="T42" fmla="*/ 274 w 286"/>
                <a:gd name="T43" fmla="*/ 387 h 637"/>
                <a:gd name="T44" fmla="*/ 260 w 286"/>
                <a:gd name="T45" fmla="*/ 415 h 637"/>
                <a:gd name="T46" fmla="*/ 269 w 286"/>
                <a:gd name="T47" fmla="*/ 400 h 637"/>
                <a:gd name="T48" fmla="*/ 282 w 286"/>
                <a:gd name="T49" fmla="*/ 366 h 637"/>
                <a:gd name="T50" fmla="*/ 284 w 286"/>
                <a:gd name="T51" fmla="*/ 349 h 637"/>
                <a:gd name="T52" fmla="*/ 286 w 286"/>
                <a:gd name="T53" fmla="*/ 326 h 637"/>
                <a:gd name="T54" fmla="*/ 283 w 286"/>
                <a:gd name="T55" fmla="*/ 291 h 637"/>
                <a:gd name="T56" fmla="*/ 274 w 286"/>
                <a:gd name="T57" fmla="*/ 258 h 637"/>
                <a:gd name="T58" fmla="*/ 261 w 286"/>
                <a:gd name="T59" fmla="*/ 226 h 637"/>
                <a:gd name="T60" fmla="*/ 244 w 286"/>
                <a:gd name="T61" fmla="*/ 195 h 637"/>
                <a:gd name="T62" fmla="*/ 231 w 286"/>
                <a:gd name="T63" fmla="*/ 176 h 637"/>
                <a:gd name="T64" fmla="*/ 200 w 286"/>
                <a:gd name="T65" fmla="*/ 141 h 637"/>
                <a:gd name="T66" fmla="*/ 167 w 286"/>
                <a:gd name="T67" fmla="*/ 111 h 637"/>
                <a:gd name="T68" fmla="*/ 112 w 286"/>
                <a:gd name="T69" fmla="*/ 69 h 637"/>
                <a:gd name="T70" fmla="*/ 61 w 286"/>
                <a:gd name="T71" fmla="*/ 33 h 637"/>
                <a:gd name="T72" fmla="*/ 7 w 286"/>
                <a:gd name="T73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6" h="637">
                  <a:moveTo>
                    <a:pt x="16" y="512"/>
                  </a:moveTo>
                  <a:lnTo>
                    <a:pt x="14" y="530"/>
                  </a:lnTo>
                  <a:lnTo>
                    <a:pt x="14" y="530"/>
                  </a:lnTo>
                  <a:lnTo>
                    <a:pt x="14" y="634"/>
                  </a:lnTo>
                  <a:lnTo>
                    <a:pt x="14" y="634"/>
                  </a:lnTo>
                  <a:lnTo>
                    <a:pt x="18" y="637"/>
                  </a:lnTo>
                  <a:lnTo>
                    <a:pt x="18" y="637"/>
                  </a:lnTo>
                  <a:lnTo>
                    <a:pt x="18" y="525"/>
                  </a:lnTo>
                  <a:lnTo>
                    <a:pt x="20" y="513"/>
                  </a:lnTo>
                  <a:lnTo>
                    <a:pt x="20" y="513"/>
                  </a:lnTo>
                  <a:lnTo>
                    <a:pt x="16" y="512"/>
                  </a:lnTo>
                  <a:close/>
                  <a:moveTo>
                    <a:pt x="255" y="423"/>
                  </a:moveTo>
                  <a:lnTo>
                    <a:pt x="255" y="423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41" y="444"/>
                  </a:lnTo>
                  <a:lnTo>
                    <a:pt x="241" y="444"/>
                  </a:lnTo>
                  <a:lnTo>
                    <a:pt x="255" y="423"/>
                  </a:lnTo>
                  <a:close/>
                  <a:moveTo>
                    <a:pt x="7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8" y="20"/>
                  </a:lnTo>
                  <a:lnTo>
                    <a:pt x="55" y="38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45" y="102"/>
                  </a:lnTo>
                  <a:lnTo>
                    <a:pt x="163" y="116"/>
                  </a:lnTo>
                  <a:lnTo>
                    <a:pt x="180" y="131"/>
                  </a:lnTo>
                  <a:lnTo>
                    <a:pt x="196" y="147"/>
                  </a:lnTo>
                  <a:lnTo>
                    <a:pt x="212" y="163"/>
                  </a:lnTo>
                  <a:lnTo>
                    <a:pt x="227" y="181"/>
                  </a:lnTo>
                  <a:lnTo>
                    <a:pt x="240" y="200"/>
                  </a:lnTo>
                  <a:lnTo>
                    <a:pt x="240" y="200"/>
                  </a:lnTo>
                  <a:lnTo>
                    <a:pt x="251" y="218"/>
                  </a:lnTo>
                  <a:lnTo>
                    <a:pt x="260" y="236"/>
                  </a:lnTo>
                  <a:lnTo>
                    <a:pt x="268" y="254"/>
                  </a:lnTo>
                  <a:lnTo>
                    <a:pt x="274" y="273"/>
                  </a:lnTo>
                  <a:lnTo>
                    <a:pt x="278" y="292"/>
                  </a:lnTo>
                  <a:lnTo>
                    <a:pt x="281" y="313"/>
                  </a:lnTo>
                  <a:lnTo>
                    <a:pt x="282" y="333"/>
                  </a:lnTo>
                  <a:lnTo>
                    <a:pt x="281" y="354"/>
                  </a:lnTo>
                  <a:lnTo>
                    <a:pt x="281" y="354"/>
                  </a:lnTo>
                  <a:lnTo>
                    <a:pt x="278" y="370"/>
                  </a:lnTo>
                  <a:lnTo>
                    <a:pt x="274" y="387"/>
                  </a:lnTo>
                  <a:lnTo>
                    <a:pt x="268" y="401"/>
                  </a:lnTo>
                  <a:lnTo>
                    <a:pt x="260" y="415"/>
                  </a:lnTo>
                  <a:lnTo>
                    <a:pt x="260" y="415"/>
                  </a:lnTo>
                  <a:lnTo>
                    <a:pt x="269" y="400"/>
                  </a:lnTo>
                  <a:lnTo>
                    <a:pt x="277" y="384"/>
                  </a:lnTo>
                  <a:lnTo>
                    <a:pt x="282" y="366"/>
                  </a:lnTo>
                  <a:lnTo>
                    <a:pt x="284" y="349"/>
                  </a:lnTo>
                  <a:lnTo>
                    <a:pt x="284" y="349"/>
                  </a:lnTo>
                  <a:lnTo>
                    <a:pt x="286" y="326"/>
                  </a:lnTo>
                  <a:lnTo>
                    <a:pt x="286" y="326"/>
                  </a:lnTo>
                  <a:lnTo>
                    <a:pt x="284" y="308"/>
                  </a:lnTo>
                  <a:lnTo>
                    <a:pt x="283" y="291"/>
                  </a:lnTo>
                  <a:lnTo>
                    <a:pt x="279" y="273"/>
                  </a:lnTo>
                  <a:lnTo>
                    <a:pt x="274" y="258"/>
                  </a:lnTo>
                  <a:lnTo>
                    <a:pt x="269" y="241"/>
                  </a:lnTo>
                  <a:lnTo>
                    <a:pt x="261" y="226"/>
                  </a:lnTo>
                  <a:lnTo>
                    <a:pt x="252" y="210"/>
                  </a:lnTo>
                  <a:lnTo>
                    <a:pt x="244" y="195"/>
                  </a:lnTo>
                  <a:lnTo>
                    <a:pt x="244" y="195"/>
                  </a:lnTo>
                  <a:lnTo>
                    <a:pt x="231" y="176"/>
                  </a:lnTo>
                  <a:lnTo>
                    <a:pt x="215" y="158"/>
                  </a:lnTo>
                  <a:lnTo>
                    <a:pt x="200" y="141"/>
                  </a:lnTo>
                  <a:lnTo>
                    <a:pt x="184" y="125"/>
                  </a:lnTo>
                  <a:lnTo>
                    <a:pt x="167" y="111"/>
                  </a:lnTo>
                  <a:lnTo>
                    <a:pt x="149" y="97"/>
                  </a:lnTo>
                  <a:lnTo>
                    <a:pt x="112" y="69"/>
                  </a:lnTo>
                  <a:lnTo>
                    <a:pt x="112" y="69"/>
                  </a:lnTo>
                  <a:lnTo>
                    <a:pt x="61" y="33"/>
                  </a:lnTo>
                  <a:lnTo>
                    <a:pt x="34" y="1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2" name="Freeform 102">
              <a:extLst>
                <a:ext uri="{FF2B5EF4-FFF2-40B4-BE49-F238E27FC236}">
                  <a16:creationId xmlns:a16="http://schemas.microsoft.com/office/drawing/2014/main" id="{55F4C33F-8AE8-0BB5-E846-B8057DDD8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03"/>
              <a:ext cx="2" cy="42"/>
            </a:xfrm>
            <a:custGeom>
              <a:avLst/>
              <a:gdLst>
                <a:gd name="T0" fmla="*/ 2 w 6"/>
                <a:gd name="T1" fmla="*/ 0 h 125"/>
                <a:gd name="T2" fmla="*/ 0 w 6"/>
                <a:gd name="T3" fmla="*/ 18 h 125"/>
                <a:gd name="T4" fmla="*/ 0 w 6"/>
                <a:gd name="T5" fmla="*/ 18 h 125"/>
                <a:gd name="T6" fmla="*/ 0 w 6"/>
                <a:gd name="T7" fmla="*/ 122 h 125"/>
                <a:gd name="T8" fmla="*/ 0 w 6"/>
                <a:gd name="T9" fmla="*/ 122 h 125"/>
                <a:gd name="T10" fmla="*/ 4 w 6"/>
                <a:gd name="T11" fmla="*/ 125 h 125"/>
                <a:gd name="T12" fmla="*/ 4 w 6"/>
                <a:gd name="T13" fmla="*/ 125 h 125"/>
                <a:gd name="T14" fmla="*/ 4 w 6"/>
                <a:gd name="T15" fmla="*/ 13 h 125"/>
                <a:gd name="T16" fmla="*/ 6 w 6"/>
                <a:gd name="T17" fmla="*/ 1 h 125"/>
                <a:gd name="T18" fmla="*/ 6 w 6"/>
                <a:gd name="T19" fmla="*/ 1 h 125"/>
                <a:gd name="T20" fmla="*/ 2 w 6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125">
                  <a:moveTo>
                    <a:pt x="2" y="0"/>
                  </a:moveTo>
                  <a:lnTo>
                    <a:pt x="0" y="18"/>
                  </a:lnTo>
                  <a:lnTo>
                    <a:pt x="0" y="18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3"/>
                  </a:lnTo>
                  <a:lnTo>
                    <a:pt x="6" y="1"/>
                  </a:lnTo>
                  <a:lnTo>
                    <a:pt x="6" y="1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3" name="Freeform 103">
              <a:extLst>
                <a:ext uri="{FF2B5EF4-FFF2-40B4-BE49-F238E27FC236}">
                  <a16:creationId xmlns:a16="http://schemas.microsoft.com/office/drawing/2014/main" id="{D3F0DF38-A1F0-23D7-7CC5-3E4CD917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73"/>
              <a:ext cx="4" cy="7"/>
            </a:xfrm>
            <a:custGeom>
              <a:avLst/>
              <a:gdLst>
                <a:gd name="T0" fmla="*/ 14 w 14"/>
                <a:gd name="T1" fmla="*/ 0 h 21"/>
                <a:gd name="T2" fmla="*/ 14 w 14"/>
                <a:gd name="T3" fmla="*/ 0 h 21"/>
                <a:gd name="T4" fmla="*/ 13 w 14"/>
                <a:gd name="T5" fmla="*/ 0 h 21"/>
                <a:gd name="T6" fmla="*/ 13 w 14"/>
                <a:gd name="T7" fmla="*/ 0 h 21"/>
                <a:gd name="T8" fmla="*/ 0 w 14"/>
                <a:gd name="T9" fmla="*/ 21 h 21"/>
                <a:gd name="T10" fmla="*/ 0 w 14"/>
                <a:gd name="T11" fmla="*/ 21 h 21"/>
                <a:gd name="T12" fmla="*/ 14 w 14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">
                  <a:moveTo>
                    <a:pt x="14" y="0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4" name="Freeform 104">
              <a:extLst>
                <a:ext uri="{FF2B5EF4-FFF2-40B4-BE49-F238E27FC236}">
                  <a16:creationId xmlns:a16="http://schemas.microsoft.com/office/drawing/2014/main" id="{0111FDE5-3C95-43A3-585D-DC54FCB0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32"/>
              <a:ext cx="96" cy="139"/>
            </a:xfrm>
            <a:custGeom>
              <a:avLst/>
              <a:gdLst>
                <a:gd name="T0" fmla="*/ 7 w 286"/>
                <a:gd name="T1" fmla="*/ 0 h 415"/>
                <a:gd name="T2" fmla="*/ 0 w 286"/>
                <a:gd name="T3" fmla="*/ 2 h 415"/>
                <a:gd name="T4" fmla="*/ 0 w 286"/>
                <a:gd name="T5" fmla="*/ 2 h 415"/>
                <a:gd name="T6" fmla="*/ 28 w 286"/>
                <a:gd name="T7" fmla="*/ 20 h 415"/>
                <a:gd name="T8" fmla="*/ 55 w 286"/>
                <a:gd name="T9" fmla="*/ 38 h 415"/>
                <a:gd name="T10" fmla="*/ 108 w 286"/>
                <a:gd name="T11" fmla="*/ 75 h 415"/>
                <a:gd name="T12" fmla="*/ 108 w 286"/>
                <a:gd name="T13" fmla="*/ 75 h 415"/>
                <a:gd name="T14" fmla="*/ 145 w 286"/>
                <a:gd name="T15" fmla="*/ 102 h 415"/>
                <a:gd name="T16" fmla="*/ 163 w 286"/>
                <a:gd name="T17" fmla="*/ 116 h 415"/>
                <a:gd name="T18" fmla="*/ 180 w 286"/>
                <a:gd name="T19" fmla="*/ 131 h 415"/>
                <a:gd name="T20" fmla="*/ 196 w 286"/>
                <a:gd name="T21" fmla="*/ 147 h 415"/>
                <a:gd name="T22" fmla="*/ 212 w 286"/>
                <a:gd name="T23" fmla="*/ 163 h 415"/>
                <a:gd name="T24" fmla="*/ 227 w 286"/>
                <a:gd name="T25" fmla="*/ 181 h 415"/>
                <a:gd name="T26" fmla="*/ 240 w 286"/>
                <a:gd name="T27" fmla="*/ 200 h 415"/>
                <a:gd name="T28" fmla="*/ 240 w 286"/>
                <a:gd name="T29" fmla="*/ 200 h 415"/>
                <a:gd name="T30" fmla="*/ 251 w 286"/>
                <a:gd name="T31" fmla="*/ 218 h 415"/>
                <a:gd name="T32" fmla="*/ 260 w 286"/>
                <a:gd name="T33" fmla="*/ 236 h 415"/>
                <a:gd name="T34" fmla="*/ 268 w 286"/>
                <a:gd name="T35" fmla="*/ 254 h 415"/>
                <a:gd name="T36" fmla="*/ 274 w 286"/>
                <a:gd name="T37" fmla="*/ 273 h 415"/>
                <a:gd name="T38" fmla="*/ 278 w 286"/>
                <a:gd name="T39" fmla="*/ 292 h 415"/>
                <a:gd name="T40" fmla="*/ 281 w 286"/>
                <a:gd name="T41" fmla="*/ 313 h 415"/>
                <a:gd name="T42" fmla="*/ 282 w 286"/>
                <a:gd name="T43" fmla="*/ 333 h 415"/>
                <a:gd name="T44" fmla="*/ 281 w 286"/>
                <a:gd name="T45" fmla="*/ 354 h 415"/>
                <a:gd name="T46" fmla="*/ 281 w 286"/>
                <a:gd name="T47" fmla="*/ 354 h 415"/>
                <a:gd name="T48" fmla="*/ 278 w 286"/>
                <a:gd name="T49" fmla="*/ 370 h 415"/>
                <a:gd name="T50" fmla="*/ 274 w 286"/>
                <a:gd name="T51" fmla="*/ 387 h 415"/>
                <a:gd name="T52" fmla="*/ 268 w 286"/>
                <a:gd name="T53" fmla="*/ 401 h 415"/>
                <a:gd name="T54" fmla="*/ 260 w 286"/>
                <a:gd name="T55" fmla="*/ 415 h 415"/>
                <a:gd name="T56" fmla="*/ 260 w 286"/>
                <a:gd name="T57" fmla="*/ 415 h 415"/>
                <a:gd name="T58" fmla="*/ 269 w 286"/>
                <a:gd name="T59" fmla="*/ 400 h 415"/>
                <a:gd name="T60" fmla="*/ 277 w 286"/>
                <a:gd name="T61" fmla="*/ 384 h 415"/>
                <a:gd name="T62" fmla="*/ 282 w 286"/>
                <a:gd name="T63" fmla="*/ 366 h 415"/>
                <a:gd name="T64" fmla="*/ 284 w 286"/>
                <a:gd name="T65" fmla="*/ 349 h 415"/>
                <a:gd name="T66" fmla="*/ 284 w 286"/>
                <a:gd name="T67" fmla="*/ 349 h 415"/>
                <a:gd name="T68" fmla="*/ 286 w 286"/>
                <a:gd name="T69" fmla="*/ 326 h 415"/>
                <a:gd name="T70" fmla="*/ 286 w 286"/>
                <a:gd name="T71" fmla="*/ 326 h 415"/>
                <a:gd name="T72" fmla="*/ 284 w 286"/>
                <a:gd name="T73" fmla="*/ 308 h 415"/>
                <a:gd name="T74" fmla="*/ 283 w 286"/>
                <a:gd name="T75" fmla="*/ 291 h 415"/>
                <a:gd name="T76" fmla="*/ 279 w 286"/>
                <a:gd name="T77" fmla="*/ 273 h 415"/>
                <a:gd name="T78" fmla="*/ 274 w 286"/>
                <a:gd name="T79" fmla="*/ 258 h 415"/>
                <a:gd name="T80" fmla="*/ 269 w 286"/>
                <a:gd name="T81" fmla="*/ 241 h 415"/>
                <a:gd name="T82" fmla="*/ 261 w 286"/>
                <a:gd name="T83" fmla="*/ 226 h 415"/>
                <a:gd name="T84" fmla="*/ 252 w 286"/>
                <a:gd name="T85" fmla="*/ 210 h 415"/>
                <a:gd name="T86" fmla="*/ 244 w 286"/>
                <a:gd name="T87" fmla="*/ 195 h 415"/>
                <a:gd name="T88" fmla="*/ 244 w 286"/>
                <a:gd name="T89" fmla="*/ 195 h 415"/>
                <a:gd name="T90" fmla="*/ 231 w 286"/>
                <a:gd name="T91" fmla="*/ 176 h 415"/>
                <a:gd name="T92" fmla="*/ 215 w 286"/>
                <a:gd name="T93" fmla="*/ 158 h 415"/>
                <a:gd name="T94" fmla="*/ 200 w 286"/>
                <a:gd name="T95" fmla="*/ 141 h 415"/>
                <a:gd name="T96" fmla="*/ 184 w 286"/>
                <a:gd name="T97" fmla="*/ 125 h 415"/>
                <a:gd name="T98" fmla="*/ 167 w 286"/>
                <a:gd name="T99" fmla="*/ 111 h 415"/>
                <a:gd name="T100" fmla="*/ 149 w 286"/>
                <a:gd name="T101" fmla="*/ 97 h 415"/>
                <a:gd name="T102" fmla="*/ 112 w 286"/>
                <a:gd name="T103" fmla="*/ 69 h 415"/>
                <a:gd name="T104" fmla="*/ 112 w 286"/>
                <a:gd name="T105" fmla="*/ 69 h 415"/>
                <a:gd name="T106" fmla="*/ 61 w 286"/>
                <a:gd name="T107" fmla="*/ 33 h 415"/>
                <a:gd name="T108" fmla="*/ 34 w 286"/>
                <a:gd name="T109" fmla="*/ 16 h 415"/>
                <a:gd name="T110" fmla="*/ 7 w 286"/>
                <a:gd name="T11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6" h="415">
                  <a:moveTo>
                    <a:pt x="7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8" y="20"/>
                  </a:lnTo>
                  <a:lnTo>
                    <a:pt x="55" y="38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45" y="102"/>
                  </a:lnTo>
                  <a:lnTo>
                    <a:pt x="163" y="116"/>
                  </a:lnTo>
                  <a:lnTo>
                    <a:pt x="180" y="131"/>
                  </a:lnTo>
                  <a:lnTo>
                    <a:pt x="196" y="147"/>
                  </a:lnTo>
                  <a:lnTo>
                    <a:pt x="212" y="163"/>
                  </a:lnTo>
                  <a:lnTo>
                    <a:pt x="227" y="181"/>
                  </a:lnTo>
                  <a:lnTo>
                    <a:pt x="240" y="200"/>
                  </a:lnTo>
                  <a:lnTo>
                    <a:pt x="240" y="200"/>
                  </a:lnTo>
                  <a:lnTo>
                    <a:pt x="251" y="218"/>
                  </a:lnTo>
                  <a:lnTo>
                    <a:pt x="260" y="236"/>
                  </a:lnTo>
                  <a:lnTo>
                    <a:pt x="268" y="254"/>
                  </a:lnTo>
                  <a:lnTo>
                    <a:pt x="274" y="273"/>
                  </a:lnTo>
                  <a:lnTo>
                    <a:pt x="278" y="292"/>
                  </a:lnTo>
                  <a:lnTo>
                    <a:pt x="281" y="313"/>
                  </a:lnTo>
                  <a:lnTo>
                    <a:pt x="282" y="333"/>
                  </a:lnTo>
                  <a:lnTo>
                    <a:pt x="281" y="354"/>
                  </a:lnTo>
                  <a:lnTo>
                    <a:pt x="281" y="354"/>
                  </a:lnTo>
                  <a:lnTo>
                    <a:pt x="278" y="370"/>
                  </a:lnTo>
                  <a:lnTo>
                    <a:pt x="274" y="387"/>
                  </a:lnTo>
                  <a:lnTo>
                    <a:pt x="268" y="401"/>
                  </a:lnTo>
                  <a:lnTo>
                    <a:pt x="260" y="415"/>
                  </a:lnTo>
                  <a:lnTo>
                    <a:pt x="260" y="415"/>
                  </a:lnTo>
                  <a:lnTo>
                    <a:pt x="269" y="400"/>
                  </a:lnTo>
                  <a:lnTo>
                    <a:pt x="277" y="384"/>
                  </a:lnTo>
                  <a:lnTo>
                    <a:pt x="282" y="366"/>
                  </a:lnTo>
                  <a:lnTo>
                    <a:pt x="284" y="349"/>
                  </a:lnTo>
                  <a:lnTo>
                    <a:pt x="284" y="349"/>
                  </a:lnTo>
                  <a:lnTo>
                    <a:pt x="286" y="326"/>
                  </a:lnTo>
                  <a:lnTo>
                    <a:pt x="286" y="326"/>
                  </a:lnTo>
                  <a:lnTo>
                    <a:pt x="284" y="308"/>
                  </a:lnTo>
                  <a:lnTo>
                    <a:pt x="283" y="291"/>
                  </a:lnTo>
                  <a:lnTo>
                    <a:pt x="279" y="273"/>
                  </a:lnTo>
                  <a:lnTo>
                    <a:pt x="274" y="258"/>
                  </a:lnTo>
                  <a:lnTo>
                    <a:pt x="269" y="241"/>
                  </a:lnTo>
                  <a:lnTo>
                    <a:pt x="261" y="226"/>
                  </a:lnTo>
                  <a:lnTo>
                    <a:pt x="252" y="210"/>
                  </a:lnTo>
                  <a:lnTo>
                    <a:pt x="244" y="195"/>
                  </a:lnTo>
                  <a:lnTo>
                    <a:pt x="244" y="195"/>
                  </a:lnTo>
                  <a:lnTo>
                    <a:pt x="231" y="176"/>
                  </a:lnTo>
                  <a:lnTo>
                    <a:pt x="215" y="158"/>
                  </a:lnTo>
                  <a:lnTo>
                    <a:pt x="200" y="141"/>
                  </a:lnTo>
                  <a:lnTo>
                    <a:pt x="184" y="125"/>
                  </a:lnTo>
                  <a:lnTo>
                    <a:pt x="167" y="111"/>
                  </a:lnTo>
                  <a:lnTo>
                    <a:pt x="149" y="97"/>
                  </a:lnTo>
                  <a:lnTo>
                    <a:pt x="112" y="69"/>
                  </a:lnTo>
                  <a:lnTo>
                    <a:pt x="112" y="69"/>
                  </a:lnTo>
                  <a:lnTo>
                    <a:pt x="61" y="33"/>
                  </a:lnTo>
                  <a:lnTo>
                    <a:pt x="34" y="16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5" name="Freeform 105">
              <a:extLst>
                <a:ext uri="{FF2B5EF4-FFF2-40B4-BE49-F238E27FC236}">
                  <a16:creationId xmlns:a16="http://schemas.microsoft.com/office/drawing/2014/main" id="{377EC329-0C47-F260-E5E4-75C278001C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5" y="2010"/>
              <a:ext cx="87" cy="168"/>
            </a:xfrm>
            <a:custGeom>
              <a:avLst/>
              <a:gdLst>
                <a:gd name="T0" fmla="*/ 4 w 259"/>
                <a:gd name="T1" fmla="*/ 411 h 505"/>
                <a:gd name="T2" fmla="*/ 2 w 259"/>
                <a:gd name="T3" fmla="*/ 505 h 505"/>
                <a:gd name="T4" fmla="*/ 6 w 259"/>
                <a:gd name="T5" fmla="*/ 505 h 505"/>
                <a:gd name="T6" fmla="*/ 7 w 259"/>
                <a:gd name="T7" fmla="*/ 405 h 505"/>
                <a:gd name="T8" fmla="*/ 7 w 259"/>
                <a:gd name="T9" fmla="*/ 396 h 505"/>
                <a:gd name="T10" fmla="*/ 2 w 259"/>
                <a:gd name="T11" fmla="*/ 0 h 505"/>
                <a:gd name="T12" fmla="*/ 0 w 259"/>
                <a:gd name="T13" fmla="*/ 6 h 505"/>
                <a:gd name="T14" fmla="*/ 51 w 259"/>
                <a:gd name="T15" fmla="*/ 18 h 505"/>
                <a:gd name="T16" fmla="*/ 104 w 259"/>
                <a:gd name="T17" fmla="*/ 27 h 505"/>
                <a:gd name="T18" fmla="*/ 118 w 259"/>
                <a:gd name="T19" fmla="*/ 28 h 505"/>
                <a:gd name="T20" fmla="*/ 145 w 259"/>
                <a:gd name="T21" fmla="*/ 33 h 505"/>
                <a:gd name="T22" fmla="*/ 169 w 259"/>
                <a:gd name="T23" fmla="*/ 42 h 505"/>
                <a:gd name="T24" fmla="*/ 191 w 259"/>
                <a:gd name="T25" fmla="*/ 55 h 505"/>
                <a:gd name="T26" fmla="*/ 212 w 259"/>
                <a:gd name="T27" fmla="*/ 70 h 505"/>
                <a:gd name="T28" fmla="*/ 228 w 259"/>
                <a:gd name="T29" fmla="*/ 89 h 505"/>
                <a:gd name="T30" fmla="*/ 241 w 259"/>
                <a:gd name="T31" fmla="*/ 112 h 505"/>
                <a:gd name="T32" fmla="*/ 249 w 259"/>
                <a:gd name="T33" fmla="*/ 138 h 505"/>
                <a:gd name="T34" fmla="*/ 251 w 259"/>
                <a:gd name="T35" fmla="*/ 152 h 505"/>
                <a:gd name="T36" fmla="*/ 254 w 259"/>
                <a:gd name="T37" fmla="*/ 190 h 505"/>
                <a:gd name="T38" fmla="*/ 254 w 259"/>
                <a:gd name="T39" fmla="*/ 232 h 505"/>
                <a:gd name="T40" fmla="*/ 246 w 259"/>
                <a:gd name="T41" fmla="*/ 272 h 505"/>
                <a:gd name="T42" fmla="*/ 229 w 259"/>
                <a:gd name="T43" fmla="*/ 308 h 505"/>
                <a:gd name="T44" fmla="*/ 237 w 259"/>
                <a:gd name="T45" fmla="*/ 296 h 505"/>
                <a:gd name="T46" fmla="*/ 249 w 259"/>
                <a:gd name="T47" fmla="*/ 269 h 505"/>
                <a:gd name="T48" fmla="*/ 255 w 259"/>
                <a:gd name="T49" fmla="*/ 241 h 505"/>
                <a:gd name="T50" fmla="*/ 259 w 259"/>
                <a:gd name="T51" fmla="*/ 197 h 505"/>
                <a:gd name="T52" fmla="*/ 258 w 259"/>
                <a:gd name="T53" fmla="*/ 171 h 505"/>
                <a:gd name="T54" fmla="*/ 255 w 259"/>
                <a:gd name="T55" fmla="*/ 145 h 505"/>
                <a:gd name="T56" fmla="*/ 249 w 259"/>
                <a:gd name="T57" fmla="*/ 119 h 505"/>
                <a:gd name="T58" fmla="*/ 238 w 259"/>
                <a:gd name="T59" fmla="*/ 94 h 505"/>
                <a:gd name="T60" fmla="*/ 224 w 259"/>
                <a:gd name="T61" fmla="*/ 74 h 505"/>
                <a:gd name="T62" fmla="*/ 205 w 259"/>
                <a:gd name="T63" fmla="*/ 56 h 505"/>
                <a:gd name="T64" fmla="*/ 185 w 259"/>
                <a:gd name="T65" fmla="*/ 42 h 505"/>
                <a:gd name="T66" fmla="*/ 161 w 259"/>
                <a:gd name="T67" fmla="*/ 32 h 505"/>
                <a:gd name="T68" fmla="*/ 135 w 259"/>
                <a:gd name="T69" fmla="*/ 24 h 505"/>
                <a:gd name="T70" fmla="*/ 108 w 259"/>
                <a:gd name="T71" fmla="*/ 20 h 505"/>
                <a:gd name="T72" fmla="*/ 80 w 259"/>
                <a:gd name="T73" fmla="*/ 16 h 505"/>
                <a:gd name="T74" fmla="*/ 29 w 259"/>
                <a:gd name="T75" fmla="*/ 7 h 505"/>
                <a:gd name="T76" fmla="*/ 4 w 259"/>
                <a:gd name="T77" fmla="*/ 1 h 505"/>
                <a:gd name="T78" fmla="*/ 2 w 259"/>
                <a:gd name="T79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9" h="505">
                  <a:moveTo>
                    <a:pt x="4" y="396"/>
                  </a:moveTo>
                  <a:lnTo>
                    <a:pt x="4" y="411"/>
                  </a:lnTo>
                  <a:lnTo>
                    <a:pt x="4" y="411"/>
                  </a:lnTo>
                  <a:lnTo>
                    <a:pt x="2" y="505"/>
                  </a:lnTo>
                  <a:lnTo>
                    <a:pt x="2" y="505"/>
                  </a:lnTo>
                  <a:lnTo>
                    <a:pt x="6" y="505"/>
                  </a:lnTo>
                  <a:lnTo>
                    <a:pt x="6" y="505"/>
                  </a:lnTo>
                  <a:lnTo>
                    <a:pt x="7" y="405"/>
                  </a:lnTo>
                  <a:lnTo>
                    <a:pt x="7" y="396"/>
                  </a:lnTo>
                  <a:lnTo>
                    <a:pt x="7" y="396"/>
                  </a:lnTo>
                  <a:lnTo>
                    <a:pt x="4" y="396"/>
                  </a:lnTo>
                  <a:close/>
                  <a:moveTo>
                    <a:pt x="2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5" y="13"/>
                  </a:lnTo>
                  <a:lnTo>
                    <a:pt x="51" y="18"/>
                  </a:lnTo>
                  <a:lnTo>
                    <a:pt x="76" y="23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18" y="28"/>
                  </a:lnTo>
                  <a:lnTo>
                    <a:pt x="131" y="30"/>
                  </a:lnTo>
                  <a:lnTo>
                    <a:pt x="145" y="33"/>
                  </a:lnTo>
                  <a:lnTo>
                    <a:pt x="157" y="37"/>
                  </a:lnTo>
                  <a:lnTo>
                    <a:pt x="169" y="42"/>
                  </a:lnTo>
                  <a:lnTo>
                    <a:pt x="181" y="48"/>
                  </a:lnTo>
                  <a:lnTo>
                    <a:pt x="191" y="55"/>
                  </a:lnTo>
                  <a:lnTo>
                    <a:pt x="201" y="62"/>
                  </a:lnTo>
                  <a:lnTo>
                    <a:pt x="212" y="70"/>
                  </a:lnTo>
                  <a:lnTo>
                    <a:pt x="221" y="79"/>
                  </a:lnTo>
                  <a:lnTo>
                    <a:pt x="228" y="89"/>
                  </a:lnTo>
                  <a:lnTo>
                    <a:pt x="235" y="101"/>
                  </a:lnTo>
                  <a:lnTo>
                    <a:pt x="241" y="112"/>
                  </a:lnTo>
                  <a:lnTo>
                    <a:pt x="245" y="124"/>
                  </a:lnTo>
                  <a:lnTo>
                    <a:pt x="249" y="138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4" y="171"/>
                  </a:lnTo>
                  <a:lnTo>
                    <a:pt x="254" y="190"/>
                  </a:lnTo>
                  <a:lnTo>
                    <a:pt x="255" y="211"/>
                  </a:lnTo>
                  <a:lnTo>
                    <a:pt x="254" y="232"/>
                  </a:lnTo>
                  <a:lnTo>
                    <a:pt x="250" y="253"/>
                  </a:lnTo>
                  <a:lnTo>
                    <a:pt x="246" y="272"/>
                  </a:lnTo>
                  <a:lnTo>
                    <a:pt x="240" y="290"/>
                  </a:lnTo>
                  <a:lnTo>
                    <a:pt x="229" y="308"/>
                  </a:lnTo>
                  <a:lnTo>
                    <a:pt x="229" y="308"/>
                  </a:lnTo>
                  <a:lnTo>
                    <a:pt x="237" y="296"/>
                  </a:lnTo>
                  <a:lnTo>
                    <a:pt x="243" y="284"/>
                  </a:lnTo>
                  <a:lnTo>
                    <a:pt x="249" y="269"/>
                  </a:lnTo>
                  <a:lnTo>
                    <a:pt x="252" y="255"/>
                  </a:lnTo>
                  <a:lnTo>
                    <a:pt x="255" y="241"/>
                  </a:lnTo>
                  <a:lnTo>
                    <a:pt x="258" y="22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8" y="171"/>
                  </a:lnTo>
                  <a:lnTo>
                    <a:pt x="255" y="145"/>
                  </a:lnTo>
                  <a:lnTo>
                    <a:pt x="255" y="145"/>
                  </a:lnTo>
                  <a:lnTo>
                    <a:pt x="252" y="131"/>
                  </a:lnTo>
                  <a:lnTo>
                    <a:pt x="249" y="119"/>
                  </a:lnTo>
                  <a:lnTo>
                    <a:pt x="245" y="106"/>
                  </a:lnTo>
                  <a:lnTo>
                    <a:pt x="238" y="94"/>
                  </a:lnTo>
                  <a:lnTo>
                    <a:pt x="232" y="84"/>
                  </a:lnTo>
                  <a:lnTo>
                    <a:pt x="224" y="74"/>
                  </a:lnTo>
                  <a:lnTo>
                    <a:pt x="215" y="65"/>
                  </a:lnTo>
                  <a:lnTo>
                    <a:pt x="205" y="56"/>
                  </a:lnTo>
                  <a:lnTo>
                    <a:pt x="195" y="50"/>
                  </a:lnTo>
                  <a:lnTo>
                    <a:pt x="185" y="42"/>
                  </a:lnTo>
                  <a:lnTo>
                    <a:pt x="173" y="37"/>
                  </a:lnTo>
                  <a:lnTo>
                    <a:pt x="161" y="32"/>
                  </a:lnTo>
                  <a:lnTo>
                    <a:pt x="149" y="28"/>
                  </a:lnTo>
                  <a:lnTo>
                    <a:pt x="135" y="24"/>
                  </a:lnTo>
                  <a:lnTo>
                    <a:pt x="122" y="21"/>
                  </a:lnTo>
                  <a:lnTo>
                    <a:pt x="108" y="20"/>
                  </a:lnTo>
                  <a:lnTo>
                    <a:pt x="108" y="20"/>
                  </a:lnTo>
                  <a:lnTo>
                    <a:pt x="80" y="16"/>
                  </a:lnTo>
                  <a:lnTo>
                    <a:pt x="55" y="13"/>
                  </a:lnTo>
                  <a:lnTo>
                    <a:pt x="29" y="7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6" name="Freeform 106">
              <a:extLst>
                <a:ext uri="{FF2B5EF4-FFF2-40B4-BE49-F238E27FC236}">
                  <a16:creationId xmlns:a16="http://schemas.microsoft.com/office/drawing/2014/main" id="{080E758D-C458-666C-6CBF-C9E8DDEA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42"/>
              <a:ext cx="2" cy="36"/>
            </a:xfrm>
            <a:custGeom>
              <a:avLst/>
              <a:gdLst>
                <a:gd name="T0" fmla="*/ 2 w 5"/>
                <a:gd name="T1" fmla="*/ 0 h 109"/>
                <a:gd name="T2" fmla="*/ 2 w 5"/>
                <a:gd name="T3" fmla="*/ 15 h 109"/>
                <a:gd name="T4" fmla="*/ 2 w 5"/>
                <a:gd name="T5" fmla="*/ 15 h 109"/>
                <a:gd name="T6" fmla="*/ 0 w 5"/>
                <a:gd name="T7" fmla="*/ 109 h 109"/>
                <a:gd name="T8" fmla="*/ 0 w 5"/>
                <a:gd name="T9" fmla="*/ 109 h 109"/>
                <a:gd name="T10" fmla="*/ 4 w 5"/>
                <a:gd name="T11" fmla="*/ 109 h 109"/>
                <a:gd name="T12" fmla="*/ 4 w 5"/>
                <a:gd name="T13" fmla="*/ 109 h 109"/>
                <a:gd name="T14" fmla="*/ 5 w 5"/>
                <a:gd name="T15" fmla="*/ 9 h 109"/>
                <a:gd name="T16" fmla="*/ 5 w 5"/>
                <a:gd name="T17" fmla="*/ 0 h 109"/>
                <a:gd name="T18" fmla="*/ 5 w 5"/>
                <a:gd name="T19" fmla="*/ 0 h 109"/>
                <a:gd name="T20" fmla="*/ 2 w 5"/>
                <a:gd name="T2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09">
                  <a:moveTo>
                    <a:pt x="2" y="0"/>
                  </a:moveTo>
                  <a:lnTo>
                    <a:pt x="2" y="15"/>
                  </a:lnTo>
                  <a:lnTo>
                    <a:pt x="2" y="15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5" y="9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7" name="Freeform 107">
              <a:extLst>
                <a:ext uri="{FF2B5EF4-FFF2-40B4-BE49-F238E27FC236}">
                  <a16:creationId xmlns:a16="http://schemas.microsoft.com/office/drawing/2014/main" id="{D01CD3EE-73CB-835A-4B1D-65A0E5EC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010"/>
              <a:ext cx="87" cy="102"/>
            </a:xfrm>
            <a:custGeom>
              <a:avLst/>
              <a:gdLst>
                <a:gd name="T0" fmla="*/ 0 w 259"/>
                <a:gd name="T1" fmla="*/ 6 h 308"/>
                <a:gd name="T2" fmla="*/ 25 w 259"/>
                <a:gd name="T3" fmla="*/ 13 h 308"/>
                <a:gd name="T4" fmla="*/ 76 w 259"/>
                <a:gd name="T5" fmla="*/ 23 h 308"/>
                <a:gd name="T6" fmla="*/ 104 w 259"/>
                <a:gd name="T7" fmla="*/ 27 h 308"/>
                <a:gd name="T8" fmla="*/ 131 w 259"/>
                <a:gd name="T9" fmla="*/ 30 h 308"/>
                <a:gd name="T10" fmla="*/ 157 w 259"/>
                <a:gd name="T11" fmla="*/ 37 h 308"/>
                <a:gd name="T12" fmla="*/ 181 w 259"/>
                <a:gd name="T13" fmla="*/ 48 h 308"/>
                <a:gd name="T14" fmla="*/ 201 w 259"/>
                <a:gd name="T15" fmla="*/ 62 h 308"/>
                <a:gd name="T16" fmla="*/ 221 w 259"/>
                <a:gd name="T17" fmla="*/ 79 h 308"/>
                <a:gd name="T18" fmla="*/ 235 w 259"/>
                <a:gd name="T19" fmla="*/ 101 h 308"/>
                <a:gd name="T20" fmla="*/ 245 w 259"/>
                <a:gd name="T21" fmla="*/ 124 h 308"/>
                <a:gd name="T22" fmla="*/ 251 w 259"/>
                <a:gd name="T23" fmla="*/ 152 h 308"/>
                <a:gd name="T24" fmla="*/ 254 w 259"/>
                <a:gd name="T25" fmla="*/ 171 h 308"/>
                <a:gd name="T26" fmla="*/ 255 w 259"/>
                <a:gd name="T27" fmla="*/ 211 h 308"/>
                <a:gd name="T28" fmla="*/ 250 w 259"/>
                <a:gd name="T29" fmla="*/ 253 h 308"/>
                <a:gd name="T30" fmla="*/ 240 w 259"/>
                <a:gd name="T31" fmla="*/ 290 h 308"/>
                <a:gd name="T32" fmla="*/ 229 w 259"/>
                <a:gd name="T33" fmla="*/ 308 h 308"/>
                <a:gd name="T34" fmla="*/ 243 w 259"/>
                <a:gd name="T35" fmla="*/ 284 h 308"/>
                <a:gd name="T36" fmla="*/ 252 w 259"/>
                <a:gd name="T37" fmla="*/ 255 h 308"/>
                <a:gd name="T38" fmla="*/ 258 w 259"/>
                <a:gd name="T39" fmla="*/ 227 h 308"/>
                <a:gd name="T40" fmla="*/ 259 w 259"/>
                <a:gd name="T41" fmla="*/ 197 h 308"/>
                <a:gd name="T42" fmla="*/ 255 w 259"/>
                <a:gd name="T43" fmla="*/ 145 h 308"/>
                <a:gd name="T44" fmla="*/ 252 w 259"/>
                <a:gd name="T45" fmla="*/ 131 h 308"/>
                <a:gd name="T46" fmla="*/ 245 w 259"/>
                <a:gd name="T47" fmla="*/ 106 h 308"/>
                <a:gd name="T48" fmla="*/ 232 w 259"/>
                <a:gd name="T49" fmla="*/ 84 h 308"/>
                <a:gd name="T50" fmla="*/ 215 w 259"/>
                <a:gd name="T51" fmla="*/ 65 h 308"/>
                <a:gd name="T52" fmla="*/ 195 w 259"/>
                <a:gd name="T53" fmla="*/ 50 h 308"/>
                <a:gd name="T54" fmla="*/ 173 w 259"/>
                <a:gd name="T55" fmla="*/ 37 h 308"/>
                <a:gd name="T56" fmla="*/ 149 w 259"/>
                <a:gd name="T57" fmla="*/ 28 h 308"/>
                <a:gd name="T58" fmla="*/ 122 w 259"/>
                <a:gd name="T59" fmla="*/ 21 h 308"/>
                <a:gd name="T60" fmla="*/ 108 w 259"/>
                <a:gd name="T61" fmla="*/ 20 h 308"/>
                <a:gd name="T62" fmla="*/ 55 w 259"/>
                <a:gd name="T63" fmla="*/ 13 h 308"/>
                <a:gd name="T64" fmla="*/ 4 w 259"/>
                <a:gd name="T65" fmla="*/ 1 h 308"/>
                <a:gd name="T66" fmla="*/ 4 w 259"/>
                <a:gd name="T67" fmla="*/ 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9" h="308">
                  <a:moveTo>
                    <a:pt x="2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5" y="13"/>
                  </a:lnTo>
                  <a:lnTo>
                    <a:pt x="51" y="18"/>
                  </a:lnTo>
                  <a:lnTo>
                    <a:pt x="76" y="23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18" y="28"/>
                  </a:lnTo>
                  <a:lnTo>
                    <a:pt x="131" y="30"/>
                  </a:lnTo>
                  <a:lnTo>
                    <a:pt x="145" y="33"/>
                  </a:lnTo>
                  <a:lnTo>
                    <a:pt x="157" y="37"/>
                  </a:lnTo>
                  <a:lnTo>
                    <a:pt x="169" y="42"/>
                  </a:lnTo>
                  <a:lnTo>
                    <a:pt x="181" y="48"/>
                  </a:lnTo>
                  <a:lnTo>
                    <a:pt x="191" y="55"/>
                  </a:lnTo>
                  <a:lnTo>
                    <a:pt x="201" y="62"/>
                  </a:lnTo>
                  <a:lnTo>
                    <a:pt x="212" y="70"/>
                  </a:lnTo>
                  <a:lnTo>
                    <a:pt x="221" y="79"/>
                  </a:lnTo>
                  <a:lnTo>
                    <a:pt x="228" y="89"/>
                  </a:lnTo>
                  <a:lnTo>
                    <a:pt x="235" y="101"/>
                  </a:lnTo>
                  <a:lnTo>
                    <a:pt x="241" y="112"/>
                  </a:lnTo>
                  <a:lnTo>
                    <a:pt x="245" y="124"/>
                  </a:lnTo>
                  <a:lnTo>
                    <a:pt x="249" y="138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4" y="171"/>
                  </a:lnTo>
                  <a:lnTo>
                    <a:pt x="254" y="190"/>
                  </a:lnTo>
                  <a:lnTo>
                    <a:pt x="255" y="211"/>
                  </a:lnTo>
                  <a:lnTo>
                    <a:pt x="254" y="232"/>
                  </a:lnTo>
                  <a:lnTo>
                    <a:pt x="250" y="253"/>
                  </a:lnTo>
                  <a:lnTo>
                    <a:pt x="246" y="272"/>
                  </a:lnTo>
                  <a:lnTo>
                    <a:pt x="240" y="290"/>
                  </a:lnTo>
                  <a:lnTo>
                    <a:pt x="229" y="308"/>
                  </a:lnTo>
                  <a:lnTo>
                    <a:pt x="229" y="308"/>
                  </a:lnTo>
                  <a:lnTo>
                    <a:pt x="237" y="296"/>
                  </a:lnTo>
                  <a:lnTo>
                    <a:pt x="243" y="284"/>
                  </a:lnTo>
                  <a:lnTo>
                    <a:pt x="249" y="269"/>
                  </a:lnTo>
                  <a:lnTo>
                    <a:pt x="252" y="255"/>
                  </a:lnTo>
                  <a:lnTo>
                    <a:pt x="255" y="241"/>
                  </a:lnTo>
                  <a:lnTo>
                    <a:pt x="258" y="22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8" y="171"/>
                  </a:lnTo>
                  <a:lnTo>
                    <a:pt x="255" y="145"/>
                  </a:lnTo>
                  <a:lnTo>
                    <a:pt x="255" y="145"/>
                  </a:lnTo>
                  <a:lnTo>
                    <a:pt x="252" y="131"/>
                  </a:lnTo>
                  <a:lnTo>
                    <a:pt x="249" y="119"/>
                  </a:lnTo>
                  <a:lnTo>
                    <a:pt x="245" y="106"/>
                  </a:lnTo>
                  <a:lnTo>
                    <a:pt x="238" y="94"/>
                  </a:lnTo>
                  <a:lnTo>
                    <a:pt x="232" y="84"/>
                  </a:lnTo>
                  <a:lnTo>
                    <a:pt x="224" y="74"/>
                  </a:lnTo>
                  <a:lnTo>
                    <a:pt x="215" y="65"/>
                  </a:lnTo>
                  <a:lnTo>
                    <a:pt x="205" y="56"/>
                  </a:lnTo>
                  <a:lnTo>
                    <a:pt x="195" y="50"/>
                  </a:lnTo>
                  <a:lnTo>
                    <a:pt x="185" y="42"/>
                  </a:lnTo>
                  <a:lnTo>
                    <a:pt x="173" y="37"/>
                  </a:lnTo>
                  <a:lnTo>
                    <a:pt x="161" y="32"/>
                  </a:lnTo>
                  <a:lnTo>
                    <a:pt x="149" y="28"/>
                  </a:lnTo>
                  <a:lnTo>
                    <a:pt x="135" y="24"/>
                  </a:lnTo>
                  <a:lnTo>
                    <a:pt x="122" y="21"/>
                  </a:lnTo>
                  <a:lnTo>
                    <a:pt x="108" y="20"/>
                  </a:lnTo>
                  <a:lnTo>
                    <a:pt x="108" y="20"/>
                  </a:lnTo>
                  <a:lnTo>
                    <a:pt x="80" y="16"/>
                  </a:lnTo>
                  <a:lnTo>
                    <a:pt x="55" y="13"/>
                  </a:lnTo>
                  <a:lnTo>
                    <a:pt x="29" y="7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8" name="Freeform 108">
              <a:extLst>
                <a:ext uri="{FF2B5EF4-FFF2-40B4-BE49-F238E27FC236}">
                  <a16:creationId xmlns:a16="http://schemas.microsoft.com/office/drawing/2014/main" id="{9056FB97-AD25-2428-1E90-0081607F9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237"/>
              <a:ext cx="1" cy="179"/>
            </a:xfrm>
            <a:custGeom>
              <a:avLst/>
              <a:gdLst>
                <a:gd name="T0" fmla="*/ 0 w 3"/>
                <a:gd name="T1" fmla="*/ 0 h 539"/>
                <a:gd name="T2" fmla="*/ 0 w 3"/>
                <a:gd name="T3" fmla="*/ 0 h 539"/>
                <a:gd name="T4" fmla="*/ 0 w 3"/>
                <a:gd name="T5" fmla="*/ 9 h 539"/>
                <a:gd name="T6" fmla="*/ 0 w 3"/>
                <a:gd name="T7" fmla="*/ 9 h 539"/>
                <a:gd name="T8" fmla="*/ 0 w 3"/>
                <a:gd name="T9" fmla="*/ 538 h 539"/>
                <a:gd name="T10" fmla="*/ 0 w 3"/>
                <a:gd name="T11" fmla="*/ 538 h 539"/>
                <a:gd name="T12" fmla="*/ 3 w 3"/>
                <a:gd name="T13" fmla="*/ 539 h 539"/>
                <a:gd name="T14" fmla="*/ 3 w 3"/>
                <a:gd name="T15" fmla="*/ 539 h 539"/>
                <a:gd name="T16" fmla="*/ 3 w 3"/>
                <a:gd name="T17" fmla="*/ 4 h 539"/>
                <a:gd name="T18" fmla="*/ 3 w 3"/>
                <a:gd name="T19" fmla="*/ 4 h 539"/>
                <a:gd name="T20" fmla="*/ 0 w 3"/>
                <a:gd name="T21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39">
                  <a:moveTo>
                    <a:pt x="0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38"/>
                  </a:lnTo>
                  <a:lnTo>
                    <a:pt x="0" y="538"/>
                  </a:lnTo>
                  <a:lnTo>
                    <a:pt x="3" y="539"/>
                  </a:lnTo>
                  <a:lnTo>
                    <a:pt x="3" y="539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39" name="Freeform 109">
              <a:extLst>
                <a:ext uri="{FF2B5EF4-FFF2-40B4-BE49-F238E27FC236}">
                  <a16:creationId xmlns:a16="http://schemas.microsoft.com/office/drawing/2014/main" id="{FC2449A7-AC41-6C87-4041-C249DF09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237"/>
              <a:ext cx="1" cy="179"/>
            </a:xfrm>
            <a:custGeom>
              <a:avLst/>
              <a:gdLst>
                <a:gd name="T0" fmla="*/ 0 w 3"/>
                <a:gd name="T1" fmla="*/ 0 h 539"/>
                <a:gd name="T2" fmla="*/ 0 w 3"/>
                <a:gd name="T3" fmla="*/ 0 h 539"/>
                <a:gd name="T4" fmla="*/ 0 w 3"/>
                <a:gd name="T5" fmla="*/ 9 h 539"/>
                <a:gd name="T6" fmla="*/ 0 w 3"/>
                <a:gd name="T7" fmla="*/ 9 h 539"/>
                <a:gd name="T8" fmla="*/ 0 w 3"/>
                <a:gd name="T9" fmla="*/ 538 h 539"/>
                <a:gd name="T10" fmla="*/ 0 w 3"/>
                <a:gd name="T11" fmla="*/ 538 h 539"/>
                <a:gd name="T12" fmla="*/ 3 w 3"/>
                <a:gd name="T13" fmla="*/ 539 h 539"/>
                <a:gd name="T14" fmla="*/ 3 w 3"/>
                <a:gd name="T15" fmla="*/ 539 h 539"/>
                <a:gd name="T16" fmla="*/ 3 w 3"/>
                <a:gd name="T17" fmla="*/ 4 h 539"/>
                <a:gd name="T18" fmla="*/ 3 w 3"/>
                <a:gd name="T19" fmla="*/ 4 h 539"/>
                <a:gd name="T20" fmla="*/ 0 w 3"/>
                <a:gd name="T21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39">
                  <a:moveTo>
                    <a:pt x="0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38"/>
                  </a:lnTo>
                  <a:lnTo>
                    <a:pt x="0" y="538"/>
                  </a:lnTo>
                  <a:lnTo>
                    <a:pt x="3" y="539"/>
                  </a:lnTo>
                  <a:lnTo>
                    <a:pt x="3" y="539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0" name="Freeform 110">
              <a:extLst>
                <a:ext uri="{FF2B5EF4-FFF2-40B4-BE49-F238E27FC236}">
                  <a16:creationId xmlns:a16="http://schemas.microsoft.com/office/drawing/2014/main" id="{C7F0B9B6-BF46-26B6-CAF7-1AB227283C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3" y="2555"/>
              <a:ext cx="71" cy="69"/>
            </a:xfrm>
            <a:custGeom>
              <a:avLst/>
              <a:gdLst>
                <a:gd name="T0" fmla="*/ 91 w 213"/>
                <a:gd name="T1" fmla="*/ 206 h 206"/>
                <a:gd name="T2" fmla="*/ 91 w 213"/>
                <a:gd name="T3" fmla="*/ 206 h 206"/>
                <a:gd name="T4" fmla="*/ 91 w 213"/>
                <a:gd name="T5" fmla="*/ 206 h 206"/>
                <a:gd name="T6" fmla="*/ 91 w 213"/>
                <a:gd name="T7" fmla="*/ 206 h 206"/>
                <a:gd name="T8" fmla="*/ 91 w 213"/>
                <a:gd name="T9" fmla="*/ 206 h 206"/>
                <a:gd name="T10" fmla="*/ 91 w 213"/>
                <a:gd name="T11" fmla="*/ 206 h 206"/>
                <a:gd name="T12" fmla="*/ 211 w 213"/>
                <a:gd name="T13" fmla="*/ 196 h 206"/>
                <a:gd name="T14" fmla="*/ 211 w 213"/>
                <a:gd name="T15" fmla="*/ 196 h 206"/>
                <a:gd name="T16" fmla="*/ 175 w 213"/>
                <a:gd name="T17" fmla="*/ 201 h 206"/>
                <a:gd name="T18" fmla="*/ 143 w 213"/>
                <a:gd name="T19" fmla="*/ 204 h 206"/>
                <a:gd name="T20" fmla="*/ 115 w 213"/>
                <a:gd name="T21" fmla="*/ 206 h 206"/>
                <a:gd name="T22" fmla="*/ 91 w 213"/>
                <a:gd name="T23" fmla="*/ 206 h 206"/>
                <a:gd name="T24" fmla="*/ 91 w 213"/>
                <a:gd name="T25" fmla="*/ 206 h 206"/>
                <a:gd name="T26" fmla="*/ 115 w 213"/>
                <a:gd name="T27" fmla="*/ 206 h 206"/>
                <a:gd name="T28" fmla="*/ 143 w 213"/>
                <a:gd name="T29" fmla="*/ 204 h 206"/>
                <a:gd name="T30" fmla="*/ 175 w 213"/>
                <a:gd name="T31" fmla="*/ 201 h 206"/>
                <a:gd name="T32" fmla="*/ 211 w 213"/>
                <a:gd name="T33" fmla="*/ 196 h 206"/>
                <a:gd name="T34" fmla="*/ 213 w 213"/>
                <a:gd name="T35" fmla="*/ 195 h 206"/>
                <a:gd name="T36" fmla="*/ 213 w 213"/>
                <a:gd name="T37" fmla="*/ 195 h 206"/>
                <a:gd name="T38" fmla="*/ 213 w 213"/>
                <a:gd name="T39" fmla="*/ 196 h 206"/>
                <a:gd name="T40" fmla="*/ 213 w 213"/>
                <a:gd name="T41" fmla="*/ 196 h 206"/>
                <a:gd name="T42" fmla="*/ 213 w 213"/>
                <a:gd name="T43" fmla="*/ 195 h 206"/>
                <a:gd name="T44" fmla="*/ 213 w 213"/>
                <a:gd name="T45" fmla="*/ 195 h 206"/>
                <a:gd name="T46" fmla="*/ 56 w 213"/>
                <a:gd name="T47" fmla="*/ 0 h 206"/>
                <a:gd name="T48" fmla="*/ 54 w 213"/>
                <a:gd name="T49" fmla="*/ 3 h 206"/>
                <a:gd name="T50" fmla="*/ 54 w 213"/>
                <a:gd name="T51" fmla="*/ 3 h 206"/>
                <a:gd name="T52" fmla="*/ 45 w 213"/>
                <a:gd name="T53" fmla="*/ 26 h 206"/>
                <a:gd name="T54" fmla="*/ 37 w 213"/>
                <a:gd name="T55" fmla="*/ 51 h 206"/>
                <a:gd name="T56" fmla="*/ 31 w 213"/>
                <a:gd name="T57" fmla="*/ 77 h 206"/>
                <a:gd name="T58" fmla="*/ 24 w 213"/>
                <a:gd name="T59" fmla="*/ 101 h 206"/>
                <a:gd name="T60" fmla="*/ 24 w 213"/>
                <a:gd name="T61" fmla="*/ 101 h 206"/>
                <a:gd name="T62" fmla="*/ 19 w 213"/>
                <a:gd name="T63" fmla="*/ 126 h 206"/>
                <a:gd name="T64" fmla="*/ 12 w 213"/>
                <a:gd name="T65" fmla="*/ 151 h 206"/>
                <a:gd name="T66" fmla="*/ 5 w 213"/>
                <a:gd name="T67" fmla="*/ 177 h 206"/>
                <a:gd name="T68" fmla="*/ 0 w 213"/>
                <a:gd name="T69" fmla="*/ 202 h 206"/>
                <a:gd name="T70" fmla="*/ 4 w 213"/>
                <a:gd name="T71" fmla="*/ 202 h 206"/>
                <a:gd name="T72" fmla="*/ 4 w 213"/>
                <a:gd name="T73" fmla="*/ 202 h 206"/>
                <a:gd name="T74" fmla="*/ 13 w 213"/>
                <a:gd name="T75" fmla="*/ 205 h 206"/>
                <a:gd name="T76" fmla="*/ 13 w 213"/>
                <a:gd name="T77" fmla="*/ 205 h 206"/>
                <a:gd name="T78" fmla="*/ 8 w 213"/>
                <a:gd name="T79" fmla="*/ 197 h 206"/>
                <a:gd name="T80" fmla="*/ 8 w 213"/>
                <a:gd name="T81" fmla="*/ 197 h 206"/>
                <a:gd name="T82" fmla="*/ 8 w 213"/>
                <a:gd name="T83" fmla="*/ 197 h 206"/>
                <a:gd name="T84" fmla="*/ 4 w 213"/>
                <a:gd name="T85" fmla="*/ 196 h 206"/>
                <a:gd name="T86" fmla="*/ 4 w 213"/>
                <a:gd name="T87" fmla="*/ 196 h 206"/>
                <a:gd name="T88" fmla="*/ 9 w 213"/>
                <a:gd name="T89" fmla="*/ 172 h 206"/>
                <a:gd name="T90" fmla="*/ 16 w 213"/>
                <a:gd name="T91" fmla="*/ 146 h 206"/>
                <a:gd name="T92" fmla="*/ 23 w 213"/>
                <a:gd name="T93" fmla="*/ 120 h 206"/>
                <a:gd name="T94" fmla="*/ 28 w 213"/>
                <a:gd name="T95" fmla="*/ 95 h 206"/>
                <a:gd name="T96" fmla="*/ 28 w 213"/>
                <a:gd name="T97" fmla="*/ 95 h 206"/>
                <a:gd name="T98" fmla="*/ 35 w 213"/>
                <a:gd name="T99" fmla="*/ 72 h 206"/>
                <a:gd name="T100" fmla="*/ 41 w 213"/>
                <a:gd name="T101" fmla="*/ 48 h 206"/>
                <a:gd name="T102" fmla="*/ 49 w 213"/>
                <a:gd name="T103" fmla="*/ 23 h 206"/>
                <a:gd name="T104" fmla="*/ 56 w 213"/>
                <a:gd name="T105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3" h="206">
                  <a:moveTo>
                    <a:pt x="91" y="206"/>
                  </a:moveTo>
                  <a:lnTo>
                    <a:pt x="91" y="206"/>
                  </a:lnTo>
                  <a:lnTo>
                    <a:pt x="91" y="206"/>
                  </a:lnTo>
                  <a:lnTo>
                    <a:pt x="91" y="206"/>
                  </a:lnTo>
                  <a:lnTo>
                    <a:pt x="91" y="206"/>
                  </a:lnTo>
                  <a:lnTo>
                    <a:pt x="91" y="206"/>
                  </a:lnTo>
                  <a:close/>
                  <a:moveTo>
                    <a:pt x="211" y="196"/>
                  </a:moveTo>
                  <a:lnTo>
                    <a:pt x="211" y="196"/>
                  </a:lnTo>
                  <a:lnTo>
                    <a:pt x="175" y="201"/>
                  </a:lnTo>
                  <a:lnTo>
                    <a:pt x="143" y="204"/>
                  </a:lnTo>
                  <a:lnTo>
                    <a:pt x="115" y="206"/>
                  </a:lnTo>
                  <a:lnTo>
                    <a:pt x="91" y="206"/>
                  </a:lnTo>
                  <a:lnTo>
                    <a:pt x="91" y="206"/>
                  </a:lnTo>
                  <a:lnTo>
                    <a:pt x="115" y="206"/>
                  </a:lnTo>
                  <a:lnTo>
                    <a:pt x="143" y="204"/>
                  </a:lnTo>
                  <a:lnTo>
                    <a:pt x="175" y="201"/>
                  </a:lnTo>
                  <a:lnTo>
                    <a:pt x="211" y="196"/>
                  </a:lnTo>
                  <a:close/>
                  <a:moveTo>
                    <a:pt x="213" y="195"/>
                  </a:moveTo>
                  <a:lnTo>
                    <a:pt x="213" y="195"/>
                  </a:lnTo>
                  <a:lnTo>
                    <a:pt x="213" y="196"/>
                  </a:lnTo>
                  <a:lnTo>
                    <a:pt x="213" y="196"/>
                  </a:lnTo>
                  <a:lnTo>
                    <a:pt x="213" y="195"/>
                  </a:lnTo>
                  <a:lnTo>
                    <a:pt x="213" y="195"/>
                  </a:lnTo>
                  <a:close/>
                  <a:moveTo>
                    <a:pt x="56" y="0"/>
                  </a:moveTo>
                  <a:lnTo>
                    <a:pt x="54" y="3"/>
                  </a:lnTo>
                  <a:lnTo>
                    <a:pt x="54" y="3"/>
                  </a:lnTo>
                  <a:lnTo>
                    <a:pt x="45" y="26"/>
                  </a:lnTo>
                  <a:lnTo>
                    <a:pt x="37" y="51"/>
                  </a:lnTo>
                  <a:lnTo>
                    <a:pt x="31" y="77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19" y="126"/>
                  </a:lnTo>
                  <a:lnTo>
                    <a:pt x="12" y="151"/>
                  </a:lnTo>
                  <a:lnTo>
                    <a:pt x="5" y="177"/>
                  </a:lnTo>
                  <a:lnTo>
                    <a:pt x="0" y="202"/>
                  </a:lnTo>
                  <a:lnTo>
                    <a:pt x="4" y="202"/>
                  </a:lnTo>
                  <a:lnTo>
                    <a:pt x="4" y="202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8" y="197"/>
                  </a:lnTo>
                  <a:lnTo>
                    <a:pt x="8" y="197"/>
                  </a:lnTo>
                  <a:lnTo>
                    <a:pt x="8" y="197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9" y="172"/>
                  </a:lnTo>
                  <a:lnTo>
                    <a:pt x="16" y="146"/>
                  </a:lnTo>
                  <a:lnTo>
                    <a:pt x="23" y="120"/>
                  </a:lnTo>
                  <a:lnTo>
                    <a:pt x="28" y="95"/>
                  </a:lnTo>
                  <a:lnTo>
                    <a:pt x="28" y="95"/>
                  </a:lnTo>
                  <a:lnTo>
                    <a:pt x="35" y="72"/>
                  </a:lnTo>
                  <a:lnTo>
                    <a:pt x="41" y="48"/>
                  </a:lnTo>
                  <a:lnTo>
                    <a:pt x="49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1" name="Freeform 111">
              <a:extLst>
                <a:ext uri="{FF2B5EF4-FFF2-40B4-BE49-F238E27FC236}">
                  <a16:creationId xmlns:a16="http://schemas.microsoft.com/office/drawing/2014/main" id="{ACD6E172-CDB9-5B08-876F-2FCFD1F4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2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2" name="Freeform 112">
              <a:extLst>
                <a:ext uri="{FF2B5EF4-FFF2-40B4-BE49-F238E27FC236}">
                  <a16:creationId xmlns:a16="http://schemas.microsoft.com/office/drawing/2014/main" id="{900A6B05-C302-E6B7-1956-A66BF7F5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21"/>
              <a:ext cx="40" cy="3"/>
            </a:xfrm>
            <a:custGeom>
              <a:avLst/>
              <a:gdLst>
                <a:gd name="T0" fmla="*/ 120 w 120"/>
                <a:gd name="T1" fmla="*/ 0 h 10"/>
                <a:gd name="T2" fmla="*/ 120 w 120"/>
                <a:gd name="T3" fmla="*/ 0 h 10"/>
                <a:gd name="T4" fmla="*/ 84 w 120"/>
                <a:gd name="T5" fmla="*/ 5 h 10"/>
                <a:gd name="T6" fmla="*/ 52 w 120"/>
                <a:gd name="T7" fmla="*/ 8 h 10"/>
                <a:gd name="T8" fmla="*/ 24 w 120"/>
                <a:gd name="T9" fmla="*/ 10 h 10"/>
                <a:gd name="T10" fmla="*/ 0 w 120"/>
                <a:gd name="T11" fmla="*/ 10 h 10"/>
                <a:gd name="T12" fmla="*/ 0 w 120"/>
                <a:gd name="T13" fmla="*/ 10 h 10"/>
                <a:gd name="T14" fmla="*/ 24 w 120"/>
                <a:gd name="T15" fmla="*/ 10 h 10"/>
                <a:gd name="T16" fmla="*/ 52 w 120"/>
                <a:gd name="T17" fmla="*/ 8 h 10"/>
                <a:gd name="T18" fmla="*/ 84 w 120"/>
                <a:gd name="T19" fmla="*/ 5 h 10"/>
                <a:gd name="T20" fmla="*/ 120 w 120"/>
                <a:gd name="T2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10">
                  <a:moveTo>
                    <a:pt x="120" y="0"/>
                  </a:moveTo>
                  <a:lnTo>
                    <a:pt x="120" y="0"/>
                  </a:lnTo>
                  <a:lnTo>
                    <a:pt x="84" y="5"/>
                  </a:lnTo>
                  <a:lnTo>
                    <a:pt x="52" y="8"/>
                  </a:lnTo>
                  <a:lnTo>
                    <a:pt x="24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4" y="10"/>
                  </a:lnTo>
                  <a:lnTo>
                    <a:pt x="52" y="8"/>
                  </a:lnTo>
                  <a:lnTo>
                    <a:pt x="84" y="5"/>
                  </a:lnTo>
                  <a:lnTo>
                    <a:pt x="1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3" name="Freeform 113">
              <a:extLst>
                <a:ext uri="{FF2B5EF4-FFF2-40B4-BE49-F238E27FC236}">
                  <a16:creationId xmlns:a16="http://schemas.microsoft.com/office/drawing/2014/main" id="{4017B02B-6D32-AC7F-1EE0-FD2D7B7C2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620"/>
              <a:ext cx="0" cy="1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4" name="Freeform 114">
              <a:extLst>
                <a:ext uri="{FF2B5EF4-FFF2-40B4-BE49-F238E27FC236}">
                  <a16:creationId xmlns:a16="http://schemas.microsoft.com/office/drawing/2014/main" id="{961F95D9-7757-C9AE-6367-050366FCE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555"/>
              <a:ext cx="19" cy="69"/>
            </a:xfrm>
            <a:custGeom>
              <a:avLst/>
              <a:gdLst>
                <a:gd name="T0" fmla="*/ 56 w 56"/>
                <a:gd name="T1" fmla="*/ 0 h 205"/>
                <a:gd name="T2" fmla="*/ 54 w 56"/>
                <a:gd name="T3" fmla="*/ 3 h 205"/>
                <a:gd name="T4" fmla="*/ 54 w 56"/>
                <a:gd name="T5" fmla="*/ 3 h 205"/>
                <a:gd name="T6" fmla="*/ 45 w 56"/>
                <a:gd name="T7" fmla="*/ 26 h 205"/>
                <a:gd name="T8" fmla="*/ 37 w 56"/>
                <a:gd name="T9" fmla="*/ 51 h 205"/>
                <a:gd name="T10" fmla="*/ 31 w 56"/>
                <a:gd name="T11" fmla="*/ 77 h 205"/>
                <a:gd name="T12" fmla="*/ 24 w 56"/>
                <a:gd name="T13" fmla="*/ 101 h 205"/>
                <a:gd name="T14" fmla="*/ 24 w 56"/>
                <a:gd name="T15" fmla="*/ 101 h 205"/>
                <a:gd name="T16" fmla="*/ 19 w 56"/>
                <a:gd name="T17" fmla="*/ 126 h 205"/>
                <a:gd name="T18" fmla="*/ 12 w 56"/>
                <a:gd name="T19" fmla="*/ 151 h 205"/>
                <a:gd name="T20" fmla="*/ 5 w 56"/>
                <a:gd name="T21" fmla="*/ 177 h 205"/>
                <a:gd name="T22" fmla="*/ 0 w 56"/>
                <a:gd name="T23" fmla="*/ 202 h 205"/>
                <a:gd name="T24" fmla="*/ 4 w 56"/>
                <a:gd name="T25" fmla="*/ 202 h 205"/>
                <a:gd name="T26" fmla="*/ 4 w 56"/>
                <a:gd name="T27" fmla="*/ 202 h 205"/>
                <a:gd name="T28" fmla="*/ 13 w 56"/>
                <a:gd name="T29" fmla="*/ 205 h 205"/>
                <a:gd name="T30" fmla="*/ 13 w 56"/>
                <a:gd name="T31" fmla="*/ 205 h 205"/>
                <a:gd name="T32" fmla="*/ 8 w 56"/>
                <a:gd name="T33" fmla="*/ 197 h 205"/>
                <a:gd name="T34" fmla="*/ 8 w 56"/>
                <a:gd name="T35" fmla="*/ 197 h 205"/>
                <a:gd name="T36" fmla="*/ 8 w 56"/>
                <a:gd name="T37" fmla="*/ 197 h 205"/>
                <a:gd name="T38" fmla="*/ 4 w 56"/>
                <a:gd name="T39" fmla="*/ 196 h 205"/>
                <a:gd name="T40" fmla="*/ 4 w 56"/>
                <a:gd name="T41" fmla="*/ 196 h 205"/>
                <a:gd name="T42" fmla="*/ 9 w 56"/>
                <a:gd name="T43" fmla="*/ 172 h 205"/>
                <a:gd name="T44" fmla="*/ 16 w 56"/>
                <a:gd name="T45" fmla="*/ 146 h 205"/>
                <a:gd name="T46" fmla="*/ 23 w 56"/>
                <a:gd name="T47" fmla="*/ 120 h 205"/>
                <a:gd name="T48" fmla="*/ 28 w 56"/>
                <a:gd name="T49" fmla="*/ 95 h 205"/>
                <a:gd name="T50" fmla="*/ 28 w 56"/>
                <a:gd name="T51" fmla="*/ 95 h 205"/>
                <a:gd name="T52" fmla="*/ 35 w 56"/>
                <a:gd name="T53" fmla="*/ 72 h 205"/>
                <a:gd name="T54" fmla="*/ 41 w 56"/>
                <a:gd name="T55" fmla="*/ 48 h 205"/>
                <a:gd name="T56" fmla="*/ 49 w 56"/>
                <a:gd name="T57" fmla="*/ 23 h 205"/>
                <a:gd name="T58" fmla="*/ 56 w 56"/>
                <a:gd name="T59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6" h="205">
                  <a:moveTo>
                    <a:pt x="56" y="0"/>
                  </a:moveTo>
                  <a:lnTo>
                    <a:pt x="54" y="3"/>
                  </a:lnTo>
                  <a:lnTo>
                    <a:pt x="54" y="3"/>
                  </a:lnTo>
                  <a:lnTo>
                    <a:pt x="45" y="26"/>
                  </a:lnTo>
                  <a:lnTo>
                    <a:pt x="37" y="51"/>
                  </a:lnTo>
                  <a:lnTo>
                    <a:pt x="31" y="77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19" y="126"/>
                  </a:lnTo>
                  <a:lnTo>
                    <a:pt x="12" y="151"/>
                  </a:lnTo>
                  <a:lnTo>
                    <a:pt x="5" y="177"/>
                  </a:lnTo>
                  <a:lnTo>
                    <a:pt x="0" y="202"/>
                  </a:lnTo>
                  <a:lnTo>
                    <a:pt x="4" y="202"/>
                  </a:lnTo>
                  <a:lnTo>
                    <a:pt x="4" y="202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8" y="197"/>
                  </a:lnTo>
                  <a:lnTo>
                    <a:pt x="8" y="197"/>
                  </a:lnTo>
                  <a:lnTo>
                    <a:pt x="8" y="197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9" y="172"/>
                  </a:lnTo>
                  <a:lnTo>
                    <a:pt x="16" y="146"/>
                  </a:lnTo>
                  <a:lnTo>
                    <a:pt x="23" y="120"/>
                  </a:lnTo>
                  <a:lnTo>
                    <a:pt x="28" y="95"/>
                  </a:lnTo>
                  <a:lnTo>
                    <a:pt x="28" y="95"/>
                  </a:lnTo>
                  <a:lnTo>
                    <a:pt x="35" y="72"/>
                  </a:lnTo>
                  <a:lnTo>
                    <a:pt x="41" y="48"/>
                  </a:lnTo>
                  <a:lnTo>
                    <a:pt x="49" y="23"/>
                  </a:lnTo>
                  <a:lnTo>
                    <a:pt x="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5" name="Freeform 115">
              <a:extLst>
                <a:ext uri="{FF2B5EF4-FFF2-40B4-BE49-F238E27FC236}">
                  <a16:creationId xmlns:a16="http://schemas.microsoft.com/office/drawing/2014/main" id="{C28D2179-CAF6-21C6-2184-FC50EA5EE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20"/>
              <a:ext cx="70" cy="6"/>
            </a:xfrm>
            <a:custGeom>
              <a:avLst/>
              <a:gdLst>
                <a:gd name="T0" fmla="*/ 205 w 209"/>
                <a:gd name="T1" fmla="*/ 0 h 18"/>
                <a:gd name="T2" fmla="*/ 205 w 209"/>
                <a:gd name="T3" fmla="*/ 0 h 18"/>
                <a:gd name="T4" fmla="*/ 205 w 209"/>
                <a:gd name="T5" fmla="*/ 1 h 18"/>
                <a:gd name="T6" fmla="*/ 205 w 209"/>
                <a:gd name="T7" fmla="*/ 1 h 18"/>
                <a:gd name="T8" fmla="*/ 203 w 209"/>
                <a:gd name="T9" fmla="*/ 1 h 18"/>
                <a:gd name="T10" fmla="*/ 203 w 209"/>
                <a:gd name="T11" fmla="*/ 1 h 18"/>
                <a:gd name="T12" fmla="*/ 167 w 209"/>
                <a:gd name="T13" fmla="*/ 6 h 18"/>
                <a:gd name="T14" fmla="*/ 135 w 209"/>
                <a:gd name="T15" fmla="*/ 9 h 18"/>
                <a:gd name="T16" fmla="*/ 107 w 209"/>
                <a:gd name="T17" fmla="*/ 11 h 18"/>
                <a:gd name="T18" fmla="*/ 83 w 209"/>
                <a:gd name="T19" fmla="*/ 11 h 18"/>
                <a:gd name="T20" fmla="*/ 83 w 209"/>
                <a:gd name="T21" fmla="*/ 11 h 18"/>
                <a:gd name="T22" fmla="*/ 83 w 209"/>
                <a:gd name="T23" fmla="*/ 11 h 18"/>
                <a:gd name="T24" fmla="*/ 83 w 209"/>
                <a:gd name="T25" fmla="*/ 11 h 18"/>
                <a:gd name="T26" fmla="*/ 83 w 209"/>
                <a:gd name="T27" fmla="*/ 11 h 18"/>
                <a:gd name="T28" fmla="*/ 83 w 209"/>
                <a:gd name="T29" fmla="*/ 11 h 18"/>
                <a:gd name="T30" fmla="*/ 83 w 209"/>
                <a:gd name="T31" fmla="*/ 11 h 18"/>
                <a:gd name="T32" fmla="*/ 83 w 209"/>
                <a:gd name="T33" fmla="*/ 11 h 18"/>
                <a:gd name="T34" fmla="*/ 62 w 209"/>
                <a:gd name="T35" fmla="*/ 11 h 18"/>
                <a:gd name="T36" fmla="*/ 45 w 209"/>
                <a:gd name="T37" fmla="*/ 10 h 18"/>
                <a:gd name="T38" fmla="*/ 19 w 209"/>
                <a:gd name="T39" fmla="*/ 6 h 18"/>
                <a:gd name="T40" fmla="*/ 5 w 209"/>
                <a:gd name="T41" fmla="*/ 3 h 18"/>
                <a:gd name="T42" fmla="*/ 0 w 209"/>
                <a:gd name="T43" fmla="*/ 2 h 18"/>
                <a:gd name="T44" fmla="*/ 0 w 209"/>
                <a:gd name="T45" fmla="*/ 2 h 18"/>
                <a:gd name="T46" fmla="*/ 0 w 209"/>
                <a:gd name="T47" fmla="*/ 2 h 18"/>
                <a:gd name="T48" fmla="*/ 5 w 209"/>
                <a:gd name="T49" fmla="*/ 10 h 18"/>
                <a:gd name="T50" fmla="*/ 5 w 209"/>
                <a:gd name="T51" fmla="*/ 10 h 18"/>
                <a:gd name="T52" fmla="*/ 15 w 209"/>
                <a:gd name="T53" fmla="*/ 12 h 18"/>
                <a:gd name="T54" fmla="*/ 32 w 209"/>
                <a:gd name="T55" fmla="*/ 15 h 18"/>
                <a:gd name="T56" fmla="*/ 52 w 209"/>
                <a:gd name="T57" fmla="*/ 16 h 18"/>
                <a:gd name="T58" fmla="*/ 79 w 209"/>
                <a:gd name="T59" fmla="*/ 18 h 18"/>
                <a:gd name="T60" fmla="*/ 79 w 209"/>
                <a:gd name="T61" fmla="*/ 18 h 18"/>
                <a:gd name="T62" fmla="*/ 105 w 209"/>
                <a:gd name="T63" fmla="*/ 16 h 18"/>
                <a:gd name="T64" fmla="*/ 135 w 209"/>
                <a:gd name="T65" fmla="*/ 15 h 18"/>
                <a:gd name="T66" fmla="*/ 170 w 209"/>
                <a:gd name="T67" fmla="*/ 11 h 18"/>
                <a:gd name="T68" fmla="*/ 209 w 209"/>
                <a:gd name="T69" fmla="*/ 5 h 18"/>
                <a:gd name="T70" fmla="*/ 209 w 209"/>
                <a:gd name="T71" fmla="*/ 5 h 18"/>
                <a:gd name="T72" fmla="*/ 205 w 209"/>
                <a:gd name="T7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18">
                  <a:moveTo>
                    <a:pt x="205" y="0"/>
                  </a:moveTo>
                  <a:lnTo>
                    <a:pt x="205" y="0"/>
                  </a:lnTo>
                  <a:lnTo>
                    <a:pt x="205" y="1"/>
                  </a:lnTo>
                  <a:lnTo>
                    <a:pt x="205" y="1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167" y="6"/>
                  </a:lnTo>
                  <a:lnTo>
                    <a:pt x="135" y="9"/>
                  </a:lnTo>
                  <a:lnTo>
                    <a:pt x="107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62" y="11"/>
                  </a:lnTo>
                  <a:lnTo>
                    <a:pt x="45" y="10"/>
                  </a:lnTo>
                  <a:lnTo>
                    <a:pt x="19" y="6"/>
                  </a:lnTo>
                  <a:lnTo>
                    <a:pt x="5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15" y="12"/>
                  </a:lnTo>
                  <a:lnTo>
                    <a:pt x="32" y="15"/>
                  </a:lnTo>
                  <a:lnTo>
                    <a:pt x="52" y="16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105" y="16"/>
                  </a:lnTo>
                  <a:lnTo>
                    <a:pt x="135" y="15"/>
                  </a:lnTo>
                  <a:lnTo>
                    <a:pt x="170" y="11"/>
                  </a:lnTo>
                  <a:lnTo>
                    <a:pt x="209" y="5"/>
                  </a:lnTo>
                  <a:lnTo>
                    <a:pt x="209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99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6" name="Freeform 116">
              <a:extLst>
                <a:ext uri="{FF2B5EF4-FFF2-40B4-BE49-F238E27FC236}">
                  <a16:creationId xmlns:a16="http://schemas.microsoft.com/office/drawing/2014/main" id="{EB14B282-FD92-7FC0-29C5-8A3C6BCFE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620"/>
              <a:ext cx="70" cy="6"/>
            </a:xfrm>
            <a:custGeom>
              <a:avLst/>
              <a:gdLst>
                <a:gd name="T0" fmla="*/ 205 w 209"/>
                <a:gd name="T1" fmla="*/ 0 h 18"/>
                <a:gd name="T2" fmla="*/ 205 w 209"/>
                <a:gd name="T3" fmla="*/ 0 h 18"/>
                <a:gd name="T4" fmla="*/ 205 w 209"/>
                <a:gd name="T5" fmla="*/ 1 h 18"/>
                <a:gd name="T6" fmla="*/ 205 w 209"/>
                <a:gd name="T7" fmla="*/ 1 h 18"/>
                <a:gd name="T8" fmla="*/ 203 w 209"/>
                <a:gd name="T9" fmla="*/ 1 h 18"/>
                <a:gd name="T10" fmla="*/ 203 w 209"/>
                <a:gd name="T11" fmla="*/ 1 h 18"/>
                <a:gd name="T12" fmla="*/ 167 w 209"/>
                <a:gd name="T13" fmla="*/ 6 h 18"/>
                <a:gd name="T14" fmla="*/ 135 w 209"/>
                <a:gd name="T15" fmla="*/ 9 h 18"/>
                <a:gd name="T16" fmla="*/ 107 w 209"/>
                <a:gd name="T17" fmla="*/ 11 h 18"/>
                <a:gd name="T18" fmla="*/ 83 w 209"/>
                <a:gd name="T19" fmla="*/ 11 h 18"/>
                <a:gd name="T20" fmla="*/ 83 w 209"/>
                <a:gd name="T21" fmla="*/ 11 h 18"/>
                <a:gd name="T22" fmla="*/ 83 w 209"/>
                <a:gd name="T23" fmla="*/ 11 h 18"/>
                <a:gd name="T24" fmla="*/ 83 w 209"/>
                <a:gd name="T25" fmla="*/ 11 h 18"/>
                <a:gd name="T26" fmla="*/ 83 w 209"/>
                <a:gd name="T27" fmla="*/ 11 h 18"/>
                <a:gd name="T28" fmla="*/ 83 w 209"/>
                <a:gd name="T29" fmla="*/ 11 h 18"/>
                <a:gd name="T30" fmla="*/ 83 w 209"/>
                <a:gd name="T31" fmla="*/ 11 h 18"/>
                <a:gd name="T32" fmla="*/ 83 w 209"/>
                <a:gd name="T33" fmla="*/ 11 h 18"/>
                <a:gd name="T34" fmla="*/ 62 w 209"/>
                <a:gd name="T35" fmla="*/ 11 h 18"/>
                <a:gd name="T36" fmla="*/ 45 w 209"/>
                <a:gd name="T37" fmla="*/ 10 h 18"/>
                <a:gd name="T38" fmla="*/ 19 w 209"/>
                <a:gd name="T39" fmla="*/ 6 h 18"/>
                <a:gd name="T40" fmla="*/ 5 w 209"/>
                <a:gd name="T41" fmla="*/ 3 h 18"/>
                <a:gd name="T42" fmla="*/ 0 w 209"/>
                <a:gd name="T43" fmla="*/ 2 h 18"/>
                <a:gd name="T44" fmla="*/ 0 w 209"/>
                <a:gd name="T45" fmla="*/ 2 h 18"/>
                <a:gd name="T46" fmla="*/ 0 w 209"/>
                <a:gd name="T47" fmla="*/ 2 h 18"/>
                <a:gd name="T48" fmla="*/ 5 w 209"/>
                <a:gd name="T49" fmla="*/ 10 h 18"/>
                <a:gd name="T50" fmla="*/ 5 w 209"/>
                <a:gd name="T51" fmla="*/ 10 h 18"/>
                <a:gd name="T52" fmla="*/ 15 w 209"/>
                <a:gd name="T53" fmla="*/ 12 h 18"/>
                <a:gd name="T54" fmla="*/ 32 w 209"/>
                <a:gd name="T55" fmla="*/ 15 h 18"/>
                <a:gd name="T56" fmla="*/ 52 w 209"/>
                <a:gd name="T57" fmla="*/ 16 h 18"/>
                <a:gd name="T58" fmla="*/ 79 w 209"/>
                <a:gd name="T59" fmla="*/ 18 h 18"/>
                <a:gd name="T60" fmla="*/ 79 w 209"/>
                <a:gd name="T61" fmla="*/ 18 h 18"/>
                <a:gd name="T62" fmla="*/ 105 w 209"/>
                <a:gd name="T63" fmla="*/ 16 h 18"/>
                <a:gd name="T64" fmla="*/ 135 w 209"/>
                <a:gd name="T65" fmla="*/ 15 h 18"/>
                <a:gd name="T66" fmla="*/ 170 w 209"/>
                <a:gd name="T67" fmla="*/ 11 h 18"/>
                <a:gd name="T68" fmla="*/ 209 w 209"/>
                <a:gd name="T69" fmla="*/ 5 h 18"/>
                <a:gd name="T70" fmla="*/ 209 w 209"/>
                <a:gd name="T71" fmla="*/ 5 h 18"/>
                <a:gd name="T72" fmla="*/ 205 w 209"/>
                <a:gd name="T7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18">
                  <a:moveTo>
                    <a:pt x="205" y="0"/>
                  </a:moveTo>
                  <a:lnTo>
                    <a:pt x="205" y="0"/>
                  </a:lnTo>
                  <a:lnTo>
                    <a:pt x="205" y="1"/>
                  </a:lnTo>
                  <a:lnTo>
                    <a:pt x="205" y="1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167" y="6"/>
                  </a:lnTo>
                  <a:lnTo>
                    <a:pt x="135" y="9"/>
                  </a:lnTo>
                  <a:lnTo>
                    <a:pt x="107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62" y="11"/>
                  </a:lnTo>
                  <a:lnTo>
                    <a:pt x="45" y="10"/>
                  </a:lnTo>
                  <a:lnTo>
                    <a:pt x="19" y="6"/>
                  </a:lnTo>
                  <a:lnTo>
                    <a:pt x="5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15" y="12"/>
                  </a:lnTo>
                  <a:lnTo>
                    <a:pt x="32" y="15"/>
                  </a:lnTo>
                  <a:lnTo>
                    <a:pt x="52" y="16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105" y="16"/>
                  </a:lnTo>
                  <a:lnTo>
                    <a:pt x="135" y="15"/>
                  </a:lnTo>
                  <a:lnTo>
                    <a:pt x="170" y="11"/>
                  </a:lnTo>
                  <a:lnTo>
                    <a:pt x="209" y="5"/>
                  </a:lnTo>
                  <a:lnTo>
                    <a:pt x="209" y="5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8" name="Freeform 118">
              <a:extLst>
                <a:ext uri="{FF2B5EF4-FFF2-40B4-BE49-F238E27FC236}">
                  <a16:creationId xmlns:a16="http://schemas.microsoft.com/office/drawing/2014/main" id="{04151BCA-4B21-F6A0-16E4-3B6AB76A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555"/>
              <a:ext cx="69" cy="69"/>
            </a:xfrm>
            <a:custGeom>
              <a:avLst/>
              <a:gdLst>
                <a:gd name="T0" fmla="*/ 54 w 209"/>
                <a:gd name="T1" fmla="*/ 0 h 207"/>
                <a:gd name="T2" fmla="*/ 52 w 209"/>
                <a:gd name="T3" fmla="*/ 1 h 207"/>
                <a:gd name="T4" fmla="*/ 52 w 209"/>
                <a:gd name="T5" fmla="*/ 1 h 207"/>
                <a:gd name="T6" fmla="*/ 45 w 209"/>
                <a:gd name="T7" fmla="*/ 24 h 207"/>
                <a:gd name="T8" fmla="*/ 37 w 209"/>
                <a:gd name="T9" fmla="*/ 49 h 207"/>
                <a:gd name="T10" fmla="*/ 31 w 209"/>
                <a:gd name="T11" fmla="*/ 73 h 207"/>
                <a:gd name="T12" fmla="*/ 24 w 209"/>
                <a:gd name="T13" fmla="*/ 96 h 207"/>
                <a:gd name="T14" fmla="*/ 24 w 209"/>
                <a:gd name="T15" fmla="*/ 96 h 207"/>
                <a:gd name="T16" fmla="*/ 19 w 209"/>
                <a:gd name="T17" fmla="*/ 121 h 207"/>
                <a:gd name="T18" fmla="*/ 12 w 209"/>
                <a:gd name="T19" fmla="*/ 147 h 207"/>
                <a:gd name="T20" fmla="*/ 5 w 209"/>
                <a:gd name="T21" fmla="*/ 173 h 207"/>
                <a:gd name="T22" fmla="*/ 0 w 209"/>
                <a:gd name="T23" fmla="*/ 197 h 207"/>
                <a:gd name="T24" fmla="*/ 4 w 209"/>
                <a:gd name="T25" fmla="*/ 198 h 207"/>
                <a:gd name="T26" fmla="*/ 4 w 209"/>
                <a:gd name="T27" fmla="*/ 198 h 207"/>
                <a:gd name="T28" fmla="*/ 4 w 209"/>
                <a:gd name="T29" fmla="*/ 198 h 207"/>
                <a:gd name="T30" fmla="*/ 9 w 209"/>
                <a:gd name="T31" fmla="*/ 199 h 207"/>
                <a:gd name="T32" fmla="*/ 23 w 209"/>
                <a:gd name="T33" fmla="*/ 202 h 207"/>
                <a:gd name="T34" fmla="*/ 49 w 209"/>
                <a:gd name="T35" fmla="*/ 206 h 207"/>
                <a:gd name="T36" fmla="*/ 66 w 209"/>
                <a:gd name="T37" fmla="*/ 207 h 207"/>
                <a:gd name="T38" fmla="*/ 87 w 209"/>
                <a:gd name="T39" fmla="*/ 207 h 207"/>
                <a:gd name="T40" fmla="*/ 87 w 209"/>
                <a:gd name="T41" fmla="*/ 207 h 207"/>
                <a:gd name="T42" fmla="*/ 87 w 209"/>
                <a:gd name="T43" fmla="*/ 207 h 207"/>
                <a:gd name="T44" fmla="*/ 87 w 209"/>
                <a:gd name="T45" fmla="*/ 207 h 207"/>
                <a:gd name="T46" fmla="*/ 87 w 209"/>
                <a:gd name="T47" fmla="*/ 207 h 207"/>
                <a:gd name="T48" fmla="*/ 87 w 209"/>
                <a:gd name="T49" fmla="*/ 207 h 207"/>
                <a:gd name="T50" fmla="*/ 87 w 209"/>
                <a:gd name="T51" fmla="*/ 207 h 207"/>
                <a:gd name="T52" fmla="*/ 111 w 209"/>
                <a:gd name="T53" fmla="*/ 207 h 207"/>
                <a:gd name="T54" fmla="*/ 139 w 209"/>
                <a:gd name="T55" fmla="*/ 205 h 207"/>
                <a:gd name="T56" fmla="*/ 171 w 209"/>
                <a:gd name="T57" fmla="*/ 202 h 207"/>
                <a:gd name="T58" fmla="*/ 207 w 209"/>
                <a:gd name="T59" fmla="*/ 197 h 207"/>
                <a:gd name="T60" fmla="*/ 207 w 209"/>
                <a:gd name="T61" fmla="*/ 197 h 207"/>
                <a:gd name="T62" fmla="*/ 209 w 209"/>
                <a:gd name="T63" fmla="*/ 197 h 207"/>
                <a:gd name="T64" fmla="*/ 209 w 209"/>
                <a:gd name="T65" fmla="*/ 197 h 207"/>
                <a:gd name="T66" fmla="*/ 209 w 209"/>
                <a:gd name="T67" fmla="*/ 196 h 207"/>
                <a:gd name="T68" fmla="*/ 209 w 209"/>
                <a:gd name="T69" fmla="*/ 196 h 207"/>
                <a:gd name="T70" fmla="*/ 193 w 209"/>
                <a:gd name="T71" fmla="*/ 171 h 207"/>
                <a:gd name="T72" fmla="*/ 175 w 209"/>
                <a:gd name="T73" fmla="*/ 147 h 207"/>
                <a:gd name="T74" fmla="*/ 135 w 209"/>
                <a:gd name="T75" fmla="*/ 97 h 207"/>
                <a:gd name="T76" fmla="*/ 95 w 209"/>
                <a:gd name="T77" fmla="*/ 49 h 207"/>
                <a:gd name="T78" fmla="*/ 54 w 209"/>
                <a:gd name="T7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9" h="207">
                  <a:moveTo>
                    <a:pt x="54" y="0"/>
                  </a:moveTo>
                  <a:lnTo>
                    <a:pt x="52" y="1"/>
                  </a:lnTo>
                  <a:lnTo>
                    <a:pt x="52" y="1"/>
                  </a:lnTo>
                  <a:lnTo>
                    <a:pt x="45" y="24"/>
                  </a:lnTo>
                  <a:lnTo>
                    <a:pt x="37" y="49"/>
                  </a:lnTo>
                  <a:lnTo>
                    <a:pt x="31" y="73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19" y="121"/>
                  </a:lnTo>
                  <a:lnTo>
                    <a:pt x="12" y="147"/>
                  </a:lnTo>
                  <a:lnTo>
                    <a:pt x="5" y="173"/>
                  </a:lnTo>
                  <a:lnTo>
                    <a:pt x="0" y="197"/>
                  </a:lnTo>
                  <a:lnTo>
                    <a:pt x="4" y="198"/>
                  </a:lnTo>
                  <a:lnTo>
                    <a:pt x="4" y="198"/>
                  </a:lnTo>
                  <a:lnTo>
                    <a:pt x="4" y="198"/>
                  </a:lnTo>
                  <a:lnTo>
                    <a:pt x="9" y="199"/>
                  </a:lnTo>
                  <a:lnTo>
                    <a:pt x="23" y="202"/>
                  </a:lnTo>
                  <a:lnTo>
                    <a:pt x="49" y="206"/>
                  </a:lnTo>
                  <a:lnTo>
                    <a:pt x="66" y="207"/>
                  </a:lnTo>
                  <a:lnTo>
                    <a:pt x="87" y="207"/>
                  </a:lnTo>
                  <a:lnTo>
                    <a:pt x="87" y="207"/>
                  </a:lnTo>
                  <a:lnTo>
                    <a:pt x="87" y="207"/>
                  </a:lnTo>
                  <a:lnTo>
                    <a:pt x="87" y="207"/>
                  </a:lnTo>
                  <a:lnTo>
                    <a:pt x="87" y="207"/>
                  </a:lnTo>
                  <a:lnTo>
                    <a:pt x="87" y="207"/>
                  </a:lnTo>
                  <a:lnTo>
                    <a:pt x="87" y="207"/>
                  </a:lnTo>
                  <a:lnTo>
                    <a:pt x="111" y="207"/>
                  </a:lnTo>
                  <a:lnTo>
                    <a:pt x="139" y="205"/>
                  </a:lnTo>
                  <a:lnTo>
                    <a:pt x="171" y="202"/>
                  </a:lnTo>
                  <a:lnTo>
                    <a:pt x="207" y="197"/>
                  </a:lnTo>
                  <a:lnTo>
                    <a:pt x="207" y="197"/>
                  </a:lnTo>
                  <a:lnTo>
                    <a:pt x="209" y="197"/>
                  </a:lnTo>
                  <a:lnTo>
                    <a:pt x="209" y="197"/>
                  </a:lnTo>
                  <a:lnTo>
                    <a:pt x="209" y="196"/>
                  </a:lnTo>
                  <a:lnTo>
                    <a:pt x="209" y="196"/>
                  </a:lnTo>
                  <a:lnTo>
                    <a:pt x="193" y="171"/>
                  </a:lnTo>
                  <a:lnTo>
                    <a:pt x="175" y="147"/>
                  </a:lnTo>
                  <a:lnTo>
                    <a:pt x="135" y="97"/>
                  </a:lnTo>
                  <a:lnTo>
                    <a:pt x="95" y="49"/>
                  </a:lnTo>
                  <a:lnTo>
                    <a:pt x="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49" name="Freeform 119">
              <a:extLst>
                <a:ext uri="{FF2B5EF4-FFF2-40B4-BE49-F238E27FC236}">
                  <a16:creationId xmlns:a16="http://schemas.microsoft.com/office/drawing/2014/main" id="{D6B1797A-10DB-7E1F-324F-263F1C4F6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0"/>
              <a:ext cx="1612" cy="2050"/>
            </a:xfrm>
            <a:custGeom>
              <a:avLst/>
              <a:gdLst>
                <a:gd name="T0" fmla="*/ 4828 w 4837"/>
                <a:gd name="T1" fmla="*/ 5801 h 6149"/>
                <a:gd name="T2" fmla="*/ 4814 w 4837"/>
                <a:gd name="T3" fmla="*/ 5349 h 6149"/>
                <a:gd name="T4" fmla="*/ 4712 w 4837"/>
                <a:gd name="T5" fmla="*/ 4973 h 6149"/>
                <a:gd name="T6" fmla="*/ 4549 w 4837"/>
                <a:gd name="T7" fmla="*/ 4619 h 6149"/>
                <a:gd name="T8" fmla="*/ 4287 w 4837"/>
                <a:gd name="T9" fmla="*/ 4073 h 6149"/>
                <a:gd name="T10" fmla="*/ 4233 w 4837"/>
                <a:gd name="T11" fmla="*/ 3686 h 6149"/>
                <a:gd name="T12" fmla="*/ 4246 w 4837"/>
                <a:gd name="T13" fmla="*/ 2447 h 6149"/>
                <a:gd name="T14" fmla="*/ 4216 w 4837"/>
                <a:gd name="T15" fmla="*/ 1746 h 6149"/>
                <a:gd name="T16" fmla="*/ 4119 w 4837"/>
                <a:gd name="T17" fmla="*/ 1244 h 6149"/>
                <a:gd name="T18" fmla="*/ 3977 w 4837"/>
                <a:gd name="T19" fmla="*/ 927 h 6149"/>
                <a:gd name="T20" fmla="*/ 3628 w 4837"/>
                <a:gd name="T21" fmla="*/ 505 h 6149"/>
                <a:gd name="T22" fmla="*/ 3349 w 4837"/>
                <a:gd name="T23" fmla="*/ 268 h 6149"/>
                <a:gd name="T24" fmla="*/ 3018 w 4837"/>
                <a:gd name="T25" fmla="*/ 105 h 6149"/>
                <a:gd name="T26" fmla="*/ 2699 w 4837"/>
                <a:gd name="T27" fmla="*/ 33 h 6149"/>
                <a:gd name="T28" fmla="*/ 2439 w 4837"/>
                <a:gd name="T29" fmla="*/ 42 h 6149"/>
                <a:gd name="T30" fmla="*/ 2347 w 4837"/>
                <a:gd name="T31" fmla="*/ 28 h 6149"/>
                <a:gd name="T32" fmla="*/ 2047 w 4837"/>
                <a:gd name="T33" fmla="*/ 4 h 6149"/>
                <a:gd name="T34" fmla="*/ 1608 w 4837"/>
                <a:gd name="T35" fmla="*/ 115 h 6149"/>
                <a:gd name="T36" fmla="*/ 1277 w 4837"/>
                <a:gd name="T37" fmla="*/ 297 h 6149"/>
                <a:gd name="T38" fmla="*/ 971 w 4837"/>
                <a:gd name="T39" fmla="*/ 566 h 6149"/>
                <a:gd name="T40" fmla="*/ 686 w 4837"/>
                <a:gd name="T41" fmla="*/ 946 h 6149"/>
                <a:gd name="T42" fmla="*/ 486 w 4837"/>
                <a:gd name="T43" fmla="*/ 1309 h 6149"/>
                <a:gd name="T44" fmla="*/ 353 w 4837"/>
                <a:gd name="T45" fmla="*/ 1710 h 6149"/>
                <a:gd name="T46" fmla="*/ 286 w 4837"/>
                <a:gd name="T47" fmla="*/ 2130 h 6149"/>
                <a:gd name="T48" fmla="*/ 280 w 4837"/>
                <a:gd name="T49" fmla="*/ 2536 h 6149"/>
                <a:gd name="T50" fmla="*/ 407 w 4837"/>
                <a:gd name="T51" fmla="*/ 3257 h 6149"/>
                <a:gd name="T52" fmla="*/ 425 w 4837"/>
                <a:gd name="T53" fmla="*/ 3652 h 6149"/>
                <a:gd name="T54" fmla="*/ 344 w 4837"/>
                <a:gd name="T55" fmla="*/ 4098 h 6149"/>
                <a:gd name="T56" fmla="*/ 159 w 4837"/>
                <a:gd name="T57" fmla="*/ 4536 h 6149"/>
                <a:gd name="T58" fmla="*/ 35 w 4837"/>
                <a:gd name="T59" fmla="*/ 4887 h 6149"/>
                <a:gd name="T60" fmla="*/ 2 w 4837"/>
                <a:gd name="T61" fmla="*/ 5262 h 6149"/>
                <a:gd name="T62" fmla="*/ 18 w 4837"/>
                <a:gd name="T63" fmla="*/ 5262 h 6149"/>
                <a:gd name="T64" fmla="*/ 56 w 4837"/>
                <a:gd name="T65" fmla="*/ 4868 h 6149"/>
                <a:gd name="T66" fmla="*/ 231 w 4837"/>
                <a:gd name="T67" fmla="*/ 4415 h 6149"/>
                <a:gd name="T68" fmla="*/ 386 w 4837"/>
                <a:gd name="T69" fmla="*/ 3996 h 6149"/>
                <a:gd name="T70" fmla="*/ 445 w 4837"/>
                <a:gd name="T71" fmla="*/ 3590 h 6149"/>
                <a:gd name="T72" fmla="*/ 402 w 4837"/>
                <a:gd name="T73" fmla="*/ 3142 h 6149"/>
                <a:gd name="T74" fmla="*/ 296 w 4837"/>
                <a:gd name="T75" fmla="*/ 2535 h 6149"/>
                <a:gd name="T76" fmla="*/ 305 w 4837"/>
                <a:gd name="T77" fmla="*/ 2090 h 6149"/>
                <a:gd name="T78" fmla="*/ 400 w 4837"/>
                <a:gd name="T79" fmla="*/ 1592 h 6149"/>
                <a:gd name="T80" fmla="*/ 556 w 4837"/>
                <a:gd name="T81" fmla="*/ 1198 h 6149"/>
                <a:gd name="T82" fmla="*/ 818 w 4837"/>
                <a:gd name="T83" fmla="*/ 780 h 6149"/>
                <a:gd name="T84" fmla="*/ 1097 w 4837"/>
                <a:gd name="T85" fmla="*/ 461 h 6149"/>
                <a:gd name="T86" fmla="*/ 1408 w 4837"/>
                <a:gd name="T87" fmla="*/ 231 h 6149"/>
                <a:gd name="T88" fmla="*/ 1810 w 4837"/>
                <a:gd name="T89" fmla="*/ 63 h 6149"/>
                <a:gd name="T90" fmla="*/ 2181 w 4837"/>
                <a:gd name="T91" fmla="*/ 15 h 6149"/>
                <a:gd name="T92" fmla="*/ 2371 w 4837"/>
                <a:gd name="T93" fmla="*/ 54 h 6149"/>
                <a:gd name="T94" fmla="*/ 2475 w 4837"/>
                <a:gd name="T95" fmla="*/ 50 h 6149"/>
                <a:gd name="T96" fmla="*/ 2800 w 4837"/>
                <a:gd name="T97" fmla="*/ 64 h 6149"/>
                <a:gd name="T98" fmla="*/ 3106 w 4837"/>
                <a:gd name="T99" fmla="*/ 152 h 6149"/>
                <a:gd name="T100" fmla="*/ 3420 w 4837"/>
                <a:gd name="T101" fmla="*/ 337 h 6149"/>
                <a:gd name="T102" fmla="*/ 3722 w 4837"/>
                <a:gd name="T103" fmla="*/ 629 h 6149"/>
                <a:gd name="T104" fmla="*/ 3990 w 4837"/>
                <a:gd name="T105" fmla="*/ 978 h 6149"/>
                <a:gd name="T106" fmla="*/ 4125 w 4837"/>
                <a:gd name="T107" fmla="*/ 1323 h 6149"/>
                <a:gd name="T108" fmla="*/ 4218 w 4837"/>
                <a:gd name="T109" fmla="*/ 1947 h 6149"/>
                <a:gd name="T110" fmla="*/ 4223 w 4837"/>
                <a:gd name="T111" fmla="*/ 3053 h 6149"/>
                <a:gd name="T112" fmla="*/ 4227 w 4837"/>
                <a:gd name="T113" fmla="*/ 3839 h 6149"/>
                <a:gd name="T114" fmla="*/ 4292 w 4837"/>
                <a:gd name="T115" fmla="*/ 4134 h 6149"/>
                <a:gd name="T116" fmla="*/ 4572 w 4837"/>
                <a:gd name="T117" fmla="*/ 4694 h 6149"/>
                <a:gd name="T118" fmla="*/ 4738 w 4837"/>
                <a:gd name="T119" fmla="*/ 5089 h 6149"/>
                <a:gd name="T120" fmla="*/ 4821 w 4837"/>
                <a:gd name="T121" fmla="*/ 5546 h 6149"/>
                <a:gd name="T122" fmla="*/ 4790 w 4837"/>
                <a:gd name="T123" fmla="*/ 5948 h 6149"/>
                <a:gd name="T124" fmla="*/ 4738 w 4837"/>
                <a:gd name="T125" fmla="*/ 6149 h 6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37" h="6149">
                  <a:moveTo>
                    <a:pt x="4748" y="6144"/>
                  </a:moveTo>
                  <a:lnTo>
                    <a:pt x="4748" y="6144"/>
                  </a:lnTo>
                  <a:lnTo>
                    <a:pt x="4764" y="6096"/>
                  </a:lnTo>
                  <a:lnTo>
                    <a:pt x="4780" y="6048"/>
                  </a:lnTo>
                  <a:lnTo>
                    <a:pt x="4794" y="5999"/>
                  </a:lnTo>
                  <a:lnTo>
                    <a:pt x="4805" y="5951"/>
                  </a:lnTo>
                  <a:lnTo>
                    <a:pt x="4814" y="5901"/>
                  </a:lnTo>
                  <a:lnTo>
                    <a:pt x="4823" y="5851"/>
                  </a:lnTo>
                  <a:lnTo>
                    <a:pt x="4828" y="5801"/>
                  </a:lnTo>
                  <a:lnTo>
                    <a:pt x="4833" y="5751"/>
                  </a:lnTo>
                  <a:lnTo>
                    <a:pt x="4836" y="5700"/>
                  </a:lnTo>
                  <a:lnTo>
                    <a:pt x="4837" y="5650"/>
                  </a:lnTo>
                  <a:lnTo>
                    <a:pt x="4837" y="5600"/>
                  </a:lnTo>
                  <a:lnTo>
                    <a:pt x="4836" y="5549"/>
                  </a:lnTo>
                  <a:lnTo>
                    <a:pt x="4832" y="5499"/>
                  </a:lnTo>
                  <a:lnTo>
                    <a:pt x="4827" y="5448"/>
                  </a:lnTo>
                  <a:lnTo>
                    <a:pt x="4822" y="5399"/>
                  </a:lnTo>
                  <a:lnTo>
                    <a:pt x="4814" y="5349"/>
                  </a:lnTo>
                  <a:lnTo>
                    <a:pt x="4814" y="5349"/>
                  </a:lnTo>
                  <a:lnTo>
                    <a:pt x="4805" y="5300"/>
                  </a:lnTo>
                  <a:lnTo>
                    <a:pt x="4795" y="5253"/>
                  </a:lnTo>
                  <a:lnTo>
                    <a:pt x="4784" y="5204"/>
                  </a:lnTo>
                  <a:lnTo>
                    <a:pt x="4772" y="5158"/>
                  </a:lnTo>
                  <a:lnTo>
                    <a:pt x="4759" y="5111"/>
                  </a:lnTo>
                  <a:lnTo>
                    <a:pt x="4744" y="5065"/>
                  </a:lnTo>
                  <a:lnTo>
                    <a:pt x="4729" y="5019"/>
                  </a:lnTo>
                  <a:lnTo>
                    <a:pt x="4712" y="4973"/>
                  </a:lnTo>
                  <a:lnTo>
                    <a:pt x="4695" y="4928"/>
                  </a:lnTo>
                  <a:lnTo>
                    <a:pt x="4676" y="4882"/>
                  </a:lnTo>
                  <a:lnTo>
                    <a:pt x="4657" y="4837"/>
                  </a:lnTo>
                  <a:lnTo>
                    <a:pt x="4638" y="4794"/>
                  </a:lnTo>
                  <a:lnTo>
                    <a:pt x="4616" y="4749"/>
                  </a:lnTo>
                  <a:lnTo>
                    <a:pt x="4595" y="4706"/>
                  </a:lnTo>
                  <a:lnTo>
                    <a:pt x="4572" y="4662"/>
                  </a:lnTo>
                  <a:lnTo>
                    <a:pt x="4549" y="4619"/>
                  </a:lnTo>
                  <a:lnTo>
                    <a:pt x="4549" y="4619"/>
                  </a:lnTo>
                  <a:lnTo>
                    <a:pt x="4459" y="4455"/>
                  </a:lnTo>
                  <a:lnTo>
                    <a:pt x="4415" y="4373"/>
                  </a:lnTo>
                  <a:lnTo>
                    <a:pt x="4393" y="4331"/>
                  </a:lnTo>
                  <a:lnTo>
                    <a:pt x="4373" y="4289"/>
                  </a:lnTo>
                  <a:lnTo>
                    <a:pt x="4353" y="4247"/>
                  </a:lnTo>
                  <a:lnTo>
                    <a:pt x="4336" y="4205"/>
                  </a:lnTo>
                  <a:lnTo>
                    <a:pt x="4318" y="4161"/>
                  </a:lnTo>
                  <a:lnTo>
                    <a:pt x="4301" y="4118"/>
                  </a:lnTo>
                  <a:lnTo>
                    <a:pt x="4287" y="4073"/>
                  </a:lnTo>
                  <a:lnTo>
                    <a:pt x="4274" y="4028"/>
                  </a:lnTo>
                  <a:lnTo>
                    <a:pt x="4263" y="3982"/>
                  </a:lnTo>
                  <a:lnTo>
                    <a:pt x="4254" y="3936"/>
                  </a:lnTo>
                  <a:lnTo>
                    <a:pt x="4254" y="3936"/>
                  </a:lnTo>
                  <a:lnTo>
                    <a:pt x="4246" y="3886"/>
                  </a:lnTo>
                  <a:lnTo>
                    <a:pt x="4241" y="3836"/>
                  </a:lnTo>
                  <a:lnTo>
                    <a:pt x="4237" y="3786"/>
                  </a:lnTo>
                  <a:lnTo>
                    <a:pt x="4235" y="3737"/>
                  </a:lnTo>
                  <a:lnTo>
                    <a:pt x="4233" y="3686"/>
                  </a:lnTo>
                  <a:lnTo>
                    <a:pt x="4233" y="3634"/>
                  </a:lnTo>
                  <a:lnTo>
                    <a:pt x="4233" y="3535"/>
                  </a:lnTo>
                  <a:lnTo>
                    <a:pt x="4233" y="3535"/>
                  </a:lnTo>
                  <a:lnTo>
                    <a:pt x="4235" y="3399"/>
                  </a:lnTo>
                  <a:lnTo>
                    <a:pt x="4236" y="3262"/>
                  </a:lnTo>
                  <a:lnTo>
                    <a:pt x="4240" y="2991"/>
                  </a:lnTo>
                  <a:lnTo>
                    <a:pt x="4244" y="2719"/>
                  </a:lnTo>
                  <a:lnTo>
                    <a:pt x="4245" y="2584"/>
                  </a:lnTo>
                  <a:lnTo>
                    <a:pt x="4246" y="2447"/>
                  </a:lnTo>
                  <a:lnTo>
                    <a:pt x="4246" y="2447"/>
                  </a:lnTo>
                  <a:lnTo>
                    <a:pt x="4246" y="2320"/>
                  </a:lnTo>
                  <a:lnTo>
                    <a:pt x="4244" y="2192"/>
                  </a:lnTo>
                  <a:lnTo>
                    <a:pt x="4240" y="2065"/>
                  </a:lnTo>
                  <a:lnTo>
                    <a:pt x="4237" y="2001"/>
                  </a:lnTo>
                  <a:lnTo>
                    <a:pt x="4233" y="1937"/>
                  </a:lnTo>
                  <a:lnTo>
                    <a:pt x="4228" y="1873"/>
                  </a:lnTo>
                  <a:lnTo>
                    <a:pt x="4222" y="1809"/>
                  </a:lnTo>
                  <a:lnTo>
                    <a:pt x="4216" y="1746"/>
                  </a:lnTo>
                  <a:lnTo>
                    <a:pt x="4208" y="1682"/>
                  </a:lnTo>
                  <a:lnTo>
                    <a:pt x="4199" y="1620"/>
                  </a:lnTo>
                  <a:lnTo>
                    <a:pt x="4190" y="1556"/>
                  </a:lnTo>
                  <a:lnTo>
                    <a:pt x="4179" y="1493"/>
                  </a:lnTo>
                  <a:lnTo>
                    <a:pt x="4166" y="1432"/>
                  </a:lnTo>
                  <a:lnTo>
                    <a:pt x="4166" y="1432"/>
                  </a:lnTo>
                  <a:lnTo>
                    <a:pt x="4149" y="1356"/>
                  </a:lnTo>
                  <a:lnTo>
                    <a:pt x="4129" y="1281"/>
                  </a:lnTo>
                  <a:lnTo>
                    <a:pt x="4119" y="1244"/>
                  </a:lnTo>
                  <a:lnTo>
                    <a:pt x="4106" y="1207"/>
                  </a:lnTo>
                  <a:lnTo>
                    <a:pt x="4094" y="1171"/>
                  </a:lnTo>
                  <a:lnTo>
                    <a:pt x="4080" y="1134"/>
                  </a:lnTo>
                  <a:lnTo>
                    <a:pt x="4066" y="1098"/>
                  </a:lnTo>
                  <a:lnTo>
                    <a:pt x="4050" y="1062"/>
                  </a:lnTo>
                  <a:lnTo>
                    <a:pt x="4033" y="1028"/>
                  </a:lnTo>
                  <a:lnTo>
                    <a:pt x="4016" y="993"/>
                  </a:lnTo>
                  <a:lnTo>
                    <a:pt x="3997" y="960"/>
                  </a:lnTo>
                  <a:lnTo>
                    <a:pt x="3977" y="927"/>
                  </a:lnTo>
                  <a:lnTo>
                    <a:pt x="3955" y="895"/>
                  </a:lnTo>
                  <a:lnTo>
                    <a:pt x="3932" y="864"/>
                  </a:lnTo>
                  <a:lnTo>
                    <a:pt x="3932" y="864"/>
                  </a:lnTo>
                  <a:lnTo>
                    <a:pt x="3875" y="790"/>
                  </a:lnTo>
                  <a:lnTo>
                    <a:pt x="3816" y="716"/>
                  </a:lnTo>
                  <a:lnTo>
                    <a:pt x="3756" y="644"/>
                  </a:lnTo>
                  <a:lnTo>
                    <a:pt x="3692" y="574"/>
                  </a:lnTo>
                  <a:lnTo>
                    <a:pt x="3660" y="539"/>
                  </a:lnTo>
                  <a:lnTo>
                    <a:pt x="3628" y="505"/>
                  </a:lnTo>
                  <a:lnTo>
                    <a:pt x="3594" y="472"/>
                  </a:lnTo>
                  <a:lnTo>
                    <a:pt x="3561" y="440"/>
                  </a:lnTo>
                  <a:lnTo>
                    <a:pt x="3526" y="408"/>
                  </a:lnTo>
                  <a:lnTo>
                    <a:pt x="3491" y="376"/>
                  </a:lnTo>
                  <a:lnTo>
                    <a:pt x="3454" y="346"/>
                  </a:lnTo>
                  <a:lnTo>
                    <a:pt x="3418" y="317"/>
                  </a:lnTo>
                  <a:lnTo>
                    <a:pt x="3418" y="317"/>
                  </a:lnTo>
                  <a:lnTo>
                    <a:pt x="3383" y="291"/>
                  </a:lnTo>
                  <a:lnTo>
                    <a:pt x="3349" y="268"/>
                  </a:lnTo>
                  <a:lnTo>
                    <a:pt x="3314" y="245"/>
                  </a:lnTo>
                  <a:lnTo>
                    <a:pt x="3279" y="224"/>
                  </a:lnTo>
                  <a:lnTo>
                    <a:pt x="3243" y="203"/>
                  </a:lnTo>
                  <a:lnTo>
                    <a:pt x="3207" y="184"/>
                  </a:lnTo>
                  <a:lnTo>
                    <a:pt x="3170" y="166"/>
                  </a:lnTo>
                  <a:lnTo>
                    <a:pt x="3133" y="150"/>
                  </a:lnTo>
                  <a:lnTo>
                    <a:pt x="3095" y="133"/>
                  </a:lnTo>
                  <a:lnTo>
                    <a:pt x="3057" y="119"/>
                  </a:lnTo>
                  <a:lnTo>
                    <a:pt x="3018" y="105"/>
                  </a:lnTo>
                  <a:lnTo>
                    <a:pt x="2979" y="92"/>
                  </a:lnTo>
                  <a:lnTo>
                    <a:pt x="2939" y="81"/>
                  </a:lnTo>
                  <a:lnTo>
                    <a:pt x="2898" y="70"/>
                  </a:lnTo>
                  <a:lnTo>
                    <a:pt x="2859" y="60"/>
                  </a:lnTo>
                  <a:lnTo>
                    <a:pt x="2817" y="52"/>
                  </a:lnTo>
                  <a:lnTo>
                    <a:pt x="2817" y="52"/>
                  </a:lnTo>
                  <a:lnTo>
                    <a:pt x="2778" y="45"/>
                  </a:lnTo>
                  <a:lnTo>
                    <a:pt x="2739" y="38"/>
                  </a:lnTo>
                  <a:lnTo>
                    <a:pt x="2699" y="33"/>
                  </a:lnTo>
                  <a:lnTo>
                    <a:pt x="2658" y="29"/>
                  </a:lnTo>
                  <a:lnTo>
                    <a:pt x="2619" y="27"/>
                  </a:lnTo>
                  <a:lnTo>
                    <a:pt x="2579" y="27"/>
                  </a:lnTo>
                  <a:lnTo>
                    <a:pt x="2538" y="28"/>
                  </a:lnTo>
                  <a:lnTo>
                    <a:pt x="2499" y="31"/>
                  </a:lnTo>
                  <a:lnTo>
                    <a:pt x="2499" y="31"/>
                  </a:lnTo>
                  <a:lnTo>
                    <a:pt x="2469" y="36"/>
                  </a:lnTo>
                  <a:lnTo>
                    <a:pt x="2439" y="42"/>
                  </a:lnTo>
                  <a:lnTo>
                    <a:pt x="2439" y="42"/>
                  </a:lnTo>
                  <a:lnTo>
                    <a:pt x="2425" y="46"/>
                  </a:lnTo>
                  <a:lnTo>
                    <a:pt x="2417" y="49"/>
                  </a:lnTo>
                  <a:lnTo>
                    <a:pt x="2409" y="49"/>
                  </a:lnTo>
                  <a:lnTo>
                    <a:pt x="2409" y="49"/>
                  </a:lnTo>
                  <a:lnTo>
                    <a:pt x="2403" y="49"/>
                  </a:lnTo>
                  <a:lnTo>
                    <a:pt x="2395" y="46"/>
                  </a:lnTo>
                  <a:lnTo>
                    <a:pt x="2380" y="40"/>
                  </a:lnTo>
                  <a:lnTo>
                    <a:pt x="2380" y="40"/>
                  </a:lnTo>
                  <a:lnTo>
                    <a:pt x="2347" y="28"/>
                  </a:lnTo>
                  <a:lnTo>
                    <a:pt x="2315" y="19"/>
                  </a:lnTo>
                  <a:lnTo>
                    <a:pt x="2282" y="10"/>
                  </a:lnTo>
                  <a:lnTo>
                    <a:pt x="2265" y="8"/>
                  </a:lnTo>
                  <a:lnTo>
                    <a:pt x="2247" y="5"/>
                  </a:lnTo>
                  <a:lnTo>
                    <a:pt x="2247" y="5"/>
                  </a:lnTo>
                  <a:lnTo>
                    <a:pt x="2198" y="1"/>
                  </a:lnTo>
                  <a:lnTo>
                    <a:pt x="2147" y="0"/>
                  </a:lnTo>
                  <a:lnTo>
                    <a:pt x="2097" y="1"/>
                  </a:lnTo>
                  <a:lnTo>
                    <a:pt x="2047" y="4"/>
                  </a:lnTo>
                  <a:lnTo>
                    <a:pt x="1996" y="9"/>
                  </a:lnTo>
                  <a:lnTo>
                    <a:pt x="1946" y="17"/>
                  </a:lnTo>
                  <a:lnTo>
                    <a:pt x="1896" y="26"/>
                  </a:lnTo>
                  <a:lnTo>
                    <a:pt x="1848" y="36"/>
                  </a:lnTo>
                  <a:lnTo>
                    <a:pt x="1798" y="49"/>
                  </a:lnTo>
                  <a:lnTo>
                    <a:pt x="1750" y="64"/>
                  </a:lnTo>
                  <a:lnTo>
                    <a:pt x="1701" y="79"/>
                  </a:lnTo>
                  <a:lnTo>
                    <a:pt x="1654" y="97"/>
                  </a:lnTo>
                  <a:lnTo>
                    <a:pt x="1608" y="115"/>
                  </a:lnTo>
                  <a:lnTo>
                    <a:pt x="1561" y="136"/>
                  </a:lnTo>
                  <a:lnTo>
                    <a:pt x="1516" y="157"/>
                  </a:lnTo>
                  <a:lnTo>
                    <a:pt x="1471" y="179"/>
                  </a:lnTo>
                  <a:lnTo>
                    <a:pt x="1471" y="179"/>
                  </a:lnTo>
                  <a:lnTo>
                    <a:pt x="1432" y="201"/>
                  </a:lnTo>
                  <a:lnTo>
                    <a:pt x="1392" y="224"/>
                  </a:lnTo>
                  <a:lnTo>
                    <a:pt x="1353" y="247"/>
                  </a:lnTo>
                  <a:lnTo>
                    <a:pt x="1314" y="271"/>
                  </a:lnTo>
                  <a:lnTo>
                    <a:pt x="1277" y="297"/>
                  </a:lnTo>
                  <a:lnTo>
                    <a:pt x="1240" y="323"/>
                  </a:lnTo>
                  <a:lnTo>
                    <a:pt x="1205" y="352"/>
                  </a:lnTo>
                  <a:lnTo>
                    <a:pt x="1169" y="380"/>
                  </a:lnTo>
                  <a:lnTo>
                    <a:pt x="1134" y="409"/>
                  </a:lnTo>
                  <a:lnTo>
                    <a:pt x="1100" y="438"/>
                  </a:lnTo>
                  <a:lnTo>
                    <a:pt x="1067" y="469"/>
                  </a:lnTo>
                  <a:lnTo>
                    <a:pt x="1034" y="501"/>
                  </a:lnTo>
                  <a:lnTo>
                    <a:pt x="1002" y="533"/>
                  </a:lnTo>
                  <a:lnTo>
                    <a:pt x="971" y="566"/>
                  </a:lnTo>
                  <a:lnTo>
                    <a:pt x="940" y="601"/>
                  </a:lnTo>
                  <a:lnTo>
                    <a:pt x="911" y="635"/>
                  </a:lnTo>
                  <a:lnTo>
                    <a:pt x="911" y="635"/>
                  </a:lnTo>
                  <a:lnTo>
                    <a:pt x="880" y="671"/>
                  </a:lnTo>
                  <a:lnTo>
                    <a:pt x="851" y="709"/>
                  </a:lnTo>
                  <a:lnTo>
                    <a:pt x="822" y="748"/>
                  </a:lnTo>
                  <a:lnTo>
                    <a:pt x="794" y="786"/>
                  </a:lnTo>
                  <a:lnTo>
                    <a:pt x="739" y="865"/>
                  </a:lnTo>
                  <a:lnTo>
                    <a:pt x="686" y="946"/>
                  </a:lnTo>
                  <a:lnTo>
                    <a:pt x="686" y="946"/>
                  </a:lnTo>
                  <a:lnTo>
                    <a:pt x="658" y="989"/>
                  </a:lnTo>
                  <a:lnTo>
                    <a:pt x="631" y="1034"/>
                  </a:lnTo>
                  <a:lnTo>
                    <a:pt x="605" y="1079"/>
                  </a:lnTo>
                  <a:lnTo>
                    <a:pt x="579" y="1124"/>
                  </a:lnTo>
                  <a:lnTo>
                    <a:pt x="555" y="1170"/>
                  </a:lnTo>
                  <a:lnTo>
                    <a:pt x="531" y="1216"/>
                  </a:lnTo>
                  <a:lnTo>
                    <a:pt x="508" y="1262"/>
                  </a:lnTo>
                  <a:lnTo>
                    <a:pt x="486" y="1309"/>
                  </a:lnTo>
                  <a:lnTo>
                    <a:pt x="486" y="1309"/>
                  </a:lnTo>
                  <a:lnTo>
                    <a:pt x="464" y="1358"/>
                  </a:lnTo>
                  <a:lnTo>
                    <a:pt x="445" y="1407"/>
                  </a:lnTo>
                  <a:lnTo>
                    <a:pt x="427" y="1456"/>
                  </a:lnTo>
                  <a:lnTo>
                    <a:pt x="409" y="1507"/>
                  </a:lnTo>
                  <a:lnTo>
                    <a:pt x="394" y="1557"/>
                  </a:lnTo>
                  <a:lnTo>
                    <a:pt x="379" y="1608"/>
                  </a:lnTo>
                  <a:lnTo>
                    <a:pt x="365" y="1659"/>
                  </a:lnTo>
                  <a:lnTo>
                    <a:pt x="353" y="1710"/>
                  </a:lnTo>
                  <a:lnTo>
                    <a:pt x="342" y="1763"/>
                  </a:lnTo>
                  <a:lnTo>
                    <a:pt x="330" y="1815"/>
                  </a:lnTo>
                  <a:lnTo>
                    <a:pt x="321" y="1868"/>
                  </a:lnTo>
                  <a:lnTo>
                    <a:pt x="312" y="1920"/>
                  </a:lnTo>
                  <a:lnTo>
                    <a:pt x="305" y="1973"/>
                  </a:lnTo>
                  <a:lnTo>
                    <a:pt x="297" y="2025"/>
                  </a:lnTo>
                  <a:lnTo>
                    <a:pt x="292" y="2077"/>
                  </a:lnTo>
                  <a:lnTo>
                    <a:pt x="286" y="2130"/>
                  </a:lnTo>
                  <a:lnTo>
                    <a:pt x="286" y="2130"/>
                  </a:lnTo>
                  <a:lnTo>
                    <a:pt x="279" y="2222"/>
                  </a:lnTo>
                  <a:lnTo>
                    <a:pt x="277" y="2269"/>
                  </a:lnTo>
                  <a:lnTo>
                    <a:pt x="274" y="2315"/>
                  </a:lnTo>
                  <a:lnTo>
                    <a:pt x="274" y="2361"/>
                  </a:lnTo>
                  <a:lnTo>
                    <a:pt x="274" y="2408"/>
                  </a:lnTo>
                  <a:lnTo>
                    <a:pt x="275" y="2454"/>
                  </a:lnTo>
                  <a:lnTo>
                    <a:pt x="278" y="2500"/>
                  </a:lnTo>
                  <a:lnTo>
                    <a:pt x="278" y="2500"/>
                  </a:lnTo>
                  <a:lnTo>
                    <a:pt x="280" y="2536"/>
                  </a:lnTo>
                  <a:lnTo>
                    <a:pt x="284" y="2572"/>
                  </a:lnTo>
                  <a:lnTo>
                    <a:pt x="295" y="2644"/>
                  </a:lnTo>
                  <a:lnTo>
                    <a:pt x="306" y="2714"/>
                  </a:lnTo>
                  <a:lnTo>
                    <a:pt x="319" y="2784"/>
                  </a:lnTo>
                  <a:lnTo>
                    <a:pt x="319" y="2784"/>
                  </a:lnTo>
                  <a:lnTo>
                    <a:pt x="349" y="2942"/>
                  </a:lnTo>
                  <a:lnTo>
                    <a:pt x="380" y="3100"/>
                  </a:lnTo>
                  <a:lnTo>
                    <a:pt x="394" y="3178"/>
                  </a:lnTo>
                  <a:lnTo>
                    <a:pt x="407" y="3257"/>
                  </a:lnTo>
                  <a:lnTo>
                    <a:pt x="418" y="3337"/>
                  </a:lnTo>
                  <a:lnTo>
                    <a:pt x="427" y="3417"/>
                  </a:lnTo>
                  <a:lnTo>
                    <a:pt x="427" y="3417"/>
                  </a:lnTo>
                  <a:lnTo>
                    <a:pt x="430" y="3457"/>
                  </a:lnTo>
                  <a:lnTo>
                    <a:pt x="431" y="3495"/>
                  </a:lnTo>
                  <a:lnTo>
                    <a:pt x="431" y="3535"/>
                  </a:lnTo>
                  <a:lnTo>
                    <a:pt x="430" y="3574"/>
                  </a:lnTo>
                  <a:lnTo>
                    <a:pt x="429" y="3614"/>
                  </a:lnTo>
                  <a:lnTo>
                    <a:pt x="425" y="3652"/>
                  </a:lnTo>
                  <a:lnTo>
                    <a:pt x="417" y="3732"/>
                  </a:lnTo>
                  <a:lnTo>
                    <a:pt x="417" y="3732"/>
                  </a:lnTo>
                  <a:lnTo>
                    <a:pt x="411" y="3784"/>
                  </a:lnTo>
                  <a:lnTo>
                    <a:pt x="403" y="3838"/>
                  </a:lnTo>
                  <a:lnTo>
                    <a:pt x="394" y="3890"/>
                  </a:lnTo>
                  <a:lnTo>
                    <a:pt x="384" y="3942"/>
                  </a:lnTo>
                  <a:lnTo>
                    <a:pt x="372" y="3995"/>
                  </a:lnTo>
                  <a:lnTo>
                    <a:pt x="358" y="4047"/>
                  </a:lnTo>
                  <a:lnTo>
                    <a:pt x="344" y="4098"/>
                  </a:lnTo>
                  <a:lnTo>
                    <a:pt x="328" y="4150"/>
                  </a:lnTo>
                  <a:lnTo>
                    <a:pt x="328" y="4150"/>
                  </a:lnTo>
                  <a:lnTo>
                    <a:pt x="310" y="4198"/>
                  </a:lnTo>
                  <a:lnTo>
                    <a:pt x="289" y="4248"/>
                  </a:lnTo>
                  <a:lnTo>
                    <a:pt x="269" y="4295"/>
                  </a:lnTo>
                  <a:lnTo>
                    <a:pt x="247" y="4344"/>
                  </a:lnTo>
                  <a:lnTo>
                    <a:pt x="203" y="4440"/>
                  </a:lnTo>
                  <a:lnTo>
                    <a:pt x="181" y="4487"/>
                  </a:lnTo>
                  <a:lnTo>
                    <a:pt x="159" y="4536"/>
                  </a:lnTo>
                  <a:lnTo>
                    <a:pt x="159" y="4536"/>
                  </a:lnTo>
                  <a:lnTo>
                    <a:pt x="122" y="4621"/>
                  </a:lnTo>
                  <a:lnTo>
                    <a:pt x="106" y="4665"/>
                  </a:lnTo>
                  <a:lnTo>
                    <a:pt x="89" y="4708"/>
                  </a:lnTo>
                  <a:lnTo>
                    <a:pt x="74" y="4753"/>
                  </a:lnTo>
                  <a:lnTo>
                    <a:pt x="60" y="4798"/>
                  </a:lnTo>
                  <a:lnTo>
                    <a:pt x="47" y="4842"/>
                  </a:lnTo>
                  <a:lnTo>
                    <a:pt x="35" y="4887"/>
                  </a:lnTo>
                  <a:lnTo>
                    <a:pt x="35" y="4887"/>
                  </a:lnTo>
                  <a:lnTo>
                    <a:pt x="25" y="4933"/>
                  </a:lnTo>
                  <a:lnTo>
                    <a:pt x="16" y="4980"/>
                  </a:lnTo>
                  <a:lnTo>
                    <a:pt x="10" y="5027"/>
                  </a:lnTo>
                  <a:lnTo>
                    <a:pt x="5" y="5074"/>
                  </a:lnTo>
                  <a:lnTo>
                    <a:pt x="1" y="5121"/>
                  </a:lnTo>
                  <a:lnTo>
                    <a:pt x="0" y="5167"/>
                  </a:lnTo>
                  <a:lnTo>
                    <a:pt x="0" y="5214"/>
                  </a:lnTo>
                  <a:lnTo>
                    <a:pt x="2" y="5262"/>
                  </a:lnTo>
                  <a:lnTo>
                    <a:pt x="2" y="5262"/>
                  </a:lnTo>
                  <a:lnTo>
                    <a:pt x="2" y="5266"/>
                  </a:lnTo>
                  <a:lnTo>
                    <a:pt x="5" y="5268"/>
                  </a:lnTo>
                  <a:lnTo>
                    <a:pt x="7" y="5269"/>
                  </a:lnTo>
                  <a:lnTo>
                    <a:pt x="10" y="5269"/>
                  </a:lnTo>
                  <a:lnTo>
                    <a:pt x="12" y="5269"/>
                  </a:lnTo>
                  <a:lnTo>
                    <a:pt x="15" y="5268"/>
                  </a:lnTo>
                  <a:lnTo>
                    <a:pt x="16" y="5266"/>
                  </a:lnTo>
                  <a:lnTo>
                    <a:pt x="18" y="5262"/>
                  </a:lnTo>
                  <a:lnTo>
                    <a:pt x="18" y="5262"/>
                  </a:lnTo>
                  <a:lnTo>
                    <a:pt x="15" y="5212"/>
                  </a:lnTo>
                  <a:lnTo>
                    <a:pt x="15" y="5162"/>
                  </a:lnTo>
                  <a:lnTo>
                    <a:pt x="18" y="5113"/>
                  </a:lnTo>
                  <a:lnTo>
                    <a:pt x="21" y="5064"/>
                  </a:lnTo>
                  <a:lnTo>
                    <a:pt x="26" y="5014"/>
                  </a:lnTo>
                  <a:lnTo>
                    <a:pt x="35" y="4965"/>
                  </a:lnTo>
                  <a:lnTo>
                    <a:pt x="44" y="4917"/>
                  </a:lnTo>
                  <a:lnTo>
                    <a:pt x="56" y="4868"/>
                  </a:lnTo>
                  <a:lnTo>
                    <a:pt x="56" y="4868"/>
                  </a:lnTo>
                  <a:lnTo>
                    <a:pt x="69" y="4821"/>
                  </a:lnTo>
                  <a:lnTo>
                    <a:pt x="83" y="4775"/>
                  </a:lnTo>
                  <a:lnTo>
                    <a:pt x="98" y="4729"/>
                  </a:lnTo>
                  <a:lnTo>
                    <a:pt x="115" y="4684"/>
                  </a:lnTo>
                  <a:lnTo>
                    <a:pt x="132" y="4639"/>
                  </a:lnTo>
                  <a:lnTo>
                    <a:pt x="150" y="4594"/>
                  </a:lnTo>
                  <a:lnTo>
                    <a:pt x="189" y="4505"/>
                  </a:lnTo>
                  <a:lnTo>
                    <a:pt x="189" y="4505"/>
                  </a:lnTo>
                  <a:lnTo>
                    <a:pt x="231" y="4415"/>
                  </a:lnTo>
                  <a:lnTo>
                    <a:pt x="272" y="4326"/>
                  </a:lnTo>
                  <a:lnTo>
                    <a:pt x="292" y="4281"/>
                  </a:lnTo>
                  <a:lnTo>
                    <a:pt x="311" y="4235"/>
                  </a:lnTo>
                  <a:lnTo>
                    <a:pt x="329" y="4189"/>
                  </a:lnTo>
                  <a:lnTo>
                    <a:pt x="346" y="4142"/>
                  </a:lnTo>
                  <a:lnTo>
                    <a:pt x="346" y="4142"/>
                  </a:lnTo>
                  <a:lnTo>
                    <a:pt x="361" y="4095"/>
                  </a:lnTo>
                  <a:lnTo>
                    <a:pt x="375" y="4046"/>
                  </a:lnTo>
                  <a:lnTo>
                    <a:pt x="386" y="3996"/>
                  </a:lnTo>
                  <a:lnTo>
                    <a:pt x="398" y="3948"/>
                  </a:lnTo>
                  <a:lnTo>
                    <a:pt x="408" y="3898"/>
                  </a:lnTo>
                  <a:lnTo>
                    <a:pt x="416" y="3848"/>
                  </a:lnTo>
                  <a:lnTo>
                    <a:pt x="423" y="3798"/>
                  </a:lnTo>
                  <a:lnTo>
                    <a:pt x="430" y="3748"/>
                  </a:lnTo>
                  <a:lnTo>
                    <a:pt x="430" y="3748"/>
                  </a:lnTo>
                  <a:lnTo>
                    <a:pt x="439" y="3669"/>
                  </a:lnTo>
                  <a:lnTo>
                    <a:pt x="443" y="3629"/>
                  </a:lnTo>
                  <a:lnTo>
                    <a:pt x="445" y="3590"/>
                  </a:lnTo>
                  <a:lnTo>
                    <a:pt x="446" y="3550"/>
                  </a:lnTo>
                  <a:lnTo>
                    <a:pt x="448" y="3509"/>
                  </a:lnTo>
                  <a:lnTo>
                    <a:pt x="446" y="3469"/>
                  </a:lnTo>
                  <a:lnTo>
                    <a:pt x="444" y="3430"/>
                  </a:lnTo>
                  <a:lnTo>
                    <a:pt x="444" y="3430"/>
                  </a:lnTo>
                  <a:lnTo>
                    <a:pt x="436" y="3358"/>
                  </a:lnTo>
                  <a:lnTo>
                    <a:pt x="426" y="3285"/>
                  </a:lnTo>
                  <a:lnTo>
                    <a:pt x="414" y="3214"/>
                  </a:lnTo>
                  <a:lnTo>
                    <a:pt x="402" y="3142"/>
                  </a:lnTo>
                  <a:lnTo>
                    <a:pt x="402" y="3142"/>
                  </a:lnTo>
                  <a:lnTo>
                    <a:pt x="388" y="3067"/>
                  </a:lnTo>
                  <a:lnTo>
                    <a:pt x="372" y="2991"/>
                  </a:lnTo>
                  <a:lnTo>
                    <a:pt x="342" y="2839"/>
                  </a:lnTo>
                  <a:lnTo>
                    <a:pt x="328" y="2764"/>
                  </a:lnTo>
                  <a:lnTo>
                    <a:pt x="315" y="2687"/>
                  </a:lnTo>
                  <a:lnTo>
                    <a:pt x="303" y="2612"/>
                  </a:lnTo>
                  <a:lnTo>
                    <a:pt x="296" y="2535"/>
                  </a:lnTo>
                  <a:lnTo>
                    <a:pt x="296" y="2535"/>
                  </a:lnTo>
                  <a:lnTo>
                    <a:pt x="292" y="2485"/>
                  </a:lnTo>
                  <a:lnTo>
                    <a:pt x="289" y="2437"/>
                  </a:lnTo>
                  <a:lnTo>
                    <a:pt x="288" y="2387"/>
                  </a:lnTo>
                  <a:lnTo>
                    <a:pt x="288" y="2337"/>
                  </a:lnTo>
                  <a:lnTo>
                    <a:pt x="289" y="2288"/>
                  </a:lnTo>
                  <a:lnTo>
                    <a:pt x="292" y="2238"/>
                  </a:lnTo>
                  <a:lnTo>
                    <a:pt x="295" y="2189"/>
                  </a:lnTo>
                  <a:lnTo>
                    <a:pt x="300" y="2139"/>
                  </a:lnTo>
                  <a:lnTo>
                    <a:pt x="305" y="2090"/>
                  </a:lnTo>
                  <a:lnTo>
                    <a:pt x="310" y="2040"/>
                  </a:lnTo>
                  <a:lnTo>
                    <a:pt x="317" y="1992"/>
                  </a:lnTo>
                  <a:lnTo>
                    <a:pt x="324" y="1942"/>
                  </a:lnTo>
                  <a:lnTo>
                    <a:pt x="342" y="1845"/>
                  </a:lnTo>
                  <a:lnTo>
                    <a:pt x="362" y="1749"/>
                  </a:lnTo>
                  <a:lnTo>
                    <a:pt x="362" y="1749"/>
                  </a:lnTo>
                  <a:lnTo>
                    <a:pt x="374" y="1695"/>
                  </a:lnTo>
                  <a:lnTo>
                    <a:pt x="386" y="1644"/>
                  </a:lnTo>
                  <a:lnTo>
                    <a:pt x="400" y="1592"/>
                  </a:lnTo>
                  <a:lnTo>
                    <a:pt x="416" y="1539"/>
                  </a:lnTo>
                  <a:lnTo>
                    <a:pt x="432" y="1488"/>
                  </a:lnTo>
                  <a:lnTo>
                    <a:pt x="450" y="1437"/>
                  </a:lnTo>
                  <a:lnTo>
                    <a:pt x="469" y="1387"/>
                  </a:lnTo>
                  <a:lnTo>
                    <a:pt x="490" y="1337"/>
                  </a:lnTo>
                  <a:lnTo>
                    <a:pt x="490" y="1337"/>
                  </a:lnTo>
                  <a:lnTo>
                    <a:pt x="511" y="1290"/>
                  </a:lnTo>
                  <a:lnTo>
                    <a:pt x="533" y="1244"/>
                  </a:lnTo>
                  <a:lnTo>
                    <a:pt x="556" y="1198"/>
                  </a:lnTo>
                  <a:lnTo>
                    <a:pt x="580" y="1153"/>
                  </a:lnTo>
                  <a:lnTo>
                    <a:pt x="606" y="1108"/>
                  </a:lnTo>
                  <a:lnTo>
                    <a:pt x="631" y="1064"/>
                  </a:lnTo>
                  <a:lnTo>
                    <a:pt x="658" y="1020"/>
                  </a:lnTo>
                  <a:lnTo>
                    <a:pt x="685" y="977"/>
                  </a:lnTo>
                  <a:lnTo>
                    <a:pt x="685" y="977"/>
                  </a:lnTo>
                  <a:lnTo>
                    <a:pt x="736" y="896"/>
                  </a:lnTo>
                  <a:lnTo>
                    <a:pt x="790" y="818"/>
                  </a:lnTo>
                  <a:lnTo>
                    <a:pt x="818" y="780"/>
                  </a:lnTo>
                  <a:lnTo>
                    <a:pt x="846" y="743"/>
                  </a:lnTo>
                  <a:lnTo>
                    <a:pt x="875" y="704"/>
                  </a:lnTo>
                  <a:lnTo>
                    <a:pt x="905" y="669"/>
                  </a:lnTo>
                  <a:lnTo>
                    <a:pt x="935" y="632"/>
                  </a:lnTo>
                  <a:lnTo>
                    <a:pt x="966" y="597"/>
                  </a:lnTo>
                  <a:lnTo>
                    <a:pt x="998" y="561"/>
                  </a:lnTo>
                  <a:lnTo>
                    <a:pt x="1030" y="528"/>
                  </a:lnTo>
                  <a:lnTo>
                    <a:pt x="1064" y="493"/>
                  </a:lnTo>
                  <a:lnTo>
                    <a:pt x="1097" y="461"/>
                  </a:lnTo>
                  <a:lnTo>
                    <a:pt x="1133" y="430"/>
                  </a:lnTo>
                  <a:lnTo>
                    <a:pt x="1169" y="399"/>
                  </a:lnTo>
                  <a:lnTo>
                    <a:pt x="1169" y="399"/>
                  </a:lnTo>
                  <a:lnTo>
                    <a:pt x="1207" y="368"/>
                  </a:lnTo>
                  <a:lnTo>
                    <a:pt x="1245" y="339"/>
                  </a:lnTo>
                  <a:lnTo>
                    <a:pt x="1285" y="311"/>
                  </a:lnTo>
                  <a:lnTo>
                    <a:pt x="1326" y="283"/>
                  </a:lnTo>
                  <a:lnTo>
                    <a:pt x="1367" y="257"/>
                  </a:lnTo>
                  <a:lnTo>
                    <a:pt x="1408" y="231"/>
                  </a:lnTo>
                  <a:lnTo>
                    <a:pt x="1450" y="207"/>
                  </a:lnTo>
                  <a:lnTo>
                    <a:pt x="1493" y="185"/>
                  </a:lnTo>
                  <a:lnTo>
                    <a:pt x="1536" y="164"/>
                  </a:lnTo>
                  <a:lnTo>
                    <a:pt x="1581" y="143"/>
                  </a:lnTo>
                  <a:lnTo>
                    <a:pt x="1626" y="124"/>
                  </a:lnTo>
                  <a:lnTo>
                    <a:pt x="1670" y="106"/>
                  </a:lnTo>
                  <a:lnTo>
                    <a:pt x="1716" y="91"/>
                  </a:lnTo>
                  <a:lnTo>
                    <a:pt x="1762" y="75"/>
                  </a:lnTo>
                  <a:lnTo>
                    <a:pt x="1810" y="63"/>
                  </a:lnTo>
                  <a:lnTo>
                    <a:pt x="1857" y="51"/>
                  </a:lnTo>
                  <a:lnTo>
                    <a:pt x="1857" y="51"/>
                  </a:lnTo>
                  <a:lnTo>
                    <a:pt x="1909" y="40"/>
                  </a:lnTo>
                  <a:lnTo>
                    <a:pt x="1963" y="29"/>
                  </a:lnTo>
                  <a:lnTo>
                    <a:pt x="2018" y="23"/>
                  </a:lnTo>
                  <a:lnTo>
                    <a:pt x="2073" y="18"/>
                  </a:lnTo>
                  <a:lnTo>
                    <a:pt x="2127" y="15"/>
                  </a:lnTo>
                  <a:lnTo>
                    <a:pt x="2154" y="15"/>
                  </a:lnTo>
                  <a:lnTo>
                    <a:pt x="2181" y="15"/>
                  </a:lnTo>
                  <a:lnTo>
                    <a:pt x="2209" y="17"/>
                  </a:lnTo>
                  <a:lnTo>
                    <a:pt x="2236" y="19"/>
                  </a:lnTo>
                  <a:lnTo>
                    <a:pt x="2263" y="23"/>
                  </a:lnTo>
                  <a:lnTo>
                    <a:pt x="2289" y="27"/>
                  </a:lnTo>
                  <a:lnTo>
                    <a:pt x="2289" y="27"/>
                  </a:lnTo>
                  <a:lnTo>
                    <a:pt x="2304" y="29"/>
                  </a:lnTo>
                  <a:lnTo>
                    <a:pt x="2318" y="33"/>
                  </a:lnTo>
                  <a:lnTo>
                    <a:pt x="2344" y="43"/>
                  </a:lnTo>
                  <a:lnTo>
                    <a:pt x="2371" y="54"/>
                  </a:lnTo>
                  <a:lnTo>
                    <a:pt x="2385" y="59"/>
                  </a:lnTo>
                  <a:lnTo>
                    <a:pt x="2399" y="63"/>
                  </a:lnTo>
                  <a:lnTo>
                    <a:pt x="2399" y="63"/>
                  </a:lnTo>
                  <a:lnTo>
                    <a:pt x="2408" y="64"/>
                  </a:lnTo>
                  <a:lnTo>
                    <a:pt x="2417" y="63"/>
                  </a:lnTo>
                  <a:lnTo>
                    <a:pt x="2436" y="58"/>
                  </a:lnTo>
                  <a:lnTo>
                    <a:pt x="2436" y="58"/>
                  </a:lnTo>
                  <a:lnTo>
                    <a:pt x="2455" y="54"/>
                  </a:lnTo>
                  <a:lnTo>
                    <a:pt x="2475" y="50"/>
                  </a:lnTo>
                  <a:lnTo>
                    <a:pt x="2514" y="45"/>
                  </a:lnTo>
                  <a:lnTo>
                    <a:pt x="2514" y="45"/>
                  </a:lnTo>
                  <a:lnTo>
                    <a:pt x="2555" y="42"/>
                  </a:lnTo>
                  <a:lnTo>
                    <a:pt x="2596" y="42"/>
                  </a:lnTo>
                  <a:lnTo>
                    <a:pt x="2637" y="43"/>
                  </a:lnTo>
                  <a:lnTo>
                    <a:pt x="2678" y="46"/>
                  </a:lnTo>
                  <a:lnTo>
                    <a:pt x="2718" y="51"/>
                  </a:lnTo>
                  <a:lnTo>
                    <a:pt x="2759" y="58"/>
                  </a:lnTo>
                  <a:lnTo>
                    <a:pt x="2800" y="64"/>
                  </a:lnTo>
                  <a:lnTo>
                    <a:pt x="2840" y="73"/>
                  </a:lnTo>
                  <a:lnTo>
                    <a:pt x="2840" y="73"/>
                  </a:lnTo>
                  <a:lnTo>
                    <a:pt x="2879" y="81"/>
                  </a:lnTo>
                  <a:lnTo>
                    <a:pt x="2917" y="91"/>
                  </a:lnTo>
                  <a:lnTo>
                    <a:pt x="2956" y="101"/>
                  </a:lnTo>
                  <a:lnTo>
                    <a:pt x="2994" y="112"/>
                  </a:lnTo>
                  <a:lnTo>
                    <a:pt x="3032" y="124"/>
                  </a:lnTo>
                  <a:lnTo>
                    <a:pt x="3069" y="138"/>
                  </a:lnTo>
                  <a:lnTo>
                    <a:pt x="3106" y="152"/>
                  </a:lnTo>
                  <a:lnTo>
                    <a:pt x="3143" y="167"/>
                  </a:lnTo>
                  <a:lnTo>
                    <a:pt x="3143" y="167"/>
                  </a:lnTo>
                  <a:lnTo>
                    <a:pt x="3186" y="188"/>
                  </a:lnTo>
                  <a:lnTo>
                    <a:pt x="3226" y="210"/>
                  </a:lnTo>
                  <a:lnTo>
                    <a:pt x="3267" y="233"/>
                  </a:lnTo>
                  <a:lnTo>
                    <a:pt x="3307" y="257"/>
                  </a:lnTo>
                  <a:lnTo>
                    <a:pt x="3345" y="283"/>
                  </a:lnTo>
                  <a:lnTo>
                    <a:pt x="3383" y="309"/>
                  </a:lnTo>
                  <a:lnTo>
                    <a:pt x="3420" y="337"/>
                  </a:lnTo>
                  <a:lnTo>
                    <a:pt x="3456" y="367"/>
                  </a:lnTo>
                  <a:lnTo>
                    <a:pt x="3492" y="398"/>
                  </a:lnTo>
                  <a:lnTo>
                    <a:pt x="3528" y="430"/>
                  </a:lnTo>
                  <a:lnTo>
                    <a:pt x="3561" y="461"/>
                  </a:lnTo>
                  <a:lnTo>
                    <a:pt x="3594" y="493"/>
                  </a:lnTo>
                  <a:lnTo>
                    <a:pt x="3627" y="527"/>
                  </a:lnTo>
                  <a:lnTo>
                    <a:pt x="3659" y="561"/>
                  </a:lnTo>
                  <a:lnTo>
                    <a:pt x="3722" y="629"/>
                  </a:lnTo>
                  <a:lnTo>
                    <a:pt x="3722" y="629"/>
                  </a:lnTo>
                  <a:lnTo>
                    <a:pt x="3782" y="698"/>
                  </a:lnTo>
                  <a:lnTo>
                    <a:pt x="3839" y="767"/>
                  </a:lnTo>
                  <a:lnTo>
                    <a:pt x="3868" y="803"/>
                  </a:lnTo>
                  <a:lnTo>
                    <a:pt x="3896" y="839"/>
                  </a:lnTo>
                  <a:lnTo>
                    <a:pt x="3923" y="876"/>
                  </a:lnTo>
                  <a:lnTo>
                    <a:pt x="3949" y="913"/>
                  </a:lnTo>
                  <a:lnTo>
                    <a:pt x="3949" y="913"/>
                  </a:lnTo>
                  <a:lnTo>
                    <a:pt x="3969" y="945"/>
                  </a:lnTo>
                  <a:lnTo>
                    <a:pt x="3990" y="978"/>
                  </a:lnTo>
                  <a:lnTo>
                    <a:pt x="4008" y="1011"/>
                  </a:lnTo>
                  <a:lnTo>
                    <a:pt x="4025" y="1046"/>
                  </a:lnTo>
                  <a:lnTo>
                    <a:pt x="4041" y="1081"/>
                  </a:lnTo>
                  <a:lnTo>
                    <a:pt x="4056" y="1117"/>
                  </a:lnTo>
                  <a:lnTo>
                    <a:pt x="4070" y="1153"/>
                  </a:lnTo>
                  <a:lnTo>
                    <a:pt x="4084" y="1189"/>
                  </a:lnTo>
                  <a:lnTo>
                    <a:pt x="4084" y="1189"/>
                  </a:lnTo>
                  <a:lnTo>
                    <a:pt x="4106" y="1255"/>
                  </a:lnTo>
                  <a:lnTo>
                    <a:pt x="4125" y="1323"/>
                  </a:lnTo>
                  <a:lnTo>
                    <a:pt x="4142" y="1391"/>
                  </a:lnTo>
                  <a:lnTo>
                    <a:pt x="4157" y="1459"/>
                  </a:lnTo>
                  <a:lnTo>
                    <a:pt x="4171" y="1528"/>
                  </a:lnTo>
                  <a:lnTo>
                    <a:pt x="4182" y="1597"/>
                  </a:lnTo>
                  <a:lnTo>
                    <a:pt x="4191" y="1667"/>
                  </a:lnTo>
                  <a:lnTo>
                    <a:pt x="4200" y="1736"/>
                  </a:lnTo>
                  <a:lnTo>
                    <a:pt x="4207" y="1806"/>
                  </a:lnTo>
                  <a:lnTo>
                    <a:pt x="4213" y="1877"/>
                  </a:lnTo>
                  <a:lnTo>
                    <a:pt x="4218" y="1947"/>
                  </a:lnTo>
                  <a:lnTo>
                    <a:pt x="4221" y="2017"/>
                  </a:lnTo>
                  <a:lnTo>
                    <a:pt x="4227" y="2158"/>
                  </a:lnTo>
                  <a:lnTo>
                    <a:pt x="4230" y="2297"/>
                  </a:lnTo>
                  <a:lnTo>
                    <a:pt x="4230" y="2297"/>
                  </a:lnTo>
                  <a:lnTo>
                    <a:pt x="4232" y="2422"/>
                  </a:lnTo>
                  <a:lnTo>
                    <a:pt x="4232" y="2549"/>
                  </a:lnTo>
                  <a:lnTo>
                    <a:pt x="4231" y="2676"/>
                  </a:lnTo>
                  <a:lnTo>
                    <a:pt x="4228" y="2801"/>
                  </a:lnTo>
                  <a:lnTo>
                    <a:pt x="4223" y="3053"/>
                  </a:lnTo>
                  <a:lnTo>
                    <a:pt x="4219" y="3306"/>
                  </a:lnTo>
                  <a:lnTo>
                    <a:pt x="4219" y="3306"/>
                  </a:lnTo>
                  <a:lnTo>
                    <a:pt x="4219" y="3422"/>
                  </a:lnTo>
                  <a:lnTo>
                    <a:pt x="4218" y="3538"/>
                  </a:lnTo>
                  <a:lnTo>
                    <a:pt x="4219" y="3655"/>
                  </a:lnTo>
                  <a:lnTo>
                    <a:pt x="4222" y="3770"/>
                  </a:lnTo>
                  <a:lnTo>
                    <a:pt x="4222" y="3770"/>
                  </a:lnTo>
                  <a:lnTo>
                    <a:pt x="4224" y="3804"/>
                  </a:lnTo>
                  <a:lnTo>
                    <a:pt x="4227" y="3839"/>
                  </a:lnTo>
                  <a:lnTo>
                    <a:pt x="4231" y="3872"/>
                  </a:lnTo>
                  <a:lnTo>
                    <a:pt x="4235" y="3907"/>
                  </a:lnTo>
                  <a:lnTo>
                    <a:pt x="4241" y="3940"/>
                  </a:lnTo>
                  <a:lnTo>
                    <a:pt x="4247" y="3973"/>
                  </a:lnTo>
                  <a:lnTo>
                    <a:pt x="4255" y="4005"/>
                  </a:lnTo>
                  <a:lnTo>
                    <a:pt x="4263" y="4038"/>
                  </a:lnTo>
                  <a:lnTo>
                    <a:pt x="4272" y="4070"/>
                  </a:lnTo>
                  <a:lnTo>
                    <a:pt x="4282" y="4102"/>
                  </a:lnTo>
                  <a:lnTo>
                    <a:pt x="4292" y="4134"/>
                  </a:lnTo>
                  <a:lnTo>
                    <a:pt x="4304" y="4166"/>
                  </a:lnTo>
                  <a:lnTo>
                    <a:pt x="4329" y="4230"/>
                  </a:lnTo>
                  <a:lnTo>
                    <a:pt x="4357" y="4293"/>
                  </a:lnTo>
                  <a:lnTo>
                    <a:pt x="4357" y="4293"/>
                  </a:lnTo>
                  <a:lnTo>
                    <a:pt x="4378" y="4334"/>
                  </a:lnTo>
                  <a:lnTo>
                    <a:pt x="4398" y="4375"/>
                  </a:lnTo>
                  <a:lnTo>
                    <a:pt x="4440" y="4455"/>
                  </a:lnTo>
                  <a:lnTo>
                    <a:pt x="4528" y="4615"/>
                  </a:lnTo>
                  <a:lnTo>
                    <a:pt x="4572" y="4694"/>
                  </a:lnTo>
                  <a:lnTo>
                    <a:pt x="4614" y="4776"/>
                  </a:lnTo>
                  <a:lnTo>
                    <a:pt x="4633" y="4817"/>
                  </a:lnTo>
                  <a:lnTo>
                    <a:pt x="4652" y="4858"/>
                  </a:lnTo>
                  <a:lnTo>
                    <a:pt x="4670" y="4900"/>
                  </a:lnTo>
                  <a:lnTo>
                    <a:pt x="4687" y="4942"/>
                  </a:lnTo>
                  <a:lnTo>
                    <a:pt x="4687" y="4942"/>
                  </a:lnTo>
                  <a:lnTo>
                    <a:pt x="4704" y="4991"/>
                  </a:lnTo>
                  <a:lnTo>
                    <a:pt x="4721" y="5039"/>
                  </a:lnTo>
                  <a:lnTo>
                    <a:pt x="4738" y="5089"/>
                  </a:lnTo>
                  <a:lnTo>
                    <a:pt x="4752" y="5139"/>
                  </a:lnTo>
                  <a:lnTo>
                    <a:pt x="4764" y="5189"/>
                  </a:lnTo>
                  <a:lnTo>
                    <a:pt x="4777" y="5239"/>
                  </a:lnTo>
                  <a:lnTo>
                    <a:pt x="4787" y="5290"/>
                  </a:lnTo>
                  <a:lnTo>
                    <a:pt x="4798" y="5340"/>
                  </a:lnTo>
                  <a:lnTo>
                    <a:pt x="4805" y="5391"/>
                  </a:lnTo>
                  <a:lnTo>
                    <a:pt x="4812" y="5442"/>
                  </a:lnTo>
                  <a:lnTo>
                    <a:pt x="4817" y="5493"/>
                  </a:lnTo>
                  <a:lnTo>
                    <a:pt x="4821" y="5546"/>
                  </a:lnTo>
                  <a:lnTo>
                    <a:pt x="4822" y="5597"/>
                  </a:lnTo>
                  <a:lnTo>
                    <a:pt x="4823" y="5648"/>
                  </a:lnTo>
                  <a:lnTo>
                    <a:pt x="4822" y="5700"/>
                  </a:lnTo>
                  <a:lnTo>
                    <a:pt x="4819" y="5751"/>
                  </a:lnTo>
                  <a:lnTo>
                    <a:pt x="4819" y="5751"/>
                  </a:lnTo>
                  <a:lnTo>
                    <a:pt x="4814" y="5801"/>
                  </a:lnTo>
                  <a:lnTo>
                    <a:pt x="4808" y="5851"/>
                  </a:lnTo>
                  <a:lnTo>
                    <a:pt x="4800" y="5900"/>
                  </a:lnTo>
                  <a:lnTo>
                    <a:pt x="4790" y="5948"/>
                  </a:lnTo>
                  <a:lnTo>
                    <a:pt x="4778" y="5997"/>
                  </a:lnTo>
                  <a:lnTo>
                    <a:pt x="4764" y="6045"/>
                  </a:lnTo>
                  <a:lnTo>
                    <a:pt x="4750" y="6093"/>
                  </a:lnTo>
                  <a:lnTo>
                    <a:pt x="4732" y="6140"/>
                  </a:lnTo>
                  <a:lnTo>
                    <a:pt x="4732" y="6140"/>
                  </a:lnTo>
                  <a:lnTo>
                    <a:pt x="4732" y="6143"/>
                  </a:lnTo>
                  <a:lnTo>
                    <a:pt x="4734" y="6145"/>
                  </a:lnTo>
                  <a:lnTo>
                    <a:pt x="4735" y="6148"/>
                  </a:lnTo>
                  <a:lnTo>
                    <a:pt x="4738" y="6149"/>
                  </a:lnTo>
                  <a:lnTo>
                    <a:pt x="4740" y="6149"/>
                  </a:lnTo>
                  <a:lnTo>
                    <a:pt x="4744" y="6149"/>
                  </a:lnTo>
                  <a:lnTo>
                    <a:pt x="4745" y="6146"/>
                  </a:lnTo>
                  <a:lnTo>
                    <a:pt x="4748" y="6144"/>
                  </a:lnTo>
                  <a:lnTo>
                    <a:pt x="4748" y="6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0" name="Freeform 120">
              <a:extLst>
                <a:ext uri="{FF2B5EF4-FFF2-40B4-BE49-F238E27FC236}">
                  <a16:creationId xmlns:a16="http://schemas.microsoft.com/office/drawing/2014/main" id="{C3F1A26D-2CF8-9476-90EE-3BE91E680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43"/>
              <a:ext cx="1105" cy="1178"/>
            </a:xfrm>
            <a:custGeom>
              <a:avLst/>
              <a:gdLst>
                <a:gd name="T0" fmla="*/ 712 w 3313"/>
                <a:gd name="T1" fmla="*/ 28 h 3535"/>
                <a:gd name="T2" fmla="*/ 513 w 3313"/>
                <a:gd name="T3" fmla="*/ 142 h 3535"/>
                <a:gd name="T4" fmla="*/ 182 w 3313"/>
                <a:gd name="T5" fmla="*/ 486 h 3535"/>
                <a:gd name="T6" fmla="*/ 56 w 3313"/>
                <a:gd name="T7" fmla="*/ 798 h 3535"/>
                <a:gd name="T8" fmla="*/ 3 w 3313"/>
                <a:gd name="T9" fmla="*/ 1400 h 3535"/>
                <a:gd name="T10" fmla="*/ 33 w 3313"/>
                <a:gd name="T11" fmla="*/ 2311 h 3535"/>
                <a:gd name="T12" fmla="*/ 147 w 3313"/>
                <a:gd name="T13" fmla="*/ 2718 h 3535"/>
                <a:gd name="T14" fmla="*/ 408 w 3313"/>
                <a:gd name="T15" fmla="*/ 3193 h 3535"/>
                <a:gd name="T16" fmla="*/ 707 w 3313"/>
                <a:gd name="T17" fmla="*/ 3478 h 3535"/>
                <a:gd name="T18" fmla="*/ 933 w 3313"/>
                <a:gd name="T19" fmla="*/ 3535 h 3535"/>
                <a:gd name="T20" fmla="*/ 1362 w 3313"/>
                <a:gd name="T21" fmla="*/ 3490 h 3535"/>
                <a:gd name="T22" fmla="*/ 1867 w 3313"/>
                <a:gd name="T23" fmla="*/ 3250 h 3535"/>
                <a:gd name="T24" fmla="*/ 2357 w 3313"/>
                <a:gd name="T25" fmla="*/ 2894 h 3535"/>
                <a:gd name="T26" fmla="*/ 2573 w 3313"/>
                <a:gd name="T27" fmla="*/ 2554 h 3535"/>
                <a:gd name="T28" fmla="*/ 2620 w 3313"/>
                <a:gd name="T29" fmla="*/ 2483 h 3535"/>
                <a:gd name="T30" fmla="*/ 2745 w 3313"/>
                <a:gd name="T31" fmla="*/ 2538 h 3535"/>
                <a:gd name="T32" fmla="*/ 2955 w 3313"/>
                <a:gd name="T33" fmla="*/ 2476 h 3535"/>
                <a:gd name="T34" fmla="*/ 3192 w 3313"/>
                <a:gd name="T35" fmla="*/ 2164 h 3535"/>
                <a:gd name="T36" fmla="*/ 3312 w 3313"/>
                <a:gd name="T37" fmla="*/ 1831 h 3535"/>
                <a:gd name="T38" fmla="*/ 3280 w 3313"/>
                <a:gd name="T39" fmla="*/ 1611 h 3535"/>
                <a:gd name="T40" fmla="*/ 3168 w 3313"/>
                <a:gd name="T41" fmla="*/ 1537 h 3535"/>
                <a:gd name="T42" fmla="*/ 2961 w 3313"/>
                <a:gd name="T43" fmla="*/ 1604 h 3535"/>
                <a:gd name="T44" fmla="*/ 2745 w 3313"/>
                <a:gd name="T45" fmla="*/ 1902 h 3535"/>
                <a:gd name="T46" fmla="*/ 2697 w 3313"/>
                <a:gd name="T47" fmla="*/ 1576 h 3535"/>
                <a:gd name="T48" fmla="*/ 2336 w 3313"/>
                <a:gd name="T49" fmla="*/ 1402 h 3535"/>
                <a:gd name="T50" fmla="*/ 1991 w 3313"/>
                <a:gd name="T51" fmla="*/ 1005 h 3535"/>
                <a:gd name="T52" fmla="*/ 1819 w 3313"/>
                <a:gd name="T53" fmla="*/ 672 h 3535"/>
                <a:gd name="T54" fmla="*/ 1646 w 3313"/>
                <a:gd name="T55" fmla="*/ 322 h 3535"/>
                <a:gd name="T56" fmla="*/ 1458 w 3313"/>
                <a:gd name="T57" fmla="*/ 118 h 3535"/>
                <a:gd name="T58" fmla="*/ 1077 w 3313"/>
                <a:gd name="T59" fmla="*/ 6 h 3535"/>
                <a:gd name="T60" fmla="*/ 1064 w 3313"/>
                <a:gd name="T61" fmla="*/ 19 h 3535"/>
                <a:gd name="T62" fmla="*/ 1432 w 3313"/>
                <a:gd name="T63" fmla="*/ 122 h 3535"/>
                <a:gd name="T64" fmla="*/ 1611 w 3313"/>
                <a:gd name="T65" fmla="*/ 297 h 3535"/>
                <a:gd name="T66" fmla="*/ 1791 w 3313"/>
                <a:gd name="T67" fmla="*/ 643 h 3535"/>
                <a:gd name="T68" fmla="*/ 1949 w 3313"/>
                <a:gd name="T69" fmla="*/ 974 h 3535"/>
                <a:gd name="T70" fmla="*/ 2315 w 3313"/>
                <a:gd name="T71" fmla="*/ 1404 h 3535"/>
                <a:gd name="T72" fmla="*/ 2573 w 3313"/>
                <a:gd name="T73" fmla="*/ 1552 h 3535"/>
                <a:gd name="T74" fmla="*/ 2730 w 3313"/>
                <a:gd name="T75" fmla="*/ 1863 h 3535"/>
                <a:gd name="T76" fmla="*/ 2828 w 3313"/>
                <a:gd name="T77" fmla="*/ 1791 h 3535"/>
                <a:gd name="T78" fmla="*/ 3028 w 3313"/>
                <a:gd name="T79" fmla="*/ 1579 h 3535"/>
                <a:gd name="T80" fmla="*/ 3224 w 3313"/>
                <a:gd name="T81" fmla="*/ 1569 h 3535"/>
                <a:gd name="T82" fmla="*/ 3292 w 3313"/>
                <a:gd name="T83" fmla="*/ 1717 h 3535"/>
                <a:gd name="T84" fmla="*/ 3256 w 3313"/>
                <a:gd name="T85" fmla="*/ 1978 h 3535"/>
                <a:gd name="T86" fmla="*/ 3066 w 3313"/>
                <a:gd name="T87" fmla="*/ 2347 h 3535"/>
                <a:gd name="T88" fmla="*/ 2883 w 3313"/>
                <a:gd name="T89" fmla="*/ 2497 h 3535"/>
                <a:gd name="T90" fmla="*/ 2702 w 3313"/>
                <a:gd name="T91" fmla="*/ 2513 h 3535"/>
                <a:gd name="T92" fmla="*/ 2619 w 3313"/>
                <a:gd name="T93" fmla="*/ 2448 h 3535"/>
                <a:gd name="T94" fmla="*/ 2603 w 3313"/>
                <a:gd name="T95" fmla="*/ 2439 h 3535"/>
                <a:gd name="T96" fmla="*/ 2373 w 3313"/>
                <a:gd name="T97" fmla="*/ 2855 h 3535"/>
                <a:gd name="T98" fmla="*/ 2029 w 3313"/>
                <a:gd name="T99" fmla="*/ 3126 h 3535"/>
                <a:gd name="T100" fmla="*/ 1414 w 3313"/>
                <a:gd name="T101" fmla="*/ 3461 h 3535"/>
                <a:gd name="T102" fmla="*/ 929 w 3313"/>
                <a:gd name="T103" fmla="*/ 3518 h 3535"/>
                <a:gd name="T104" fmla="*/ 712 w 3313"/>
                <a:gd name="T105" fmla="*/ 3463 h 3535"/>
                <a:gd name="T106" fmla="*/ 421 w 3313"/>
                <a:gd name="T107" fmla="*/ 3184 h 3535"/>
                <a:gd name="T108" fmla="*/ 204 w 3313"/>
                <a:gd name="T109" fmla="*/ 2809 h 3535"/>
                <a:gd name="T110" fmla="*/ 60 w 3313"/>
                <a:gd name="T111" fmla="*/ 2424 h 3535"/>
                <a:gd name="T112" fmla="*/ 19 w 3313"/>
                <a:gd name="T113" fmla="*/ 1832 h 3535"/>
                <a:gd name="T114" fmla="*/ 34 w 3313"/>
                <a:gd name="T115" fmla="*/ 1021 h 3535"/>
                <a:gd name="T116" fmla="*/ 142 w 3313"/>
                <a:gd name="T117" fmla="*/ 588 h 3535"/>
                <a:gd name="T118" fmla="*/ 388 w 3313"/>
                <a:gd name="T119" fmla="*/ 271 h 3535"/>
                <a:gd name="T120" fmla="*/ 642 w 3313"/>
                <a:gd name="T121" fmla="*/ 72 h 3535"/>
                <a:gd name="T122" fmla="*/ 904 w 3313"/>
                <a:gd name="T123" fmla="*/ 17 h 3535"/>
                <a:gd name="T124" fmla="*/ 1073 w 3313"/>
                <a:gd name="T125" fmla="*/ 13 h 3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13" h="3535">
                  <a:moveTo>
                    <a:pt x="1067" y="4"/>
                  </a:moveTo>
                  <a:lnTo>
                    <a:pt x="1067" y="4"/>
                  </a:lnTo>
                  <a:lnTo>
                    <a:pt x="1017" y="1"/>
                  </a:lnTo>
                  <a:lnTo>
                    <a:pt x="967" y="0"/>
                  </a:lnTo>
                  <a:lnTo>
                    <a:pt x="918" y="1"/>
                  </a:lnTo>
                  <a:lnTo>
                    <a:pt x="869" y="4"/>
                  </a:lnTo>
                  <a:lnTo>
                    <a:pt x="869" y="4"/>
                  </a:lnTo>
                  <a:lnTo>
                    <a:pt x="830" y="8"/>
                  </a:lnTo>
                  <a:lnTo>
                    <a:pt x="790" y="13"/>
                  </a:lnTo>
                  <a:lnTo>
                    <a:pt x="750" y="19"/>
                  </a:lnTo>
                  <a:lnTo>
                    <a:pt x="712" y="28"/>
                  </a:lnTo>
                  <a:lnTo>
                    <a:pt x="712" y="28"/>
                  </a:lnTo>
                  <a:lnTo>
                    <a:pt x="694" y="33"/>
                  </a:lnTo>
                  <a:lnTo>
                    <a:pt x="678" y="38"/>
                  </a:lnTo>
                  <a:lnTo>
                    <a:pt x="662" y="45"/>
                  </a:lnTo>
                  <a:lnTo>
                    <a:pt x="647" y="51"/>
                  </a:lnTo>
                  <a:lnTo>
                    <a:pt x="632" y="59"/>
                  </a:lnTo>
                  <a:lnTo>
                    <a:pt x="616" y="68"/>
                  </a:lnTo>
                  <a:lnTo>
                    <a:pt x="587" y="87"/>
                  </a:lnTo>
                  <a:lnTo>
                    <a:pt x="587" y="87"/>
                  </a:lnTo>
                  <a:lnTo>
                    <a:pt x="550" y="114"/>
                  </a:lnTo>
                  <a:lnTo>
                    <a:pt x="513" y="142"/>
                  </a:lnTo>
                  <a:lnTo>
                    <a:pt x="477" y="171"/>
                  </a:lnTo>
                  <a:lnTo>
                    <a:pt x="442" y="202"/>
                  </a:lnTo>
                  <a:lnTo>
                    <a:pt x="407" y="233"/>
                  </a:lnTo>
                  <a:lnTo>
                    <a:pt x="373" y="265"/>
                  </a:lnTo>
                  <a:lnTo>
                    <a:pt x="339" y="297"/>
                  </a:lnTo>
                  <a:lnTo>
                    <a:pt x="308" y="330"/>
                  </a:lnTo>
                  <a:lnTo>
                    <a:pt x="308" y="330"/>
                  </a:lnTo>
                  <a:lnTo>
                    <a:pt x="274" y="367"/>
                  </a:lnTo>
                  <a:lnTo>
                    <a:pt x="241" y="405"/>
                  </a:lnTo>
                  <a:lnTo>
                    <a:pt x="211" y="445"/>
                  </a:lnTo>
                  <a:lnTo>
                    <a:pt x="182" y="486"/>
                  </a:lnTo>
                  <a:lnTo>
                    <a:pt x="182" y="486"/>
                  </a:lnTo>
                  <a:lnTo>
                    <a:pt x="168" y="506"/>
                  </a:lnTo>
                  <a:lnTo>
                    <a:pt x="156" y="528"/>
                  </a:lnTo>
                  <a:lnTo>
                    <a:pt x="144" y="550"/>
                  </a:lnTo>
                  <a:lnTo>
                    <a:pt x="133" y="572"/>
                  </a:lnTo>
                  <a:lnTo>
                    <a:pt x="112" y="618"/>
                  </a:lnTo>
                  <a:lnTo>
                    <a:pt x="96" y="664"/>
                  </a:lnTo>
                  <a:lnTo>
                    <a:pt x="96" y="664"/>
                  </a:lnTo>
                  <a:lnTo>
                    <a:pt x="80" y="708"/>
                  </a:lnTo>
                  <a:lnTo>
                    <a:pt x="68" y="753"/>
                  </a:lnTo>
                  <a:lnTo>
                    <a:pt x="56" y="798"/>
                  </a:lnTo>
                  <a:lnTo>
                    <a:pt x="46" y="844"/>
                  </a:lnTo>
                  <a:lnTo>
                    <a:pt x="37" y="890"/>
                  </a:lnTo>
                  <a:lnTo>
                    <a:pt x="31" y="935"/>
                  </a:lnTo>
                  <a:lnTo>
                    <a:pt x="24" y="982"/>
                  </a:lnTo>
                  <a:lnTo>
                    <a:pt x="19" y="1028"/>
                  </a:lnTo>
                  <a:lnTo>
                    <a:pt x="15" y="1074"/>
                  </a:lnTo>
                  <a:lnTo>
                    <a:pt x="11" y="1121"/>
                  </a:lnTo>
                  <a:lnTo>
                    <a:pt x="6" y="1215"/>
                  </a:lnTo>
                  <a:lnTo>
                    <a:pt x="4" y="1307"/>
                  </a:lnTo>
                  <a:lnTo>
                    <a:pt x="3" y="1400"/>
                  </a:lnTo>
                  <a:lnTo>
                    <a:pt x="3" y="1400"/>
                  </a:lnTo>
                  <a:lnTo>
                    <a:pt x="0" y="1575"/>
                  </a:lnTo>
                  <a:lnTo>
                    <a:pt x="0" y="1663"/>
                  </a:lnTo>
                  <a:lnTo>
                    <a:pt x="1" y="1751"/>
                  </a:lnTo>
                  <a:lnTo>
                    <a:pt x="1" y="1751"/>
                  </a:lnTo>
                  <a:lnTo>
                    <a:pt x="4" y="1810"/>
                  </a:lnTo>
                  <a:lnTo>
                    <a:pt x="8" y="1869"/>
                  </a:lnTo>
                  <a:lnTo>
                    <a:pt x="15" y="1988"/>
                  </a:lnTo>
                  <a:lnTo>
                    <a:pt x="15" y="1988"/>
                  </a:lnTo>
                  <a:lnTo>
                    <a:pt x="23" y="2149"/>
                  </a:lnTo>
                  <a:lnTo>
                    <a:pt x="28" y="2230"/>
                  </a:lnTo>
                  <a:lnTo>
                    <a:pt x="33" y="2311"/>
                  </a:lnTo>
                  <a:lnTo>
                    <a:pt x="33" y="2311"/>
                  </a:lnTo>
                  <a:lnTo>
                    <a:pt x="37" y="2360"/>
                  </a:lnTo>
                  <a:lnTo>
                    <a:pt x="43" y="2409"/>
                  </a:lnTo>
                  <a:lnTo>
                    <a:pt x="47" y="2433"/>
                  </a:lnTo>
                  <a:lnTo>
                    <a:pt x="52" y="2457"/>
                  </a:lnTo>
                  <a:lnTo>
                    <a:pt x="59" y="2480"/>
                  </a:lnTo>
                  <a:lnTo>
                    <a:pt x="65" y="2504"/>
                  </a:lnTo>
                  <a:lnTo>
                    <a:pt x="65" y="2504"/>
                  </a:lnTo>
                  <a:lnTo>
                    <a:pt x="91" y="2576"/>
                  </a:lnTo>
                  <a:lnTo>
                    <a:pt x="117" y="2648"/>
                  </a:lnTo>
                  <a:lnTo>
                    <a:pt x="147" y="2718"/>
                  </a:lnTo>
                  <a:lnTo>
                    <a:pt x="177" y="2788"/>
                  </a:lnTo>
                  <a:lnTo>
                    <a:pt x="209" y="2858"/>
                  </a:lnTo>
                  <a:lnTo>
                    <a:pt x="244" y="2926"/>
                  </a:lnTo>
                  <a:lnTo>
                    <a:pt x="279" y="2994"/>
                  </a:lnTo>
                  <a:lnTo>
                    <a:pt x="318" y="3059"/>
                  </a:lnTo>
                  <a:lnTo>
                    <a:pt x="318" y="3059"/>
                  </a:lnTo>
                  <a:lnTo>
                    <a:pt x="338" y="3094"/>
                  </a:lnTo>
                  <a:lnTo>
                    <a:pt x="361" y="3128"/>
                  </a:lnTo>
                  <a:lnTo>
                    <a:pt x="384" y="3161"/>
                  </a:lnTo>
                  <a:lnTo>
                    <a:pt x="408" y="3193"/>
                  </a:lnTo>
                  <a:lnTo>
                    <a:pt x="408" y="3193"/>
                  </a:lnTo>
                  <a:lnTo>
                    <a:pt x="422" y="3211"/>
                  </a:lnTo>
                  <a:lnTo>
                    <a:pt x="438" y="3228"/>
                  </a:lnTo>
                  <a:lnTo>
                    <a:pt x="468" y="3261"/>
                  </a:lnTo>
                  <a:lnTo>
                    <a:pt x="533" y="3325"/>
                  </a:lnTo>
                  <a:lnTo>
                    <a:pt x="533" y="3325"/>
                  </a:lnTo>
                  <a:lnTo>
                    <a:pt x="588" y="3380"/>
                  </a:lnTo>
                  <a:lnTo>
                    <a:pt x="616" y="3407"/>
                  </a:lnTo>
                  <a:lnTo>
                    <a:pt x="646" y="3432"/>
                  </a:lnTo>
                  <a:lnTo>
                    <a:pt x="675" y="3457"/>
                  </a:lnTo>
                  <a:lnTo>
                    <a:pt x="692" y="3468"/>
                  </a:lnTo>
                  <a:lnTo>
                    <a:pt x="707" y="3478"/>
                  </a:lnTo>
                  <a:lnTo>
                    <a:pt x="724" y="3489"/>
                  </a:lnTo>
                  <a:lnTo>
                    <a:pt x="742" y="3496"/>
                  </a:lnTo>
                  <a:lnTo>
                    <a:pt x="759" y="3505"/>
                  </a:lnTo>
                  <a:lnTo>
                    <a:pt x="777" y="3512"/>
                  </a:lnTo>
                  <a:lnTo>
                    <a:pt x="777" y="3512"/>
                  </a:lnTo>
                  <a:lnTo>
                    <a:pt x="796" y="3517"/>
                  </a:lnTo>
                  <a:lnTo>
                    <a:pt x="816" y="3522"/>
                  </a:lnTo>
                  <a:lnTo>
                    <a:pt x="835" y="3526"/>
                  </a:lnTo>
                  <a:lnTo>
                    <a:pt x="855" y="3528"/>
                  </a:lnTo>
                  <a:lnTo>
                    <a:pt x="893" y="3532"/>
                  </a:lnTo>
                  <a:lnTo>
                    <a:pt x="933" y="3535"/>
                  </a:lnTo>
                  <a:lnTo>
                    <a:pt x="933" y="3535"/>
                  </a:lnTo>
                  <a:lnTo>
                    <a:pt x="978" y="3535"/>
                  </a:lnTo>
                  <a:lnTo>
                    <a:pt x="1021" y="3535"/>
                  </a:lnTo>
                  <a:lnTo>
                    <a:pt x="1066" y="3533"/>
                  </a:lnTo>
                  <a:lnTo>
                    <a:pt x="1109" y="3530"/>
                  </a:lnTo>
                  <a:lnTo>
                    <a:pt x="1109" y="3530"/>
                  </a:lnTo>
                  <a:lnTo>
                    <a:pt x="1160" y="3526"/>
                  </a:lnTo>
                  <a:lnTo>
                    <a:pt x="1211" y="3519"/>
                  </a:lnTo>
                  <a:lnTo>
                    <a:pt x="1262" y="3510"/>
                  </a:lnTo>
                  <a:lnTo>
                    <a:pt x="1312" y="3502"/>
                  </a:lnTo>
                  <a:lnTo>
                    <a:pt x="1362" y="3490"/>
                  </a:lnTo>
                  <a:lnTo>
                    <a:pt x="1412" y="3477"/>
                  </a:lnTo>
                  <a:lnTo>
                    <a:pt x="1460" y="3462"/>
                  </a:lnTo>
                  <a:lnTo>
                    <a:pt x="1509" y="3445"/>
                  </a:lnTo>
                  <a:lnTo>
                    <a:pt x="1509" y="3445"/>
                  </a:lnTo>
                  <a:lnTo>
                    <a:pt x="1556" y="3426"/>
                  </a:lnTo>
                  <a:lnTo>
                    <a:pt x="1603" y="3406"/>
                  </a:lnTo>
                  <a:lnTo>
                    <a:pt x="1648" y="3381"/>
                  </a:lnTo>
                  <a:lnTo>
                    <a:pt x="1692" y="3357"/>
                  </a:lnTo>
                  <a:lnTo>
                    <a:pt x="1737" y="3331"/>
                  </a:lnTo>
                  <a:lnTo>
                    <a:pt x="1781" y="3305"/>
                  </a:lnTo>
                  <a:lnTo>
                    <a:pt x="1867" y="3250"/>
                  </a:lnTo>
                  <a:lnTo>
                    <a:pt x="1867" y="3250"/>
                  </a:lnTo>
                  <a:lnTo>
                    <a:pt x="1954" y="3193"/>
                  </a:lnTo>
                  <a:lnTo>
                    <a:pt x="2040" y="3137"/>
                  </a:lnTo>
                  <a:lnTo>
                    <a:pt x="2124" y="3078"/>
                  </a:lnTo>
                  <a:lnTo>
                    <a:pt x="2207" y="3018"/>
                  </a:lnTo>
                  <a:lnTo>
                    <a:pt x="2207" y="3018"/>
                  </a:lnTo>
                  <a:lnTo>
                    <a:pt x="2269" y="2971"/>
                  </a:lnTo>
                  <a:lnTo>
                    <a:pt x="2299" y="2947"/>
                  </a:lnTo>
                  <a:lnTo>
                    <a:pt x="2328" y="2922"/>
                  </a:lnTo>
                  <a:lnTo>
                    <a:pt x="2328" y="2922"/>
                  </a:lnTo>
                  <a:lnTo>
                    <a:pt x="2357" y="2894"/>
                  </a:lnTo>
                  <a:lnTo>
                    <a:pt x="2384" y="2865"/>
                  </a:lnTo>
                  <a:lnTo>
                    <a:pt x="2410" y="2834"/>
                  </a:lnTo>
                  <a:lnTo>
                    <a:pt x="2434" y="2802"/>
                  </a:lnTo>
                  <a:lnTo>
                    <a:pt x="2434" y="2802"/>
                  </a:lnTo>
                  <a:lnTo>
                    <a:pt x="2457" y="2769"/>
                  </a:lnTo>
                  <a:lnTo>
                    <a:pt x="2479" y="2734"/>
                  </a:lnTo>
                  <a:lnTo>
                    <a:pt x="2499" y="2699"/>
                  </a:lnTo>
                  <a:lnTo>
                    <a:pt x="2518" y="2664"/>
                  </a:lnTo>
                  <a:lnTo>
                    <a:pt x="2537" y="2627"/>
                  </a:lnTo>
                  <a:lnTo>
                    <a:pt x="2555" y="2591"/>
                  </a:lnTo>
                  <a:lnTo>
                    <a:pt x="2573" y="2554"/>
                  </a:lnTo>
                  <a:lnTo>
                    <a:pt x="2588" y="2517"/>
                  </a:lnTo>
                  <a:lnTo>
                    <a:pt x="2588" y="2517"/>
                  </a:lnTo>
                  <a:lnTo>
                    <a:pt x="2604" y="2480"/>
                  </a:lnTo>
                  <a:lnTo>
                    <a:pt x="2618" y="2443"/>
                  </a:lnTo>
                  <a:lnTo>
                    <a:pt x="2618" y="2443"/>
                  </a:lnTo>
                  <a:lnTo>
                    <a:pt x="2603" y="2440"/>
                  </a:lnTo>
                  <a:lnTo>
                    <a:pt x="2603" y="2440"/>
                  </a:lnTo>
                  <a:lnTo>
                    <a:pt x="2604" y="2452"/>
                  </a:lnTo>
                  <a:lnTo>
                    <a:pt x="2608" y="2463"/>
                  </a:lnTo>
                  <a:lnTo>
                    <a:pt x="2614" y="2474"/>
                  </a:lnTo>
                  <a:lnTo>
                    <a:pt x="2620" y="2483"/>
                  </a:lnTo>
                  <a:lnTo>
                    <a:pt x="2629" y="2492"/>
                  </a:lnTo>
                  <a:lnTo>
                    <a:pt x="2638" y="2499"/>
                  </a:lnTo>
                  <a:lnTo>
                    <a:pt x="2647" y="2507"/>
                  </a:lnTo>
                  <a:lnTo>
                    <a:pt x="2656" y="2512"/>
                  </a:lnTo>
                  <a:lnTo>
                    <a:pt x="2656" y="2512"/>
                  </a:lnTo>
                  <a:lnTo>
                    <a:pt x="2670" y="2520"/>
                  </a:lnTo>
                  <a:lnTo>
                    <a:pt x="2685" y="2525"/>
                  </a:lnTo>
                  <a:lnTo>
                    <a:pt x="2700" y="2530"/>
                  </a:lnTo>
                  <a:lnTo>
                    <a:pt x="2715" y="2534"/>
                  </a:lnTo>
                  <a:lnTo>
                    <a:pt x="2730" y="2536"/>
                  </a:lnTo>
                  <a:lnTo>
                    <a:pt x="2745" y="2538"/>
                  </a:lnTo>
                  <a:lnTo>
                    <a:pt x="2761" y="2538"/>
                  </a:lnTo>
                  <a:lnTo>
                    <a:pt x="2777" y="2538"/>
                  </a:lnTo>
                  <a:lnTo>
                    <a:pt x="2793" y="2536"/>
                  </a:lnTo>
                  <a:lnTo>
                    <a:pt x="2808" y="2535"/>
                  </a:lnTo>
                  <a:lnTo>
                    <a:pt x="2823" y="2533"/>
                  </a:lnTo>
                  <a:lnTo>
                    <a:pt x="2839" y="2529"/>
                  </a:lnTo>
                  <a:lnTo>
                    <a:pt x="2869" y="2520"/>
                  </a:lnTo>
                  <a:lnTo>
                    <a:pt x="2897" y="2508"/>
                  </a:lnTo>
                  <a:lnTo>
                    <a:pt x="2897" y="2508"/>
                  </a:lnTo>
                  <a:lnTo>
                    <a:pt x="2927" y="2493"/>
                  </a:lnTo>
                  <a:lnTo>
                    <a:pt x="2955" y="2476"/>
                  </a:lnTo>
                  <a:lnTo>
                    <a:pt x="2982" y="2457"/>
                  </a:lnTo>
                  <a:lnTo>
                    <a:pt x="3007" y="2435"/>
                  </a:lnTo>
                  <a:lnTo>
                    <a:pt x="3030" y="2414"/>
                  </a:lnTo>
                  <a:lnTo>
                    <a:pt x="3053" y="2389"/>
                  </a:lnTo>
                  <a:lnTo>
                    <a:pt x="3073" y="2364"/>
                  </a:lnTo>
                  <a:lnTo>
                    <a:pt x="3094" y="2337"/>
                  </a:lnTo>
                  <a:lnTo>
                    <a:pt x="3112" y="2310"/>
                  </a:lnTo>
                  <a:lnTo>
                    <a:pt x="3130" y="2282"/>
                  </a:lnTo>
                  <a:lnTo>
                    <a:pt x="3146" y="2253"/>
                  </a:lnTo>
                  <a:lnTo>
                    <a:pt x="3163" y="2223"/>
                  </a:lnTo>
                  <a:lnTo>
                    <a:pt x="3192" y="2164"/>
                  </a:lnTo>
                  <a:lnTo>
                    <a:pt x="3220" y="2106"/>
                  </a:lnTo>
                  <a:lnTo>
                    <a:pt x="3220" y="2106"/>
                  </a:lnTo>
                  <a:lnTo>
                    <a:pt x="3245" y="2049"/>
                  </a:lnTo>
                  <a:lnTo>
                    <a:pt x="3268" y="1992"/>
                  </a:lnTo>
                  <a:lnTo>
                    <a:pt x="3278" y="1964"/>
                  </a:lnTo>
                  <a:lnTo>
                    <a:pt x="3288" y="1934"/>
                  </a:lnTo>
                  <a:lnTo>
                    <a:pt x="3297" y="1905"/>
                  </a:lnTo>
                  <a:lnTo>
                    <a:pt x="3305" y="1875"/>
                  </a:lnTo>
                  <a:lnTo>
                    <a:pt x="3305" y="1875"/>
                  </a:lnTo>
                  <a:lnTo>
                    <a:pt x="3308" y="1852"/>
                  </a:lnTo>
                  <a:lnTo>
                    <a:pt x="3312" y="1831"/>
                  </a:lnTo>
                  <a:lnTo>
                    <a:pt x="3313" y="1809"/>
                  </a:lnTo>
                  <a:lnTo>
                    <a:pt x="3313" y="1786"/>
                  </a:lnTo>
                  <a:lnTo>
                    <a:pt x="3313" y="1786"/>
                  </a:lnTo>
                  <a:lnTo>
                    <a:pt x="3311" y="1751"/>
                  </a:lnTo>
                  <a:lnTo>
                    <a:pt x="3307" y="1717"/>
                  </a:lnTo>
                  <a:lnTo>
                    <a:pt x="3302" y="1682"/>
                  </a:lnTo>
                  <a:lnTo>
                    <a:pt x="3298" y="1665"/>
                  </a:lnTo>
                  <a:lnTo>
                    <a:pt x="3294" y="1648"/>
                  </a:lnTo>
                  <a:lnTo>
                    <a:pt x="3294" y="1648"/>
                  </a:lnTo>
                  <a:lnTo>
                    <a:pt x="3285" y="1622"/>
                  </a:lnTo>
                  <a:lnTo>
                    <a:pt x="3280" y="1611"/>
                  </a:lnTo>
                  <a:lnTo>
                    <a:pt x="3274" y="1598"/>
                  </a:lnTo>
                  <a:lnTo>
                    <a:pt x="3266" y="1587"/>
                  </a:lnTo>
                  <a:lnTo>
                    <a:pt x="3259" y="1576"/>
                  </a:lnTo>
                  <a:lnTo>
                    <a:pt x="3250" y="1567"/>
                  </a:lnTo>
                  <a:lnTo>
                    <a:pt x="3238" y="1558"/>
                  </a:lnTo>
                  <a:lnTo>
                    <a:pt x="3238" y="1558"/>
                  </a:lnTo>
                  <a:lnTo>
                    <a:pt x="3225" y="1551"/>
                  </a:lnTo>
                  <a:lnTo>
                    <a:pt x="3213" y="1546"/>
                  </a:lnTo>
                  <a:lnTo>
                    <a:pt x="3197" y="1542"/>
                  </a:lnTo>
                  <a:lnTo>
                    <a:pt x="3183" y="1539"/>
                  </a:lnTo>
                  <a:lnTo>
                    <a:pt x="3168" y="1537"/>
                  </a:lnTo>
                  <a:lnTo>
                    <a:pt x="3153" y="1537"/>
                  </a:lnTo>
                  <a:lnTo>
                    <a:pt x="3137" y="1537"/>
                  </a:lnTo>
                  <a:lnTo>
                    <a:pt x="3123" y="1538"/>
                  </a:lnTo>
                  <a:lnTo>
                    <a:pt x="3123" y="1538"/>
                  </a:lnTo>
                  <a:lnTo>
                    <a:pt x="3098" y="1542"/>
                  </a:lnTo>
                  <a:lnTo>
                    <a:pt x="3072" y="1547"/>
                  </a:lnTo>
                  <a:lnTo>
                    <a:pt x="3048" y="1555"/>
                  </a:lnTo>
                  <a:lnTo>
                    <a:pt x="3025" y="1564"/>
                  </a:lnTo>
                  <a:lnTo>
                    <a:pt x="3002" y="1575"/>
                  </a:lnTo>
                  <a:lnTo>
                    <a:pt x="2980" y="1589"/>
                  </a:lnTo>
                  <a:lnTo>
                    <a:pt x="2961" y="1604"/>
                  </a:lnTo>
                  <a:lnTo>
                    <a:pt x="2943" y="1622"/>
                  </a:lnTo>
                  <a:lnTo>
                    <a:pt x="2943" y="1622"/>
                  </a:lnTo>
                  <a:lnTo>
                    <a:pt x="2915" y="1656"/>
                  </a:lnTo>
                  <a:lnTo>
                    <a:pt x="2888" y="1688"/>
                  </a:lnTo>
                  <a:lnTo>
                    <a:pt x="2836" y="1755"/>
                  </a:lnTo>
                  <a:lnTo>
                    <a:pt x="2786" y="1823"/>
                  </a:lnTo>
                  <a:lnTo>
                    <a:pt x="2737" y="1892"/>
                  </a:lnTo>
                  <a:lnTo>
                    <a:pt x="2737" y="1892"/>
                  </a:lnTo>
                  <a:lnTo>
                    <a:pt x="2731" y="1898"/>
                  </a:lnTo>
                  <a:lnTo>
                    <a:pt x="2731" y="1898"/>
                  </a:lnTo>
                  <a:lnTo>
                    <a:pt x="2745" y="1902"/>
                  </a:lnTo>
                  <a:lnTo>
                    <a:pt x="2745" y="1902"/>
                  </a:lnTo>
                  <a:lnTo>
                    <a:pt x="2745" y="1634"/>
                  </a:lnTo>
                  <a:lnTo>
                    <a:pt x="2745" y="1634"/>
                  </a:lnTo>
                  <a:lnTo>
                    <a:pt x="2745" y="1594"/>
                  </a:lnTo>
                  <a:lnTo>
                    <a:pt x="2745" y="1594"/>
                  </a:lnTo>
                  <a:lnTo>
                    <a:pt x="2745" y="1593"/>
                  </a:lnTo>
                  <a:lnTo>
                    <a:pt x="2744" y="1590"/>
                  </a:lnTo>
                  <a:lnTo>
                    <a:pt x="2743" y="1588"/>
                  </a:lnTo>
                  <a:lnTo>
                    <a:pt x="2740" y="1588"/>
                  </a:lnTo>
                  <a:lnTo>
                    <a:pt x="2740" y="1588"/>
                  </a:lnTo>
                  <a:lnTo>
                    <a:pt x="2697" y="1576"/>
                  </a:lnTo>
                  <a:lnTo>
                    <a:pt x="2654" y="1565"/>
                  </a:lnTo>
                  <a:lnTo>
                    <a:pt x="2611" y="1551"/>
                  </a:lnTo>
                  <a:lnTo>
                    <a:pt x="2569" y="1535"/>
                  </a:lnTo>
                  <a:lnTo>
                    <a:pt x="2527" y="1519"/>
                  </a:lnTo>
                  <a:lnTo>
                    <a:pt x="2486" y="1500"/>
                  </a:lnTo>
                  <a:lnTo>
                    <a:pt x="2447" y="1479"/>
                  </a:lnTo>
                  <a:lnTo>
                    <a:pt x="2409" y="1457"/>
                  </a:lnTo>
                  <a:lnTo>
                    <a:pt x="2409" y="1457"/>
                  </a:lnTo>
                  <a:lnTo>
                    <a:pt x="2383" y="1441"/>
                  </a:lnTo>
                  <a:lnTo>
                    <a:pt x="2359" y="1423"/>
                  </a:lnTo>
                  <a:lnTo>
                    <a:pt x="2336" y="1402"/>
                  </a:lnTo>
                  <a:lnTo>
                    <a:pt x="2314" y="1382"/>
                  </a:lnTo>
                  <a:lnTo>
                    <a:pt x="2314" y="1382"/>
                  </a:lnTo>
                  <a:lnTo>
                    <a:pt x="2294" y="1359"/>
                  </a:lnTo>
                  <a:lnTo>
                    <a:pt x="2276" y="1337"/>
                  </a:lnTo>
                  <a:lnTo>
                    <a:pt x="2237" y="1291"/>
                  </a:lnTo>
                  <a:lnTo>
                    <a:pt x="2237" y="1291"/>
                  </a:lnTo>
                  <a:lnTo>
                    <a:pt x="2137" y="1179"/>
                  </a:lnTo>
                  <a:lnTo>
                    <a:pt x="2088" y="1122"/>
                  </a:lnTo>
                  <a:lnTo>
                    <a:pt x="2038" y="1065"/>
                  </a:lnTo>
                  <a:lnTo>
                    <a:pt x="2038" y="1065"/>
                  </a:lnTo>
                  <a:lnTo>
                    <a:pt x="1991" y="1005"/>
                  </a:lnTo>
                  <a:lnTo>
                    <a:pt x="1968" y="974"/>
                  </a:lnTo>
                  <a:lnTo>
                    <a:pt x="1945" y="942"/>
                  </a:lnTo>
                  <a:lnTo>
                    <a:pt x="1923" y="910"/>
                  </a:lnTo>
                  <a:lnTo>
                    <a:pt x="1904" y="877"/>
                  </a:lnTo>
                  <a:lnTo>
                    <a:pt x="1885" y="844"/>
                  </a:lnTo>
                  <a:lnTo>
                    <a:pt x="1869" y="809"/>
                  </a:lnTo>
                  <a:lnTo>
                    <a:pt x="1869" y="809"/>
                  </a:lnTo>
                  <a:lnTo>
                    <a:pt x="1855" y="776"/>
                  </a:lnTo>
                  <a:lnTo>
                    <a:pt x="1842" y="742"/>
                  </a:lnTo>
                  <a:lnTo>
                    <a:pt x="1830" y="707"/>
                  </a:lnTo>
                  <a:lnTo>
                    <a:pt x="1819" y="672"/>
                  </a:lnTo>
                  <a:lnTo>
                    <a:pt x="1819" y="672"/>
                  </a:lnTo>
                  <a:lnTo>
                    <a:pt x="1805" y="635"/>
                  </a:lnTo>
                  <a:lnTo>
                    <a:pt x="1789" y="598"/>
                  </a:lnTo>
                  <a:lnTo>
                    <a:pt x="1773" y="563"/>
                  </a:lnTo>
                  <a:lnTo>
                    <a:pt x="1756" y="527"/>
                  </a:lnTo>
                  <a:lnTo>
                    <a:pt x="1756" y="527"/>
                  </a:lnTo>
                  <a:lnTo>
                    <a:pt x="1723" y="458"/>
                  </a:lnTo>
                  <a:lnTo>
                    <a:pt x="1704" y="423"/>
                  </a:lnTo>
                  <a:lnTo>
                    <a:pt x="1686" y="389"/>
                  </a:lnTo>
                  <a:lnTo>
                    <a:pt x="1666" y="355"/>
                  </a:lnTo>
                  <a:lnTo>
                    <a:pt x="1646" y="322"/>
                  </a:lnTo>
                  <a:lnTo>
                    <a:pt x="1625" y="290"/>
                  </a:lnTo>
                  <a:lnTo>
                    <a:pt x="1603" y="258"/>
                  </a:lnTo>
                  <a:lnTo>
                    <a:pt x="1603" y="258"/>
                  </a:lnTo>
                  <a:lnTo>
                    <a:pt x="1588" y="238"/>
                  </a:lnTo>
                  <a:lnTo>
                    <a:pt x="1572" y="217"/>
                  </a:lnTo>
                  <a:lnTo>
                    <a:pt x="1556" y="197"/>
                  </a:lnTo>
                  <a:lnTo>
                    <a:pt x="1539" y="179"/>
                  </a:lnTo>
                  <a:lnTo>
                    <a:pt x="1520" y="161"/>
                  </a:lnTo>
                  <a:lnTo>
                    <a:pt x="1501" y="145"/>
                  </a:lnTo>
                  <a:lnTo>
                    <a:pt x="1481" y="130"/>
                  </a:lnTo>
                  <a:lnTo>
                    <a:pt x="1458" y="118"/>
                  </a:lnTo>
                  <a:lnTo>
                    <a:pt x="1458" y="118"/>
                  </a:lnTo>
                  <a:lnTo>
                    <a:pt x="1432" y="105"/>
                  </a:lnTo>
                  <a:lnTo>
                    <a:pt x="1405" y="93"/>
                  </a:lnTo>
                  <a:lnTo>
                    <a:pt x="1380" y="83"/>
                  </a:lnTo>
                  <a:lnTo>
                    <a:pt x="1352" y="74"/>
                  </a:lnTo>
                  <a:lnTo>
                    <a:pt x="1297" y="58"/>
                  </a:lnTo>
                  <a:lnTo>
                    <a:pt x="1242" y="42"/>
                  </a:lnTo>
                  <a:lnTo>
                    <a:pt x="1242" y="42"/>
                  </a:lnTo>
                  <a:lnTo>
                    <a:pt x="1160" y="23"/>
                  </a:lnTo>
                  <a:lnTo>
                    <a:pt x="1119" y="14"/>
                  </a:lnTo>
                  <a:lnTo>
                    <a:pt x="1077" y="6"/>
                  </a:lnTo>
                  <a:lnTo>
                    <a:pt x="1077" y="6"/>
                  </a:lnTo>
                  <a:lnTo>
                    <a:pt x="1068" y="4"/>
                  </a:lnTo>
                  <a:lnTo>
                    <a:pt x="1068" y="4"/>
                  </a:lnTo>
                  <a:lnTo>
                    <a:pt x="1066" y="4"/>
                  </a:lnTo>
                  <a:lnTo>
                    <a:pt x="1062" y="5"/>
                  </a:lnTo>
                  <a:lnTo>
                    <a:pt x="1061" y="8"/>
                  </a:lnTo>
                  <a:lnTo>
                    <a:pt x="1059" y="10"/>
                  </a:lnTo>
                  <a:lnTo>
                    <a:pt x="1059" y="13"/>
                  </a:lnTo>
                  <a:lnTo>
                    <a:pt x="1059" y="15"/>
                  </a:lnTo>
                  <a:lnTo>
                    <a:pt x="1062" y="18"/>
                  </a:lnTo>
                  <a:lnTo>
                    <a:pt x="1064" y="19"/>
                  </a:lnTo>
                  <a:lnTo>
                    <a:pt x="1064" y="19"/>
                  </a:lnTo>
                  <a:lnTo>
                    <a:pt x="1108" y="27"/>
                  </a:lnTo>
                  <a:lnTo>
                    <a:pt x="1151" y="36"/>
                  </a:lnTo>
                  <a:lnTo>
                    <a:pt x="1196" y="45"/>
                  </a:lnTo>
                  <a:lnTo>
                    <a:pt x="1239" y="56"/>
                  </a:lnTo>
                  <a:lnTo>
                    <a:pt x="1283" y="68"/>
                  </a:lnTo>
                  <a:lnTo>
                    <a:pt x="1325" y="81"/>
                  </a:lnTo>
                  <a:lnTo>
                    <a:pt x="1367" y="96"/>
                  </a:lnTo>
                  <a:lnTo>
                    <a:pt x="1408" y="111"/>
                  </a:lnTo>
                  <a:lnTo>
                    <a:pt x="1408" y="111"/>
                  </a:lnTo>
                  <a:lnTo>
                    <a:pt x="1432" y="122"/>
                  </a:lnTo>
                  <a:lnTo>
                    <a:pt x="1454" y="132"/>
                  </a:lnTo>
                  <a:lnTo>
                    <a:pt x="1477" y="145"/>
                  </a:lnTo>
                  <a:lnTo>
                    <a:pt x="1497" y="160"/>
                  </a:lnTo>
                  <a:lnTo>
                    <a:pt x="1497" y="160"/>
                  </a:lnTo>
                  <a:lnTo>
                    <a:pt x="1516" y="176"/>
                  </a:lnTo>
                  <a:lnTo>
                    <a:pt x="1534" y="196"/>
                  </a:lnTo>
                  <a:lnTo>
                    <a:pt x="1552" y="215"/>
                  </a:lnTo>
                  <a:lnTo>
                    <a:pt x="1567" y="235"/>
                  </a:lnTo>
                  <a:lnTo>
                    <a:pt x="1567" y="235"/>
                  </a:lnTo>
                  <a:lnTo>
                    <a:pt x="1589" y="266"/>
                  </a:lnTo>
                  <a:lnTo>
                    <a:pt x="1611" y="297"/>
                  </a:lnTo>
                  <a:lnTo>
                    <a:pt x="1631" y="327"/>
                  </a:lnTo>
                  <a:lnTo>
                    <a:pt x="1652" y="359"/>
                  </a:lnTo>
                  <a:lnTo>
                    <a:pt x="1669" y="393"/>
                  </a:lnTo>
                  <a:lnTo>
                    <a:pt x="1689" y="424"/>
                  </a:lnTo>
                  <a:lnTo>
                    <a:pt x="1723" y="491"/>
                  </a:lnTo>
                  <a:lnTo>
                    <a:pt x="1723" y="491"/>
                  </a:lnTo>
                  <a:lnTo>
                    <a:pt x="1741" y="528"/>
                  </a:lnTo>
                  <a:lnTo>
                    <a:pt x="1759" y="566"/>
                  </a:lnTo>
                  <a:lnTo>
                    <a:pt x="1775" y="605"/>
                  </a:lnTo>
                  <a:lnTo>
                    <a:pt x="1791" y="643"/>
                  </a:lnTo>
                  <a:lnTo>
                    <a:pt x="1791" y="643"/>
                  </a:lnTo>
                  <a:lnTo>
                    <a:pt x="1805" y="679"/>
                  </a:lnTo>
                  <a:lnTo>
                    <a:pt x="1816" y="713"/>
                  </a:lnTo>
                  <a:lnTo>
                    <a:pt x="1829" y="749"/>
                  </a:lnTo>
                  <a:lnTo>
                    <a:pt x="1842" y="785"/>
                  </a:lnTo>
                  <a:lnTo>
                    <a:pt x="1842" y="785"/>
                  </a:lnTo>
                  <a:lnTo>
                    <a:pt x="1856" y="818"/>
                  </a:lnTo>
                  <a:lnTo>
                    <a:pt x="1871" y="850"/>
                  </a:lnTo>
                  <a:lnTo>
                    <a:pt x="1889" y="882"/>
                  </a:lnTo>
                  <a:lnTo>
                    <a:pt x="1908" y="914"/>
                  </a:lnTo>
                  <a:lnTo>
                    <a:pt x="1929" y="944"/>
                  </a:lnTo>
                  <a:lnTo>
                    <a:pt x="1949" y="974"/>
                  </a:lnTo>
                  <a:lnTo>
                    <a:pt x="1992" y="1032"/>
                  </a:lnTo>
                  <a:lnTo>
                    <a:pt x="1992" y="1032"/>
                  </a:lnTo>
                  <a:lnTo>
                    <a:pt x="2041" y="1092"/>
                  </a:lnTo>
                  <a:lnTo>
                    <a:pt x="2091" y="1151"/>
                  </a:lnTo>
                  <a:lnTo>
                    <a:pt x="2194" y="1266"/>
                  </a:lnTo>
                  <a:lnTo>
                    <a:pt x="2194" y="1266"/>
                  </a:lnTo>
                  <a:lnTo>
                    <a:pt x="2236" y="1313"/>
                  </a:lnTo>
                  <a:lnTo>
                    <a:pt x="2277" y="1362"/>
                  </a:lnTo>
                  <a:lnTo>
                    <a:pt x="2277" y="1362"/>
                  </a:lnTo>
                  <a:lnTo>
                    <a:pt x="2296" y="1383"/>
                  </a:lnTo>
                  <a:lnTo>
                    <a:pt x="2315" y="1404"/>
                  </a:lnTo>
                  <a:lnTo>
                    <a:pt x="2336" y="1424"/>
                  </a:lnTo>
                  <a:lnTo>
                    <a:pt x="2359" y="1442"/>
                  </a:lnTo>
                  <a:lnTo>
                    <a:pt x="2359" y="1442"/>
                  </a:lnTo>
                  <a:lnTo>
                    <a:pt x="2383" y="1459"/>
                  </a:lnTo>
                  <a:lnTo>
                    <a:pt x="2409" y="1475"/>
                  </a:lnTo>
                  <a:lnTo>
                    <a:pt x="2435" y="1491"/>
                  </a:lnTo>
                  <a:lnTo>
                    <a:pt x="2462" y="1505"/>
                  </a:lnTo>
                  <a:lnTo>
                    <a:pt x="2490" y="1517"/>
                  </a:lnTo>
                  <a:lnTo>
                    <a:pt x="2517" y="1530"/>
                  </a:lnTo>
                  <a:lnTo>
                    <a:pt x="2573" y="1552"/>
                  </a:lnTo>
                  <a:lnTo>
                    <a:pt x="2573" y="1552"/>
                  </a:lnTo>
                  <a:lnTo>
                    <a:pt x="2611" y="1566"/>
                  </a:lnTo>
                  <a:lnTo>
                    <a:pt x="2650" y="1579"/>
                  </a:lnTo>
                  <a:lnTo>
                    <a:pt x="2689" y="1590"/>
                  </a:lnTo>
                  <a:lnTo>
                    <a:pt x="2728" y="1601"/>
                  </a:lnTo>
                  <a:lnTo>
                    <a:pt x="2728" y="1601"/>
                  </a:lnTo>
                  <a:lnTo>
                    <a:pt x="2737" y="1602"/>
                  </a:lnTo>
                  <a:lnTo>
                    <a:pt x="2737" y="1602"/>
                  </a:lnTo>
                  <a:lnTo>
                    <a:pt x="2730" y="1594"/>
                  </a:lnTo>
                  <a:lnTo>
                    <a:pt x="2730" y="1594"/>
                  </a:lnTo>
                  <a:lnTo>
                    <a:pt x="2730" y="1863"/>
                  </a:lnTo>
                  <a:lnTo>
                    <a:pt x="2730" y="1863"/>
                  </a:lnTo>
                  <a:lnTo>
                    <a:pt x="2730" y="1902"/>
                  </a:lnTo>
                  <a:lnTo>
                    <a:pt x="2730" y="1902"/>
                  </a:lnTo>
                  <a:lnTo>
                    <a:pt x="2731" y="1905"/>
                  </a:lnTo>
                  <a:lnTo>
                    <a:pt x="2731" y="1907"/>
                  </a:lnTo>
                  <a:lnTo>
                    <a:pt x="2734" y="1909"/>
                  </a:lnTo>
                  <a:lnTo>
                    <a:pt x="2737" y="1910"/>
                  </a:lnTo>
                  <a:lnTo>
                    <a:pt x="2740" y="1909"/>
                  </a:lnTo>
                  <a:lnTo>
                    <a:pt x="2743" y="1907"/>
                  </a:lnTo>
                  <a:lnTo>
                    <a:pt x="2744" y="1906"/>
                  </a:lnTo>
                  <a:lnTo>
                    <a:pt x="2744" y="1906"/>
                  </a:lnTo>
                  <a:lnTo>
                    <a:pt x="2828" y="1791"/>
                  </a:lnTo>
                  <a:lnTo>
                    <a:pt x="2872" y="1735"/>
                  </a:lnTo>
                  <a:lnTo>
                    <a:pt x="2915" y="1679"/>
                  </a:lnTo>
                  <a:lnTo>
                    <a:pt x="2915" y="1679"/>
                  </a:lnTo>
                  <a:lnTo>
                    <a:pt x="2941" y="1649"/>
                  </a:lnTo>
                  <a:lnTo>
                    <a:pt x="2952" y="1635"/>
                  </a:lnTo>
                  <a:lnTo>
                    <a:pt x="2966" y="1622"/>
                  </a:lnTo>
                  <a:lnTo>
                    <a:pt x="2979" y="1610"/>
                  </a:lnTo>
                  <a:lnTo>
                    <a:pt x="2994" y="1598"/>
                  </a:lnTo>
                  <a:lnTo>
                    <a:pt x="3010" y="1588"/>
                  </a:lnTo>
                  <a:lnTo>
                    <a:pt x="3028" y="1579"/>
                  </a:lnTo>
                  <a:lnTo>
                    <a:pt x="3028" y="1579"/>
                  </a:lnTo>
                  <a:lnTo>
                    <a:pt x="3054" y="1569"/>
                  </a:lnTo>
                  <a:lnTo>
                    <a:pt x="3085" y="1560"/>
                  </a:lnTo>
                  <a:lnTo>
                    <a:pt x="3102" y="1556"/>
                  </a:lnTo>
                  <a:lnTo>
                    <a:pt x="3117" y="1553"/>
                  </a:lnTo>
                  <a:lnTo>
                    <a:pt x="3133" y="1552"/>
                  </a:lnTo>
                  <a:lnTo>
                    <a:pt x="3150" y="1551"/>
                  </a:lnTo>
                  <a:lnTo>
                    <a:pt x="3165" y="1552"/>
                  </a:lnTo>
                  <a:lnTo>
                    <a:pt x="3182" y="1553"/>
                  </a:lnTo>
                  <a:lnTo>
                    <a:pt x="3196" y="1557"/>
                  </a:lnTo>
                  <a:lnTo>
                    <a:pt x="3211" y="1562"/>
                  </a:lnTo>
                  <a:lnTo>
                    <a:pt x="3224" y="1569"/>
                  </a:lnTo>
                  <a:lnTo>
                    <a:pt x="3237" y="1576"/>
                  </a:lnTo>
                  <a:lnTo>
                    <a:pt x="3247" y="1588"/>
                  </a:lnTo>
                  <a:lnTo>
                    <a:pt x="3257" y="1601"/>
                  </a:lnTo>
                  <a:lnTo>
                    <a:pt x="3257" y="1601"/>
                  </a:lnTo>
                  <a:lnTo>
                    <a:pt x="3265" y="1613"/>
                  </a:lnTo>
                  <a:lnTo>
                    <a:pt x="3271" y="1627"/>
                  </a:lnTo>
                  <a:lnTo>
                    <a:pt x="3276" y="1641"/>
                  </a:lnTo>
                  <a:lnTo>
                    <a:pt x="3280" y="1656"/>
                  </a:lnTo>
                  <a:lnTo>
                    <a:pt x="3288" y="1686"/>
                  </a:lnTo>
                  <a:lnTo>
                    <a:pt x="3292" y="1717"/>
                  </a:lnTo>
                  <a:lnTo>
                    <a:pt x="3292" y="1717"/>
                  </a:lnTo>
                  <a:lnTo>
                    <a:pt x="3296" y="1744"/>
                  </a:lnTo>
                  <a:lnTo>
                    <a:pt x="3298" y="1772"/>
                  </a:lnTo>
                  <a:lnTo>
                    <a:pt x="3298" y="1799"/>
                  </a:lnTo>
                  <a:lnTo>
                    <a:pt x="3298" y="1813"/>
                  </a:lnTo>
                  <a:lnTo>
                    <a:pt x="3297" y="1827"/>
                  </a:lnTo>
                  <a:lnTo>
                    <a:pt x="3297" y="1827"/>
                  </a:lnTo>
                  <a:lnTo>
                    <a:pt x="3293" y="1852"/>
                  </a:lnTo>
                  <a:lnTo>
                    <a:pt x="3288" y="1878"/>
                  </a:lnTo>
                  <a:lnTo>
                    <a:pt x="3282" y="1904"/>
                  </a:lnTo>
                  <a:lnTo>
                    <a:pt x="3274" y="1928"/>
                  </a:lnTo>
                  <a:lnTo>
                    <a:pt x="3256" y="1978"/>
                  </a:lnTo>
                  <a:lnTo>
                    <a:pt x="3237" y="2025"/>
                  </a:lnTo>
                  <a:lnTo>
                    <a:pt x="3237" y="2025"/>
                  </a:lnTo>
                  <a:lnTo>
                    <a:pt x="3214" y="2080"/>
                  </a:lnTo>
                  <a:lnTo>
                    <a:pt x="3190" y="2135"/>
                  </a:lnTo>
                  <a:lnTo>
                    <a:pt x="3163" y="2189"/>
                  </a:lnTo>
                  <a:lnTo>
                    <a:pt x="3135" y="2241"/>
                  </a:lnTo>
                  <a:lnTo>
                    <a:pt x="3135" y="2241"/>
                  </a:lnTo>
                  <a:lnTo>
                    <a:pt x="3119" y="2268"/>
                  </a:lnTo>
                  <a:lnTo>
                    <a:pt x="3103" y="2295"/>
                  </a:lnTo>
                  <a:lnTo>
                    <a:pt x="3085" y="2322"/>
                  </a:lnTo>
                  <a:lnTo>
                    <a:pt x="3066" y="2347"/>
                  </a:lnTo>
                  <a:lnTo>
                    <a:pt x="3047" y="2371"/>
                  </a:lnTo>
                  <a:lnTo>
                    <a:pt x="3025" y="2396"/>
                  </a:lnTo>
                  <a:lnTo>
                    <a:pt x="3003" y="2417"/>
                  </a:lnTo>
                  <a:lnTo>
                    <a:pt x="2979" y="2439"/>
                  </a:lnTo>
                  <a:lnTo>
                    <a:pt x="2979" y="2439"/>
                  </a:lnTo>
                  <a:lnTo>
                    <a:pt x="2965" y="2451"/>
                  </a:lnTo>
                  <a:lnTo>
                    <a:pt x="2950" y="2461"/>
                  </a:lnTo>
                  <a:lnTo>
                    <a:pt x="2933" y="2471"/>
                  </a:lnTo>
                  <a:lnTo>
                    <a:pt x="2918" y="2481"/>
                  </a:lnTo>
                  <a:lnTo>
                    <a:pt x="2901" y="2489"/>
                  </a:lnTo>
                  <a:lnTo>
                    <a:pt x="2883" y="2497"/>
                  </a:lnTo>
                  <a:lnTo>
                    <a:pt x="2867" y="2504"/>
                  </a:lnTo>
                  <a:lnTo>
                    <a:pt x="2849" y="2509"/>
                  </a:lnTo>
                  <a:lnTo>
                    <a:pt x="2831" y="2515"/>
                  </a:lnTo>
                  <a:lnTo>
                    <a:pt x="2813" y="2518"/>
                  </a:lnTo>
                  <a:lnTo>
                    <a:pt x="2795" y="2521"/>
                  </a:lnTo>
                  <a:lnTo>
                    <a:pt x="2776" y="2522"/>
                  </a:lnTo>
                  <a:lnTo>
                    <a:pt x="2758" y="2522"/>
                  </a:lnTo>
                  <a:lnTo>
                    <a:pt x="2739" y="2521"/>
                  </a:lnTo>
                  <a:lnTo>
                    <a:pt x="2721" y="2518"/>
                  </a:lnTo>
                  <a:lnTo>
                    <a:pt x="2702" y="2513"/>
                  </a:lnTo>
                  <a:lnTo>
                    <a:pt x="2702" y="2513"/>
                  </a:lnTo>
                  <a:lnTo>
                    <a:pt x="2682" y="2507"/>
                  </a:lnTo>
                  <a:lnTo>
                    <a:pt x="2671" y="2503"/>
                  </a:lnTo>
                  <a:lnTo>
                    <a:pt x="2661" y="2498"/>
                  </a:lnTo>
                  <a:lnTo>
                    <a:pt x="2652" y="2492"/>
                  </a:lnTo>
                  <a:lnTo>
                    <a:pt x="2643" y="2485"/>
                  </a:lnTo>
                  <a:lnTo>
                    <a:pt x="2636" y="2478"/>
                  </a:lnTo>
                  <a:lnTo>
                    <a:pt x="2629" y="2469"/>
                  </a:lnTo>
                  <a:lnTo>
                    <a:pt x="2629" y="2469"/>
                  </a:lnTo>
                  <a:lnTo>
                    <a:pt x="2623" y="2458"/>
                  </a:lnTo>
                  <a:lnTo>
                    <a:pt x="2619" y="2448"/>
                  </a:lnTo>
                  <a:lnTo>
                    <a:pt x="2619" y="2448"/>
                  </a:lnTo>
                  <a:lnTo>
                    <a:pt x="2618" y="2440"/>
                  </a:lnTo>
                  <a:lnTo>
                    <a:pt x="2618" y="2440"/>
                  </a:lnTo>
                  <a:lnTo>
                    <a:pt x="2617" y="2438"/>
                  </a:lnTo>
                  <a:lnTo>
                    <a:pt x="2615" y="2435"/>
                  </a:lnTo>
                  <a:lnTo>
                    <a:pt x="2613" y="2434"/>
                  </a:lnTo>
                  <a:lnTo>
                    <a:pt x="2611" y="2434"/>
                  </a:lnTo>
                  <a:lnTo>
                    <a:pt x="2609" y="2434"/>
                  </a:lnTo>
                  <a:lnTo>
                    <a:pt x="2606" y="2434"/>
                  </a:lnTo>
                  <a:lnTo>
                    <a:pt x="2604" y="2437"/>
                  </a:lnTo>
                  <a:lnTo>
                    <a:pt x="2603" y="2439"/>
                  </a:lnTo>
                  <a:lnTo>
                    <a:pt x="2603" y="2439"/>
                  </a:lnTo>
                  <a:lnTo>
                    <a:pt x="2582" y="2490"/>
                  </a:lnTo>
                  <a:lnTo>
                    <a:pt x="2562" y="2541"/>
                  </a:lnTo>
                  <a:lnTo>
                    <a:pt x="2539" y="2590"/>
                  </a:lnTo>
                  <a:lnTo>
                    <a:pt x="2513" y="2640"/>
                  </a:lnTo>
                  <a:lnTo>
                    <a:pt x="2513" y="2640"/>
                  </a:lnTo>
                  <a:lnTo>
                    <a:pt x="2493" y="2678"/>
                  </a:lnTo>
                  <a:lnTo>
                    <a:pt x="2472" y="2715"/>
                  </a:lnTo>
                  <a:lnTo>
                    <a:pt x="2449" y="2751"/>
                  </a:lnTo>
                  <a:lnTo>
                    <a:pt x="2425" y="2787"/>
                  </a:lnTo>
                  <a:lnTo>
                    <a:pt x="2400" y="2821"/>
                  </a:lnTo>
                  <a:lnTo>
                    <a:pt x="2373" y="2855"/>
                  </a:lnTo>
                  <a:lnTo>
                    <a:pt x="2343" y="2887"/>
                  </a:lnTo>
                  <a:lnTo>
                    <a:pt x="2328" y="2902"/>
                  </a:lnTo>
                  <a:lnTo>
                    <a:pt x="2313" y="2916"/>
                  </a:lnTo>
                  <a:lnTo>
                    <a:pt x="2313" y="2916"/>
                  </a:lnTo>
                  <a:lnTo>
                    <a:pt x="2278" y="2944"/>
                  </a:lnTo>
                  <a:lnTo>
                    <a:pt x="2244" y="2972"/>
                  </a:lnTo>
                  <a:lnTo>
                    <a:pt x="2209" y="2999"/>
                  </a:lnTo>
                  <a:lnTo>
                    <a:pt x="2174" y="3025"/>
                  </a:lnTo>
                  <a:lnTo>
                    <a:pt x="2102" y="3076"/>
                  </a:lnTo>
                  <a:lnTo>
                    <a:pt x="2029" y="3126"/>
                  </a:lnTo>
                  <a:lnTo>
                    <a:pt x="2029" y="3126"/>
                  </a:lnTo>
                  <a:lnTo>
                    <a:pt x="1944" y="3182"/>
                  </a:lnTo>
                  <a:lnTo>
                    <a:pt x="1858" y="3237"/>
                  </a:lnTo>
                  <a:lnTo>
                    <a:pt x="1772" y="3292"/>
                  </a:lnTo>
                  <a:lnTo>
                    <a:pt x="1684" y="3344"/>
                  </a:lnTo>
                  <a:lnTo>
                    <a:pt x="1684" y="3344"/>
                  </a:lnTo>
                  <a:lnTo>
                    <a:pt x="1640" y="3369"/>
                  </a:lnTo>
                  <a:lnTo>
                    <a:pt x="1597" y="3390"/>
                  </a:lnTo>
                  <a:lnTo>
                    <a:pt x="1552" y="3411"/>
                  </a:lnTo>
                  <a:lnTo>
                    <a:pt x="1507" y="3429"/>
                  </a:lnTo>
                  <a:lnTo>
                    <a:pt x="1460" y="3445"/>
                  </a:lnTo>
                  <a:lnTo>
                    <a:pt x="1414" y="3461"/>
                  </a:lnTo>
                  <a:lnTo>
                    <a:pt x="1367" y="3473"/>
                  </a:lnTo>
                  <a:lnTo>
                    <a:pt x="1318" y="3485"/>
                  </a:lnTo>
                  <a:lnTo>
                    <a:pt x="1271" y="3495"/>
                  </a:lnTo>
                  <a:lnTo>
                    <a:pt x="1223" y="3503"/>
                  </a:lnTo>
                  <a:lnTo>
                    <a:pt x="1174" y="3509"/>
                  </a:lnTo>
                  <a:lnTo>
                    <a:pt x="1124" y="3514"/>
                  </a:lnTo>
                  <a:lnTo>
                    <a:pt x="1076" y="3518"/>
                  </a:lnTo>
                  <a:lnTo>
                    <a:pt x="1027" y="3519"/>
                  </a:lnTo>
                  <a:lnTo>
                    <a:pt x="978" y="3519"/>
                  </a:lnTo>
                  <a:lnTo>
                    <a:pt x="929" y="3518"/>
                  </a:lnTo>
                  <a:lnTo>
                    <a:pt x="929" y="3518"/>
                  </a:lnTo>
                  <a:lnTo>
                    <a:pt x="890" y="3517"/>
                  </a:lnTo>
                  <a:lnTo>
                    <a:pt x="851" y="3512"/>
                  </a:lnTo>
                  <a:lnTo>
                    <a:pt x="832" y="3509"/>
                  </a:lnTo>
                  <a:lnTo>
                    <a:pt x="812" y="3505"/>
                  </a:lnTo>
                  <a:lnTo>
                    <a:pt x="794" y="3500"/>
                  </a:lnTo>
                  <a:lnTo>
                    <a:pt x="775" y="3494"/>
                  </a:lnTo>
                  <a:lnTo>
                    <a:pt x="775" y="3494"/>
                  </a:lnTo>
                  <a:lnTo>
                    <a:pt x="758" y="3487"/>
                  </a:lnTo>
                  <a:lnTo>
                    <a:pt x="743" y="3481"/>
                  </a:lnTo>
                  <a:lnTo>
                    <a:pt x="728" y="3472"/>
                  </a:lnTo>
                  <a:lnTo>
                    <a:pt x="712" y="3463"/>
                  </a:lnTo>
                  <a:lnTo>
                    <a:pt x="684" y="3444"/>
                  </a:lnTo>
                  <a:lnTo>
                    <a:pt x="656" y="3422"/>
                  </a:lnTo>
                  <a:lnTo>
                    <a:pt x="656" y="3422"/>
                  </a:lnTo>
                  <a:lnTo>
                    <a:pt x="622" y="3390"/>
                  </a:lnTo>
                  <a:lnTo>
                    <a:pt x="588" y="3358"/>
                  </a:lnTo>
                  <a:lnTo>
                    <a:pt x="523" y="3293"/>
                  </a:lnTo>
                  <a:lnTo>
                    <a:pt x="523" y="3293"/>
                  </a:lnTo>
                  <a:lnTo>
                    <a:pt x="493" y="3262"/>
                  </a:lnTo>
                  <a:lnTo>
                    <a:pt x="463" y="3233"/>
                  </a:lnTo>
                  <a:lnTo>
                    <a:pt x="435" y="3201"/>
                  </a:lnTo>
                  <a:lnTo>
                    <a:pt x="421" y="3184"/>
                  </a:lnTo>
                  <a:lnTo>
                    <a:pt x="407" y="3168"/>
                  </a:lnTo>
                  <a:lnTo>
                    <a:pt x="407" y="3168"/>
                  </a:lnTo>
                  <a:lnTo>
                    <a:pt x="383" y="3135"/>
                  </a:lnTo>
                  <a:lnTo>
                    <a:pt x="360" y="3099"/>
                  </a:lnTo>
                  <a:lnTo>
                    <a:pt x="338" y="3064"/>
                  </a:lnTo>
                  <a:lnTo>
                    <a:pt x="317" y="3027"/>
                  </a:lnTo>
                  <a:lnTo>
                    <a:pt x="296" y="2991"/>
                  </a:lnTo>
                  <a:lnTo>
                    <a:pt x="276" y="2954"/>
                  </a:lnTo>
                  <a:lnTo>
                    <a:pt x="239" y="2879"/>
                  </a:lnTo>
                  <a:lnTo>
                    <a:pt x="239" y="2879"/>
                  </a:lnTo>
                  <a:lnTo>
                    <a:pt x="204" y="2809"/>
                  </a:lnTo>
                  <a:lnTo>
                    <a:pt x="172" y="2736"/>
                  </a:lnTo>
                  <a:lnTo>
                    <a:pt x="142" y="2663"/>
                  </a:lnTo>
                  <a:lnTo>
                    <a:pt x="114" y="2590"/>
                  </a:lnTo>
                  <a:lnTo>
                    <a:pt x="114" y="2590"/>
                  </a:lnTo>
                  <a:lnTo>
                    <a:pt x="97" y="2549"/>
                  </a:lnTo>
                  <a:lnTo>
                    <a:pt x="82" y="2508"/>
                  </a:lnTo>
                  <a:lnTo>
                    <a:pt x="75" y="2488"/>
                  </a:lnTo>
                  <a:lnTo>
                    <a:pt x="69" y="2466"/>
                  </a:lnTo>
                  <a:lnTo>
                    <a:pt x="64" y="2446"/>
                  </a:lnTo>
                  <a:lnTo>
                    <a:pt x="60" y="2424"/>
                  </a:lnTo>
                  <a:lnTo>
                    <a:pt x="60" y="2424"/>
                  </a:lnTo>
                  <a:lnTo>
                    <a:pt x="55" y="2388"/>
                  </a:lnTo>
                  <a:lnTo>
                    <a:pt x="51" y="2351"/>
                  </a:lnTo>
                  <a:lnTo>
                    <a:pt x="45" y="2279"/>
                  </a:lnTo>
                  <a:lnTo>
                    <a:pt x="41" y="2207"/>
                  </a:lnTo>
                  <a:lnTo>
                    <a:pt x="38" y="2134"/>
                  </a:lnTo>
                  <a:lnTo>
                    <a:pt x="38" y="2134"/>
                  </a:lnTo>
                  <a:lnTo>
                    <a:pt x="31" y="2001"/>
                  </a:lnTo>
                  <a:lnTo>
                    <a:pt x="27" y="1934"/>
                  </a:lnTo>
                  <a:lnTo>
                    <a:pt x="22" y="1868"/>
                  </a:lnTo>
                  <a:lnTo>
                    <a:pt x="22" y="1868"/>
                  </a:lnTo>
                  <a:lnTo>
                    <a:pt x="19" y="1832"/>
                  </a:lnTo>
                  <a:lnTo>
                    <a:pt x="18" y="1796"/>
                  </a:lnTo>
                  <a:lnTo>
                    <a:pt x="15" y="1725"/>
                  </a:lnTo>
                  <a:lnTo>
                    <a:pt x="15" y="1653"/>
                  </a:lnTo>
                  <a:lnTo>
                    <a:pt x="15" y="1583"/>
                  </a:lnTo>
                  <a:lnTo>
                    <a:pt x="15" y="1583"/>
                  </a:lnTo>
                  <a:lnTo>
                    <a:pt x="17" y="1414"/>
                  </a:lnTo>
                  <a:lnTo>
                    <a:pt x="20" y="1246"/>
                  </a:lnTo>
                  <a:lnTo>
                    <a:pt x="20" y="1246"/>
                  </a:lnTo>
                  <a:lnTo>
                    <a:pt x="24" y="1157"/>
                  </a:lnTo>
                  <a:lnTo>
                    <a:pt x="31" y="1066"/>
                  </a:lnTo>
                  <a:lnTo>
                    <a:pt x="34" y="1021"/>
                  </a:lnTo>
                  <a:lnTo>
                    <a:pt x="40" y="977"/>
                  </a:lnTo>
                  <a:lnTo>
                    <a:pt x="46" y="932"/>
                  </a:lnTo>
                  <a:lnTo>
                    <a:pt x="54" y="887"/>
                  </a:lnTo>
                  <a:lnTo>
                    <a:pt x="54" y="887"/>
                  </a:lnTo>
                  <a:lnTo>
                    <a:pt x="64" y="836"/>
                  </a:lnTo>
                  <a:lnTo>
                    <a:pt x="75" y="785"/>
                  </a:lnTo>
                  <a:lnTo>
                    <a:pt x="88" y="735"/>
                  </a:lnTo>
                  <a:lnTo>
                    <a:pt x="103" y="685"/>
                  </a:lnTo>
                  <a:lnTo>
                    <a:pt x="121" y="637"/>
                  </a:lnTo>
                  <a:lnTo>
                    <a:pt x="131" y="612"/>
                  </a:lnTo>
                  <a:lnTo>
                    <a:pt x="142" y="588"/>
                  </a:lnTo>
                  <a:lnTo>
                    <a:pt x="153" y="565"/>
                  </a:lnTo>
                  <a:lnTo>
                    <a:pt x="166" y="542"/>
                  </a:lnTo>
                  <a:lnTo>
                    <a:pt x="179" y="520"/>
                  </a:lnTo>
                  <a:lnTo>
                    <a:pt x="193" y="497"/>
                  </a:lnTo>
                  <a:lnTo>
                    <a:pt x="193" y="497"/>
                  </a:lnTo>
                  <a:lnTo>
                    <a:pt x="221" y="456"/>
                  </a:lnTo>
                  <a:lnTo>
                    <a:pt x="251" y="417"/>
                  </a:lnTo>
                  <a:lnTo>
                    <a:pt x="283" y="378"/>
                  </a:lnTo>
                  <a:lnTo>
                    <a:pt x="317" y="341"/>
                  </a:lnTo>
                  <a:lnTo>
                    <a:pt x="352" y="306"/>
                  </a:lnTo>
                  <a:lnTo>
                    <a:pt x="388" y="271"/>
                  </a:lnTo>
                  <a:lnTo>
                    <a:pt x="425" y="237"/>
                  </a:lnTo>
                  <a:lnTo>
                    <a:pt x="462" y="205"/>
                  </a:lnTo>
                  <a:lnTo>
                    <a:pt x="462" y="205"/>
                  </a:lnTo>
                  <a:lnTo>
                    <a:pt x="495" y="176"/>
                  </a:lnTo>
                  <a:lnTo>
                    <a:pt x="528" y="150"/>
                  </a:lnTo>
                  <a:lnTo>
                    <a:pt x="562" y="124"/>
                  </a:lnTo>
                  <a:lnTo>
                    <a:pt x="596" y="99"/>
                  </a:lnTo>
                  <a:lnTo>
                    <a:pt x="596" y="99"/>
                  </a:lnTo>
                  <a:lnTo>
                    <a:pt x="611" y="90"/>
                  </a:lnTo>
                  <a:lnTo>
                    <a:pt x="627" y="79"/>
                  </a:lnTo>
                  <a:lnTo>
                    <a:pt x="642" y="72"/>
                  </a:lnTo>
                  <a:lnTo>
                    <a:pt x="657" y="64"/>
                  </a:lnTo>
                  <a:lnTo>
                    <a:pt x="673" y="58"/>
                  </a:lnTo>
                  <a:lnTo>
                    <a:pt x="689" y="51"/>
                  </a:lnTo>
                  <a:lnTo>
                    <a:pt x="706" y="45"/>
                  </a:lnTo>
                  <a:lnTo>
                    <a:pt x="724" y="41"/>
                  </a:lnTo>
                  <a:lnTo>
                    <a:pt x="724" y="41"/>
                  </a:lnTo>
                  <a:lnTo>
                    <a:pt x="759" y="33"/>
                  </a:lnTo>
                  <a:lnTo>
                    <a:pt x="795" y="27"/>
                  </a:lnTo>
                  <a:lnTo>
                    <a:pt x="831" y="22"/>
                  </a:lnTo>
                  <a:lnTo>
                    <a:pt x="868" y="19"/>
                  </a:lnTo>
                  <a:lnTo>
                    <a:pt x="904" y="17"/>
                  </a:lnTo>
                  <a:lnTo>
                    <a:pt x="941" y="17"/>
                  </a:lnTo>
                  <a:lnTo>
                    <a:pt x="976" y="17"/>
                  </a:lnTo>
                  <a:lnTo>
                    <a:pt x="1013" y="17"/>
                  </a:lnTo>
                  <a:lnTo>
                    <a:pt x="1013" y="17"/>
                  </a:lnTo>
                  <a:lnTo>
                    <a:pt x="1040" y="18"/>
                  </a:lnTo>
                  <a:lnTo>
                    <a:pt x="1067" y="19"/>
                  </a:lnTo>
                  <a:lnTo>
                    <a:pt x="1067" y="19"/>
                  </a:lnTo>
                  <a:lnTo>
                    <a:pt x="1070" y="19"/>
                  </a:lnTo>
                  <a:lnTo>
                    <a:pt x="1072" y="18"/>
                  </a:lnTo>
                  <a:lnTo>
                    <a:pt x="1073" y="15"/>
                  </a:lnTo>
                  <a:lnTo>
                    <a:pt x="1073" y="13"/>
                  </a:lnTo>
                  <a:lnTo>
                    <a:pt x="1073" y="9"/>
                  </a:lnTo>
                  <a:lnTo>
                    <a:pt x="1072" y="6"/>
                  </a:lnTo>
                  <a:lnTo>
                    <a:pt x="1070" y="5"/>
                  </a:lnTo>
                  <a:lnTo>
                    <a:pt x="1067" y="4"/>
                  </a:lnTo>
                  <a:lnTo>
                    <a:pt x="106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1" name="Freeform 121">
              <a:extLst>
                <a:ext uri="{FF2B5EF4-FFF2-40B4-BE49-F238E27FC236}">
                  <a16:creationId xmlns:a16="http://schemas.microsoft.com/office/drawing/2014/main" id="{A1F0117B-B2A7-55A5-194A-E7277B87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277"/>
              <a:ext cx="1237" cy="2037"/>
            </a:xfrm>
            <a:custGeom>
              <a:avLst/>
              <a:gdLst>
                <a:gd name="T0" fmla="*/ 2725 w 3711"/>
                <a:gd name="T1" fmla="*/ 481 h 6110"/>
                <a:gd name="T2" fmla="*/ 2425 w 3711"/>
                <a:gd name="T3" fmla="*/ 926 h 6110"/>
                <a:gd name="T4" fmla="*/ 2121 w 3711"/>
                <a:gd name="T5" fmla="*/ 1242 h 6110"/>
                <a:gd name="T6" fmla="*/ 2051 w 3711"/>
                <a:gd name="T7" fmla="*/ 1380 h 6110"/>
                <a:gd name="T8" fmla="*/ 1822 w 3711"/>
                <a:gd name="T9" fmla="*/ 1025 h 6110"/>
                <a:gd name="T10" fmla="*/ 1472 w 3711"/>
                <a:gd name="T11" fmla="*/ 427 h 6110"/>
                <a:gd name="T12" fmla="*/ 1266 w 3711"/>
                <a:gd name="T13" fmla="*/ 145 h 6110"/>
                <a:gd name="T14" fmla="*/ 995 w 3711"/>
                <a:gd name="T15" fmla="*/ 579 h 6110"/>
                <a:gd name="T16" fmla="*/ 740 w 3711"/>
                <a:gd name="T17" fmla="*/ 793 h 6110"/>
                <a:gd name="T18" fmla="*/ 389 w 3711"/>
                <a:gd name="T19" fmla="*/ 972 h 6110"/>
                <a:gd name="T20" fmla="*/ 139 w 3711"/>
                <a:gd name="T21" fmla="*/ 1031 h 6110"/>
                <a:gd name="T22" fmla="*/ 8 w 3711"/>
                <a:gd name="T23" fmla="*/ 1024 h 6110"/>
                <a:gd name="T24" fmla="*/ 93 w 3711"/>
                <a:gd name="T25" fmla="*/ 1211 h 6110"/>
                <a:gd name="T26" fmla="*/ 384 w 3711"/>
                <a:gd name="T27" fmla="*/ 1909 h 6110"/>
                <a:gd name="T28" fmla="*/ 722 w 3711"/>
                <a:gd name="T29" fmla="*/ 2786 h 6110"/>
                <a:gd name="T30" fmla="*/ 1100 w 3711"/>
                <a:gd name="T31" fmla="*/ 3459 h 6110"/>
                <a:gd name="T32" fmla="*/ 1420 w 3711"/>
                <a:gd name="T33" fmla="*/ 3865 h 6110"/>
                <a:gd name="T34" fmla="*/ 1710 w 3711"/>
                <a:gd name="T35" fmla="*/ 4078 h 6110"/>
                <a:gd name="T36" fmla="*/ 1979 w 3711"/>
                <a:gd name="T37" fmla="*/ 4125 h 6110"/>
                <a:gd name="T38" fmla="*/ 2201 w 3711"/>
                <a:gd name="T39" fmla="*/ 4061 h 6110"/>
                <a:gd name="T40" fmla="*/ 2649 w 3711"/>
                <a:gd name="T41" fmla="*/ 3791 h 6110"/>
                <a:gd name="T42" fmla="*/ 3176 w 3711"/>
                <a:gd name="T43" fmla="*/ 3360 h 6110"/>
                <a:gd name="T44" fmla="*/ 3599 w 3711"/>
                <a:gd name="T45" fmla="*/ 2919 h 6110"/>
                <a:gd name="T46" fmla="*/ 3695 w 3711"/>
                <a:gd name="T47" fmla="*/ 2717 h 6110"/>
                <a:gd name="T48" fmla="*/ 3670 w 3711"/>
                <a:gd name="T49" fmla="*/ 3745 h 6110"/>
                <a:gd name="T50" fmla="*/ 3617 w 3711"/>
                <a:gd name="T51" fmla="*/ 4203 h 6110"/>
                <a:gd name="T52" fmla="*/ 3456 w 3711"/>
                <a:gd name="T53" fmla="*/ 5613 h 6110"/>
                <a:gd name="T54" fmla="*/ 3409 w 3711"/>
                <a:gd name="T55" fmla="*/ 6096 h 6110"/>
                <a:gd name="T56" fmla="*/ 3423 w 3711"/>
                <a:gd name="T57" fmla="*/ 6106 h 6110"/>
                <a:gd name="T58" fmla="*/ 3590 w 3711"/>
                <a:gd name="T59" fmla="*/ 4520 h 6110"/>
                <a:gd name="T60" fmla="*/ 3682 w 3711"/>
                <a:gd name="T61" fmla="*/ 3783 h 6110"/>
                <a:gd name="T62" fmla="*/ 3710 w 3711"/>
                <a:gd name="T63" fmla="*/ 2729 h 6110"/>
                <a:gd name="T64" fmla="*/ 3698 w 3711"/>
                <a:gd name="T65" fmla="*/ 2711 h 6110"/>
                <a:gd name="T66" fmla="*/ 3570 w 3711"/>
                <a:gd name="T67" fmla="*/ 2938 h 6110"/>
                <a:gd name="T68" fmla="*/ 3171 w 3711"/>
                <a:gd name="T69" fmla="*/ 3344 h 6110"/>
                <a:gd name="T70" fmla="*/ 2643 w 3711"/>
                <a:gd name="T71" fmla="*/ 3777 h 6110"/>
                <a:gd name="T72" fmla="*/ 2204 w 3711"/>
                <a:gd name="T73" fmla="*/ 4043 h 6110"/>
                <a:gd name="T74" fmla="*/ 1961 w 3711"/>
                <a:gd name="T75" fmla="*/ 4109 h 6110"/>
                <a:gd name="T76" fmla="*/ 1721 w 3711"/>
                <a:gd name="T77" fmla="*/ 4066 h 6110"/>
                <a:gd name="T78" fmla="*/ 1429 w 3711"/>
                <a:gd name="T79" fmla="*/ 3851 h 6110"/>
                <a:gd name="T80" fmla="*/ 1155 w 3711"/>
                <a:gd name="T81" fmla="*/ 3507 h 6110"/>
                <a:gd name="T82" fmla="*/ 797 w 3711"/>
                <a:gd name="T83" fmla="*/ 2912 h 6110"/>
                <a:gd name="T84" fmla="*/ 450 w 3711"/>
                <a:gd name="T85" fmla="*/ 2054 h 6110"/>
                <a:gd name="T86" fmla="*/ 146 w 3711"/>
                <a:gd name="T87" fmla="*/ 1286 h 6110"/>
                <a:gd name="T88" fmla="*/ 19 w 3711"/>
                <a:gd name="T89" fmla="*/ 1043 h 6110"/>
                <a:gd name="T90" fmla="*/ 248 w 3711"/>
                <a:gd name="T91" fmla="*/ 1031 h 6110"/>
                <a:gd name="T92" fmla="*/ 594 w 3711"/>
                <a:gd name="T93" fmla="*/ 896 h 6110"/>
                <a:gd name="T94" fmla="*/ 939 w 3711"/>
                <a:gd name="T95" fmla="*/ 660 h 6110"/>
                <a:gd name="T96" fmla="*/ 1164 w 3711"/>
                <a:gd name="T97" fmla="*/ 365 h 6110"/>
                <a:gd name="T98" fmla="*/ 1359 w 3711"/>
                <a:gd name="T99" fmla="*/ 286 h 6110"/>
                <a:gd name="T100" fmla="*/ 1752 w 3711"/>
                <a:gd name="T101" fmla="*/ 921 h 6110"/>
                <a:gd name="T102" fmla="*/ 2043 w 3711"/>
                <a:gd name="T103" fmla="*/ 1489 h 6110"/>
                <a:gd name="T104" fmla="*/ 2063 w 3711"/>
                <a:gd name="T105" fmla="*/ 1392 h 6110"/>
                <a:gd name="T106" fmla="*/ 2152 w 3711"/>
                <a:gd name="T107" fmla="*/ 1227 h 6110"/>
                <a:gd name="T108" fmla="*/ 2427 w 3711"/>
                <a:gd name="T109" fmla="*/ 948 h 6110"/>
                <a:gd name="T110" fmla="*/ 2660 w 3711"/>
                <a:gd name="T111" fmla="*/ 621 h 6110"/>
                <a:gd name="T112" fmla="*/ 3048 w 3711"/>
                <a:gd name="T113" fmla="*/ 11 h 6110"/>
                <a:gd name="T114" fmla="*/ 3035 w 3711"/>
                <a:gd name="T115" fmla="*/ 3 h 6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11" h="6110">
                  <a:moveTo>
                    <a:pt x="3035" y="3"/>
                  </a:moveTo>
                  <a:lnTo>
                    <a:pt x="3035" y="3"/>
                  </a:lnTo>
                  <a:lnTo>
                    <a:pt x="2971" y="98"/>
                  </a:lnTo>
                  <a:lnTo>
                    <a:pt x="2907" y="193"/>
                  </a:lnTo>
                  <a:lnTo>
                    <a:pt x="2843" y="288"/>
                  </a:lnTo>
                  <a:lnTo>
                    <a:pt x="2813" y="336"/>
                  </a:lnTo>
                  <a:lnTo>
                    <a:pt x="2782" y="384"/>
                  </a:lnTo>
                  <a:lnTo>
                    <a:pt x="2782" y="384"/>
                  </a:lnTo>
                  <a:lnTo>
                    <a:pt x="2725" y="481"/>
                  </a:lnTo>
                  <a:lnTo>
                    <a:pt x="2667" y="579"/>
                  </a:lnTo>
                  <a:lnTo>
                    <a:pt x="2610" y="676"/>
                  </a:lnTo>
                  <a:lnTo>
                    <a:pt x="2550" y="772"/>
                  </a:lnTo>
                  <a:lnTo>
                    <a:pt x="2550" y="772"/>
                  </a:lnTo>
                  <a:lnTo>
                    <a:pt x="2528" y="805"/>
                  </a:lnTo>
                  <a:lnTo>
                    <a:pt x="2504" y="837"/>
                  </a:lnTo>
                  <a:lnTo>
                    <a:pt x="2478" y="868"/>
                  </a:lnTo>
                  <a:lnTo>
                    <a:pt x="2453" y="897"/>
                  </a:lnTo>
                  <a:lnTo>
                    <a:pt x="2425" y="926"/>
                  </a:lnTo>
                  <a:lnTo>
                    <a:pt x="2397" y="954"/>
                  </a:lnTo>
                  <a:lnTo>
                    <a:pt x="2339" y="1009"/>
                  </a:lnTo>
                  <a:lnTo>
                    <a:pt x="2282" y="1064"/>
                  </a:lnTo>
                  <a:lnTo>
                    <a:pt x="2252" y="1093"/>
                  </a:lnTo>
                  <a:lnTo>
                    <a:pt x="2224" y="1121"/>
                  </a:lnTo>
                  <a:lnTo>
                    <a:pt x="2197" y="1149"/>
                  </a:lnTo>
                  <a:lnTo>
                    <a:pt x="2171" y="1179"/>
                  </a:lnTo>
                  <a:lnTo>
                    <a:pt x="2145" y="1210"/>
                  </a:lnTo>
                  <a:lnTo>
                    <a:pt x="2121" y="1242"/>
                  </a:lnTo>
                  <a:lnTo>
                    <a:pt x="2121" y="1242"/>
                  </a:lnTo>
                  <a:lnTo>
                    <a:pt x="2099" y="1274"/>
                  </a:lnTo>
                  <a:lnTo>
                    <a:pt x="2089" y="1291"/>
                  </a:lnTo>
                  <a:lnTo>
                    <a:pt x="2080" y="1309"/>
                  </a:lnTo>
                  <a:lnTo>
                    <a:pt x="2071" y="1325"/>
                  </a:lnTo>
                  <a:lnTo>
                    <a:pt x="2063" y="1343"/>
                  </a:lnTo>
                  <a:lnTo>
                    <a:pt x="2057" y="1362"/>
                  </a:lnTo>
                  <a:lnTo>
                    <a:pt x="2051" y="1380"/>
                  </a:lnTo>
                  <a:lnTo>
                    <a:pt x="2051" y="1380"/>
                  </a:lnTo>
                  <a:lnTo>
                    <a:pt x="2046" y="1406"/>
                  </a:lnTo>
                  <a:lnTo>
                    <a:pt x="2042" y="1430"/>
                  </a:lnTo>
                  <a:lnTo>
                    <a:pt x="2037" y="1481"/>
                  </a:lnTo>
                  <a:lnTo>
                    <a:pt x="2037" y="1481"/>
                  </a:lnTo>
                  <a:lnTo>
                    <a:pt x="2051" y="1477"/>
                  </a:lnTo>
                  <a:lnTo>
                    <a:pt x="2051" y="1477"/>
                  </a:lnTo>
                  <a:lnTo>
                    <a:pt x="1937" y="1251"/>
                  </a:lnTo>
                  <a:lnTo>
                    <a:pt x="1822" y="1025"/>
                  </a:lnTo>
                  <a:lnTo>
                    <a:pt x="1822" y="1025"/>
                  </a:lnTo>
                  <a:lnTo>
                    <a:pt x="1742" y="870"/>
                  </a:lnTo>
                  <a:lnTo>
                    <a:pt x="1700" y="793"/>
                  </a:lnTo>
                  <a:lnTo>
                    <a:pt x="1658" y="717"/>
                  </a:lnTo>
                  <a:lnTo>
                    <a:pt x="1658" y="717"/>
                  </a:lnTo>
                  <a:lnTo>
                    <a:pt x="1636" y="680"/>
                  </a:lnTo>
                  <a:lnTo>
                    <a:pt x="1614" y="643"/>
                  </a:lnTo>
                  <a:lnTo>
                    <a:pt x="1568" y="570"/>
                  </a:lnTo>
                  <a:lnTo>
                    <a:pt x="1520" y="497"/>
                  </a:lnTo>
                  <a:lnTo>
                    <a:pt x="1472" y="427"/>
                  </a:lnTo>
                  <a:lnTo>
                    <a:pt x="1472" y="427"/>
                  </a:lnTo>
                  <a:lnTo>
                    <a:pt x="1375" y="286"/>
                  </a:lnTo>
                  <a:lnTo>
                    <a:pt x="1278" y="145"/>
                  </a:lnTo>
                  <a:lnTo>
                    <a:pt x="1278" y="145"/>
                  </a:lnTo>
                  <a:lnTo>
                    <a:pt x="1276" y="143"/>
                  </a:lnTo>
                  <a:lnTo>
                    <a:pt x="1272" y="141"/>
                  </a:lnTo>
                  <a:lnTo>
                    <a:pt x="1268" y="143"/>
                  </a:lnTo>
                  <a:lnTo>
                    <a:pt x="1266" y="145"/>
                  </a:lnTo>
                  <a:lnTo>
                    <a:pt x="1266" y="145"/>
                  </a:lnTo>
                  <a:lnTo>
                    <a:pt x="1236" y="207"/>
                  </a:lnTo>
                  <a:lnTo>
                    <a:pt x="1204" y="267"/>
                  </a:lnTo>
                  <a:lnTo>
                    <a:pt x="1171" y="327"/>
                  </a:lnTo>
                  <a:lnTo>
                    <a:pt x="1136" y="386"/>
                  </a:lnTo>
                  <a:lnTo>
                    <a:pt x="1097" y="443"/>
                  </a:lnTo>
                  <a:lnTo>
                    <a:pt x="1058" y="499"/>
                  </a:lnTo>
                  <a:lnTo>
                    <a:pt x="1037" y="526"/>
                  </a:lnTo>
                  <a:lnTo>
                    <a:pt x="1017" y="553"/>
                  </a:lnTo>
                  <a:lnTo>
                    <a:pt x="995" y="579"/>
                  </a:lnTo>
                  <a:lnTo>
                    <a:pt x="972" y="604"/>
                  </a:lnTo>
                  <a:lnTo>
                    <a:pt x="972" y="604"/>
                  </a:lnTo>
                  <a:lnTo>
                    <a:pt x="956" y="622"/>
                  </a:lnTo>
                  <a:lnTo>
                    <a:pt x="938" y="640"/>
                  </a:lnTo>
                  <a:lnTo>
                    <a:pt x="901" y="675"/>
                  </a:lnTo>
                  <a:lnTo>
                    <a:pt x="862" y="706"/>
                  </a:lnTo>
                  <a:lnTo>
                    <a:pt x="823" y="737"/>
                  </a:lnTo>
                  <a:lnTo>
                    <a:pt x="782" y="767"/>
                  </a:lnTo>
                  <a:lnTo>
                    <a:pt x="740" y="793"/>
                  </a:lnTo>
                  <a:lnTo>
                    <a:pt x="696" y="820"/>
                  </a:lnTo>
                  <a:lnTo>
                    <a:pt x="654" y="846"/>
                  </a:lnTo>
                  <a:lnTo>
                    <a:pt x="654" y="846"/>
                  </a:lnTo>
                  <a:lnTo>
                    <a:pt x="611" y="869"/>
                  </a:lnTo>
                  <a:lnTo>
                    <a:pt x="568" y="892"/>
                  </a:lnTo>
                  <a:lnTo>
                    <a:pt x="524" y="915"/>
                  </a:lnTo>
                  <a:lnTo>
                    <a:pt x="479" y="935"/>
                  </a:lnTo>
                  <a:lnTo>
                    <a:pt x="435" y="954"/>
                  </a:lnTo>
                  <a:lnTo>
                    <a:pt x="389" y="972"/>
                  </a:lnTo>
                  <a:lnTo>
                    <a:pt x="343" y="989"/>
                  </a:lnTo>
                  <a:lnTo>
                    <a:pt x="296" y="1003"/>
                  </a:lnTo>
                  <a:lnTo>
                    <a:pt x="296" y="1003"/>
                  </a:lnTo>
                  <a:lnTo>
                    <a:pt x="270" y="1011"/>
                  </a:lnTo>
                  <a:lnTo>
                    <a:pt x="245" y="1016"/>
                  </a:lnTo>
                  <a:lnTo>
                    <a:pt x="218" y="1021"/>
                  </a:lnTo>
                  <a:lnTo>
                    <a:pt x="191" y="1025"/>
                  </a:lnTo>
                  <a:lnTo>
                    <a:pt x="165" y="1029"/>
                  </a:lnTo>
                  <a:lnTo>
                    <a:pt x="139" y="1031"/>
                  </a:lnTo>
                  <a:lnTo>
                    <a:pt x="112" y="1032"/>
                  </a:lnTo>
                  <a:lnTo>
                    <a:pt x="85" y="1032"/>
                  </a:lnTo>
                  <a:lnTo>
                    <a:pt x="85" y="1032"/>
                  </a:lnTo>
                  <a:lnTo>
                    <a:pt x="66" y="1032"/>
                  </a:lnTo>
                  <a:lnTo>
                    <a:pt x="47" y="1031"/>
                  </a:lnTo>
                  <a:lnTo>
                    <a:pt x="26" y="1029"/>
                  </a:lnTo>
                  <a:lnTo>
                    <a:pt x="17" y="1026"/>
                  </a:lnTo>
                  <a:lnTo>
                    <a:pt x="8" y="1024"/>
                  </a:lnTo>
                  <a:lnTo>
                    <a:pt x="8" y="1024"/>
                  </a:lnTo>
                  <a:lnTo>
                    <a:pt x="6" y="1022"/>
                  </a:lnTo>
                  <a:lnTo>
                    <a:pt x="3" y="1024"/>
                  </a:lnTo>
                  <a:lnTo>
                    <a:pt x="1" y="1026"/>
                  </a:lnTo>
                  <a:lnTo>
                    <a:pt x="0" y="1030"/>
                  </a:lnTo>
                  <a:lnTo>
                    <a:pt x="0" y="1035"/>
                  </a:lnTo>
                  <a:lnTo>
                    <a:pt x="0" y="1035"/>
                  </a:lnTo>
                  <a:lnTo>
                    <a:pt x="31" y="1093"/>
                  </a:lnTo>
                  <a:lnTo>
                    <a:pt x="62" y="1153"/>
                  </a:lnTo>
                  <a:lnTo>
                    <a:pt x="93" y="1211"/>
                  </a:lnTo>
                  <a:lnTo>
                    <a:pt x="122" y="1272"/>
                  </a:lnTo>
                  <a:lnTo>
                    <a:pt x="151" y="1332"/>
                  </a:lnTo>
                  <a:lnTo>
                    <a:pt x="179" y="1393"/>
                  </a:lnTo>
                  <a:lnTo>
                    <a:pt x="233" y="1514"/>
                  </a:lnTo>
                  <a:lnTo>
                    <a:pt x="233" y="1514"/>
                  </a:lnTo>
                  <a:lnTo>
                    <a:pt x="273" y="1613"/>
                  </a:lnTo>
                  <a:lnTo>
                    <a:pt x="311" y="1711"/>
                  </a:lnTo>
                  <a:lnTo>
                    <a:pt x="348" y="1810"/>
                  </a:lnTo>
                  <a:lnTo>
                    <a:pt x="384" y="1909"/>
                  </a:lnTo>
                  <a:lnTo>
                    <a:pt x="454" y="2109"/>
                  </a:lnTo>
                  <a:lnTo>
                    <a:pt x="490" y="2209"/>
                  </a:lnTo>
                  <a:lnTo>
                    <a:pt x="525" y="2307"/>
                  </a:lnTo>
                  <a:lnTo>
                    <a:pt x="525" y="2307"/>
                  </a:lnTo>
                  <a:lnTo>
                    <a:pt x="562" y="2404"/>
                  </a:lnTo>
                  <a:lnTo>
                    <a:pt x="601" y="2500"/>
                  </a:lnTo>
                  <a:lnTo>
                    <a:pt x="639" y="2596"/>
                  </a:lnTo>
                  <a:lnTo>
                    <a:pt x="680" y="2692"/>
                  </a:lnTo>
                  <a:lnTo>
                    <a:pt x="722" y="2786"/>
                  </a:lnTo>
                  <a:lnTo>
                    <a:pt x="765" y="2881"/>
                  </a:lnTo>
                  <a:lnTo>
                    <a:pt x="811" y="2973"/>
                  </a:lnTo>
                  <a:lnTo>
                    <a:pt x="859" y="3065"/>
                  </a:lnTo>
                  <a:lnTo>
                    <a:pt x="859" y="3065"/>
                  </a:lnTo>
                  <a:lnTo>
                    <a:pt x="903" y="3147"/>
                  </a:lnTo>
                  <a:lnTo>
                    <a:pt x="949" y="3226"/>
                  </a:lnTo>
                  <a:lnTo>
                    <a:pt x="998" y="3304"/>
                  </a:lnTo>
                  <a:lnTo>
                    <a:pt x="1049" y="3382"/>
                  </a:lnTo>
                  <a:lnTo>
                    <a:pt x="1100" y="3459"/>
                  </a:lnTo>
                  <a:lnTo>
                    <a:pt x="1153" y="3533"/>
                  </a:lnTo>
                  <a:lnTo>
                    <a:pt x="1208" y="3608"/>
                  </a:lnTo>
                  <a:lnTo>
                    <a:pt x="1264" y="3681"/>
                  </a:lnTo>
                  <a:lnTo>
                    <a:pt x="1264" y="3681"/>
                  </a:lnTo>
                  <a:lnTo>
                    <a:pt x="1314" y="3744"/>
                  </a:lnTo>
                  <a:lnTo>
                    <a:pt x="1340" y="3775"/>
                  </a:lnTo>
                  <a:lnTo>
                    <a:pt x="1365" y="3805"/>
                  </a:lnTo>
                  <a:lnTo>
                    <a:pt x="1392" y="3836"/>
                  </a:lnTo>
                  <a:lnTo>
                    <a:pt x="1420" y="3865"/>
                  </a:lnTo>
                  <a:lnTo>
                    <a:pt x="1448" y="3893"/>
                  </a:lnTo>
                  <a:lnTo>
                    <a:pt x="1478" y="3922"/>
                  </a:lnTo>
                  <a:lnTo>
                    <a:pt x="1508" y="3948"/>
                  </a:lnTo>
                  <a:lnTo>
                    <a:pt x="1539" y="3974"/>
                  </a:lnTo>
                  <a:lnTo>
                    <a:pt x="1571" y="3998"/>
                  </a:lnTo>
                  <a:lnTo>
                    <a:pt x="1604" y="4020"/>
                  </a:lnTo>
                  <a:lnTo>
                    <a:pt x="1638" y="4040"/>
                  </a:lnTo>
                  <a:lnTo>
                    <a:pt x="1674" y="4060"/>
                  </a:lnTo>
                  <a:lnTo>
                    <a:pt x="1710" y="4078"/>
                  </a:lnTo>
                  <a:lnTo>
                    <a:pt x="1747" y="4092"/>
                  </a:lnTo>
                  <a:lnTo>
                    <a:pt x="1747" y="4092"/>
                  </a:lnTo>
                  <a:lnTo>
                    <a:pt x="1779" y="4103"/>
                  </a:lnTo>
                  <a:lnTo>
                    <a:pt x="1812" y="4111"/>
                  </a:lnTo>
                  <a:lnTo>
                    <a:pt x="1845" y="4118"/>
                  </a:lnTo>
                  <a:lnTo>
                    <a:pt x="1878" y="4124"/>
                  </a:lnTo>
                  <a:lnTo>
                    <a:pt x="1912" y="4126"/>
                  </a:lnTo>
                  <a:lnTo>
                    <a:pt x="1946" y="4126"/>
                  </a:lnTo>
                  <a:lnTo>
                    <a:pt x="1979" y="4125"/>
                  </a:lnTo>
                  <a:lnTo>
                    <a:pt x="2014" y="4120"/>
                  </a:lnTo>
                  <a:lnTo>
                    <a:pt x="2014" y="4120"/>
                  </a:lnTo>
                  <a:lnTo>
                    <a:pt x="2038" y="4116"/>
                  </a:lnTo>
                  <a:lnTo>
                    <a:pt x="2062" y="4111"/>
                  </a:lnTo>
                  <a:lnTo>
                    <a:pt x="2085" y="4104"/>
                  </a:lnTo>
                  <a:lnTo>
                    <a:pt x="2109" y="4097"/>
                  </a:lnTo>
                  <a:lnTo>
                    <a:pt x="2155" y="4080"/>
                  </a:lnTo>
                  <a:lnTo>
                    <a:pt x="2201" y="4061"/>
                  </a:lnTo>
                  <a:lnTo>
                    <a:pt x="2201" y="4061"/>
                  </a:lnTo>
                  <a:lnTo>
                    <a:pt x="2261" y="4033"/>
                  </a:lnTo>
                  <a:lnTo>
                    <a:pt x="2319" y="4003"/>
                  </a:lnTo>
                  <a:lnTo>
                    <a:pt x="2376" y="3971"/>
                  </a:lnTo>
                  <a:lnTo>
                    <a:pt x="2432" y="3938"/>
                  </a:lnTo>
                  <a:lnTo>
                    <a:pt x="2488" y="3902"/>
                  </a:lnTo>
                  <a:lnTo>
                    <a:pt x="2542" y="3867"/>
                  </a:lnTo>
                  <a:lnTo>
                    <a:pt x="2596" y="3830"/>
                  </a:lnTo>
                  <a:lnTo>
                    <a:pt x="2649" y="3791"/>
                  </a:lnTo>
                  <a:lnTo>
                    <a:pt x="2649" y="3791"/>
                  </a:lnTo>
                  <a:lnTo>
                    <a:pt x="2707" y="3749"/>
                  </a:lnTo>
                  <a:lnTo>
                    <a:pt x="2763" y="3707"/>
                  </a:lnTo>
                  <a:lnTo>
                    <a:pt x="2819" y="3663"/>
                  </a:lnTo>
                  <a:lnTo>
                    <a:pt x="2874" y="3619"/>
                  </a:lnTo>
                  <a:lnTo>
                    <a:pt x="2929" y="3574"/>
                  </a:lnTo>
                  <a:lnTo>
                    <a:pt x="2982" y="3529"/>
                  </a:lnTo>
                  <a:lnTo>
                    <a:pt x="3090" y="3437"/>
                  </a:lnTo>
                  <a:lnTo>
                    <a:pt x="3090" y="3437"/>
                  </a:lnTo>
                  <a:lnTo>
                    <a:pt x="3176" y="3360"/>
                  </a:lnTo>
                  <a:lnTo>
                    <a:pt x="3261" y="3284"/>
                  </a:lnTo>
                  <a:lnTo>
                    <a:pt x="3344" y="3206"/>
                  </a:lnTo>
                  <a:lnTo>
                    <a:pt x="3425" y="3125"/>
                  </a:lnTo>
                  <a:lnTo>
                    <a:pt x="3425" y="3125"/>
                  </a:lnTo>
                  <a:lnTo>
                    <a:pt x="3464" y="3087"/>
                  </a:lnTo>
                  <a:lnTo>
                    <a:pt x="3499" y="3046"/>
                  </a:lnTo>
                  <a:lnTo>
                    <a:pt x="3535" y="3005"/>
                  </a:lnTo>
                  <a:lnTo>
                    <a:pt x="3568" y="2963"/>
                  </a:lnTo>
                  <a:lnTo>
                    <a:pt x="3599" y="2919"/>
                  </a:lnTo>
                  <a:lnTo>
                    <a:pt x="3628" y="2875"/>
                  </a:lnTo>
                  <a:lnTo>
                    <a:pt x="3656" y="2829"/>
                  </a:lnTo>
                  <a:lnTo>
                    <a:pt x="3682" y="2780"/>
                  </a:lnTo>
                  <a:lnTo>
                    <a:pt x="3682" y="2780"/>
                  </a:lnTo>
                  <a:lnTo>
                    <a:pt x="3697" y="2749"/>
                  </a:lnTo>
                  <a:lnTo>
                    <a:pt x="3710" y="2719"/>
                  </a:lnTo>
                  <a:lnTo>
                    <a:pt x="3710" y="2719"/>
                  </a:lnTo>
                  <a:lnTo>
                    <a:pt x="3695" y="2717"/>
                  </a:lnTo>
                  <a:lnTo>
                    <a:pt x="3695" y="2717"/>
                  </a:lnTo>
                  <a:lnTo>
                    <a:pt x="3695" y="2858"/>
                  </a:lnTo>
                  <a:lnTo>
                    <a:pt x="3693" y="2999"/>
                  </a:lnTo>
                  <a:lnTo>
                    <a:pt x="3692" y="3140"/>
                  </a:lnTo>
                  <a:lnTo>
                    <a:pt x="3690" y="3281"/>
                  </a:lnTo>
                  <a:lnTo>
                    <a:pt x="3690" y="3281"/>
                  </a:lnTo>
                  <a:lnTo>
                    <a:pt x="3686" y="3397"/>
                  </a:lnTo>
                  <a:lnTo>
                    <a:pt x="3682" y="3514"/>
                  </a:lnTo>
                  <a:lnTo>
                    <a:pt x="3677" y="3629"/>
                  </a:lnTo>
                  <a:lnTo>
                    <a:pt x="3670" y="3745"/>
                  </a:lnTo>
                  <a:lnTo>
                    <a:pt x="3670" y="3745"/>
                  </a:lnTo>
                  <a:lnTo>
                    <a:pt x="3664" y="3840"/>
                  </a:lnTo>
                  <a:lnTo>
                    <a:pt x="3656" y="3934"/>
                  </a:lnTo>
                  <a:lnTo>
                    <a:pt x="3651" y="3982"/>
                  </a:lnTo>
                  <a:lnTo>
                    <a:pt x="3645" y="4029"/>
                  </a:lnTo>
                  <a:lnTo>
                    <a:pt x="3638" y="4075"/>
                  </a:lnTo>
                  <a:lnTo>
                    <a:pt x="3631" y="4122"/>
                  </a:lnTo>
                  <a:lnTo>
                    <a:pt x="3631" y="4122"/>
                  </a:lnTo>
                  <a:lnTo>
                    <a:pt x="3617" y="4203"/>
                  </a:lnTo>
                  <a:lnTo>
                    <a:pt x="3604" y="4283"/>
                  </a:lnTo>
                  <a:lnTo>
                    <a:pt x="3594" y="4364"/>
                  </a:lnTo>
                  <a:lnTo>
                    <a:pt x="3584" y="4444"/>
                  </a:lnTo>
                  <a:lnTo>
                    <a:pt x="3564" y="4607"/>
                  </a:lnTo>
                  <a:lnTo>
                    <a:pt x="3547" y="4769"/>
                  </a:lnTo>
                  <a:lnTo>
                    <a:pt x="3547" y="4769"/>
                  </a:lnTo>
                  <a:lnTo>
                    <a:pt x="3522" y="4980"/>
                  </a:lnTo>
                  <a:lnTo>
                    <a:pt x="3499" y="5191"/>
                  </a:lnTo>
                  <a:lnTo>
                    <a:pt x="3456" y="5613"/>
                  </a:lnTo>
                  <a:lnTo>
                    <a:pt x="3456" y="5613"/>
                  </a:lnTo>
                  <a:lnTo>
                    <a:pt x="3425" y="5934"/>
                  </a:lnTo>
                  <a:lnTo>
                    <a:pt x="3425" y="5934"/>
                  </a:lnTo>
                  <a:lnTo>
                    <a:pt x="3420" y="5973"/>
                  </a:lnTo>
                  <a:lnTo>
                    <a:pt x="3415" y="6014"/>
                  </a:lnTo>
                  <a:lnTo>
                    <a:pt x="3411" y="6055"/>
                  </a:lnTo>
                  <a:lnTo>
                    <a:pt x="3410" y="6076"/>
                  </a:lnTo>
                  <a:lnTo>
                    <a:pt x="3409" y="6096"/>
                  </a:lnTo>
                  <a:lnTo>
                    <a:pt x="3409" y="6096"/>
                  </a:lnTo>
                  <a:lnTo>
                    <a:pt x="3409" y="6104"/>
                  </a:lnTo>
                  <a:lnTo>
                    <a:pt x="3409" y="6104"/>
                  </a:lnTo>
                  <a:lnTo>
                    <a:pt x="3409" y="6106"/>
                  </a:lnTo>
                  <a:lnTo>
                    <a:pt x="3410" y="6109"/>
                  </a:lnTo>
                  <a:lnTo>
                    <a:pt x="3413" y="6110"/>
                  </a:lnTo>
                  <a:lnTo>
                    <a:pt x="3415" y="6110"/>
                  </a:lnTo>
                  <a:lnTo>
                    <a:pt x="3418" y="6110"/>
                  </a:lnTo>
                  <a:lnTo>
                    <a:pt x="3420" y="6109"/>
                  </a:lnTo>
                  <a:lnTo>
                    <a:pt x="3423" y="6106"/>
                  </a:lnTo>
                  <a:lnTo>
                    <a:pt x="3424" y="6104"/>
                  </a:lnTo>
                  <a:lnTo>
                    <a:pt x="3424" y="6104"/>
                  </a:lnTo>
                  <a:lnTo>
                    <a:pt x="3462" y="5702"/>
                  </a:lnTo>
                  <a:lnTo>
                    <a:pt x="3462" y="5702"/>
                  </a:lnTo>
                  <a:lnTo>
                    <a:pt x="3506" y="5287"/>
                  </a:lnTo>
                  <a:lnTo>
                    <a:pt x="3549" y="4873"/>
                  </a:lnTo>
                  <a:lnTo>
                    <a:pt x="3549" y="4873"/>
                  </a:lnTo>
                  <a:lnTo>
                    <a:pt x="3570" y="4696"/>
                  </a:lnTo>
                  <a:lnTo>
                    <a:pt x="3590" y="4520"/>
                  </a:lnTo>
                  <a:lnTo>
                    <a:pt x="3600" y="4433"/>
                  </a:lnTo>
                  <a:lnTo>
                    <a:pt x="3612" y="4345"/>
                  </a:lnTo>
                  <a:lnTo>
                    <a:pt x="3624" y="4256"/>
                  </a:lnTo>
                  <a:lnTo>
                    <a:pt x="3638" y="4170"/>
                  </a:lnTo>
                  <a:lnTo>
                    <a:pt x="3638" y="4170"/>
                  </a:lnTo>
                  <a:lnTo>
                    <a:pt x="3653" y="4072"/>
                  </a:lnTo>
                  <a:lnTo>
                    <a:pt x="3664" y="3977"/>
                  </a:lnTo>
                  <a:lnTo>
                    <a:pt x="3674" y="3879"/>
                  </a:lnTo>
                  <a:lnTo>
                    <a:pt x="3682" y="3783"/>
                  </a:lnTo>
                  <a:lnTo>
                    <a:pt x="3688" y="3686"/>
                  </a:lnTo>
                  <a:lnTo>
                    <a:pt x="3695" y="3589"/>
                  </a:lnTo>
                  <a:lnTo>
                    <a:pt x="3698" y="3492"/>
                  </a:lnTo>
                  <a:lnTo>
                    <a:pt x="3701" y="3394"/>
                  </a:lnTo>
                  <a:lnTo>
                    <a:pt x="3701" y="3394"/>
                  </a:lnTo>
                  <a:lnTo>
                    <a:pt x="3706" y="3227"/>
                  </a:lnTo>
                  <a:lnTo>
                    <a:pt x="3709" y="3061"/>
                  </a:lnTo>
                  <a:lnTo>
                    <a:pt x="3711" y="2895"/>
                  </a:lnTo>
                  <a:lnTo>
                    <a:pt x="3710" y="2729"/>
                  </a:lnTo>
                  <a:lnTo>
                    <a:pt x="3710" y="2729"/>
                  </a:lnTo>
                  <a:lnTo>
                    <a:pt x="3710" y="2717"/>
                  </a:lnTo>
                  <a:lnTo>
                    <a:pt x="3710" y="2717"/>
                  </a:lnTo>
                  <a:lnTo>
                    <a:pt x="3710" y="2714"/>
                  </a:lnTo>
                  <a:lnTo>
                    <a:pt x="3709" y="2711"/>
                  </a:lnTo>
                  <a:lnTo>
                    <a:pt x="3706" y="2710"/>
                  </a:lnTo>
                  <a:lnTo>
                    <a:pt x="3704" y="2710"/>
                  </a:lnTo>
                  <a:lnTo>
                    <a:pt x="3701" y="2710"/>
                  </a:lnTo>
                  <a:lnTo>
                    <a:pt x="3698" y="2711"/>
                  </a:lnTo>
                  <a:lnTo>
                    <a:pt x="3696" y="2712"/>
                  </a:lnTo>
                  <a:lnTo>
                    <a:pt x="3695" y="2715"/>
                  </a:lnTo>
                  <a:lnTo>
                    <a:pt x="3695" y="2715"/>
                  </a:lnTo>
                  <a:lnTo>
                    <a:pt x="3686" y="2739"/>
                  </a:lnTo>
                  <a:lnTo>
                    <a:pt x="3674" y="2762"/>
                  </a:lnTo>
                  <a:lnTo>
                    <a:pt x="3651" y="2808"/>
                  </a:lnTo>
                  <a:lnTo>
                    <a:pt x="3626" y="2853"/>
                  </a:lnTo>
                  <a:lnTo>
                    <a:pt x="3599" y="2896"/>
                  </a:lnTo>
                  <a:lnTo>
                    <a:pt x="3570" y="2938"/>
                  </a:lnTo>
                  <a:lnTo>
                    <a:pt x="3538" y="2979"/>
                  </a:lnTo>
                  <a:lnTo>
                    <a:pt x="3504" y="3019"/>
                  </a:lnTo>
                  <a:lnTo>
                    <a:pt x="3470" y="3059"/>
                  </a:lnTo>
                  <a:lnTo>
                    <a:pt x="3436" y="3096"/>
                  </a:lnTo>
                  <a:lnTo>
                    <a:pt x="3399" y="3133"/>
                  </a:lnTo>
                  <a:lnTo>
                    <a:pt x="3362" y="3170"/>
                  </a:lnTo>
                  <a:lnTo>
                    <a:pt x="3323" y="3206"/>
                  </a:lnTo>
                  <a:lnTo>
                    <a:pt x="3248" y="3276"/>
                  </a:lnTo>
                  <a:lnTo>
                    <a:pt x="3171" y="3344"/>
                  </a:lnTo>
                  <a:lnTo>
                    <a:pt x="3171" y="3344"/>
                  </a:lnTo>
                  <a:lnTo>
                    <a:pt x="3069" y="3436"/>
                  </a:lnTo>
                  <a:lnTo>
                    <a:pt x="2965" y="3525"/>
                  </a:lnTo>
                  <a:lnTo>
                    <a:pt x="2859" y="3612"/>
                  </a:lnTo>
                  <a:lnTo>
                    <a:pt x="2804" y="3654"/>
                  </a:lnTo>
                  <a:lnTo>
                    <a:pt x="2750" y="3697"/>
                  </a:lnTo>
                  <a:lnTo>
                    <a:pt x="2750" y="3697"/>
                  </a:lnTo>
                  <a:lnTo>
                    <a:pt x="2697" y="3737"/>
                  </a:lnTo>
                  <a:lnTo>
                    <a:pt x="2643" y="3777"/>
                  </a:lnTo>
                  <a:lnTo>
                    <a:pt x="2588" y="3817"/>
                  </a:lnTo>
                  <a:lnTo>
                    <a:pt x="2533" y="3854"/>
                  </a:lnTo>
                  <a:lnTo>
                    <a:pt x="2477" y="3891"/>
                  </a:lnTo>
                  <a:lnTo>
                    <a:pt x="2421" y="3927"/>
                  </a:lnTo>
                  <a:lnTo>
                    <a:pt x="2363" y="3961"/>
                  </a:lnTo>
                  <a:lnTo>
                    <a:pt x="2305" y="3993"/>
                  </a:lnTo>
                  <a:lnTo>
                    <a:pt x="2305" y="3993"/>
                  </a:lnTo>
                  <a:lnTo>
                    <a:pt x="2255" y="4019"/>
                  </a:lnTo>
                  <a:lnTo>
                    <a:pt x="2204" y="4043"/>
                  </a:lnTo>
                  <a:lnTo>
                    <a:pt x="2177" y="4055"/>
                  </a:lnTo>
                  <a:lnTo>
                    <a:pt x="2152" y="4065"/>
                  </a:lnTo>
                  <a:lnTo>
                    <a:pt x="2125" y="4075"/>
                  </a:lnTo>
                  <a:lnTo>
                    <a:pt x="2098" y="4084"/>
                  </a:lnTo>
                  <a:lnTo>
                    <a:pt x="2071" y="4092"/>
                  </a:lnTo>
                  <a:lnTo>
                    <a:pt x="2044" y="4098"/>
                  </a:lnTo>
                  <a:lnTo>
                    <a:pt x="2017" y="4103"/>
                  </a:lnTo>
                  <a:lnTo>
                    <a:pt x="1989" y="4107"/>
                  </a:lnTo>
                  <a:lnTo>
                    <a:pt x="1961" y="4109"/>
                  </a:lnTo>
                  <a:lnTo>
                    <a:pt x="1935" y="4111"/>
                  </a:lnTo>
                  <a:lnTo>
                    <a:pt x="1905" y="4109"/>
                  </a:lnTo>
                  <a:lnTo>
                    <a:pt x="1877" y="4107"/>
                  </a:lnTo>
                  <a:lnTo>
                    <a:pt x="1877" y="4107"/>
                  </a:lnTo>
                  <a:lnTo>
                    <a:pt x="1857" y="4104"/>
                  </a:lnTo>
                  <a:lnTo>
                    <a:pt x="1836" y="4101"/>
                  </a:lnTo>
                  <a:lnTo>
                    <a:pt x="1797" y="4092"/>
                  </a:lnTo>
                  <a:lnTo>
                    <a:pt x="1758" y="4080"/>
                  </a:lnTo>
                  <a:lnTo>
                    <a:pt x="1721" y="4066"/>
                  </a:lnTo>
                  <a:lnTo>
                    <a:pt x="1686" y="4048"/>
                  </a:lnTo>
                  <a:lnTo>
                    <a:pt x="1650" y="4030"/>
                  </a:lnTo>
                  <a:lnTo>
                    <a:pt x="1615" y="4008"/>
                  </a:lnTo>
                  <a:lnTo>
                    <a:pt x="1582" y="3985"/>
                  </a:lnTo>
                  <a:lnTo>
                    <a:pt x="1549" y="3961"/>
                  </a:lnTo>
                  <a:lnTo>
                    <a:pt x="1518" y="3936"/>
                  </a:lnTo>
                  <a:lnTo>
                    <a:pt x="1488" y="3909"/>
                  </a:lnTo>
                  <a:lnTo>
                    <a:pt x="1458" y="3881"/>
                  </a:lnTo>
                  <a:lnTo>
                    <a:pt x="1429" y="3851"/>
                  </a:lnTo>
                  <a:lnTo>
                    <a:pt x="1402" y="3822"/>
                  </a:lnTo>
                  <a:lnTo>
                    <a:pt x="1375" y="3792"/>
                  </a:lnTo>
                  <a:lnTo>
                    <a:pt x="1349" y="3762"/>
                  </a:lnTo>
                  <a:lnTo>
                    <a:pt x="1349" y="3762"/>
                  </a:lnTo>
                  <a:lnTo>
                    <a:pt x="1298" y="3700"/>
                  </a:lnTo>
                  <a:lnTo>
                    <a:pt x="1249" y="3636"/>
                  </a:lnTo>
                  <a:lnTo>
                    <a:pt x="1202" y="3571"/>
                  </a:lnTo>
                  <a:lnTo>
                    <a:pt x="1155" y="3507"/>
                  </a:lnTo>
                  <a:lnTo>
                    <a:pt x="1155" y="3507"/>
                  </a:lnTo>
                  <a:lnTo>
                    <a:pt x="1098" y="3428"/>
                  </a:lnTo>
                  <a:lnTo>
                    <a:pt x="1045" y="3349"/>
                  </a:lnTo>
                  <a:lnTo>
                    <a:pt x="993" y="3268"/>
                  </a:lnTo>
                  <a:lnTo>
                    <a:pt x="967" y="3227"/>
                  </a:lnTo>
                  <a:lnTo>
                    <a:pt x="943" y="3186"/>
                  </a:lnTo>
                  <a:lnTo>
                    <a:pt x="943" y="3186"/>
                  </a:lnTo>
                  <a:lnTo>
                    <a:pt x="892" y="3096"/>
                  </a:lnTo>
                  <a:lnTo>
                    <a:pt x="843" y="3005"/>
                  </a:lnTo>
                  <a:lnTo>
                    <a:pt x="797" y="2912"/>
                  </a:lnTo>
                  <a:lnTo>
                    <a:pt x="753" y="2818"/>
                  </a:lnTo>
                  <a:lnTo>
                    <a:pt x="710" y="2724"/>
                  </a:lnTo>
                  <a:lnTo>
                    <a:pt x="670" y="2629"/>
                  </a:lnTo>
                  <a:lnTo>
                    <a:pt x="630" y="2533"/>
                  </a:lnTo>
                  <a:lnTo>
                    <a:pt x="592" y="2437"/>
                  </a:lnTo>
                  <a:lnTo>
                    <a:pt x="592" y="2437"/>
                  </a:lnTo>
                  <a:lnTo>
                    <a:pt x="555" y="2342"/>
                  </a:lnTo>
                  <a:lnTo>
                    <a:pt x="519" y="2246"/>
                  </a:lnTo>
                  <a:lnTo>
                    <a:pt x="450" y="2054"/>
                  </a:lnTo>
                  <a:lnTo>
                    <a:pt x="382" y="1861"/>
                  </a:lnTo>
                  <a:lnTo>
                    <a:pt x="347" y="1765"/>
                  </a:lnTo>
                  <a:lnTo>
                    <a:pt x="311" y="1669"/>
                  </a:lnTo>
                  <a:lnTo>
                    <a:pt x="311" y="1669"/>
                  </a:lnTo>
                  <a:lnTo>
                    <a:pt x="282" y="1591"/>
                  </a:lnTo>
                  <a:lnTo>
                    <a:pt x="250" y="1514"/>
                  </a:lnTo>
                  <a:lnTo>
                    <a:pt x="217" y="1438"/>
                  </a:lnTo>
                  <a:lnTo>
                    <a:pt x="182" y="1361"/>
                  </a:lnTo>
                  <a:lnTo>
                    <a:pt x="146" y="1286"/>
                  </a:lnTo>
                  <a:lnTo>
                    <a:pt x="109" y="1211"/>
                  </a:lnTo>
                  <a:lnTo>
                    <a:pt x="71" y="1136"/>
                  </a:lnTo>
                  <a:lnTo>
                    <a:pt x="33" y="1063"/>
                  </a:lnTo>
                  <a:lnTo>
                    <a:pt x="33" y="1063"/>
                  </a:lnTo>
                  <a:lnTo>
                    <a:pt x="14" y="1027"/>
                  </a:lnTo>
                  <a:lnTo>
                    <a:pt x="14" y="1027"/>
                  </a:lnTo>
                  <a:lnTo>
                    <a:pt x="5" y="1038"/>
                  </a:lnTo>
                  <a:lnTo>
                    <a:pt x="5" y="1038"/>
                  </a:lnTo>
                  <a:lnTo>
                    <a:pt x="19" y="1043"/>
                  </a:lnTo>
                  <a:lnTo>
                    <a:pt x="33" y="1045"/>
                  </a:lnTo>
                  <a:lnTo>
                    <a:pt x="62" y="1048"/>
                  </a:lnTo>
                  <a:lnTo>
                    <a:pt x="62" y="1048"/>
                  </a:lnTo>
                  <a:lnTo>
                    <a:pt x="85" y="1048"/>
                  </a:lnTo>
                  <a:lnTo>
                    <a:pt x="109" y="1048"/>
                  </a:lnTo>
                  <a:lnTo>
                    <a:pt x="132" y="1047"/>
                  </a:lnTo>
                  <a:lnTo>
                    <a:pt x="155" y="1045"/>
                  </a:lnTo>
                  <a:lnTo>
                    <a:pt x="202" y="1039"/>
                  </a:lnTo>
                  <a:lnTo>
                    <a:pt x="248" y="1031"/>
                  </a:lnTo>
                  <a:lnTo>
                    <a:pt x="248" y="1031"/>
                  </a:lnTo>
                  <a:lnTo>
                    <a:pt x="293" y="1020"/>
                  </a:lnTo>
                  <a:lnTo>
                    <a:pt x="338" y="1007"/>
                  </a:lnTo>
                  <a:lnTo>
                    <a:pt x="382" y="993"/>
                  </a:lnTo>
                  <a:lnTo>
                    <a:pt x="426" y="975"/>
                  </a:lnTo>
                  <a:lnTo>
                    <a:pt x="469" y="957"/>
                  </a:lnTo>
                  <a:lnTo>
                    <a:pt x="511" y="938"/>
                  </a:lnTo>
                  <a:lnTo>
                    <a:pt x="553" y="916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40" y="871"/>
                  </a:lnTo>
                  <a:lnTo>
                    <a:pt x="685" y="846"/>
                  </a:lnTo>
                  <a:lnTo>
                    <a:pt x="731" y="818"/>
                  </a:lnTo>
                  <a:lnTo>
                    <a:pt x="774" y="790"/>
                  </a:lnTo>
                  <a:lnTo>
                    <a:pt x="818" y="760"/>
                  </a:lnTo>
                  <a:lnTo>
                    <a:pt x="860" y="728"/>
                  </a:lnTo>
                  <a:lnTo>
                    <a:pt x="901" y="695"/>
                  </a:lnTo>
                  <a:lnTo>
                    <a:pt x="939" y="660"/>
                  </a:lnTo>
                  <a:lnTo>
                    <a:pt x="939" y="660"/>
                  </a:lnTo>
                  <a:lnTo>
                    <a:pt x="972" y="627"/>
                  </a:lnTo>
                  <a:lnTo>
                    <a:pt x="1003" y="593"/>
                  </a:lnTo>
                  <a:lnTo>
                    <a:pt x="1032" y="557"/>
                  </a:lnTo>
                  <a:lnTo>
                    <a:pt x="1061" y="520"/>
                  </a:lnTo>
                  <a:lnTo>
                    <a:pt x="1088" y="483"/>
                  </a:lnTo>
                  <a:lnTo>
                    <a:pt x="1114" y="443"/>
                  </a:lnTo>
                  <a:lnTo>
                    <a:pt x="1139" y="404"/>
                  </a:lnTo>
                  <a:lnTo>
                    <a:pt x="1164" y="365"/>
                  </a:lnTo>
                  <a:lnTo>
                    <a:pt x="1164" y="365"/>
                  </a:lnTo>
                  <a:lnTo>
                    <a:pt x="1194" y="313"/>
                  </a:lnTo>
                  <a:lnTo>
                    <a:pt x="1224" y="260"/>
                  </a:lnTo>
                  <a:lnTo>
                    <a:pt x="1252" y="208"/>
                  </a:lnTo>
                  <a:lnTo>
                    <a:pt x="1278" y="153"/>
                  </a:lnTo>
                  <a:lnTo>
                    <a:pt x="1278" y="153"/>
                  </a:lnTo>
                  <a:lnTo>
                    <a:pt x="1266" y="153"/>
                  </a:lnTo>
                  <a:lnTo>
                    <a:pt x="1266" y="153"/>
                  </a:lnTo>
                  <a:lnTo>
                    <a:pt x="1359" y="286"/>
                  </a:lnTo>
                  <a:lnTo>
                    <a:pt x="1452" y="419"/>
                  </a:lnTo>
                  <a:lnTo>
                    <a:pt x="1498" y="487"/>
                  </a:lnTo>
                  <a:lnTo>
                    <a:pt x="1543" y="554"/>
                  </a:lnTo>
                  <a:lnTo>
                    <a:pt x="1586" y="623"/>
                  </a:lnTo>
                  <a:lnTo>
                    <a:pt x="1627" y="692"/>
                  </a:lnTo>
                  <a:lnTo>
                    <a:pt x="1627" y="692"/>
                  </a:lnTo>
                  <a:lnTo>
                    <a:pt x="1669" y="769"/>
                  </a:lnTo>
                  <a:lnTo>
                    <a:pt x="1711" y="845"/>
                  </a:lnTo>
                  <a:lnTo>
                    <a:pt x="1752" y="921"/>
                  </a:lnTo>
                  <a:lnTo>
                    <a:pt x="1793" y="999"/>
                  </a:lnTo>
                  <a:lnTo>
                    <a:pt x="1872" y="1154"/>
                  </a:lnTo>
                  <a:lnTo>
                    <a:pt x="1950" y="1309"/>
                  </a:lnTo>
                  <a:lnTo>
                    <a:pt x="1950" y="1309"/>
                  </a:lnTo>
                  <a:lnTo>
                    <a:pt x="2038" y="1485"/>
                  </a:lnTo>
                  <a:lnTo>
                    <a:pt x="2038" y="1485"/>
                  </a:lnTo>
                  <a:lnTo>
                    <a:pt x="2039" y="1486"/>
                  </a:lnTo>
                  <a:lnTo>
                    <a:pt x="2042" y="1488"/>
                  </a:lnTo>
                  <a:lnTo>
                    <a:pt x="2043" y="1489"/>
                  </a:lnTo>
                  <a:lnTo>
                    <a:pt x="2046" y="1488"/>
                  </a:lnTo>
                  <a:lnTo>
                    <a:pt x="2049" y="1485"/>
                  </a:lnTo>
                  <a:lnTo>
                    <a:pt x="2051" y="1484"/>
                  </a:lnTo>
                  <a:lnTo>
                    <a:pt x="2052" y="1481"/>
                  </a:lnTo>
                  <a:lnTo>
                    <a:pt x="2052" y="1481"/>
                  </a:lnTo>
                  <a:lnTo>
                    <a:pt x="2057" y="1436"/>
                  </a:lnTo>
                  <a:lnTo>
                    <a:pt x="2060" y="1413"/>
                  </a:lnTo>
                  <a:lnTo>
                    <a:pt x="2063" y="1392"/>
                  </a:lnTo>
                  <a:lnTo>
                    <a:pt x="2063" y="1392"/>
                  </a:lnTo>
                  <a:lnTo>
                    <a:pt x="2069" y="1374"/>
                  </a:lnTo>
                  <a:lnTo>
                    <a:pt x="2075" y="1356"/>
                  </a:lnTo>
                  <a:lnTo>
                    <a:pt x="2081" y="1339"/>
                  </a:lnTo>
                  <a:lnTo>
                    <a:pt x="2089" y="1323"/>
                  </a:lnTo>
                  <a:lnTo>
                    <a:pt x="2098" y="1306"/>
                  </a:lnTo>
                  <a:lnTo>
                    <a:pt x="2107" y="1289"/>
                  </a:lnTo>
                  <a:lnTo>
                    <a:pt x="2127" y="1259"/>
                  </a:lnTo>
                  <a:lnTo>
                    <a:pt x="2127" y="1259"/>
                  </a:lnTo>
                  <a:lnTo>
                    <a:pt x="2152" y="1227"/>
                  </a:lnTo>
                  <a:lnTo>
                    <a:pt x="2177" y="1195"/>
                  </a:lnTo>
                  <a:lnTo>
                    <a:pt x="2204" y="1164"/>
                  </a:lnTo>
                  <a:lnTo>
                    <a:pt x="2231" y="1135"/>
                  </a:lnTo>
                  <a:lnTo>
                    <a:pt x="2260" y="1107"/>
                  </a:lnTo>
                  <a:lnTo>
                    <a:pt x="2289" y="1078"/>
                  </a:lnTo>
                  <a:lnTo>
                    <a:pt x="2348" y="1024"/>
                  </a:lnTo>
                  <a:lnTo>
                    <a:pt x="2348" y="1024"/>
                  </a:lnTo>
                  <a:lnTo>
                    <a:pt x="2400" y="972"/>
                  </a:lnTo>
                  <a:lnTo>
                    <a:pt x="2427" y="948"/>
                  </a:lnTo>
                  <a:lnTo>
                    <a:pt x="2453" y="921"/>
                  </a:lnTo>
                  <a:lnTo>
                    <a:pt x="2478" y="894"/>
                  </a:lnTo>
                  <a:lnTo>
                    <a:pt x="2501" y="868"/>
                  </a:lnTo>
                  <a:lnTo>
                    <a:pt x="2524" y="838"/>
                  </a:lnTo>
                  <a:lnTo>
                    <a:pt x="2545" y="809"/>
                  </a:lnTo>
                  <a:lnTo>
                    <a:pt x="2545" y="809"/>
                  </a:lnTo>
                  <a:lnTo>
                    <a:pt x="2574" y="763"/>
                  </a:lnTo>
                  <a:lnTo>
                    <a:pt x="2603" y="715"/>
                  </a:lnTo>
                  <a:lnTo>
                    <a:pt x="2660" y="621"/>
                  </a:lnTo>
                  <a:lnTo>
                    <a:pt x="2716" y="526"/>
                  </a:lnTo>
                  <a:lnTo>
                    <a:pt x="2772" y="432"/>
                  </a:lnTo>
                  <a:lnTo>
                    <a:pt x="2772" y="432"/>
                  </a:lnTo>
                  <a:lnTo>
                    <a:pt x="2805" y="378"/>
                  </a:lnTo>
                  <a:lnTo>
                    <a:pt x="2838" y="326"/>
                  </a:lnTo>
                  <a:lnTo>
                    <a:pt x="2908" y="221"/>
                  </a:lnTo>
                  <a:lnTo>
                    <a:pt x="2979" y="116"/>
                  </a:lnTo>
                  <a:lnTo>
                    <a:pt x="3048" y="11"/>
                  </a:lnTo>
                  <a:lnTo>
                    <a:pt x="3048" y="11"/>
                  </a:lnTo>
                  <a:lnTo>
                    <a:pt x="3049" y="8"/>
                  </a:lnTo>
                  <a:lnTo>
                    <a:pt x="3049" y="5"/>
                  </a:lnTo>
                  <a:lnTo>
                    <a:pt x="3048" y="3"/>
                  </a:lnTo>
                  <a:lnTo>
                    <a:pt x="3045" y="1"/>
                  </a:lnTo>
                  <a:lnTo>
                    <a:pt x="3042" y="0"/>
                  </a:lnTo>
                  <a:lnTo>
                    <a:pt x="3040" y="0"/>
                  </a:lnTo>
                  <a:lnTo>
                    <a:pt x="3037" y="1"/>
                  </a:lnTo>
                  <a:lnTo>
                    <a:pt x="3035" y="3"/>
                  </a:lnTo>
                  <a:lnTo>
                    <a:pt x="303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2" name="Freeform 122">
              <a:extLst>
                <a:ext uri="{FF2B5EF4-FFF2-40B4-BE49-F238E27FC236}">
                  <a16:creationId xmlns:a16="http://schemas.microsoft.com/office/drawing/2014/main" id="{A5C5E14E-D302-1D63-4753-5E55FDDDE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503"/>
              <a:ext cx="1026" cy="667"/>
            </a:xfrm>
            <a:custGeom>
              <a:avLst/>
              <a:gdLst>
                <a:gd name="T0" fmla="*/ 3062 w 3079"/>
                <a:gd name="T1" fmla="*/ 181 h 2000"/>
                <a:gd name="T2" fmla="*/ 3062 w 3079"/>
                <a:gd name="T3" fmla="*/ 574 h 2000"/>
                <a:gd name="T4" fmla="*/ 3064 w 3079"/>
                <a:gd name="T5" fmla="*/ 583 h 2000"/>
                <a:gd name="T6" fmla="*/ 3061 w 3079"/>
                <a:gd name="T7" fmla="*/ 584 h 2000"/>
                <a:gd name="T8" fmla="*/ 3023 w 3079"/>
                <a:gd name="T9" fmla="*/ 621 h 2000"/>
                <a:gd name="T10" fmla="*/ 2942 w 3079"/>
                <a:gd name="T11" fmla="*/ 681 h 2000"/>
                <a:gd name="T12" fmla="*/ 2877 w 3079"/>
                <a:gd name="T13" fmla="*/ 718 h 2000"/>
                <a:gd name="T14" fmla="*/ 2779 w 3079"/>
                <a:gd name="T15" fmla="*/ 760 h 2000"/>
                <a:gd name="T16" fmla="*/ 2676 w 3079"/>
                <a:gd name="T17" fmla="*/ 785 h 2000"/>
                <a:gd name="T18" fmla="*/ 2585 w 3079"/>
                <a:gd name="T19" fmla="*/ 786 h 2000"/>
                <a:gd name="T20" fmla="*/ 2364 w 3079"/>
                <a:gd name="T21" fmla="*/ 778 h 2000"/>
                <a:gd name="T22" fmla="*/ 1969 w 3079"/>
                <a:gd name="T23" fmla="*/ 774 h 2000"/>
                <a:gd name="T24" fmla="*/ 1706 w 3079"/>
                <a:gd name="T25" fmla="*/ 778 h 2000"/>
                <a:gd name="T26" fmla="*/ 1445 w 3079"/>
                <a:gd name="T27" fmla="*/ 800 h 2000"/>
                <a:gd name="T28" fmla="*/ 1189 w 3079"/>
                <a:gd name="T29" fmla="*/ 850 h 2000"/>
                <a:gd name="T30" fmla="*/ 1006 w 3079"/>
                <a:gd name="T31" fmla="*/ 911 h 2000"/>
                <a:gd name="T32" fmla="*/ 862 w 3079"/>
                <a:gd name="T33" fmla="*/ 978 h 2000"/>
                <a:gd name="T34" fmla="*/ 755 w 3079"/>
                <a:gd name="T35" fmla="*/ 1045 h 2000"/>
                <a:gd name="T36" fmla="*/ 682 w 3079"/>
                <a:gd name="T37" fmla="*/ 1106 h 2000"/>
                <a:gd name="T38" fmla="*/ 594 w 3079"/>
                <a:gd name="T39" fmla="*/ 1194 h 2000"/>
                <a:gd name="T40" fmla="*/ 401 w 3079"/>
                <a:gd name="T41" fmla="*/ 1442 h 2000"/>
                <a:gd name="T42" fmla="*/ 242 w 3079"/>
                <a:gd name="T43" fmla="*/ 1649 h 2000"/>
                <a:gd name="T44" fmla="*/ 113 w 3079"/>
                <a:gd name="T45" fmla="*/ 1814 h 2000"/>
                <a:gd name="T46" fmla="*/ 35 w 3079"/>
                <a:gd name="T47" fmla="*/ 1929 h 2000"/>
                <a:gd name="T48" fmla="*/ 0 w 3079"/>
                <a:gd name="T49" fmla="*/ 1993 h 2000"/>
                <a:gd name="T50" fmla="*/ 7 w 3079"/>
                <a:gd name="T51" fmla="*/ 2000 h 2000"/>
                <a:gd name="T52" fmla="*/ 14 w 3079"/>
                <a:gd name="T53" fmla="*/ 1997 h 2000"/>
                <a:gd name="T54" fmla="*/ 86 w 3079"/>
                <a:gd name="T55" fmla="*/ 1878 h 2000"/>
                <a:gd name="T56" fmla="*/ 257 w 3079"/>
                <a:gd name="T57" fmla="*/ 1655 h 2000"/>
                <a:gd name="T58" fmla="*/ 382 w 3079"/>
                <a:gd name="T59" fmla="*/ 1494 h 2000"/>
                <a:gd name="T60" fmla="*/ 573 w 3079"/>
                <a:gd name="T61" fmla="*/ 1242 h 2000"/>
                <a:gd name="T62" fmla="*/ 659 w 3079"/>
                <a:gd name="T63" fmla="*/ 1148 h 2000"/>
                <a:gd name="T64" fmla="*/ 757 w 3079"/>
                <a:gd name="T65" fmla="*/ 1063 h 2000"/>
                <a:gd name="T66" fmla="*/ 866 w 3079"/>
                <a:gd name="T67" fmla="*/ 994 h 2000"/>
                <a:gd name="T68" fmla="*/ 983 w 3079"/>
                <a:gd name="T69" fmla="*/ 937 h 2000"/>
                <a:gd name="T70" fmla="*/ 1167 w 3079"/>
                <a:gd name="T71" fmla="*/ 872 h 2000"/>
                <a:gd name="T72" fmla="*/ 1425 w 3079"/>
                <a:gd name="T73" fmla="*/ 819 h 2000"/>
                <a:gd name="T74" fmla="*/ 1621 w 3079"/>
                <a:gd name="T75" fmla="*/ 799 h 2000"/>
                <a:gd name="T76" fmla="*/ 1886 w 3079"/>
                <a:gd name="T77" fmla="*/ 790 h 2000"/>
                <a:gd name="T78" fmla="*/ 2414 w 3079"/>
                <a:gd name="T79" fmla="*/ 795 h 2000"/>
                <a:gd name="T80" fmla="*/ 2572 w 3079"/>
                <a:gd name="T81" fmla="*/ 801 h 2000"/>
                <a:gd name="T82" fmla="*/ 2677 w 3079"/>
                <a:gd name="T83" fmla="*/ 799 h 2000"/>
                <a:gd name="T84" fmla="*/ 2778 w 3079"/>
                <a:gd name="T85" fmla="*/ 777 h 2000"/>
                <a:gd name="T86" fmla="*/ 2874 w 3079"/>
                <a:gd name="T87" fmla="*/ 739 h 2000"/>
                <a:gd name="T88" fmla="*/ 2962 w 3079"/>
                <a:gd name="T89" fmla="*/ 686 h 2000"/>
                <a:gd name="T90" fmla="*/ 3059 w 3079"/>
                <a:gd name="T91" fmla="*/ 610 h 2000"/>
                <a:gd name="T92" fmla="*/ 3078 w 3079"/>
                <a:gd name="T93" fmla="*/ 587 h 2000"/>
                <a:gd name="T94" fmla="*/ 3078 w 3079"/>
                <a:gd name="T95" fmla="*/ 537 h 2000"/>
                <a:gd name="T96" fmla="*/ 3078 w 3079"/>
                <a:gd name="T97" fmla="*/ 20 h 2000"/>
                <a:gd name="T98" fmla="*/ 3078 w 3079"/>
                <a:gd name="T99" fmla="*/ 4 h 2000"/>
                <a:gd name="T100" fmla="*/ 3068 w 3079"/>
                <a:gd name="T101" fmla="*/ 0 h 2000"/>
                <a:gd name="T102" fmla="*/ 3062 w 3079"/>
                <a:gd name="T103" fmla="*/ 7 h 2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79" h="2000">
                  <a:moveTo>
                    <a:pt x="3062" y="7"/>
                  </a:moveTo>
                  <a:lnTo>
                    <a:pt x="3062" y="7"/>
                  </a:lnTo>
                  <a:lnTo>
                    <a:pt x="3062" y="181"/>
                  </a:lnTo>
                  <a:lnTo>
                    <a:pt x="3062" y="181"/>
                  </a:lnTo>
                  <a:lnTo>
                    <a:pt x="3062" y="480"/>
                  </a:lnTo>
                  <a:lnTo>
                    <a:pt x="3062" y="480"/>
                  </a:lnTo>
                  <a:lnTo>
                    <a:pt x="3062" y="574"/>
                  </a:lnTo>
                  <a:lnTo>
                    <a:pt x="3062" y="574"/>
                  </a:lnTo>
                  <a:lnTo>
                    <a:pt x="3062" y="583"/>
                  </a:lnTo>
                  <a:lnTo>
                    <a:pt x="3062" y="583"/>
                  </a:lnTo>
                  <a:lnTo>
                    <a:pt x="3062" y="585"/>
                  </a:lnTo>
                  <a:lnTo>
                    <a:pt x="3064" y="583"/>
                  </a:lnTo>
                  <a:lnTo>
                    <a:pt x="3064" y="581"/>
                  </a:lnTo>
                  <a:lnTo>
                    <a:pt x="3065" y="581"/>
                  </a:lnTo>
                  <a:lnTo>
                    <a:pt x="3065" y="581"/>
                  </a:lnTo>
                  <a:lnTo>
                    <a:pt x="3061" y="584"/>
                  </a:lnTo>
                  <a:lnTo>
                    <a:pt x="3054" y="592"/>
                  </a:lnTo>
                  <a:lnTo>
                    <a:pt x="3042" y="604"/>
                  </a:lnTo>
                  <a:lnTo>
                    <a:pt x="3042" y="604"/>
                  </a:lnTo>
                  <a:lnTo>
                    <a:pt x="3023" y="621"/>
                  </a:lnTo>
                  <a:lnTo>
                    <a:pt x="3004" y="636"/>
                  </a:lnTo>
                  <a:lnTo>
                    <a:pt x="2983" y="652"/>
                  </a:lnTo>
                  <a:lnTo>
                    <a:pt x="2963" y="667"/>
                  </a:lnTo>
                  <a:lnTo>
                    <a:pt x="2942" y="681"/>
                  </a:lnTo>
                  <a:lnTo>
                    <a:pt x="2921" y="694"/>
                  </a:lnTo>
                  <a:lnTo>
                    <a:pt x="2899" y="707"/>
                  </a:lnTo>
                  <a:lnTo>
                    <a:pt x="2877" y="718"/>
                  </a:lnTo>
                  <a:lnTo>
                    <a:pt x="2877" y="718"/>
                  </a:lnTo>
                  <a:lnTo>
                    <a:pt x="2853" y="730"/>
                  </a:lnTo>
                  <a:lnTo>
                    <a:pt x="2829" y="741"/>
                  </a:lnTo>
                  <a:lnTo>
                    <a:pt x="2805" y="751"/>
                  </a:lnTo>
                  <a:lnTo>
                    <a:pt x="2779" y="760"/>
                  </a:lnTo>
                  <a:lnTo>
                    <a:pt x="2754" y="769"/>
                  </a:lnTo>
                  <a:lnTo>
                    <a:pt x="2728" y="776"/>
                  </a:lnTo>
                  <a:lnTo>
                    <a:pt x="2702" y="781"/>
                  </a:lnTo>
                  <a:lnTo>
                    <a:pt x="2676" y="785"/>
                  </a:lnTo>
                  <a:lnTo>
                    <a:pt x="2676" y="785"/>
                  </a:lnTo>
                  <a:lnTo>
                    <a:pt x="2653" y="786"/>
                  </a:lnTo>
                  <a:lnTo>
                    <a:pt x="2631" y="787"/>
                  </a:lnTo>
                  <a:lnTo>
                    <a:pt x="2585" y="786"/>
                  </a:lnTo>
                  <a:lnTo>
                    <a:pt x="2496" y="781"/>
                  </a:lnTo>
                  <a:lnTo>
                    <a:pt x="2496" y="781"/>
                  </a:lnTo>
                  <a:lnTo>
                    <a:pt x="2429" y="780"/>
                  </a:lnTo>
                  <a:lnTo>
                    <a:pt x="2364" y="778"/>
                  </a:lnTo>
                  <a:lnTo>
                    <a:pt x="2233" y="778"/>
                  </a:lnTo>
                  <a:lnTo>
                    <a:pt x="2233" y="778"/>
                  </a:lnTo>
                  <a:lnTo>
                    <a:pt x="2100" y="776"/>
                  </a:lnTo>
                  <a:lnTo>
                    <a:pt x="1969" y="774"/>
                  </a:lnTo>
                  <a:lnTo>
                    <a:pt x="1837" y="776"/>
                  </a:lnTo>
                  <a:lnTo>
                    <a:pt x="1771" y="777"/>
                  </a:lnTo>
                  <a:lnTo>
                    <a:pt x="1706" y="778"/>
                  </a:lnTo>
                  <a:lnTo>
                    <a:pt x="1706" y="778"/>
                  </a:lnTo>
                  <a:lnTo>
                    <a:pt x="1641" y="782"/>
                  </a:lnTo>
                  <a:lnTo>
                    <a:pt x="1575" y="787"/>
                  </a:lnTo>
                  <a:lnTo>
                    <a:pt x="1510" y="792"/>
                  </a:lnTo>
                  <a:lnTo>
                    <a:pt x="1445" y="800"/>
                  </a:lnTo>
                  <a:lnTo>
                    <a:pt x="1381" y="810"/>
                  </a:lnTo>
                  <a:lnTo>
                    <a:pt x="1316" y="820"/>
                  </a:lnTo>
                  <a:lnTo>
                    <a:pt x="1253" y="835"/>
                  </a:lnTo>
                  <a:lnTo>
                    <a:pt x="1189" y="850"/>
                  </a:lnTo>
                  <a:lnTo>
                    <a:pt x="1189" y="850"/>
                  </a:lnTo>
                  <a:lnTo>
                    <a:pt x="1127" y="868"/>
                  </a:lnTo>
                  <a:lnTo>
                    <a:pt x="1066" y="888"/>
                  </a:lnTo>
                  <a:lnTo>
                    <a:pt x="1006" y="911"/>
                  </a:lnTo>
                  <a:lnTo>
                    <a:pt x="947" y="936"/>
                  </a:lnTo>
                  <a:lnTo>
                    <a:pt x="947" y="936"/>
                  </a:lnTo>
                  <a:lnTo>
                    <a:pt x="890" y="964"/>
                  </a:lnTo>
                  <a:lnTo>
                    <a:pt x="862" y="978"/>
                  </a:lnTo>
                  <a:lnTo>
                    <a:pt x="835" y="994"/>
                  </a:lnTo>
                  <a:lnTo>
                    <a:pt x="807" y="1010"/>
                  </a:lnTo>
                  <a:lnTo>
                    <a:pt x="782" y="1028"/>
                  </a:lnTo>
                  <a:lnTo>
                    <a:pt x="755" y="1045"/>
                  </a:lnTo>
                  <a:lnTo>
                    <a:pt x="729" y="1065"/>
                  </a:lnTo>
                  <a:lnTo>
                    <a:pt x="729" y="1065"/>
                  </a:lnTo>
                  <a:lnTo>
                    <a:pt x="705" y="1084"/>
                  </a:lnTo>
                  <a:lnTo>
                    <a:pt x="682" y="1106"/>
                  </a:lnTo>
                  <a:lnTo>
                    <a:pt x="659" y="1126"/>
                  </a:lnTo>
                  <a:lnTo>
                    <a:pt x="637" y="1148"/>
                  </a:lnTo>
                  <a:lnTo>
                    <a:pt x="616" y="1171"/>
                  </a:lnTo>
                  <a:lnTo>
                    <a:pt x="594" y="1194"/>
                  </a:lnTo>
                  <a:lnTo>
                    <a:pt x="553" y="1242"/>
                  </a:lnTo>
                  <a:lnTo>
                    <a:pt x="513" y="1291"/>
                  </a:lnTo>
                  <a:lnTo>
                    <a:pt x="475" y="1341"/>
                  </a:lnTo>
                  <a:lnTo>
                    <a:pt x="401" y="1442"/>
                  </a:lnTo>
                  <a:lnTo>
                    <a:pt x="401" y="1442"/>
                  </a:lnTo>
                  <a:lnTo>
                    <a:pt x="363" y="1494"/>
                  </a:lnTo>
                  <a:lnTo>
                    <a:pt x="323" y="1547"/>
                  </a:lnTo>
                  <a:lnTo>
                    <a:pt x="242" y="1649"/>
                  </a:lnTo>
                  <a:lnTo>
                    <a:pt x="242" y="1649"/>
                  </a:lnTo>
                  <a:lnTo>
                    <a:pt x="198" y="1703"/>
                  </a:lnTo>
                  <a:lnTo>
                    <a:pt x="155" y="1758"/>
                  </a:lnTo>
                  <a:lnTo>
                    <a:pt x="113" y="1814"/>
                  </a:lnTo>
                  <a:lnTo>
                    <a:pt x="72" y="1871"/>
                  </a:lnTo>
                  <a:lnTo>
                    <a:pt x="72" y="1871"/>
                  </a:lnTo>
                  <a:lnTo>
                    <a:pt x="53" y="1899"/>
                  </a:lnTo>
                  <a:lnTo>
                    <a:pt x="35" y="1929"/>
                  </a:lnTo>
                  <a:lnTo>
                    <a:pt x="17" y="1959"/>
                  </a:lnTo>
                  <a:lnTo>
                    <a:pt x="0" y="1989"/>
                  </a:lnTo>
                  <a:lnTo>
                    <a:pt x="0" y="1989"/>
                  </a:lnTo>
                  <a:lnTo>
                    <a:pt x="0" y="1993"/>
                  </a:lnTo>
                  <a:lnTo>
                    <a:pt x="0" y="1995"/>
                  </a:lnTo>
                  <a:lnTo>
                    <a:pt x="2" y="1998"/>
                  </a:lnTo>
                  <a:lnTo>
                    <a:pt x="4" y="2000"/>
                  </a:lnTo>
                  <a:lnTo>
                    <a:pt x="7" y="2000"/>
                  </a:lnTo>
                  <a:lnTo>
                    <a:pt x="9" y="2000"/>
                  </a:lnTo>
                  <a:lnTo>
                    <a:pt x="12" y="1999"/>
                  </a:lnTo>
                  <a:lnTo>
                    <a:pt x="14" y="1997"/>
                  </a:lnTo>
                  <a:lnTo>
                    <a:pt x="14" y="1997"/>
                  </a:lnTo>
                  <a:lnTo>
                    <a:pt x="31" y="1966"/>
                  </a:lnTo>
                  <a:lnTo>
                    <a:pt x="49" y="1936"/>
                  </a:lnTo>
                  <a:lnTo>
                    <a:pt x="67" y="1907"/>
                  </a:lnTo>
                  <a:lnTo>
                    <a:pt x="86" y="1878"/>
                  </a:lnTo>
                  <a:lnTo>
                    <a:pt x="127" y="1820"/>
                  </a:lnTo>
                  <a:lnTo>
                    <a:pt x="169" y="1764"/>
                  </a:lnTo>
                  <a:lnTo>
                    <a:pt x="212" y="1709"/>
                  </a:lnTo>
                  <a:lnTo>
                    <a:pt x="257" y="1655"/>
                  </a:lnTo>
                  <a:lnTo>
                    <a:pt x="300" y="1600"/>
                  </a:lnTo>
                  <a:lnTo>
                    <a:pt x="344" y="1545"/>
                  </a:lnTo>
                  <a:lnTo>
                    <a:pt x="344" y="1545"/>
                  </a:lnTo>
                  <a:lnTo>
                    <a:pt x="382" y="1494"/>
                  </a:lnTo>
                  <a:lnTo>
                    <a:pt x="419" y="1443"/>
                  </a:lnTo>
                  <a:lnTo>
                    <a:pt x="494" y="1341"/>
                  </a:lnTo>
                  <a:lnTo>
                    <a:pt x="534" y="1291"/>
                  </a:lnTo>
                  <a:lnTo>
                    <a:pt x="573" y="1242"/>
                  </a:lnTo>
                  <a:lnTo>
                    <a:pt x="616" y="1194"/>
                  </a:lnTo>
                  <a:lnTo>
                    <a:pt x="637" y="1171"/>
                  </a:lnTo>
                  <a:lnTo>
                    <a:pt x="659" y="1148"/>
                  </a:lnTo>
                  <a:lnTo>
                    <a:pt x="659" y="1148"/>
                  </a:lnTo>
                  <a:lnTo>
                    <a:pt x="682" y="1126"/>
                  </a:lnTo>
                  <a:lnTo>
                    <a:pt x="706" y="1104"/>
                  </a:lnTo>
                  <a:lnTo>
                    <a:pt x="732" y="1084"/>
                  </a:lnTo>
                  <a:lnTo>
                    <a:pt x="757" y="1063"/>
                  </a:lnTo>
                  <a:lnTo>
                    <a:pt x="784" y="1045"/>
                  </a:lnTo>
                  <a:lnTo>
                    <a:pt x="811" y="1028"/>
                  </a:lnTo>
                  <a:lnTo>
                    <a:pt x="838" y="1010"/>
                  </a:lnTo>
                  <a:lnTo>
                    <a:pt x="866" y="994"/>
                  </a:lnTo>
                  <a:lnTo>
                    <a:pt x="895" y="979"/>
                  </a:lnTo>
                  <a:lnTo>
                    <a:pt x="923" y="964"/>
                  </a:lnTo>
                  <a:lnTo>
                    <a:pt x="953" y="950"/>
                  </a:lnTo>
                  <a:lnTo>
                    <a:pt x="983" y="937"/>
                  </a:lnTo>
                  <a:lnTo>
                    <a:pt x="1043" y="913"/>
                  </a:lnTo>
                  <a:lnTo>
                    <a:pt x="1104" y="891"/>
                  </a:lnTo>
                  <a:lnTo>
                    <a:pt x="1104" y="891"/>
                  </a:lnTo>
                  <a:lnTo>
                    <a:pt x="1167" y="872"/>
                  </a:lnTo>
                  <a:lnTo>
                    <a:pt x="1231" y="855"/>
                  </a:lnTo>
                  <a:lnTo>
                    <a:pt x="1295" y="841"/>
                  </a:lnTo>
                  <a:lnTo>
                    <a:pt x="1360" y="829"/>
                  </a:lnTo>
                  <a:lnTo>
                    <a:pt x="1425" y="819"/>
                  </a:lnTo>
                  <a:lnTo>
                    <a:pt x="1490" y="810"/>
                  </a:lnTo>
                  <a:lnTo>
                    <a:pt x="1555" y="804"/>
                  </a:lnTo>
                  <a:lnTo>
                    <a:pt x="1621" y="799"/>
                  </a:lnTo>
                  <a:lnTo>
                    <a:pt x="1621" y="799"/>
                  </a:lnTo>
                  <a:lnTo>
                    <a:pt x="1688" y="795"/>
                  </a:lnTo>
                  <a:lnTo>
                    <a:pt x="1754" y="792"/>
                  </a:lnTo>
                  <a:lnTo>
                    <a:pt x="1819" y="791"/>
                  </a:lnTo>
                  <a:lnTo>
                    <a:pt x="1886" y="790"/>
                  </a:lnTo>
                  <a:lnTo>
                    <a:pt x="2018" y="790"/>
                  </a:lnTo>
                  <a:lnTo>
                    <a:pt x="2151" y="792"/>
                  </a:lnTo>
                  <a:lnTo>
                    <a:pt x="2151" y="792"/>
                  </a:lnTo>
                  <a:lnTo>
                    <a:pt x="2414" y="795"/>
                  </a:lnTo>
                  <a:lnTo>
                    <a:pt x="2414" y="795"/>
                  </a:lnTo>
                  <a:lnTo>
                    <a:pt x="2466" y="796"/>
                  </a:lnTo>
                  <a:lnTo>
                    <a:pt x="2520" y="799"/>
                  </a:lnTo>
                  <a:lnTo>
                    <a:pt x="2572" y="801"/>
                  </a:lnTo>
                  <a:lnTo>
                    <a:pt x="2626" y="803"/>
                  </a:lnTo>
                  <a:lnTo>
                    <a:pt x="2626" y="803"/>
                  </a:lnTo>
                  <a:lnTo>
                    <a:pt x="2651" y="801"/>
                  </a:lnTo>
                  <a:lnTo>
                    <a:pt x="2677" y="799"/>
                  </a:lnTo>
                  <a:lnTo>
                    <a:pt x="2702" y="796"/>
                  </a:lnTo>
                  <a:lnTo>
                    <a:pt x="2728" y="791"/>
                  </a:lnTo>
                  <a:lnTo>
                    <a:pt x="2752" y="785"/>
                  </a:lnTo>
                  <a:lnTo>
                    <a:pt x="2778" y="777"/>
                  </a:lnTo>
                  <a:lnTo>
                    <a:pt x="2802" y="769"/>
                  </a:lnTo>
                  <a:lnTo>
                    <a:pt x="2826" y="760"/>
                  </a:lnTo>
                  <a:lnTo>
                    <a:pt x="2849" y="749"/>
                  </a:lnTo>
                  <a:lnTo>
                    <a:pt x="2874" y="739"/>
                  </a:lnTo>
                  <a:lnTo>
                    <a:pt x="2897" y="726"/>
                  </a:lnTo>
                  <a:lnTo>
                    <a:pt x="2918" y="713"/>
                  </a:lnTo>
                  <a:lnTo>
                    <a:pt x="2940" y="700"/>
                  </a:lnTo>
                  <a:lnTo>
                    <a:pt x="2962" y="686"/>
                  </a:lnTo>
                  <a:lnTo>
                    <a:pt x="3004" y="656"/>
                  </a:lnTo>
                  <a:lnTo>
                    <a:pt x="3004" y="656"/>
                  </a:lnTo>
                  <a:lnTo>
                    <a:pt x="3032" y="634"/>
                  </a:lnTo>
                  <a:lnTo>
                    <a:pt x="3059" y="610"/>
                  </a:lnTo>
                  <a:lnTo>
                    <a:pt x="3059" y="610"/>
                  </a:lnTo>
                  <a:lnTo>
                    <a:pt x="3070" y="599"/>
                  </a:lnTo>
                  <a:lnTo>
                    <a:pt x="3075" y="593"/>
                  </a:lnTo>
                  <a:lnTo>
                    <a:pt x="3078" y="587"/>
                  </a:lnTo>
                  <a:lnTo>
                    <a:pt x="3078" y="587"/>
                  </a:lnTo>
                  <a:lnTo>
                    <a:pt x="3079" y="575"/>
                  </a:lnTo>
                  <a:lnTo>
                    <a:pt x="3079" y="562"/>
                  </a:lnTo>
                  <a:lnTo>
                    <a:pt x="3078" y="537"/>
                  </a:lnTo>
                  <a:lnTo>
                    <a:pt x="3078" y="537"/>
                  </a:lnTo>
                  <a:lnTo>
                    <a:pt x="3078" y="257"/>
                  </a:lnTo>
                  <a:lnTo>
                    <a:pt x="3078" y="257"/>
                  </a:lnTo>
                  <a:lnTo>
                    <a:pt x="3078" y="20"/>
                  </a:lnTo>
                  <a:lnTo>
                    <a:pt x="3078" y="20"/>
                  </a:lnTo>
                  <a:lnTo>
                    <a:pt x="3078" y="7"/>
                  </a:lnTo>
                  <a:lnTo>
                    <a:pt x="3078" y="7"/>
                  </a:lnTo>
                  <a:lnTo>
                    <a:pt x="3078" y="4"/>
                  </a:lnTo>
                  <a:lnTo>
                    <a:pt x="3075" y="1"/>
                  </a:lnTo>
                  <a:lnTo>
                    <a:pt x="3073" y="0"/>
                  </a:lnTo>
                  <a:lnTo>
                    <a:pt x="3070" y="0"/>
                  </a:lnTo>
                  <a:lnTo>
                    <a:pt x="3068" y="0"/>
                  </a:lnTo>
                  <a:lnTo>
                    <a:pt x="3065" y="1"/>
                  </a:lnTo>
                  <a:lnTo>
                    <a:pt x="3064" y="4"/>
                  </a:lnTo>
                  <a:lnTo>
                    <a:pt x="3062" y="7"/>
                  </a:lnTo>
                  <a:lnTo>
                    <a:pt x="306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3" name="Freeform 123">
              <a:extLst>
                <a:ext uri="{FF2B5EF4-FFF2-40B4-BE49-F238E27FC236}">
                  <a16:creationId xmlns:a16="http://schemas.microsoft.com/office/drawing/2014/main" id="{082A1433-F1FB-D837-6E87-C8CDA60E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270"/>
              <a:ext cx="1264" cy="2893"/>
            </a:xfrm>
            <a:custGeom>
              <a:avLst/>
              <a:gdLst>
                <a:gd name="T0" fmla="*/ 1065 w 3793"/>
                <a:gd name="T1" fmla="*/ 474 h 8677"/>
                <a:gd name="T2" fmla="*/ 1079 w 3793"/>
                <a:gd name="T3" fmla="*/ 1173 h 8677"/>
                <a:gd name="T4" fmla="*/ 1190 w 3793"/>
                <a:gd name="T5" fmla="*/ 1487 h 8677"/>
                <a:gd name="T6" fmla="*/ 1480 w 3793"/>
                <a:gd name="T7" fmla="*/ 1718 h 8677"/>
                <a:gd name="T8" fmla="*/ 2286 w 3793"/>
                <a:gd name="T9" fmla="*/ 2054 h 8677"/>
                <a:gd name="T10" fmla="*/ 2999 w 3793"/>
                <a:gd name="T11" fmla="*/ 2408 h 8677"/>
                <a:gd name="T12" fmla="*/ 3256 w 3793"/>
                <a:gd name="T13" fmla="*/ 2659 h 8677"/>
                <a:gd name="T14" fmla="*/ 3505 w 3793"/>
                <a:gd name="T15" fmla="*/ 3072 h 8677"/>
                <a:gd name="T16" fmla="*/ 3617 w 3793"/>
                <a:gd name="T17" fmla="*/ 3546 h 8677"/>
                <a:gd name="T18" fmla="*/ 3764 w 3793"/>
                <a:gd name="T19" fmla="*/ 6183 h 8677"/>
                <a:gd name="T20" fmla="*/ 3760 w 3793"/>
                <a:gd name="T21" fmla="*/ 6926 h 8677"/>
                <a:gd name="T22" fmla="*/ 3533 w 3793"/>
                <a:gd name="T23" fmla="*/ 7876 h 8677"/>
                <a:gd name="T24" fmla="*/ 3339 w 3793"/>
                <a:gd name="T25" fmla="*/ 8309 h 8677"/>
                <a:gd name="T26" fmla="*/ 3080 w 3793"/>
                <a:gd name="T27" fmla="*/ 8544 h 8677"/>
                <a:gd name="T28" fmla="*/ 2769 w 3793"/>
                <a:gd name="T29" fmla="*/ 8657 h 8677"/>
                <a:gd name="T30" fmla="*/ 2482 w 3793"/>
                <a:gd name="T31" fmla="*/ 8627 h 8677"/>
                <a:gd name="T32" fmla="*/ 2062 w 3793"/>
                <a:gd name="T33" fmla="*/ 8395 h 8677"/>
                <a:gd name="T34" fmla="*/ 1633 w 3793"/>
                <a:gd name="T35" fmla="*/ 7981 h 8677"/>
                <a:gd name="T36" fmla="*/ 979 w 3793"/>
                <a:gd name="T37" fmla="*/ 7012 h 8677"/>
                <a:gd name="T38" fmla="*/ 547 w 3793"/>
                <a:gd name="T39" fmla="*/ 6306 h 8677"/>
                <a:gd name="T40" fmla="*/ 12 w 3793"/>
                <a:gd name="T41" fmla="*/ 5682 h 8677"/>
                <a:gd name="T42" fmla="*/ 390 w 3793"/>
                <a:gd name="T43" fmla="*/ 5439 h 8677"/>
                <a:gd name="T44" fmla="*/ 686 w 3793"/>
                <a:gd name="T45" fmla="*/ 5116 h 8677"/>
                <a:gd name="T46" fmla="*/ 947 w 3793"/>
                <a:gd name="T47" fmla="*/ 4629 h 8677"/>
                <a:gd name="T48" fmla="*/ 1261 w 3793"/>
                <a:gd name="T49" fmla="*/ 4827 h 8677"/>
                <a:gd name="T50" fmla="*/ 1679 w 3793"/>
                <a:gd name="T51" fmla="*/ 5255 h 8677"/>
                <a:gd name="T52" fmla="*/ 2149 w 3793"/>
                <a:gd name="T53" fmla="*/ 5781 h 8677"/>
                <a:gd name="T54" fmla="*/ 2621 w 3793"/>
                <a:gd name="T55" fmla="*/ 6283 h 8677"/>
                <a:gd name="T56" fmla="*/ 2877 w 3793"/>
                <a:gd name="T57" fmla="*/ 6611 h 8677"/>
                <a:gd name="T58" fmla="*/ 3137 w 3793"/>
                <a:gd name="T59" fmla="*/ 6987 h 8677"/>
                <a:gd name="T60" fmla="*/ 3050 w 3793"/>
                <a:gd name="T61" fmla="*/ 6858 h 8677"/>
                <a:gd name="T62" fmla="*/ 2823 w 3793"/>
                <a:gd name="T63" fmla="*/ 6493 h 8677"/>
                <a:gd name="T64" fmla="*/ 2421 w 3793"/>
                <a:gd name="T65" fmla="*/ 6072 h 8677"/>
                <a:gd name="T66" fmla="*/ 2012 w 3793"/>
                <a:gd name="T67" fmla="*/ 5582 h 8677"/>
                <a:gd name="T68" fmla="*/ 1545 w 3793"/>
                <a:gd name="T69" fmla="*/ 5079 h 8677"/>
                <a:gd name="T70" fmla="*/ 962 w 3793"/>
                <a:gd name="T71" fmla="*/ 4551 h 8677"/>
                <a:gd name="T72" fmla="*/ 892 w 3793"/>
                <a:gd name="T73" fmla="*/ 4718 h 8677"/>
                <a:gd name="T74" fmla="*/ 634 w 3793"/>
                <a:gd name="T75" fmla="*/ 5164 h 8677"/>
                <a:gd name="T76" fmla="*/ 282 w 3793"/>
                <a:gd name="T77" fmla="*/ 5503 h 8677"/>
                <a:gd name="T78" fmla="*/ 2 w 3793"/>
                <a:gd name="T79" fmla="*/ 5692 h 8677"/>
                <a:gd name="T80" fmla="*/ 556 w 3793"/>
                <a:gd name="T81" fmla="*/ 6346 h 8677"/>
                <a:gd name="T82" fmla="*/ 1122 w 3793"/>
                <a:gd name="T83" fmla="*/ 7263 h 8677"/>
                <a:gd name="T84" fmla="*/ 1660 w 3793"/>
                <a:gd name="T85" fmla="*/ 8037 h 8677"/>
                <a:gd name="T86" fmla="*/ 2061 w 3793"/>
                <a:gd name="T87" fmla="*/ 8414 h 8677"/>
                <a:gd name="T88" fmla="*/ 2486 w 3793"/>
                <a:gd name="T89" fmla="*/ 8645 h 8677"/>
                <a:gd name="T90" fmla="*/ 2801 w 3793"/>
                <a:gd name="T91" fmla="*/ 8667 h 8677"/>
                <a:gd name="T92" fmla="*/ 3059 w 3793"/>
                <a:gd name="T93" fmla="*/ 8574 h 8677"/>
                <a:gd name="T94" fmla="*/ 3336 w 3793"/>
                <a:gd name="T95" fmla="*/ 8341 h 8677"/>
                <a:gd name="T96" fmla="*/ 3540 w 3793"/>
                <a:gd name="T97" fmla="*/ 7895 h 8677"/>
                <a:gd name="T98" fmla="*/ 3769 w 3793"/>
                <a:gd name="T99" fmla="*/ 6972 h 8677"/>
                <a:gd name="T100" fmla="*/ 3778 w 3793"/>
                <a:gd name="T101" fmla="*/ 6128 h 8677"/>
                <a:gd name="T102" fmla="*/ 3632 w 3793"/>
                <a:gd name="T103" fmla="*/ 3522 h 8677"/>
                <a:gd name="T104" fmla="*/ 3488 w 3793"/>
                <a:gd name="T105" fmla="*/ 2996 h 8677"/>
                <a:gd name="T106" fmla="*/ 3185 w 3793"/>
                <a:gd name="T107" fmla="*/ 2557 h 8677"/>
                <a:gd name="T108" fmla="*/ 2874 w 3793"/>
                <a:gd name="T109" fmla="*/ 2315 h 8677"/>
                <a:gd name="T110" fmla="*/ 1959 w 3793"/>
                <a:gd name="T111" fmla="*/ 1907 h 8677"/>
                <a:gd name="T112" fmla="*/ 1376 w 3793"/>
                <a:gd name="T113" fmla="*/ 1636 h 8677"/>
                <a:gd name="T114" fmla="*/ 1167 w 3793"/>
                <a:gd name="T115" fmla="*/ 1428 h 8677"/>
                <a:gd name="T116" fmla="*/ 1082 w 3793"/>
                <a:gd name="T117" fmla="*/ 993 h 8677"/>
                <a:gd name="T118" fmla="*/ 1096 w 3793"/>
                <a:gd name="T119" fmla="*/ 330 h 8677"/>
                <a:gd name="T120" fmla="*/ 1174 w 3793"/>
                <a:gd name="T121" fmla="*/ 1 h 8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93" h="8677">
                  <a:moveTo>
                    <a:pt x="1162" y="5"/>
                  </a:moveTo>
                  <a:lnTo>
                    <a:pt x="1162" y="5"/>
                  </a:lnTo>
                  <a:lnTo>
                    <a:pt x="1142" y="71"/>
                  </a:lnTo>
                  <a:lnTo>
                    <a:pt x="1124" y="138"/>
                  </a:lnTo>
                  <a:lnTo>
                    <a:pt x="1107" y="204"/>
                  </a:lnTo>
                  <a:lnTo>
                    <a:pt x="1092" y="271"/>
                  </a:lnTo>
                  <a:lnTo>
                    <a:pt x="1081" y="339"/>
                  </a:lnTo>
                  <a:lnTo>
                    <a:pt x="1076" y="372"/>
                  </a:lnTo>
                  <a:lnTo>
                    <a:pt x="1070" y="406"/>
                  </a:lnTo>
                  <a:lnTo>
                    <a:pt x="1068" y="440"/>
                  </a:lnTo>
                  <a:lnTo>
                    <a:pt x="1065" y="474"/>
                  </a:lnTo>
                  <a:lnTo>
                    <a:pt x="1063" y="509"/>
                  </a:lnTo>
                  <a:lnTo>
                    <a:pt x="1063" y="543"/>
                  </a:lnTo>
                  <a:lnTo>
                    <a:pt x="1063" y="543"/>
                  </a:lnTo>
                  <a:lnTo>
                    <a:pt x="1060" y="722"/>
                  </a:lnTo>
                  <a:lnTo>
                    <a:pt x="1060" y="813"/>
                  </a:lnTo>
                  <a:lnTo>
                    <a:pt x="1062" y="904"/>
                  </a:lnTo>
                  <a:lnTo>
                    <a:pt x="1064" y="993"/>
                  </a:lnTo>
                  <a:lnTo>
                    <a:pt x="1067" y="1039"/>
                  </a:lnTo>
                  <a:lnTo>
                    <a:pt x="1070" y="1084"/>
                  </a:lnTo>
                  <a:lnTo>
                    <a:pt x="1074" y="1129"/>
                  </a:lnTo>
                  <a:lnTo>
                    <a:pt x="1079" y="1173"/>
                  </a:lnTo>
                  <a:lnTo>
                    <a:pt x="1086" y="1217"/>
                  </a:lnTo>
                  <a:lnTo>
                    <a:pt x="1093" y="1262"/>
                  </a:lnTo>
                  <a:lnTo>
                    <a:pt x="1093" y="1262"/>
                  </a:lnTo>
                  <a:lnTo>
                    <a:pt x="1100" y="1293"/>
                  </a:lnTo>
                  <a:lnTo>
                    <a:pt x="1107" y="1324"/>
                  </a:lnTo>
                  <a:lnTo>
                    <a:pt x="1118" y="1354"/>
                  </a:lnTo>
                  <a:lnTo>
                    <a:pt x="1129" y="1383"/>
                  </a:lnTo>
                  <a:lnTo>
                    <a:pt x="1143" y="1410"/>
                  </a:lnTo>
                  <a:lnTo>
                    <a:pt x="1157" y="1437"/>
                  </a:lnTo>
                  <a:lnTo>
                    <a:pt x="1173" y="1462"/>
                  </a:lnTo>
                  <a:lnTo>
                    <a:pt x="1190" y="1487"/>
                  </a:lnTo>
                  <a:lnTo>
                    <a:pt x="1210" y="1511"/>
                  </a:lnTo>
                  <a:lnTo>
                    <a:pt x="1229" y="1534"/>
                  </a:lnTo>
                  <a:lnTo>
                    <a:pt x="1250" y="1556"/>
                  </a:lnTo>
                  <a:lnTo>
                    <a:pt x="1273" y="1577"/>
                  </a:lnTo>
                  <a:lnTo>
                    <a:pt x="1296" y="1598"/>
                  </a:lnTo>
                  <a:lnTo>
                    <a:pt x="1322" y="1617"/>
                  </a:lnTo>
                  <a:lnTo>
                    <a:pt x="1347" y="1636"/>
                  </a:lnTo>
                  <a:lnTo>
                    <a:pt x="1374" y="1654"/>
                  </a:lnTo>
                  <a:lnTo>
                    <a:pt x="1374" y="1654"/>
                  </a:lnTo>
                  <a:lnTo>
                    <a:pt x="1427" y="1687"/>
                  </a:lnTo>
                  <a:lnTo>
                    <a:pt x="1480" y="1718"/>
                  </a:lnTo>
                  <a:lnTo>
                    <a:pt x="1535" y="1747"/>
                  </a:lnTo>
                  <a:lnTo>
                    <a:pt x="1591" y="1775"/>
                  </a:lnTo>
                  <a:lnTo>
                    <a:pt x="1647" y="1801"/>
                  </a:lnTo>
                  <a:lnTo>
                    <a:pt x="1705" y="1827"/>
                  </a:lnTo>
                  <a:lnTo>
                    <a:pt x="1762" y="1851"/>
                  </a:lnTo>
                  <a:lnTo>
                    <a:pt x="1820" y="1874"/>
                  </a:lnTo>
                  <a:lnTo>
                    <a:pt x="1937" y="1920"/>
                  </a:lnTo>
                  <a:lnTo>
                    <a:pt x="2055" y="1963"/>
                  </a:lnTo>
                  <a:lnTo>
                    <a:pt x="2171" y="2008"/>
                  </a:lnTo>
                  <a:lnTo>
                    <a:pt x="2228" y="2030"/>
                  </a:lnTo>
                  <a:lnTo>
                    <a:pt x="2286" y="2054"/>
                  </a:lnTo>
                  <a:lnTo>
                    <a:pt x="2286" y="2054"/>
                  </a:lnTo>
                  <a:lnTo>
                    <a:pt x="2402" y="2103"/>
                  </a:lnTo>
                  <a:lnTo>
                    <a:pt x="2517" y="2154"/>
                  </a:lnTo>
                  <a:lnTo>
                    <a:pt x="2630" y="2208"/>
                  </a:lnTo>
                  <a:lnTo>
                    <a:pt x="2744" y="2264"/>
                  </a:lnTo>
                  <a:lnTo>
                    <a:pt x="2744" y="2264"/>
                  </a:lnTo>
                  <a:lnTo>
                    <a:pt x="2818" y="2302"/>
                  </a:lnTo>
                  <a:lnTo>
                    <a:pt x="2892" y="2342"/>
                  </a:lnTo>
                  <a:lnTo>
                    <a:pt x="2928" y="2363"/>
                  </a:lnTo>
                  <a:lnTo>
                    <a:pt x="2963" y="2385"/>
                  </a:lnTo>
                  <a:lnTo>
                    <a:pt x="2999" y="2408"/>
                  </a:lnTo>
                  <a:lnTo>
                    <a:pt x="3034" y="2433"/>
                  </a:lnTo>
                  <a:lnTo>
                    <a:pt x="3034" y="2433"/>
                  </a:lnTo>
                  <a:lnTo>
                    <a:pt x="3055" y="2450"/>
                  </a:lnTo>
                  <a:lnTo>
                    <a:pt x="3077" y="2468"/>
                  </a:lnTo>
                  <a:lnTo>
                    <a:pt x="3099" y="2489"/>
                  </a:lnTo>
                  <a:lnTo>
                    <a:pt x="3119" y="2508"/>
                  </a:lnTo>
                  <a:lnTo>
                    <a:pt x="3160" y="2550"/>
                  </a:lnTo>
                  <a:lnTo>
                    <a:pt x="3198" y="2592"/>
                  </a:lnTo>
                  <a:lnTo>
                    <a:pt x="3198" y="2592"/>
                  </a:lnTo>
                  <a:lnTo>
                    <a:pt x="3228" y="2626"/>
                  </a:lnTo>
                  <a:lnTo>
                    <a:pt x="3256" y="2659"/>
                  </a:lnTo>
                  <a:lnTo>
                    <a:pt x="3282" y="2693"/>
                  </a:lnTo>
                  <a:lnTo>
                    <a:pt x="3309" y="2729"/>
                  </a:lnTo>
                  <a:lnTo>
                    <a:pt x="3335" y="2764"/>
                  </a:lnTo>
                  <a:lnTo>
                    <a:pt x="3359" y="2801"/>
                  </a:lnTo>
                  <a:lnTo>
                    <a:pt x="3382" y="2838"/>
                  </a:lnTo>
                  <a:lnTo>
                    <a:pt x="3405" y="2875"/>
                  </a:lnTo>
                  <a:lnTo>
                    <a:pt x="3405" y="2875"/>
                  </a:lnTo>
                  <a:lnTo>
                    <a:pt x="3433" y="2923"/>
                  </a:lnTo>
                  <a:lnTo>
                    <a:pt x="3459" y="2972"/>
                  </a:lnTo>
                  <a:lnTo>
                    <a:pt x="3483" y="3022"/>
                  </a:lnTo>
                  <a:lnTo>
                    <a:pt x="3505" y="3072"/>
                  </a:lnTo>
                  <a:lnTo>
                    <a:pt x="3525" y="3124"/>
                  </a:lnTo>
                  <a:lnTo>
                    <a:pt x="3544" y="3175"/>
                  </a:lnTo>
                  <a:lnTo>
                    <a:pt x="3561" y="3229"/>
                  </a:lnTo>
                  <a:lnTo>
                    <a:pt x="3576" y="3281"/>
                  </a:lnTo>
                  <a:lnTo>
                    <a:pt x="3576" y="3281"/>
                  </a:lnTo>
                  <a:lnTo>
                    <a:pt x="3586" y="3326"/>
                  </a:lnTo>
                  <a:lnTo>
                    <a:pt x="3594" y="3370"/>
                  </a:lnTo>
                  <a:lnTo>
                    <a:pt x="3602" y="3413"/>
                  </a:lnTo>
                  <a:lnTo>
                    <a:pt x="3608" y="3458"/>
                  </a:lnTo>
                  <a:lnTo>
                    <a:pt x="3613" y="3501"/>
                  </a:lnTo>
                  <a:lnTo>
                    <a:pt x="3617" y="3546"/>
                  </a:lnTo>
                  <a:lnTo>
                    <a:pt x="3623" y="3635"/>
                  </a:lnTo>
                  <a:lnTo>
                    <a:pt x="3623" y="3635"/>
                  </a:lnTo>
                  <a:lnTo>
                    <a:pt x="3658" y="4199"/>
                  </a:lnTo>
                  <a:lnTo>
                    <a:pt x="3658" y="4199"/>
                  </a:lnTo>
                  <a:lnTo>
                    <a:pt x="3681" y="4574"/>
                  </a:lnTo>
                  <a:lnTo>
                    <a:pt x="3701" y="4948"/>
                  </a:lnTo>
                  <a:lnTo>
                    <a:pt x="3723" y="5323"/>
                  </a:lnTo>
                  <a:lnTo>
                    <a:pt x="3742" y="5697"/>
                  </a:lnTo>
                  <a:lnTo>
                    <a:pt x="3742" y="5697"/>
                  </a:lnTo>
                  <a:lnTo>
                    <a:pt x="3757" y="6021"/>
                  </a:lnTo>
                  <a:lnTo>
                    <a:pt x="3764" y="6183"/>
                  </a:lnTo>
                  <a:lnTo>
                    <a:pt x="3770" y="6346"/>
                  </a:lnTo>
                  <a:lnTo>
                    <a:pt x="3770" y="6346"/>
                  </a:lnTo>
                  <a:lnTo>
                    <a:pt x="3775" y="6466"/>
                  </a:lnTo>
                  <a:lnTo>
                    <a:pt x="3778" y="6586"/>
                  </a:lnTo>
                  <a:lnTo>
                    <a:pt x="3778" y="6646"/>
                  </a:lnTo>
                  <a:lnTo>
                    <a:pt x="3776" y="6706"/>
                  </a:lnTo>
                  <a:lnTo>
                    <a:pt x="3774" y="6766"/>
                  </a:lnTo>
                  <a:lnTo>
                    <a:pt x="3770" y="6826"/>
                  </a:lnTo>
                  <a:lnTo>
                    <a:pt x="3770" y="6826"/>
                  </a:lnTo>
                  <a:lnTo>
                    <a:pt x="3765" y="6876"/>
                  </a:lnTo>
                  <a:lnTo>
                    <a:pt x="3760" y="6926"/>
                  </a:lnTo>
                  <a:lnTo>
                    <a:pt x="3746" y="7026"/>
                  </a:lnTo>
                  <a:lnTo>
                    <a:pt x="3729" y="7125"/>
                  </a:lnTo>
                  <a:lnTo>
                    <a:pt x="3710" y="7225"/>
                  </a:lnTo>
                  <a:lnTo>
                    <a:pt x="3688" y="7324"/>
                  </a:lnTo>
                  <a:lnTo>
                    <a:pt x="3664" y="7422"/>
                  </a:lnTo>
                  <a:lnTo>
                    <a:pt x="3639" y="7520"/>
                  </a:lnTo>
                  <a:lnTo>
                    <a:pt x="3612" y="7616"/>
                  </a:lnTo>
                  <a:lnTo>
                    <a:pt x="3612" y="7616"/>
                  </a:lnTo>
                  <a:lnTo>
                    <a:pt x="3586" y="7703"/>
                  </a:lnTo>
                  <a:lnTo>
                    <a:pt x="3561" y="7790"/>
                  </a:lnTo>
                  <a:lnTo>
                    <a:pt x="3533" y="7876"/>
                  </a:lnTo>
                  <a:lnTo>
                    <a:pt x="3502" y="7961"/>
                  </a:lnTo>
                  <a:lnTo>
                    <a:pt x="3487" y="8005"/>
                  </a:lnTo>
                  <a:lnTo>
                    <a:pt x="3469" y="8047"/>
                  </a:lnTo>
                  <a:lnTo>
                    <a:pt x="3452" y="8089"/>
                  </a:lnTo>
                  <a:lnTo>
                    <a:pt x="3433" y="8130"/>
                  </a:lnTo>
                  <a:lnTo>
                    <a:pt x="3414" y="8171"/>
                  </a:lnTo>
                  <a:lnTo>
                    <a:pt x="3393" y="8211"/>
                  </a:lnTo>
                  <a:lnTo>
                    <a:pt x="3373" y="8250"/>
                  </a:lnTo>
                  <a:lnTo>
                    <a:pt x="3350" y="8290"/>
                  </a:lnTo>
                  <a:lnTo>
                    <a:pt x="3350" y="8290"/>
                  </a:lnTo>
                  <a:lnTo>
                    <a:pt x="3339" y="8309"/>
                  </a:lnTo>
                  <a:lnTo>
                    <a:pt x="3326" y="8327"/>
                  </a:lnTo>
                  <a:lnTo>
                    <a:pt x="3314" y="8344"/>
                  </a:lnTo>
                  <a:lnTo>
                    <a:pt x="3300" y="8362"/>
                  </a:lnTo>
                  <a:lnTo>
                    <a:pt x="3272" y="8393"/>
                  </a:lnTo>
                  <a:lnTo>
                    <a:pt x="3243" y="8424"/>
                  </a:lnTo>
                  <a:lnTo>
                    <a:pt x="3211" y="8452"/>
                  </a:lnTo>
                  <a:lnTo>
                    <a:pt x="3177" y="8479"/>
                  </a:lnTo>
                  <a:lnTo>
                    <a:pt x="3142" y="8505"/>
                  </a:lnTo>
                  <a:lnTo>
                    <a:pt x="3105" y="8529"/>
                  </a:lnTo>
                  <a:lnTo>
                    <a:pt x="3105" y="8529"/>
                  </a:lnTo>
                  <a:lnTo>
                    <a:pt x="3080" y="8544"/>
                  </a:lnTo>
                  <a:lnTo>
                    <a:pt x="3053" y="8560"/>
                  </a:lnTo>
                  <a:lnTo>
                    <a:pt x="3027" y="8574"/>
                  </a:lnTo>
                  <a:lnTo>
                    <a:pt x="2999" y="8587"/>
                  </a:lnTo>
                  <a:lnTo>
                    <a:pt x="2972" y="8599"/>
                  </a:lnTo>
                  <a:lnTo>
                    <a:pt x="2944" y="8611"/>
                  </a:lnTo>
                  <a:lnTo>
                    <a:pt x="2916" y="8621"/>
                  </a:lnTo>
                  <a:lnTo>
                    <a:pt x="2887" y="8630"/>
                  </a:lnTo>
                  <a:lnTo>
                    <a:pt x="2859" y="8639"/>
                  </a:lnTo>
                  <a:lnTo>
                    <a:pt x="2829" y="8645"/>
                  </a:lnTo>
                  <a:lnTo>
                    <a:pt x="2799" y="8652"/>
                  </a:lnTo>
                  <a:lnTo>
                    <a:pt x="2769" y="8657"/>
                  </a:lnTo>
                  <a:lnTo>
                    <a:pt x="2740" y="8659"/>
                  </a:lnTo>
                  <a:lnTo>
                    <a:pt x="2709" y="8662"/>
                  </a:lnTo>
                  <a:lnTo>
                    <a:pt x="2680" y="8662"/>
                  </a:lnTo>
                  <a:lnTo>
                    <a:pt x="2649" y="8661"/>
                  </a:lnTo>
                  <a:lnTo>
                    <a:pt x="2649" y="8661"/>
                  </a:lnTo>
                  <a:lnTo>
                    <a:pt x="2628" y="8659"/>
                  </a:lnTo>
                  <a:lnTo>
                    <a:pt x="2606" y="8657"/>
                  </a:lnTo>
                  <a:lnTo>
                    <a:pt x="2586" y="8654"/>
                  </a:lnTo>
                  <a:lnTo>
                    <a:pt x="2564" y="8650"/>
                  </a:lnTo>
                  <a:lnTo>
                    <a:pt x="2523" y="8640"/>
                  </a:lnTo>
                  <a:lnTo>
                    <a:pt x="2482" y="8627"/>
                  </a:lnTo>
                  <a:lnTo>
                    <a:pt x="2441" y="8613"/>
                  </a:lnTo>
                  <a:lnTo>
                    <a:pt x="2402" y="8597"/>
                  </a:lnTo>
                  <a:lnTo>
                    <a:pt x="2362" y="8579"/>
                  </a:lnTo>
                  <a:lnTo>
                    <a:pt x="2324" y="8560"/>
                  </a:lnTo>
                  <a:lnTo>
                    <a:pt x="2324" y="8560"/>
                  </a:lnTo>
                  <a:lnTo>
                    <a:pt x="2279" y="8535"/>
                  </a:lnTo>
                  <a:lnTo>
                    <a:pt x="2235" y="8510"/>
                  </a:lnTo>
                  <a:lnTo>
                    <a:pt x="2190" y="8482"/>
                  </a:lnTo>
                  <a:lnTo>
                    <a:pt x="2146" y="8454"/>
                  </a:lnTo>
                  <a:lnTo>
                    <a:pt x="2104" y="8424"/>
                  </a:lnTo>
                  <a:lnTo>
                    <a:pt x="2062" y="8395"/>
                  </a:lnTo>
                  <a:lnTo>
                    <a:pt x="2021" y="8363"/>
                  </a:lnTo>
                  <a:lnTo>
                    <a:pt x="1982" y="8331"/>
                  </a:lnTo>
                  <a:lnTo>
                    <a:pt x="1982" y="8331"/>
                  </a:lnTo>
                  <a:lnTo>
                    <a:pt x="1935" y="8291"/>
                  </a:lnTo>
                  <a:lnTo>
                    <a:pt x="1887" y="8249"/>
                  </a:lnTo>
                  <a:lnTo>
                    <a:pt x="1843" y="8207"/>
                  </a:lnTo>
                  <a:lnTo>
                    <a:pt x="1798" y="8165"/>
                  </a:lnTo>
                  <a:lnTo>
                    <a:pt x="1756" y="8120"/>
                  </a:lnTo>
                  <a:lnTo>
                    <a:pt x="1714" y="8074"/>
                  </a:lnTo>
                  <a:lnTo>
                    <a:pt x="1673" y="8028"/>
                  </a:lnTo>
                  <a:lnTo>
                    <a:pt x="1633" y="7981"/>
                  </a:lnTo>
                  <a:lnTo>
                    <a:pt x="1633" y="7981"/>
                  </a:lnTo>
                  <a:lnTo>
                    <a:pt x="1596" y="7933"/>
                  </a:lnTo>
                  <a:lnTo>
                    <a:pt x="1559" y="7885"/>
                  </a:lnTo>
                  <a:lnTo>
                    <a:pt x="1524" y="7836"/>
                  </a:lnTo>
                  <a:lnTo>
                    <a:pt x="1489" y="7786"/>
                  </a:lnTo>
                  <a:lnTo>
                    <a:pt x="1421" y="7688"/>
                  </a:lnTo>
                  <a:lnTo>
                    <a:pt x="1354" y="7588"/>
                  </a:lnTo>
                  <a:lnTo>
                    <a:pt x="1354" y="7588"/>
                  </a:lnTo>
                  <a:lnTo>
                    <a:pt x="1226" y="7396"/>
                  </a:lnTo>
                  <a:lnTo>
                    <a:pt x="1101" y="7205"/>
                  </a:lnTo>
                  <a:lnTo>
                    <a:pt x="979" y="7012"/>
                  </a:lnTo>
                  <a:lnTo>
                    <a:pt x="857" y="6816"/>
                  </a:lnTo>
                  <a:lnTo>
                    <a:pt x="857" y="6816"/>
                  </a:lnTo>
                  <a:lnTo>
                    <a:pt x="768" y="6670"/>
                  </a:lnTo>
                  <a:lnTo>
                    <a:pt x="725" y="6597"/>
                  </a:lnTo>
                  <a:lnTo>
                    <a:pt x="681" y="6523"/>
                  </a:lnTo>
                  <a:lnTo>
                    <a:pt x="681" y="6523"/>
                  </a:lnTo>
                  <a:lnTo>
                    <a:pt x="649" y="6468"/>
                  </a:lnTo>
                  <a:lnTo>
                    <a:pt x="617" y="6413"/>
                  </a:lnTo>
                  <a:lnTo>
                    <a:pt x="583" y="6358"/>
                  </a:lnTo>
                  <a:lnTo>
                    <a:pt x="565" y="6331"/>
                  </a:lnTo>
                  <a:lnTo>
                    <a:pt x="547" y="6306"/>
                  </a:lnTo>
                  <a:lnTo>
                    <a:pt x="547" y="6306"/>
                  </a:lnTo>
                  <a:lnTo>
                    <a:pt x="496" y="6238"/>
                  </a:lnTo>
                  <a:lnTo>
                    <a:pt x="444" y="6170"/>
                  </a:lnTo>
                  <a:lnTo>
                    <a:pt x="390" y="6105"/>
                  </a:lnTo>
                  <a:lnTo>
                    <a:pt x="335" y="6040"/>
                  </a:lnTo>
                  <a:lnTo>
                    <a:pt x="280" y="5976"/>
                  </a:lnTo>
                  <a:lnTo>
                    <a:pt x="224" y="5912"/>
                  </a:lnTo>
                  <a:lnTo>
                    <a:pt x="109" y="5787"/>
                  </a:lnTo>
                  <a:lnTo>
                    <a:pt x="109" y="5787"/>
                  </a:lnTo>
                  <a:lnTo>
                    <a:pt x="12" y="5682"/>
                  </a:lnTo>
                  <a:lnTo>
                    <a:pt x="12" y="5682"/>
                  </a:lnTo>
                  <a:lnTo>
                    <a:pt x="11" y="5694"/>
                  </a:lnTo>
                  <a:lnTo>
                    <a:pt x="11" y="5694"/>
                  </a:lnTo>
                  <a:lnTo>
                    <a:pt x="61" y="5665"/>
                  </a:lnTo>
                  <a:lnTo>
                    <a:pt x="109" y="5636"/>
                  </a:lnTo>
                  <a:lnTo>
                    <a:pt x="158" y="5605"/>
                  </a:lnTo>
                  <a:lnTo>
                    <a:pt x="206" y="5573"/>
                  </a:lnTo>
                  <a:lnTo>
                    <a:pt x="254" y="5541"/>
                  </a:lnTo>
                  <a:lnTo>
                    <a:pt x="300" y="5508"/>
                  </a:lnTo>
                  <a:lnTo>
                    <a:pt x="345" y="5474"/>
                  </a:lnTo>
                  <a:lnTo>
                    <a:pt x="390" y="5439"/>
                  </a:lnTo>
                  <a:lnTo>
                    <a:pt x="390" y="5439"/>
                  </a:lnTo>
                  <a:lnTo>
                    <a:pt x="423" y="5412"/>
                  </a:lnTo>
                  <a:lnTo>
                    <a:pt x="454" y="5386"/>
                  </a:lnTo>
                  <a:lnTo>
                    <a:pt x="486" y="5359"/>
                  </a:lnTo>
                  <a:lnTo>
                    <a:pt x="517" y="5329"/>
                  </a:lnTo>
                  <a:lnTo>
                    <a:pt x="546" y="5300"/>
                  </a:lnTo>
                  <a:lnTo>
                    <a:pt x="574" y="5269"/>
                  </a:lnTo>
                  <a:lnTo>
                    <a:pt x="599" y="5237"/>
                  </a:lnTo>
                  <a:lnTo>
                    <a:pt x="625" y="5205"/>
                  </a:lnTo>
                  <a:lnTo>
                    <a:pt x="625" y="5205"/>
                  </a:lnTo>
                  <a:lnTo>
                    <a:pt x="656" y="5161"/>
                  </a:lnTo>
                  <a:lnTo>
                    <a:pt x="686" y="5116"/>
                  </a:lnTo>
                  <a:lnTo>
                    <a:pt x="716" y="5070"/>
                  </a:lnTo>
                  <a:lnTo>
                    <a:pt x="744" y="5024"/>
                  </a:lnTo>
                  <a:lnTo>
                    <a:pt x="771" y="4978"/>
                  </a:lnTo>
                  <a:lnTo>
                    <a:pt x="797" y="4930"/>
                  </a:lnTo>
                  <a:lnTo>
                    <a:pt x="848" y="4835"/>
                  </a:lnTo>
                  <a:lnTo>
                    <a:pt x="848" y="4835"/>
                  </a:lnTo>
                  <a:lnTo>
                    <a:pt x="884" y="4769"/>
                  </a:lnTo>
                  <a:lnTo>
                    <a:pt x="901" y="4735"/>
                  </a:lnTo>
                  <a:lnTo>
                    <a:pt x="919" y="4700"/>
                  </a:lnTo>
                  <a:lnTo>
                    <a:pt x="934" y="4665"/>
                  </a:lnTo>
                  <a:lnTo>
                    <a:pt x="947" y="4629"/>
                  </a:lnTo>
                  <a:lnTo>
                    <a:pt x="953" y="4610"/>
                  </a:lnTo>
                  <a:lnTo>
                    <a:pt x="957" y="4592"/>
                  </a:lnTo>
                  <a:lnTo>
                    <a:pt x="962" y="4574"/>
                  </a:lnTo>
                  <a:lnTo>
                    <a:pt x="965" y="4556"/>
                  </a:lnTo>
                  <a:lnTo>
                    <a:pt x="965" y="4556"/>
                  </a:lnTo>
                  <a:lnTo>
                    <a:pt x="952" y="4561"/>
                  </a:lnTo>
                  <a:lnTo>
                    <a:pt x="952" y="4561"/>
                  </a:lnTo>
                  <a:lnTo>
                    <a:pt x="1030" y="4626"/>
                  </a:lnTo>
                  <a:lnTo>
                    <a:pt x="1107" y="4693"/>
                  </a:lnTo>
                  <a:lnTo>
                    <a:pt x="1184" y="4759"/>
                  </a:lnTo>
                  <a:lnTo>
                    <a:pt x="1261" y="4827"/>
                  </a:lnTo>
                  <a:lnTo>
                    <a:pt x="1261" y="4827"/>
                  </a:lnTo>
                  <a:lnTo>
                    <a:pt x="1318" y="4878"/>
                  </a:lnTo>
                  <a:lnTo>
                    <a:pt x="1376" y="4932"/>
                  </a:lnTo>
                  <a:lnTo>
                    <a:pt x="1432" y="4985"/>
                  </a:lnTo>
                  <a:lnTo>
                    <a:pt x="1487" y="5040"/>
                  </a:lnTo>
                  <a:lnTo>
                    <a:pt x="1487" y="5040"/>
                  </a:lnTo>
                  <a:lnTo>
                    <a:pt x="1512" y="5066"/>
                  </a:lnTo>
                  <a:lnTo>
                    <a:pt x="1536" y="5093"/>
                  </a:lnTo>
                  <a:lnTo>
                    <a:pt x="1584" y="5148"/>
                  </a:lnTo>
                  <a:lnTo>
                    <a:pt x="1631" y="5201"/>
                  </a:lnTo>
                  <a:lnTo>
                    <a:pt x="1679" y="5255"/>
                  </a:lnTo>
                  <a:lnTo>
                    <a:pt x="1679" y="5255"/>
                  </a:lnTo>
                  <a:lnTo>
                    <a:pt x="1742" y="5320"/>
                  </a:lnTo>
                  <a:lnTo>
                    <a:pt x="1804" y="5384"/>
                  </a:lnTo>
                  <a:lnTo>
                    <a:pt x="1867" y="5447"/>
                  </a:lnTo>
                  <a:lnTo>
                    <a:pt x="1928" y="5512"/>
                  </a:lnTo>
                  <a:lnTo>
                    <a:pt x="1928" y="5512"/>
                  </a:lnTo>
                  <a:lnTo>
                    <a:pt x="1968" y="5554"/>
                  </a:lnTo>
                  <a:lnTo>
                    <a:pt x="2006" y="5599"/>
                  </a:lnTo>
                  <a:lnTo>
                    <a:pt x="2043" y="5644"/>
                  </a:lnTo>
                  <a:lnTo>
                    <a:pt x="2079" y="5688"/>
                  </a:lnTo>
                  <a:lnTo>
                    <a:pt x="2149" y="5781"/>
                  </a:lnTo>
                  <a:lnTo>
                    <a:pt x="2219" y="5873"/>
                  </a:lnTo>
                  <a:lnTo>
                    <a:pt x="2219" y="5873"/>
                  </a:lnTo>
                  <a:lnTo>
                    <a:pt x="2250" y="5911"/>
                  </a:lnTo>
                  <a:lnTo>
                    <a:pt x="2280" y="5947"/>
                  </a:lnTo>
                  <a:lnTo>
                    <a:pt x="2312" y="5983"/>
                  </a:lnTo>
                  <a:lnTo>
                    <a:pt x="2346" y="6017"/>
                  </a:lnTo>
                  <a:lnTo>
                    <a:pt x="2380" y="6052"/>
                  </a:lnTo>
                  <a:lnTo>
                    <a:pt x="2413" y="6085"/>
                  </a:lnTo>
                  <a:lnTo>
                    <a:pt x="2483" y="6151"/>
                  </a:lnTo>
                  <a:lnTo>
                    <a:pt x="2552" y="6216"/>
                  </a:lnTo>
                  <a:lnTo>
                    <a:pt x="2621" y="6283"/>
                  </a:lnTo>
                  <a:lnTo>
                    <a:pt x="2656" y="6317"/>
                  </a:lnTo>
                  <a:lnTo>
                    <a:pt x="2689" y="6352"/>
                  </a:lnTo>
                  <a:lnTo>
                    <a:pt x="2721" y="6386"/>
                  </a:lnTo>
                  <a:lnTo>
                    <a:pt x="2753" y="6424"/>
                  </a:lnTo>
                  <a:lnTo>
                    <a:pt x="2753" y="6424"/>
                  </a:lnTo>
                  <a:lnTo>
                    <a:pt x="2771" y="6445"/>
                  </a:lnTo>
                  <a:lnTo>
                    <a:pt x="2787" y="6468"/>
                  </a:lnTo>
                  <a:lnTo>
                    <a:pt x="2803" y="6491"/>
                  </a:lnTo>
                  <a:lnTo>
                    <a:pt x="2819" y="6514"/>
                  </a:lnTo>
                  <a:lnTo>
                    <a:pt x="2848" y="6563"/>
                  </a:lnTo>
                  <a:lnTo>
                    <a:pt x="2877" y="6611"/>
                  </a:lnTo>
                  <a:lnTo>
                    <a:pt x="2933" y="6710"/>
                  </a:lnTo>
                  <a:lnTo>
                    <a:pt x="2962" y="6758"/>
                  </a:lnTo>
                  <a:lnTo>
                    <a:pt x="2994" y="6806"/>
                  </a:lnTo>
                  <a:lnTo>
                    <a:pt x="2994" y="6806"/>
                  </a:lnTo>
                  <a:lnTo>
                    <a:pt x="3027" y="6852"/>
                  </a:lnTo>
                  <a:lnTo>
                    <a:pt x="3060" y="6898"/>
                  </a:lnTo>
                  <a:lnTo>
                    <a:pt x="3097" y="6943"/>
                  </a:lnTo>
                  <a:lnTo>
                    <a:pt x="3115" y="6964"/>
                  </a:lnTo>
                  <a:lnTo>
                    <a:pt x="3134" y="6986"/>
                  </a:lnTo>
                  <a:lnTo>
                    <a:pt x="3134" y="6986"/>
                  </a:lnTo>
                  <a:lnTo>
                    <a:pt x="3137" y="6987"/>
                  </a:lnTo>
                  <a:lnTo>
                    <a:pt x="3141" y="6987"/>
                  </a:lnTo>
                  <a:lnTo>
                    <a:pt x="3143" y="6987"/>
                  </a:lnTo>
                  <a:lnTo>
                    <a:pt x="3145" y="6986"/>
                  </a:lnTo>
                  <a:lnTo>
                    <a:pt x="3147" y="6983"/>
                  </a:lnTo>
                  <a:lnTo>
                    <a:pt x="3147" y="6981"/>
                  </a:lnTo>
                  <a:lnTo>
                    <a:pt x="3147" y="6977"/>
                  </a:lnTo>
                  <a:lnTo>
                    <a:pt x="3146" y="6975"/>
                  </a:lnTo>
                  <a:lnTo>
                    <a:pt x="3146" y="6975"/>
                  </a:lnTo>
                  <a:lnTo>
                    <a:pt x="3113" y="6937"/>
                  </a:lnTo>
                  <a:lnTo>
                    <a:pt x="3081" y="6898"/>
                  </a:lnTo>
                  <a:lnTo>
                    <a:pt x="3050" y="6858"/>
                  </a:lnTo>
                  <a:lnTo>
                    <a:pt x="3021" y="6819"/>
                  </a:lnTo>
                  <a:lnTo>
                    <a:pt x="3021" y="6819"/>
                  </a:lnTo>
                  <a:lnTo>
                    <a:pt x="2991" y="6775"/>
                  </a:lnTo>
                  <a:lnTo>
                    <a:pt x="2962" y="6732"/>
                  </a:lnTo>
                  <a:lnTo>
                    <a:pt x="2935" y="6688"/>
                  </a:lnTo>
                  <a:lnTo>
                    <a:pt x="2908" y="6643"/>
                  </a:lnTo>
                  <a:lnTo>
                    <a:pt x="2908" y="6643"/>
                  </a:lnTo>
                  <a:lnTo>
                    <a:pt x="2884" y="6600"/>
                  </a:lnTo>
                  <a:lnTo>
                    <a:pt x="2861" y="6556"/>
                  </a:lnTo>
                  <a:lnTo>
                    <a:pt x="2837" y="6514"/>
                  </a:lnTo>
                  <a:lnTo>
                    <a:pt x="2823" y="6493"/>
                  </a:lnTo>
                  <a:lnTo>
                    <a:pt x="2809" y="6472"/>
                  </a:lnTo>
                  <a:lnTo>
                    <a:pt x="2809" y="6472"/>
                  </a:lnTo>
                  <a:lnTo>
                    <a:pt x="2782" y="6435"/>
                  </a:lnTo>
                  <a:lnTo>
                    <a:pt x="2753" y="6399"/>
                  </a:lnTo>
                  <a:lnTo>
                    <a:pt x="2722" y="6363"/>
                  </a:lnTo>
                  <a:lnTo>
                    <a:pt x="2690" y="6330"/>
                  </a:lnTo>
                  <a:lnTo>
                    <a:pt x="2658" y="6296"/>
                  </a:lnTo>
                  <a:lnTo>
                    <a:pt x="2625" y="6264"/>
                  </a:lnTo>
                  <a:lnTo>
                    <a:pt x="2557" y="6200"/>
                  </a:lnTo>
                  <a:lnTo>
                    <a:pt x="2489" y="6136"/>
                  </a:lnTo>
                  <a:lnTo>
                    <a:pt x="2421" y="6072"/>
                  </a:lnTo>
                  <a:lnTo>
                    <a:pt x="2386" y="6039"/>
                  </a:lnTo>
                  <a:lnTo>
                    <a:pt x="2355" y="6006"/>
                  </a:lnTo>
                  <a:lnTo>
                    <a:pt x="2323" y="5972"/>
                  </a:lnTo>
                  <a:lnTo>
                    <a:pt x="2292" y="5936"/>
                  </a:lnTo>
                  <a:lnTo>
                    <a:pt x="2292" y="5936"/>
                  </a:lnTo>
                  <a:lnTo>
                    <a:pt x="2256" y="5894"/>
                  </a:lnTo>
                  <a:lnTo>
                    <a:pt x="2220" y="5850"/>
                  </a:lnTo>
                  <a:lnTo>
                    <a:pt x="2153" y="5759"/>
                  </a:lnTo>
                  <a:lnTo>
                    <a:pt x="2085" y="5669"/>
                  </a:lnTo>
                  <a:lnTo>
                    <a:pt x="2049" y="5625"/>
                  </a:lnTo>
                  <a:lnTo>
                    <a:pt x="2012" y="5582"/>
                  </a:lnTo>
                  <a:lnTo>
                    <a:pt x="2012" y="5582"/>
                  </a:lnTo>
                  <a:lnTo>
                    <a:pt x="1981" y="5547"/>
                  </a:lnTo>
                  <a:lnTo>
                    <a:pt x="1949" y="5512"/>
                  </a:lnTo>
                  <a:lnTo>
                    <a:pt x="1884" y="5443"/>
                  </a:lnTo>
                  <a:lnTo>
                    <a:pt x="1750" y="5306"/>
                  </a:lnTo>
                  <a:lnTo>
                    <a:pt x="1750" y="5306"/>
                  </a:lnTo>
                  <a:lnTo>
                    <a:pt x="1723" y="5279"/>
                  </a:lnTo>
                  <a:lnTo>
                    <a:pt x="1697" y="5251"/>
                  </a:lnTo>
                  <a:lnTo>
                    <a:pt x="1646" y="5194"/>
                  </a:lnTo>
                  <a:lnTo>
                    <a:pt x="1596" y="5136"/>
                  </a:lnTo>
                  <a:lnTo>
                    <a:pt x="1545" y="5079"/>
                  </a:lnTo>
                  <a:lnTo>
                    <a:pt x="1545" y="5079"/>
                  </a:lnTo>
                  <a:lnTo>
                    <a:pt x="1493" y="5025"/>
                  </a:lnTo>
                  <a:lnTo>
                    <a:pt x="1441" y="4973"/>
                  </a:lnTo>
                  <a:lnTo>
                    <a:pt x="1386" y="4920"/>
                  </a:lnTo>
                  <a:lnTo>
                    <a:pt x="1331" y="4870"/>
                  </a:lnTo>
                  <a:lnTo>
                    <a:pt x="1331" y="4870"/>
                  </a:lnTo>
                  <a:lnTo>
                    <a:pt x="1240" y="4789"/>
                  </a:lnTo>
                  <a:lnTo>
                    <a:pt x="1148" y="4708"/>
                  </a:lnTo>
                  <a:lnTo>
                    <a:pt x="1056" y="4629"/>
                  </a:lnTo>
                  <a:lnTo>
                    <a:pt x="962" y="4551"/>
                  </a:lnTo>
                  <a:lnTo>
                    <a:pt x="962" y="4551"/>
                  </a:lnTo>
                  <a:lnTo>
                    <a:pt x="958" y="4548"/>
                  </a:lnTo>
                  <a:lnTo>
                    <a:pt x="954" y="4548"/>
                  </a:lnTo>
                  <a:lnTo>
                    <a:pt x="950" y="4551"/>
                  </a:lnTo>
                  <a:lnTo>
                    <a:pt x="949" y="4556"/>
                  </a:lnTo>
                  <a:lnTo>
                    <a:pt x="949" y="4556"/>
                  </a:lnTo>
                  <a:lnTo>
                    <a:pt x="947" y="4572"/>
                  </a:lnTo>
                  <a:lnTo>
                    <a:pt x="943" y="4589"/>
                  </a:lnTo>
                  <a:lnTo>
                    <a:pt x="934" y="4621"/>
                  </a:lnTo>
                  <a:lnTo>
                    <a:pt x="921" y="4654"/>
                  </a:lnTo>
                  <a:lnTo>
                    <a:pt x="907" y="4686"/>
                  </a:lnTo>
                  <a:lnTo>
                    <a:pt x="892" y="4718"/>
                  </a:lnTo>
                  <a:lnTo>
                    <a:pt x="876" y="4750"/>
                  </a:lnTo>
                  <a:lnTo>
                    <a:pt x="845" y="4810"/>
                  </a:lnTo>
                  <a:lnTo>
                    <a:pt x="845" y="4810"/>
                  </a:lnTo>
                  <a:lnTo>
                    <a:pt x="796" y="4901"/>
                  </a:lnTo>
                  <a:lnTo>
                    <a:pt x="771" y="4946"/>
                  </a:lnTo>
                  <a:lnTo>
                    <a:pt x="745" y="4990"/>
                  </a:lnTo>
                  <a:lnTo>
                    <a:pt x="718" y="5034"/>
                  </a:lnTo>
                  <a:lnTo>
                    <a:pt x="691" y="5077"/>
                  </a:lnTo>
                  <a:lnTo>
                    <a:pt x="663" y="5121"/>
                  </a:lnTo>
                  <a:lnTo>
                    <a:pt x="634" y="5164"/>
                  </a:lnTo>
                  <a:lnTo>
                    <a:pt x="634" y="5164"/>
                  </a:lnTo>
                  <a:lnTo>
                    <a:pt x="611" y="5198"/>
                  </a:lnTo>
                  <a:lnTo>
                    <a:pt x="585" y="5230"/>
                  </a:lnTo>
                  <a:lnTo>
                    <a:pt x="560" y="5262"/>
                  </a:lnTo>
                  <a:lnTo>
                    <a:pt x="532" y="5291"/>
                  </a:lnTo>
                  <a:lnTo>
                    <a:pt x="504" y="5320"/>
                  </a:lnTo>
                  <a:lnTo>
                    <a:pt x="474" y="5348"/>
                  </a:lnTo>
                  <a:lnTo>
                    <a:pt x="444" y="5377"/>
                  </a:lnTo>
                  <a:lnTo>
                    <a:pt x="413" y="5403"/>
                  </a:lnTo>
                  <a:lnTo>
                    <a:pt x="381" y="5429"/>
                  </a:lnTo>
                  <a:lnTo>
                    <a:pt x="348" y="5455"/>
                  </a:lnTo>
                  <a:lnTo>
                    <a:pt x="282" y="5503"/>
                  </a:lnTo>
                  <a:lnTo>
                    <a:pt x="215" y="5549"/>
                  </a:lnTo>
                  <a:lnTo>
                    <a:pt x="146" y="5594"/>
                  </a:lnTo>
                  <a:lnTo>
                    <a:pt x="146" y="5594"/>
                  </a:lnTo>
                  <a:lnTo>
                    <a:pt x="76" y="5639"/>
                  </a:lnTo>
                  <a:lnTo>
                    <a:pt x="40" y="5659"/>
                  </a:lnTo>
                  <a:lnTo>
                    <a:pt x="3" y="5681"/>
                  </a:lnTo>
                  <a:lnTo>
                    <a:pt x="3" y="5681"/>
                  </a:lnTo>
                  <a:lnTo>
                    <a:pt x="1" y="5683"/>
                  </a:lnTo>
                  <a:lnTo>
                    <a:pt x="0" y="5686"/>
                  </a:lnTo>
                  <a:lnTo>
                    <a:pt x="0" y="5690"/>
                  </a:lnTo>
                  <a:lnTo>
                    <a:pt x="2" y="5692"/>
                  </a:lnTo>
                  <a:lnTo>
                    <a:pt x="2" y="5692"/>
                  </a:lnTo>
                  <a:lnTo>
                    <a:pt x="86" y="5783"/>
                  </a:lnTo>
                  <a:lnTo>
                    <a:pt x="169" y="5874"/>
                  </a:lnTo>
                  <a:lnTo>
                    <a:pt x="251" y="5967"/>
                  </a:lnTo>
                  <a:lnTo>
                    <a:pt x="331" y="6060"/>
                  </a:lnTo>
                  <a:lnTo>
                    <a:pt x="331" y="6060"/>
                  </a:lnTo>
                  <a:lnTo>
                    <a:pt x="390" y="6130"/>
                  </a:lnTo>
                  <a:lnTo>
                    <a:pt x="448" y="6200"/>
                  </a:lnTo>
                  <a:lnTo>
                    <a:pt x="502" y="6271"/>
                  </a:lnTo>
                  <a:lnTo>
                    <a:pt x="531" y="6308"/>
                  </a:lnTo>
                  <a:lnTo>
                    <a:pt x="556" y="6346"/>
                  </a:lnTo>
                  <a:lnTo>
                    <a:pt x="556" y="6346"/>
                  </a:lnTo>
                  <a:lnTo>
                    <a:pt x="574" y="6371"/>
                  </a:lnTo>
                  <a:lnTo>
                    <a:pt x="591" y="6398"/>
                  </a:lnTo>
                  <a:lnTo>
                    <a:pt x="624" y="6452"/>
                  </a:lnTo>
                  <a:lnTo>
                    <a:pt x="686" y="6562"/>
                  </a:lnTo>
                  <a:lnTo>
                    <a:pt x="686" y="6562"/>
                  </a:lnTo>
                  <a:lnTo>
                    <a:pt x="739" y="6651"/>
                  </a:lnTo>
                  <a:lnTo>
                    <a:pt x="792" y="6739"/>
                  </a:lnTo>
                  <a:lnTo>
                    <a:pt x="899" y="6916"/>
                  </a:lnTo>
                  <a:lnTo>
                    <a:pt x="1010" y="7090"/>
                  </a:lnTo>
                  <a:lnTo>
                    <a:pt x="1122" y="7263"/>
                  </a:lnTo>
                  <a:lnTo>
                    <a:pt x="1122" y="7263"/>
                  </a:lnTo>
                  <a:lnTo>
                    <a:pt x="1252" y="7463"/>
                  </a:lnTo>
                  <a:lnTo>
                    <a:pt x="1317" y="7561"/>
                  </a:lnTo>
                  <a:lnTo>
                    <a:pt x="1383" y="7658"/>
                  </a:lnTo>
                  <a:lnTo>
                    <a:pt x="1383" y="7658"/>
                  </a:lnTo>
                  <a:lnTo>
                    <a:pt x="1450" y="7756"/>
                  </a:lnTo>
                  <a:lnTo>
                    <a:pt x="1517" y="7851"/>
                  </a:lnTo>
                  <a:lnTo>
                    <a:pt x="1552" y="7899"/>
                  </a:lnTo>
                  <a:lnTo>
                    <a:pt x="1587" y="7946"/>
                  </a:lnTo>
                  <a:lnTo>
                    <a:pt x="1623" y="7992"/>
                  </a:lnTo>
                  <a:lnTo>
                    <a:pt x="1660" y="8037"/>
                  </a:lnTo>
                  <a:lnTo>
                    <a:pt x="1660" y="8037"/>
                  </a:lnTo>
                  <a:lnTo>
                    <a:pt x="1696" y="8078"/>
                  </a:lnTo>
                  <a:lnTo>
                    <a:pt x="1733" y="8119"/>
                  </a:lnTo>
                  <a:lnTo>
                    <a:pt x="1771" y="8158"/>
                  </a:lnTo>
                  <a:lnTo>
                    <a:pt x="1809" y="8198"/>
                  </a:lnTo>
                  <a:lnTo>
                    <a:pt x="1849" y="8236"/>
                  </a:lnTo>
                  <a:lnTo>
                    <a:pt x="1890" y="8273"/>
                  </a:lnTo>
                  <a:lnTo>
                    <a:pt x="1932" y="8310"/>
                  </a:lnTo>
                  <a:lnTo>
                    <a:pt x="1974" y="8346"/>
                  </a:lnTo>
                  <a:lnTo>
                    <a:pt x="2018" y="8381"/>
                  </a:lnTo>
                  <a:lnTo>
                    <a:pt x="2061" y="8414"/>
                  </a:lnTo>
                  <a:lnTo>
                    <a:pt x="2106" y="8446"/>
                  </a:lnTo>
                  <a:lnTo>
                    <a:pt x="2152" y="8477"/>
                  </a:lnTo>
                  <a:lnTo>
                    <a:pt x="2199" y="8506"/>
                  </a:lnTo>
                  <a:lnTo>
                    <a:pt x="2246" y="8534"/>
                  </a:lnTo>
                  <a:lnTo>
                    <a:pt x="2293" y="8561"/>
                  </a:lnTo>
                  <a:lnTo>
                    <a:pt x="2343" y="8585"/>
                  </a:lnTo>
                  <a:lnTo>
                    <a:pt x="2343" y="8585"/>
                  </a:lnTo>
                  <a:lnTo>
                    <a:pt x="2377" y="8602"/>
                  </a:lnTo>
                  <a:lnTo>
                    <a:pt x="2413" y="8618"/>
                  </a:lnTo>
                  <a:lnTo>
                    <a:pt x="2449" y="8633"/>
                  </a:lnTo>
                  <a:lnTo>
                    <a:pt x="2486" y="8645"/>
                  </a:lnTo>
                  <a:lnTo>
                    <a:pt x="2523" y="8656"/>
                  </a:lnTo>
                  <a:lnTo>
                    <a:pt x="2560" y="8665"/>
                  </a:lnTo>
                  <a:lnTo>
                    <a:pt x="2598" y="8672"/>
                  </a:lnTo>
                  <a:lnTo>
                    <a:pt x="2637" y="8676"/>
                  </a:lnTo>
                  <a:lnTo>
                    <a:pt x="2637" y="8676"/>
                  </a:lnTo>
                  <a:lnTo>
                    <a:pt x="2665" y="8677"/>
                  </a:lnTo>
                  <a:lnTo>
                    <a:pt x="2693" y="8677"/>
                  </a:lnTo>
                  <a:lnTo>
                    <a:pt x="2720" y="8676"/>
                  </a:lnTo>
                  <a:lnTo>
                    <a:pt x="2748" y="8675"/>
                  </a:lnTo>
                  <a:lnTo>
                    <a:pt x="2774" y="8671"/>
                  </a:lnTo>
                  <a:lnTo>
                    <a:pt x="2801" y="8667"/>
                  </a:lnTo>
                  <a:lnTo>
                    <a:pt x="2828" y="8662"/>
                  </a:lnTo>
                  <a:lnTo>
                    <a:pt x="2855" y="8656"/>
                  </a:lnTo>
                  <a:lnTo>
                    <a:pt x="2882" y="8648"/>
                  </a:lnTo>
                  <a:lnTo>
                    <a:pt x="2908" y="8640"/>
                  </a:lnTo>
                  <a:lnTo>
                    <a:pt x="2934" y="8631"/>
                  </a:lnTo>
                  <a:lnTo>
                    <a:pt x="2960" y="8621"/>
                  </a:lnTo>
                  <a:lnTo>
                    <a:pt x="2985" y="8611"/>
                  </a:lnTo>
                  <a:lnTo>
                    <a:pt x="3011" y="8599"/>
                  </a:lnTo>
                  <a:lnTo>
                    <a:pt x="3035" y="8587"/>
                  </a:lnTo>
                  <a:lnTo>
                    <a:pt x="3059" y="8574"/>
                  </a:lnTo>
                  <a:lnTo>
                    <a:pt x="3059" y="8574"/>
                  </a:lnTo>
                  <a:lnTo>
                    <a:pt x="3099" y="8552"/>
                  </a:lnTo>
                  <a:lnTo>
                    <a:pt x="3137" y="8528"/>
                  </a:lnTo>
                  <a:lnTo>
                    <a:pt x="3174" y="8502"/>
                  </a:lnTo>
                  <a:lnTo>
                    <a:pt x="3211" y="8474"/>
                  </a:lnTo>
                  <a:lnTo>
                    <a:pt x="3245" y="8443"/>
                  </a:lnTo>
                  <a:lnTo>
                    <a:pt x="3262" y="8428"/>
                  </a:lnTo>
                  <a:lnTo>
                    <a:pt x="3279" y="8411"/>
                  </a:lnTo>
                  <a:lnTo>
                    <a:pt x="3294" y="8395"/>
                  </a:lnTo>
                  <a:lnTo>
                    <a:pt x="3308" y="8378"/>
                  </a:lnTo>
                  <a:lnTo>
                    <a:pt x="3322" y="8360"/>
                  </a:lnTo>
                  <a:lnTo>
                    <a:pt x="3336" y="8341"/>
                  </a:lnTo>
                  <a:lnTo>
                    <a:pt x="3336" y="8341"/>
                  </a:lnTo>
                  <a:lnTo>
                    <a:pt x="3355" y="8312"/>
                  </a:lnTo>
                  <a:lnTo>
                    <a:pt x="3374" y="8280"/>
                  </a:lnTo>
                  <a:lnTo>
                    <a:pt x="3391" y="8249"/>
                  </a:lnTo>
                  <a:lnTo>
                    <a:pt x="3408" y="8216"/>
                  </a:lnTo>
                  <a:lnTo>
                    <a:pt x="3424" y="8184"/>
                  </a:lnTo>
                  <a:lnTo>
                    <a:pt x="3439" y="8151"/>
                  </a:lnTo>
                  <a:lnTo>
                    <a:pt x="3468" y="8084"/>
                  </a:lnTo>
                  <a:lnTo>
                    <a:pt x="3468" y="8084"/>
                  </a:lnTo>
                  <a:lnTo>
                    <a:pt x="3506" y="7990"/>
                  </a:lnTo>
                  <a:lnTo>
                    <a:pt x="3540" y="7895"/>
                  </a:lnTo>
                  <a:lnTo>
                    <a:pt x="3573" y="7799"/>
                  </a:lnTo>
                  <a:lnTo>
                    <a:pt x="3604" y="7702"/>
                  </a:lnTo>
                  <a:lnTo>
                    <a:pt x="3632" y="7603"/>
                  </a:lnTo>
                  <a:lnTo>
                    <a:pt x="3659" y="7505"/>
                  </a:lnTo>
                  <a:lnTo>
                    <a:pt x="3683" y="7407"/>
                  </a:lnTo>
                  <a:lnTo>
                    <a:pt x="3706" y="7308"/>
                  </a:lnTo>
                  <a:lnTo>
                    <a:pt x="3706" y="7308"/>
                  </a:lnTo>
                  <a:lnTo>
                    <a:pt x="3724" y="7225"/>
                  </a:lnTo>
                  <a:lnTo>
                    <a:pt x="3741" y="7141"/>
                  </a:lnTo>
                  <a:lnTo>
                    <a:pt x="3756" y="7056"/>
                  </a:lnTo>
                  <a:lnTo>
                    <a:pt x="3769" y="6972"/>
                  </a:lnTo>
                  <a:lnTo>
                    <a:pt x="3779" y="6886"/>
                  </a:lnTo>
                  <a:lnTo>
                    <a:pt x="3788" y="6801"/>
                  </a:lnTo>
                  <a:lnTo>
                    <a:pt x="3790" y="6758"/>
                  </a:lnTo>
                  <a:lnTo>
                    <a:pt x="3792" y="6716"/>
                  </a:lnTo>
                  <a:lnTo>
                    <a:pt x="3793" y="6673"/>
                  </a:lnTo>
                  <a:lnTo>
                    <a:pt x="3793" y="6631"/>
                  </a:lnTo>
                  <a:lnTo>
                    <a:pt x="3793" y="6631"/>
                  </a:lnTo>
                  <a:lnTo>
                    <a:pt x="3790" y="6504"/>
                  </a:lnTo>
                  <a:lnTo>
                    <a:pt x="3787" y="6379"/>
                  </a:lnTo>
                  <a:lnTo>
                    <a:pt x="3778" y="6128"/>
                  </a:lnTo>
                  <a:lnTo>
                    <a:pt x="3778" y="6128"/>
                  </a:lnTo>
                  <a:lnTo>
                    <a:pt x="3760" y="5754"/>
                  </a:lnTo>
                  <a:lnTo>
                    <a:pt x="3741" y="5379"/>
                  </a:lnTo>
                  <a:lnTo>
                    <a:pt x="3720" y="5006"/>
                  </a:lnTo>
                  <a:lnTo>
                    <a:pt x="3699" y="4631"/>
                  </a:lnTo>
                  <a:lnTo>
                    <a:pt x="3699" y="4631"/>
                  </a:lnTo>
                  <a:lnTo>
                    <a:pt x="3658" y="3941"/>
                  </a:lnTo>
                  <a:lnTo>
                    <a:pt x="3658" y="3941"/>
                  </a:lnTo>
                  <a:lnTo>
                    <a:pt x="3650" y="3802"/>
                  </a:lnTo>
                  <a:lnTo>
                    <a:pt x="3644" y="3661"/>
                  </a:lnTo>
                  <a:lnTo>
                    <a:pt x="3639" y="3591"/>
                  </a:lnTo>
                  <a:lnTo>
                    <a:pt x="3632" y="3522"/>
                  </a:lnTo>
                  <a:lnTo>
                    <a:pt x="3623" y="3451"/>
                  </a:lnTo>
                  <a:lnTo>
                    <a:pt x="3613" y="3382"/>
                  </a:lnTo>
                  <a:lnTo>
                    <a:pt x="3613" y="3382"/>
                  </a:lnTo>
                  <a:lnTo>
                    <a:pt x="3603" y="3332"/>
                  </a:lnTo>
                  <a:lnTo>
                    <a:pt x="3591" y="3283"/>
                  </a:lnTo>
                  <a:lnTo>
                    <a:pt x="3579" y="3234"/>
                  </a:lnTo>
                  <a:lnTo>
                    <a:pt x="3563" y="3185"/>
                  </a:lnTo>
                  <a:lnTo>
                    <a:pt x="3547" y="3137"/>
                  </a:lnTo>
                  <a:lnTo>
                    <a:pt x="3529" y="3090"/>
                  </a:lnTo>
                  <a:lnTo>
                    <a:pt x="3508" y="3042"/>
                  </a:lnTo>
                  <a:lnTo>
                    <a:pt x="3488" y="2996"/>
                  </a:lnTo>
                  <a:lnTo>
                    <a:pt x="3465" y="2952"/>
                  </a:lnTo>
                  <a:lnTo>
                    <a:pt x="3441" y="2907"/>
                  </a:lnTo>
                  <a:lnTo>
                    <a:pt x="3415" y="2862"/>
                  </a:lnTo>
                  <a:lnTo>
                    <a:pt x="3388" y="2819"/>
                  </a:lnTo>
                  <a:lnTo>
                    <a:pt x="3360" y="2776"/>
                  </a:lnTo>
                  <a:lnTo>
                    <a:pt x="3332" y="2734"/>
                  </a:lnTo>
                  <a:lnTo>
                    <a:pt x="3302" y="2693"/>
                  </a:lnTo>
                  <a:lnTo>
                    <a:pt x="3270" y="2654"/>
                  </a:lnTo>
                  <a:lnTo>
                    <a:pt x="3270" y="2654"/>
                  </a:lnTo>
                  <a:lnTo>
                    <a:pt x="3229" y="2604"/>
                  </a:lnTo>
                  <a:lnTo>
                    <a:pt x="3185" y="2557"/>
                  </a:lnTo>
                  <a:lnTo>
                    <a:pt x="3142" y="2509"/>
                  </a:lnTo>
                  <a:lnTo>
                    <a:pt x="3095" y="2464"/>
                  </a:lnTo>
                  <a:lnTo>
                    <a:pt x="3095" y="2464"/>
                  </a:lnTo>
                  <a:lnTo>
                    <a:pt x="3071" y="2443"/>
                  </a:lnTo>
                  <a:lnTo>
                    <a:pt x="3044" y="2422"/>
                  </a:lnTo>
                  <a:lnTo>
                    <a:pt x="3017" y="2402"/>
                  </a:lnTo>
                  <a:lnTo>
                    <a:pt x="2989" y="2384"/>
                  </a:lnTo>
                  <a:lnTo>
                    <a:pt x="2961" y="2366"/>
                  </a:lnTo>
                  <a:lnTo>
                    <a:pt x="2931" y="2348"/>
                  </a:lnTo>
                  <a:lnTo>
                    <a:pt x="2874" y="2315"/>
                  </a:lnTo>
                  <a:lnTo>
                    <a:pt x="2874" y="2315"/>
                  </a:lnTo>
                  <a:lnTo>
                    <a:pt x="2819" y="2285"/>
                  </a:lnTo>
                  <a:lnTo>
                    <a:pt x="2763" y="2256"/>
                  </a:lnTo>
                  <a:lnTo>
                    <a:pt x="2708" y="2227"/>
                  </a:lnTo>
                  <a:lnTo>
                    <a:pt x="2652" y="2200"/>
                  </a:lnTo>
                  <a:lnTo>
                    <a:pt x="2538" y="2146"/>
                  </a:lnTo>
                  <a:lnTo>
                    <a:pt x="2423" y="2094"/>
                  </a:lnTo>
                  <a:lnTo>
                    <a:pt x="2309" y="2045"/>
                  </a:lnTo>
                  <a:lnTo>
                    <a:pt x="2192" y="1998"/>
                  </a:lnTo>
                  <a:lnTo>
                    <a:pt x="2075" y="1952"/>
                  </a:lnTo>
                  <a:lnTo>
                    <a:pt x="1959" y="1907"/>
                  </a:lnTo>
                  <a:lnTo>
                    <a:pt x="1959" y="1907"/>
                  </a:lnTo>
                  <a:lnTo>
                    <a:pt x="1836" y="1861"/>
                  </a:lnTo>
                  <a:lnTo>
                    <a:pt x="1775" y="1837"/>
                  </a:lnTo>
                  <a:lnTo>
                    <a:pt x="1714" y="1811"/>
                  </a:lnTo>
                  <a:lnTo>
                    <a:pt x="1654" y="1784"/>
                  </a:lnTo>
                  <a:lnTo>
                    <a:pt x="1595" y="1758"/>
                  </a:lnTo>
                  <a:lnTo>
                    <a:pt x="1535" y="1728"/>
                  </a:lnTo>
                  <a:lnTo>
                    <a:pt x="1478" y="1697"/>
                  </a:lnTo>
                  <a:lnTo>
                    <a:pt x="1478" y="1697"/>
                  </a:lnTo>
                  <a:lnTo>
                    <a:pt x="1443" y="1678"/>
                  </a:lnTo>
                  <a:lnTo>
                    <a:pt x="1409" y="1658"/>
                  </a:lnTo>
                  <a:lnTo>
                    <a:pt x="1376" y="1636"/>
                  </a:lnTo>
                  <a:lnTo>
                    <a:pt x="1342" y="1613"/>
                  </a:lnTo>
                  <a:lnTo>
                    <a:pt x="1310" y="1590"/>
                  </a:lnTo>
                  <a:lnTo>
                    <a:pt x="1280" y="1564"/>
                  </a:lnTo>
                  <a:lnTo>
                    <a:pt x="1250" y="1536"/>
                  </a:lnTo>
                  <a:lnTo>
                    <a:pt x="1224" y="1508"/>
                  </a:lnTo>
                  <a:lnTo>
                    <a:pt x="1224" y="1508"/>
                  </a:lnTo>
                  <a:lnTo>
                    <a:pt x="1211" y="1493"/>
                  </a:lnTo>
                  <a:lnTo>
                    <a:pt x="1198" y="1478"/>
                  </a:lnTo>
                  <a:lnTo>
                    <a:pt x="1188" y="1461"/>
                  </a:lnTo>
                  <a:lnTo>
                    <a:pt x="1178" y="1444"/>
                  </a:lnTo>
                  <a:lnTo>
                    <a:pt x="1167" y="1428"/>
                  </a:lnTo>
                  <a:lnTo>
                    <a:pt x="1159" y="1411"/>
                  </a:lnTo>
                  <a:lnTo>
                    <a:pt x="1142" y="1377"/>
                  </a:lnTo>
                  <a:lnTo>
                    <a:pt x="1129" y="1341"/>
                  </a:lnTo>
                  <a:lnTo>
                    <a:pt x="1118" y="1304"/>
                  </a:lnTo>
                  <a:lnTo>
                    <a:pt x="1109" y="1267"/>
                  </a:lnTo>
                  <a:lnTo>
                    <a:pt x="1101" y="1228"/>
                  </a:lnTo>
                  <a:lnTo>
                    <a:pt x="1095" y="1189"/>
                  </a:lnTo>
                  <a:lnTo>
                    <a:pt x="1091" y="1150"/>
                  </a:lnTo>
                  <a:lnTo>
                    <a:pt x="1087" y="1111"/>
                  </a:lnTo>
                  <a:lnTo>
                    <a:pt x="1085" y="1071"/>
                  </a:lnTo>
                  <a:lnTo>
                    <a:pt x="1082" y="993"/>
                  </a:lnTo>
                  <a:lnTo>
                    <a:pt x="1079" y="916"/>
                  </a:lnTo>
                  <a:lnTo>
                    <a:pt x="1079" y="916"/>
                  </a:lnTo>
                  <a:lnTo>
                    <a:pt x="1074" y="749"/>
                  </a:lnTo>
                  <a:lnTo>
                    <a:pt x="1074" y="665"/>
                  </a:lnTo>
                  <a:lnTo>
                    <a:pt x="1074" y="580"/>
                  </a:lnTo>
                  <a:lnTo>
                    <a:pt x="1076" y="538"/>
                  </a:lnTo>
                  <a:lnTo>
                    <a:pt x="1078" y="497"/>
                  </a:lnTo>
                  <a:lnTo>
                    <a:pt x="1081" y="455"/>
                  </a:lnTo>
                  <a:lnTo>
                    <a:pt x="1085" y="413"/>
                  </a:lnTo>
                  <a:lnTo>
                    <a:pt x="1090" y="372"/>
                  </a:lnTo>
                  <a:lnTo>
                    <a:pt x="1096" y="330"/>
                  </a:lnTo>
                  <a:lnTo>
                    <a:pt x="1104" y="289"/>
                  </a:lnTo>
                  <a:lnTo>
                    <a:pt x="1113" y="248"/>
                  </a:lnTo>
                  <a:lnTo>
                    <a:pt x="1113" y="248"/>
                  </a:lnTo>
                  <a:lnTo>
                    <a:pt x="1127" y="188"/>
                  </a:lnTo>
                  <a:lnTo>
                    <a:pt x="1142" y="128"/>
                  </a:lnTo>
                  <a:lnTo>
                    <a:pt x="1159" y="69"/>
                  </a:lnTo>
                  <a:lnTo>
                    <a:pt x="1176" y="9"/>
                  </a:lnTo>
                  <a:lnTo>
                    <a:pt x="1176" y="9"/>
                  </a:lnTo>
                  <a:lnTo>
                    <a:pt x="1178" y="6"/>
                  </a:lnTo>
                  <a:lnTo>
                    <a:pt x="1176" y="4"/>
                  </a:lnTo>
                  <a:lnTo>
                    <a:pt x="1174" y="1"/>
                  </a:lnTo>
                  <a:lnTo>
                    <a:pt x="1171" y="0"/>
                  </a:lnTo>
                  <a:lnTo>
                    <a:pt x="1169" y="0"/>
                  </a:lnTo>
                  <a:lnTo>
                    <a:pt x="1166" y="0"/>
                  </a:lnTo>
                  <a:lnTo>
                    <a:pt x="1164" y="2"/>
                  </a:lnTo>
                  <a:lnTo>
                    <a:pt x="1162" y="5"/>
                  </a:lnTo>
                  <a:lnTo>
                    <a:pt x="116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4" name="Freeform 124">
              <a:extLst>
                <a:ext uri="{FF2B5EF4-FFF2-40B4-BE49-F238E27FC236}">
                  <a16:creationId xmlns:a16="http://schemas.microsoft.com/office/drawing/2014/main" id="{F0E4D38B-24A3-8B8F-45AE-4D816B31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180"/>
              <a:ext cx="1589" cy="650"/>
            </a:xfrm>
            <a:custGeom>
              <a:avLst/>
              <a:gdLst>
                <a:gd name="T0" fmla="*/ 1352 w 4767"/>
                <a:gd name="T1" fmla="*/ 1272 h 1951"/>
                <a:gd name="T2" fmla="*/ 1262 w 4767"/>
                <a:gd name="T3" fmla="*/ 1256 h 1951"/>
                <a:gd name="T4" fmla="*/ 1204 w 4767"/>
                <a:gd name="T5" fmla="*/ 1200 h 1951"/>
                <a:gd name="T6" fmla="*/ 1169 w 4767"/>
                <a:gd name="T7" fmla="*/ 1074 h 1951"/>
                <a:gd name="T8" fmla="*/ 1192 w 4767"/>
                <a:gd name="T9" fmla="*/ 956 h 1951"/>
                <a:gd name="T10" fmla="*/ 1289 w 4767"/>
                <a:gd name="T11" fmla="*/ 821 h 1951"/>
                <a:gd name="T12" fmla="*/ 1538 w 4767"/>
                <a:gd name="T13" fmla="*/ 644 h 1951"/>
                <a:gd name="T14" fmla="*/ 1667 w 4767"/>
                <a:gd name="T15" fmla="*/ 551 h 1951"/>
                <a:gd name="T16" fmla="*/ 1714 w 4767"/>
                <a:gd name="T17" fmla="*/ 487 h 1951"/>
                <a:gd name="T18" fmla="*/ 1639 w 4767"/>
                <a:gd name="T19" fmla="*/ 456 h 1951"/>
                <a:gd name="T20" fmla="*/ 1412 w 4767"/>
                <a:gd name="T21" fmla="*/ 437 h 1951"/>
                <a:gd name="T22" fmla="*/ 930 w 4767"/>
                <a:gd name="T23" fmla="*/ 431 h 1951"/>
                <a:gd name="T24" fmla="*/ 657 w 4767"/>
                <a:gd name="T25" fmla="*/ 405 h 1951"/>
                <a:gd name="T26" fmla="*/ 336 w 4767"/>
                <a:gd name="T27" fmla="*/ 349 h 1951"/>
                <a:gd name="T28" fmla="*/ 163 w 4767"/>
                <a:gd name="T29" fmla="*/ 301 h 1951"/>
                <a:gd name="T30" fmla="*/ 54 w 4767"/>
                <a:gd name="T31" fmla="*/ 213 h 1951"/>
                <a:gd name="T32" fmla="*/ 17 w 4767"/>
                <a:gd name="T33" fmla="*/ 130 h 1951"/>
                <a:gd name="T34" fmla="*/ 47 w 4767"/>
                <a:gd name="T35" fmla="*/ 47 h 1951"/>
                <a:gd name="T36" fmla="*/ 105 w 4767"/>
                <a:gd name="T37" fmla="*/ 20 h 1951"/>
                <a:gd name="T38" fmla="*/ 297 w 4767"/>
                <a:gd name="T39" fmla="*/ 22 h 1951"/>
                <a:gd name="T40" fmla="*/ 730 w 4767"/>
                <a:gd name="T41" fmla="*/ 48 h 1951"/>
                <a:gd name="T42" fmla="*/ 1215 w 4767"/>
                <a:gd name="T43" fmla="*/ 68 h 1951"/>
                <a:gd name="T44" fmla="*/ 1680 w 4767"/>
                <a:gd name="T45" fmla="*/ 80 h 1951"/>
                <a:gd name="T46" fmla="*/ 1989 w 4767"/>
                <a:gd name="T47" fmla="*/ 80 h 1951"/>
                <a:gd name="T48" fmla="*/ 2156 w 4767"/>
                <a:gd name="T49" fmla="*/ 117 h 1951"/>
                <a:gd name="T50" fmla="*/ 2697 w 4767"/>
                <a:gd name="T51" fmla="*/ 358 h 1951"/>
                <a:gd name="T52" fmla="*/ 3238 w 4767"/>
                <a:gd name="T53" fmla="*/ 625 h 1951"/>
                <a:gd name="T54" fmla="*/ 3820 w 4767"/>
                <a:gd name="T55" fmla="*/ 964 h 1951"/>
                <a:gd name="T56" fmla="*/ 4028 w 4767"/>
                <a:gd name="T57" fmla="*/ 1120 h 1951"/>
                <a:gd name="T58" fmla="*/ 4754 w 4767"/>
                <a:gd name="T59" fmla="*/ 1948 h 1951"/>
                <a:gd name="T60" fmla="*/ 4767 w 4767"/>
                <a:gd name="T61" fmla="*/ 1943 h 1951"/>
                <a:gd name="T62" fmla="*/ 4112 w 4767"/>
                <a:gd name="T63" fmla="*/ 1191 h 1951"/>
                <a:gd name="T64" fmla="*/ 3998 w 4767"/>
                <a:gd name="T65" fmla="*/ 1072 h 1951"/>
                <a:gd name="T66" fmla="*/ 3790 w 4767"/>
                <a:gd name="T67" fmla="*/ 924 h 1951"/>
                <a:gd name="T68" fmla="*/ 3296 w 4767"/>
                <a:gd name="T69" fmla="*/ 642 h 1951"/>
                <a:gd name="T70" fmla="*/ 2790 w 4767"/>
                <a:gd name="T71" fmla="*/ 383 h 1951"/>
                <a:gd name="T72" fmla="*/ 2171 w 4767"/>
                <a:gd name="T73" fmla="*/ 106 h 1951"/>
                <a:gd name="T74" fmla="*/ 1990 w 4767"/>
                <a:gd name="T75" fmla="*/ 65 h 1951"/>
                <a:gd name="T76" fmla="*/ 1650 w 4767"/>
                <a:gd name="T77" fmla="*/ 66 h 1951"/>
                <a:gd name="T78" fmla="*/ 1100 w 4767"/>
                <a:gd name="T79" fmla="*/ 48 h 1951"/>
                <a:gd name="T80" fmla="*/ 674 w 4767"/>
                <a:gd name="T81" fmla="*/ 29 h 1951"/>
                <a:gd name="T82" fmla="*/ 306 w 4767"/>
                <a:gd name="T83" fmla="*/ 6 h 1951"/>
                <a:gd name="T84" fmla="*/ 124 w 4767"/>
                <a:gd name="T85" fmla="*/ 4 h 1951"/>
                <a:gd name="T86" fmla="*/ 24 w 4767"/>
                <a:gd name="T87" fmla="*/ 50 h 1951"/>
                <a:gd name="T88" fmla="*/ 1 w 4767"/>
                <a:gd name="T89" fmla="*/ 105 h 1951"/>
                <a:gd name="T90" fmla="*/ 28 w 4767"/>
                <a:gd name="T91" fmla="*/ 204 h 1951"/>
                <a:gd name="T92" fmla="*/ 119 w 4767"/>
                <a:gd name="T93" fmla="*/ 295 h 1951"/>
                <a:gd name="T94" fmla="*/ 306 w 4767"/>
                <a:gd name="T95" fmla="*/ 358 h 1951"/>
                <a:gd name="T96" fmla="*/ 674 w 4767"/>
                <a:gd name="T97" fmla="*/ 423 h 1951"/>
                <a:gd name="T98" fmla="*/ 1021 w 4767"/>
                <a:gd name="T99" fmla="*/ 450 h 1951"/>
                <a:gd name="T100" fmla="*/ 1442 w 4767"/>
                <a:gd name="T101" fmla="*/ 454 h 1951"/>
                <a:gd name="T102" fmla="*/ 1653 w 4767"/>
                <a:gd name="T103" fmla="*/ 475 h 1951"/>
                <a:gd name="T104" fmla="*/ 1685 w 4767"/>
                <a:gd name="T105" fmla="*/ 510 h 1951"/>
                <a:gd name="T106" fmla="*/ 1592 w 4767"/>
                <a:gd name="T107" fmla="*/ 590 h 1951"/>
                <a:gd name="T108" fmla="*/ 1358 w 4767"/>
                <a:gd name="T109" fmla="*/ 744 h 1951"/>
                <a:gd name="T110" fmla="*/ 1214 w 4767"/>
                <a:gd name="T111" fmla="*/ 890 h 1951"/>
                <a:gd name="T112" fmla="*/ 1160 w 4767"/>
                <a:gd name="T113" fmla="*/ 1010 h 1951"/>
                <a:gd name="T114" fmla="*/ 1163 w 4767"/>
                <a:gd name="T115" fmla="*/ 1145 h 1951"/>
                <a:gd name="T116" fmla="*/ 1211 w 4767"/>
                <a:gd name="T117" fmla="*/ 1236 h 1951"/>
                <a:gd name="T118" fmla="*/ 1298 w 4767"/>
                <a:gd name="T119" fmla="*/ 1285 h 1951"/>
                <a:gd name="T120" fmla="*/ 1398 w 4767"/>
                <a:gd name="T121" fmla="*/ 1277 h 1951"/>
                <a:gd name="T122" fmla="*/ 1428 w 4767"/>
                <a:gd name="T123" fmla="*/ 1258 h 1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67" h="1951">
                  <a:moveTo>
                    <a:pt x="1417" y="1254"/>
                  </a:moveTo>
                  <a:lnTo>
                    <a:pt x="1417" y="1254"/>
                  </a:lnTo>
                  <a:lnTo>
                    <a:pt x="1404" y="1259"/>
                  </a:lnTo>
                  <a:lnTo>
                    <a:pt x="1391" y="1263"/>
                  </a:lnTo>
                  <a:lnTo>
                    <a:pt x="1378" y="1267"/>
                  </a:lnTo>
                  <a:lnTo>
                    <a:pt x="1364" y="1269"/>
                  </a:lnTo>
                  <a:lnTo>
                    <a:pt x="1352" y="1272"/>
                  </a:lnTo>
                  <a:lnTo>
                    <a:pt x="1338" y="1273"/>
                  </a:lnTo>
                  <a:lnTo>
                    <a:pt x="1325" y="1272"/>
                  </a:lnTo>
                  <a:lnTo>
                    <a:pt x="1312" y="1272"/>
                  </a:lnTo>
                  <a:lnTo>
                    <a:pt x="1298" y="1269"/>
                  </a:lnTo>
                  <a:lnTo>
                    <a:pt x="1287" y="1267"/>
                  </a:lnTo>
                  <a:lnTo>
                    <a:pt x="1274" y="1262"/>
                  </a:lnTo>
                  <a:lnTo>
                    <a:pt x="1262" y="1256"/>
                  </a:lnTo>
                  <a:lnTo>
                    <a:pt x="1251" y="1250"/>
                  </a:lnTo>
                  <a:lnTo>
                    <a:pt x="1239" y="1241"/>
                  </a:lnTo>
                  <a:lnTo>
                    <a:pt x="1229" y="1232"/>
                  </a:lnTo>
                  <a:lnTo>
                    <a:pt x="1219" y="1222"/>
                  </a:lnTo>
                  <a:lnTo>
                    <a:pt x="1219" y="1222"/>
                  </a:lnTo>
                  <a:lnTo>
                    <a:pt x="1210" y="1212"/>
                  </a:lnTo>
                  <a:lnTo>
                    <a:pt x="1204" y="1200"/>
                  </a:lnTo>
                  <a:lnTo>
                    <a:pt x="1196" y="1189"/>
                  </a:lnTo>
                  <a:lnTo>
                    <a:pt x="1191" y="1177"/>
                  </a:lnTo>
                  <a:lnTo>
                    <a:pt x="1186" y="1164"/>
                  </a:lnTo>
                  <a:lnTo>
                    <a:pt x="1181" y="1153"/>
                  </a:lnTo>
                  <a:lnTo>
                    <a:pt x="1174" y="1126"/>
                  </a:lnTo>
                  <a:lnTo>
                    <a:pt x="1170" y="1100"/>
                  </a:lnTo>
                  <a:lnTo>
                    <a:pt x="1169" y="1074"/>
                  </a:lnTo>
                  <a:lnTo>
                    <a:pt x="1170" y="1047"/>
                  </a:lnTo>
                  <a:lnTo>
                    <a:pt x="1173" y="1021"/>
                  </a:lnTo>
                  <a:lnTo>
                    <a:pt x="1173" y="1021"/>
                  </a:lnTo>
                  <a:lnTo>
                    <a:pt x="1177" y="1005"/>
                  </a:lnTo>
                  <a:lnTo>
                    <a:pt x="1181" y="988"/>
                  </a:lnTo>
                  <a:lnTo>
                    <a:pt x="1186" y="971"/>
                  </a:lnTo>
                  <a:lnTo>
                    <a:pt x="1192" y="956"/>
                  </a:lnTo>
                  <a:lnTo>
                    <a:pt x="1198" y="941"/>
                  </a:lnTo>
                  <a:lnTo>
                    <a:pt x="1206" y="925"/>
                  </a:lnTo>
                  <a:lnTo>
                    <a:pt x="1215" y="911"/>
                  </a:lnTo>
                  <a:lnTo>
                    <a:pt x="1224" y="897"/>
                  </a:lnTo>
                  <a:lnTo>
                    <a:pt x="1243" y="870"/>
                  </a:lnTo>
                  <a:lnTo>
                    <a:pt x="1265" y="845"/>
                  </a:lnTo>
                  <a:lnTo>
                    <a:pt x="1289" y="821"/>
                  </a:lnTo>
                  <a:lnTo>
                    <a:pt x="1315" y="798"/>
                  </a:lnTo>
                  <a:lnTo>
                    <a:pt x="1340" y="776"/>
                  </a:lnTo>
                  <a:lnTo>
                    <a:pt x="1368" y="755"/>
                  </a:lnTo>
                  <a:lnTo>
                    <a:pt x="1396" y="735"/>
                  </a:lnTo>
                  <a:lnTo>
                    <a:pt x="1426" y="716"/>
                  </a:lnTo>
                  <a:lnTo>
                    <a:pt x="1483" y="679"/>
                  </a:lnTo>
                  <a:lnTo>
                    <a:pt x="1538" y="644"/>
                  </a:lnTo>
                  <a:lnTo>
                    <a:pt x="1538" y="644"/>
                  </a:lnTo>
                  <a:lnTo>
                    <a:pt x="1566" y="626"/>
                  </a:lnTo>
                  <a:lnTo>
                    <a:pt x="1594" y="608"/>
                  </a:lnTo>
                  <a:lnTo>
                    <a:pt x="1621" y="588"/>
                  </a:lnTo>
                  <a:lnTo>
                    <a:pt x="1646" y="567"/>
                  </a:lnTo>
                  <a:lnTo>
                    <a:pt x="1646" y="567"/>
                  </a:lnTo>
                  <a:lnTo>
                    <a:pt x="1667" y="551"/>
                  </a:lnTo>
                  <a:lnTo>
                    <a:pt x="1685" y="533"/>
                  </a:lnTo>
                  <a:lnTo>
                    <a:pt x="1694" y="523"/>
                  </a:lnTo>
                  <a:lnTo>
                    <a:pt x="1701" y="512"/>
                  </a:lnTo>
                  <a:lnTo>
                    <a:pt x="1708" y="501"/>
                  </a:lnTo>
                  <a:lnTo>
                    <a:pt x="1713" y="489"/>
                  </a:lnTo>
                  <a:lnTo>
                    <a:pt x="1713" y="489"/>
                  </a:lnTo>
                  <a:lnTo>
                    <a:pt x="1714" y="487"/>
                  </a:lnTo>
                  <a:lnTo>
                    <a:pt x="1713" y="484"/>
                  </a:lnTo>
                  <a:lnTo>
                    <a:pt x="1712" y="482"/>
                  </a:lnTo>
                  <a:lnTo>
                    <a:pt x="1710" y="480"/>
                  </a:lnTo>
                  <a:lnTo>
                    <a:pt x="1710" y="480"/>
                  </a:lnTo>
                  <a:lnTo>
                    <a:pt x="1687" y="470"/>
                  </a:lnTo>
                  <a:lnTo>
                    <a:pt x="1663" y="463"/>
                  </a:lnTo>
                  <a:lnTo>
                    <a:pt x="1639" y="456"/>
                  </a:lnTo>
                  <a:lnTo>
                    <a:pt x="1615" y="450"/>
                  </a:lnTo>
                  <a:lnTo>
                    <a:pt x="1590" y="446"/>
                  </a:lnTo>
                  <a:lnTo>
                    <a:pt x="1565" y="442"/>
                  </a:lnTo>
                  <a:lnTo>
                    <a:pt x="1539" y="440"/>
                  </a:lnTo>
                  <a:lnTo>
                    <a:pt x="1514" y="438"/>
                  </a:lnTo>
                  <a:lnTo>
                    <a:pt x="1463" y="437"/>
                  </a:lnTo>
                  <a:lnTo>
                    <a:pt x="1412" y="437"/>
                  </a:lnTo>
                  <a:lnTo>
                    <a:pt x="1311" y="441"/>
                  </a:lnTo>
                  <a:lnTo>
                    <a:pt x="1311" y="441"/>
                  </a:lnTo>
                  <a:lnTo>
                    <a:pt x="1250" y="441"/>
                  </a:lnTo>
                  <a:lnTo>
                    <a:pt x="1188" y="440"/>
                  </a:lnTo>
                  <a:lnTo>
                    <a:pt x="1067" y="436"/>
                  </a:lnTo>
                  <a:lnTo>
                    <a:pt x="1067" y="436"/>
                  </a:lnTo>
                  <a:lnTo>
                    <a:pt x="930" y="431"/>
                  </a:lnTo>
                  <a:lnTo>
                    <a:pt x="862" y="428"/>
                  </a:lnTo>
                  <a:lnTo>
                    <a:pt x="794" y="424"/>
                  </a:lnTo>
                  <a:lnTo>
                    <a:pt x="794" y="424"/>
                  </a:lnTo>
                  <a:lnTo>
                    <a:pt x="759" y="420"/>
                  </a:lnTo>
                  <a:lnTo>
                    <a:pt x="725" y="417"/>
                  </a:lnTo>
                  <a:lnTo>
                    <a:pt x="690" y="410"/>
                  </a:lnTo>
                  <a:lnTo>
                    <a:pt x="657" y="405"/>
                  </a:lnTo>
                  <a:lnTo>
                    <a:pt x="588" y="391"/>
                  </a:lnTo>
                  <a:lnTo>
                    <a:pt x="521" y="377"/>
                  </a:lnTo>
                  <a:lnTo>
                    <a:pt x="521" y="377"/>
                  </a:lnTo>
                  <a:lnTo>
                    <a:pt x="490" y="372"/>
                  </a:lnTo>
                  <a:lnTo>
                    <a:pt x="459" y="367"/>
                  </a:lnTo>
                  <a:lnTo>
                    <a:pt x="397" y="358"/>
                  </a:lnTo>
                  <a:lnTo>
                    <a:pt x="336" y="349"/>
                  </a:lnTo>
                  <a:lnTo>
                    <a:pt x="305" y="344"/>
                  </a:lnTo>
                  <a:lnTo>
                    <a:pt x="274" y="337"/>
                  </a:lnTo>
                  <a:lnTo>
                    <a:pt x="274" y="337"/>
                  </a:lnTo>
                  <a:lnTo>
                    <a:pt x="246" y="331"/>
                  </a:lnTo>
                  <a:lnTo>
                    <a:pt x="218" y="322"/>
                  </a:lnTo>
                  <a:lnTo>
                    <a:pt x="190" y="313"/>
                  </a:lnTo>
                  <a:lnTo>
                    <a:pt x="163" y="301"/>
                  </a:lnTo>
                  <a:lnTo>
                    <a:pt x="138" y="287"/>
                  </a:lnTo>
                  <a:lnTo>
                    <a:pt x="114" y="272"/>
                  </a:lnTo>
                  <a:lnTo>
                    <a:pt x="91" y="254"/>
                  </a:lnTo>
                  <a:lnTo>
                    <a:pt x="80" y="245"/>
                  </a:lnTo>
                  <a:lnTo>
                    <a:pt x="70" y="234"/>
                  </a:lnTo>
                  <a:lnTo>
                    <a:pt x="70" y="234"/>
                  </a:lnTo>
                  <a:lnTo>
                    <a:pt x="54" y="213"/>
                  </a:lnTo>
                  <a:lnTo>
                    <a:pt x="46" y="203"/>
                  </a:lnTo>
                  <a:lnTo>
                    <a:pt x="38" y="192"/>
                  </a:lnTo>
                  <a:lnTo>
                    <a:pt x="32" y="180"/>
                  </a:lnTo>
                  <a:lnTo>
                    <a:pt x="27" y="167"/>
                  </a:lnTo>
                  <a:lnTo>
                    <a:pt x="22" y="154"/>
                  </a:lnTo>
                  <a:lnTo>
                    <a:pt x="19" y="143"/>
                  </a:lnTo>
                  <a:lnTo>
                    <a:pt x="17" y="130"/>
                  </a:lnTo>
                  <a:lnTo>
                    <a:pt x="17" y="117"/>
                  </a:lnTo>
                  <a:lnTo>
                    <a:pt x="17" y="106"/>
                  </a:lnTo>
                  <a:lnTo>
                    <a:pt x="19" y="93"/>
                  </a:lnTo>
                  <a:lnTo>
                    <a:pt x="23" y="82"/>
                  </a:lnTo>
                  <a:lnTo>
                    <a:pt x="29" y="70"/>
                  </a:lnTo>
                  <a:lnTo>
                    <a:pt x="37" y="59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56" y="41"/>
                  </a:lnTo>
                  <a:lnTo>
                    <a:pt x="64" y="36"/>
                  </a:lnTo>
                  <a:lnTo>
                    <a:pt x="74" y="30"/>
                  </a:lnTo>
                  <a:lnTo>
                    <a:pt x="83" y="27"/>
                  </a:lnTo>
                  <a:lnTo>
                    <a:pt x="94" y="23"/>
                  </a:lnTo>
                  <a:lnTo>
                    <a:pt x="105" y="20"/>
                  </a:lnTo>
                  <a:lnTo>
                    <a:pt x="126" y="16"/>
                  </a:lnTo>
                  <a:lnTo>
                    <a:pt x="149" y="15"/>
                  </a:lnTo>
                  <a:lnTo>
                    <a:pt x="172" y="15"/>
                  </a:lnTo>
                  <a:lnTo>
                    <a:pt x="214" y="16"/>
                  </a:lnTo>
                  <a:lnTo>
                    <a:pt x="214" y="16"/>
                  </a:lnTo>
                  <a:lnTo>
                    <a:pt x="255" y="19"/>
                  </a:lnTo>
                  <a:lnTo>
                    <a:pt x="297" y="22"/>
                  </a:lnTo>
                  <a:lnTo>
                    <a:pt x="338" y="24"/>
                  </a:lnTo>
                  <a:lnTo>
                    <a:pt x="380" y="25"/>
                  </a:lnTo>
                  <a:lnTo>
                    <a:pt x="380" y="25"/>
                  </a:lnTo>
                  <a:lnTo>
                    <a:pt x="451" y="29"/>
                  </a:lnTo>
                  <a:lnTo>
                    <a:pt x="521" y="33"/>
                  </a:lnTo>
                  <a:lnTo>
                    <a:pt x="660" y="43"/>
                  </a:lnTo>
                  <a:lnTo>
                    <a:pt x="730" y="48"/>
                  </a:lnTo>
                  <a:lnTo>
                    <a:pt x="800" y="52"/>
                  </a:lnTo>
                  <a:lnTo>
                    <a:pt x="870" y="56"/>
                  </a:lnTo>
                  <a:lnTo>
                    <a:pt x="941" y="57"/>
                  </a:lnTo>
                  <a:lnTo>
                    <a:pt x="941" y="57"/>
                  </a:lnTo>
                  <a:lnTo>
                    <a:pt x="1010" y="59"/>
                  </a:lnTo>
                  <a:lnTo>
                    <a:pt x="1077" y="61"/>
                  </a:lnTo>
                  <a:lnTo>
                    <a:pt x="1215" y="68"/>
                  </a:lnTo>
                  <a:lnTo>
                    <a:pt x="1353" y="75"/>
                  </a:lnTo>
                  <a:lnTo>
                    <a:pt x="1421" y="79"/>
                  </a:lnTo>
                  <a:lnTo>
                    <a:pt x="1489" y="82"/>
                  </a:lnTo>
                  <a:lnTo>
                    <a:pt x="1489" y="82"/>
                  </a:lnTo>
                  <a:lnTo>
                    <a:pt x="1553" y="82"/>
                  </a:lnTo>
                  <a:lnTo>
                    <a:pt x="1616" y="82"/>
                  </a:lnTo>
                  <a:lnTo>
                    <a:pt x="1680" y="80"/>
                  </a:lnTo>
                  <a:lnTo>
                    <a:pt x="1742" y="79"/>
                  </a:lnTo>
                  <a:lnTo>
                    <a:pt x="1742" y="79"/>
                  </a:lnTo>
                  <a:lnTo>
                    <a:pt x="1805" y="77"/>
                  </a:lnTo>
                  <a:lnTo>
                    <a:pt x="1866" y="75"/>
                  </a:lnTo>
                  <a:lnTo>
                    <a:pt x="1927" y="77"/>
                  </a:lnTo>
                  <a:lnTo>
                    <a:pt x="1958" y="78"/>
                  </a:lnTo>
                  <a:lnTo>
                    <a:pt x="1989" y="80"/>
                  </a:lnTo>
                  <a:lnTo>
                    <a:pt x="1989" y="80"/>
                  </a:lnTo>
                  <a:lnTo>
                    <a:pt x="2018" y="84"/>
                  </a:lnTo>
                  <a:lnTo>
                    <a:pt x="2046" y="88"/>
                  </a:lnTo>
                  <a:lnTo>
                    <a:pt x="2074" y="94"/>
                  </a:lnTo>
                  <a:lnTo>
                    <a:pt x="2101" y="101"/>
                  </a:lnTo>
                  <a:lnTo>
                    <a:pt x="2128" y="108"/>
                  </a:lnTo>
                  <a:lnTo>
                    <a:pt x="2156" y="117"/>
                  </a:lnTo>
                  <a:lnTo>
                    <a:pt x="2181" y="128"/>
                  </a:lnTo>
                  <a:lnTo>
                    <a:pt x="2208" y="139"/>
                  </a:lnTo>
                  <a:lnTo>
                    <a:pt x="2208" y="139"/>
                  </a:lnTo>
                  <a:lnTo>
                    <a:pt x="2410" y="229"/>
                  </a:lnTo>
                  <a:lnTo>
                    <a:pt x="2410" y="229"/>
                  </a:lnTo>
                  <a:lnTo>
                    <a:pt x="2554" y="293"/>
                  </a:lnTo>
                  <a:lnTo>
                    <a:pt x="2697" y="358"/>
                  </a:lnTo>
                  <a:lnTo>
                    <a:pt x="2841" y="424"/>
                  </a:lnTo>
                  <a:lnTo>
                    <a:pt x="2983" y="492"/>
                  </a:lnTo>
                  <a:lnTo>
                    <a:pt x="2983" y="492"/>
                  </a:lnTo>
                  <a:lnTo>
                    <a:pt x="3048" y="524"/>
                  </a:lnTo>
                  <a:lnTo>
                    <a:pt x="3112" y="557"/>
                  </a:lnTo>
                  <a:lnTo>
                    <a:pt x="3174" y="590"/>
                  </a:lnTo>
                  <a:lnTo>
                    <a:pt x="3238" y="625"/>
                  </a:lnTo>
                  <a:lnTo>
                    <a:pt x="3363" y="695"/>
                  </a:lnTo>
                  <a:lnTo>
                    <a:pt x="3488" y="766"/>
                  </a:lnTo>
                  <a:lnTo>
                    <a:pt x="3488" y="766"/>
                  </a:lnTo>
                  <a:lnTo>
                    <a:pt x="3573" y="813"/>
                  </a:lnTo>
                  <a:lnTo>
                    <a:pt x="3656" y="861"/>
                  </a:lnTo>
                  <a:lnTo>
                    <a:pt x="3738" y="911"/>
                  </a:lnTo>
                  <a:lnTo>
                    <a:pt x="3820" y="964"/>
                  </a:lnTo>
                  <a:lnTo>
                    <a:pt x="3820" y="964"/>
                  </a:lnTo>
                  <a:lnTo>
                    <a:pt x="3883" y="1005"/>
                  </a:lnTo>
                  <a:lnTo>
                    <a:pt x="3913" y="1025"/>
                  </a:lnTo>
                  <a:lnTo>
                    <a:pt x="3944" y="1047"/>
                  </a:lnTo>
                  <a:lnTo>
                    <a:pt x="3973" y="1070"/>
                  </a:lnTo>
                  <a:lnTo>
                    <a:pt x="4001" y="1094"/>
                  </a:lnTo>
                  <a:lnTo>
                    <a:pt x="4028" y="1120"/>
                  </a:lnTo>
                  <a:lnTo>
                    <a:pt x="4054" y="1148"/>
                  </a:lnTo>
                  <a:lnTo>
                    <a:pt x="4054" y="1148"/>
                  </a:lnTo>
                  <a:lnTo>
                    <a:pt x="4407" y="1552"/>
                  </a:lnTo>
                  <a:lnTo>
                    <a:pt x="4407" y="1552"/>
                  </a:lnTo>
                  <a:lnTo>
                    <a:pt x="4737" y="1926"/>
                  </a:lnTo>
                  <a:lnTo>
                    <a:pt x="4737" y="1926"/>
                  </a:lnTo>
                  <a:lnTo>
                    <a:pt x="4754" y="1948"/>
                  </a:lnTo>
                  <a:lnTo>
                    <a:pt x="4754" y="1948"/>
                  </a:lnTo>
                  <a:lnTo>
                    <a:pt x="4757" y="1949"/>
                  </a:lnTo>
                  <a:lnTo>
                    <a:pt x="4760" y="1951"/>
                  </a:lnTo>
                  <a:lnTo>
                    <a:pt x="4762" y="1949"/>
                  </a:lnTo>
                  <a:lnTo>
                    <a:pt x="4765" y="1948"/>
                  </a:lnTo>
                  <a:lnTo>
                    <a:pt x="4767" y="1945"/>
                  </a:lnTo>
                  <a:lnTo>
                    <a:pt x="4767" y="1943"/>
                  </a:lnTo>
                  <a:lnTo>
                    <a:pt x="4767" y="1939"/>
                  </a:lnTo>
                  <a:lnTo>
                    <a:pt x="4766" y="1937"/>
                  </a:lnTo>
                  <a:lnTo>
                    <a:pt x="4766" y="1937"/>
                  </a:lnTo>
                  <a:lnTo>
                    <a:pt x="4511" y="1646"/>
                  </a:lnTo>
                  <a:lnTo>
                    <a:pt x="4511" y="1646"/>
                  </a:lnTo>
                  <a:lnTo>
                    <a:pt x="4312" y="1419"/>
                  </a:lnTo>
                  <a:lnTo>
                    <a:pt x="4112" y="1191"/>
                  </a:lnTo>
                  <a:lnTo>
                    <a:pt x="4112" y="1191"/>
                  </a:lnTo>
                  <a:lnTo>
                    <a:pt x="4081" y="1154"/>
                  </a:lnTo>
                  <a:lnTo>
                    <a:pt x="4064" y="1136"/>
                  </a:lnTo>
                  <a:lnTo>
                    <a:pt x="4047" y="1118"/>
                  </a:lnTo>
                  <a:lnTo>
                    <a:pt x="4047" y="1118"/>
                  </a:lnTo>
                  <a:lnTo>
                    <a:pt x="4023" y="1094"/>
                  </a:lnTo>
                  <a:lnTo>
                    <a:pt x="3998" y="1072"/>
                  </a:lnTo>
                  <a:lnTo>
                    <a:pt x="3971" y="1051"/>
                  </a:lnTo>
                  <a:lnTo>
                    <a:pt x="3943" y="1029"/>
                  </a:lnTo>
                  <a:lnTo>
                    <a:pt x="3943" y="1029"/>
                  </a:lnTo>
                  <a:lnTo>
                    <a:pt x="3906" y="1002"/>
                  </a:lnTo>
                  <a:lnTo>
                    <a:pt x="3867" y="975"/>
                  </a:lnTo>
                  <a:lnTo>
                    <a:pt x="3828" y="950"/>
                  </a:lnTo>
                  <a:lnTo>
                    <a:pt x="3790" y="924"/>
                  </a:lnTo>
                  <a:lnTo>
                    <a:pt x="3709" y="875"/>
                  </a:lnTo>
                  <a:lnTo>
                    <a:pt x="3630" y="828"/>
                  </a:lnTo>
                  <a:lnTo>
                    <a:pt x="3630" y="828"/>
                  </a:lnTo>
                  <a:lnTo>
                    <a:pt x="3547" y="781"/>
                  </a:lnTo>
                  <a:lnTo>
                    <a:pt x="3463" y="734"/>
                  </a:lnTo>
                  <a:lnTo>
                    <a:pt x="3296" y="642"/>
                  </a:lnTo>
                  <a:lnTo>
                    <a:pt x="3296" y="642"/>
                  </a:lnTo>
                  <a:lnTo>
                    <a:pt x="3186" y="580"/>
                  </a:lnTo>
                  <a:lnTo>
                    <a:pt x="3131" y="549"/>
                  </a:lnTo>
                  <a:lnTo>
                    <a:pt x="3076" y="521"/>
                  </a:lnTo>
                  <a:lnTo>
                    <a:pt x="3076" y="521"/>
                  </a:lnTo>
                  <a:lnTo>
                    <a:pt x="3005" y="486"/>
                  </a:lnTo>
                  <a:lnTo>
                    <a:pt x="2933" y="451"/>
                  </a:lnTo>
                  <a:lnTo>
                    <a:pt x="2790" y="383"/>
                  </a:lnTo>
                  <a:lnTo>
                    <a:pt x="2645" y="317"/>
                  </a:lnTo>
                  <a:lnTo>
                    <a:pt x="2500" y="252"/>
                  </a:lnTo>
                  <a:lnTo>
                    <a:pt x="2500" y="252"/>
                  </a:lnTo>
                  <a:lnTo>
                    <a:pt x="2259" y="144"/>
                  </a:lnTo>
                  <a:lnTo>
                    <a:pt x="2259" y="144"/>
                  </a:lnTo>
                  <a:lnTo>
                    <a:pt x="2200" y="119"/>
                  </a:lnTo>
                  <a:lnTo>
                    <a:pt x="2171" y="106"/>
                  </a:lnTo>
                  <a:lnTo>
                    <a:pt x="2140" y="94"/>
                  </a:lnTo>
                  <a:lnTo>
                    <a:pt x="2140" y="94"/>
                  </a:lnTo>
                  <a:lnTo>
                    <a:pt x="2111" y="87"/>
                  </a:lnTo>
                  <a:lnTo>
                    <a:pt x="2080" y="79"/>
                  </a:lnTo>
                  <a:lnTo>
                    <a:pt x="2050" y="73"/>
                  </a:lnTo>
                  <a:lnTo>
                    <a:pt x="2020" y="69"/>
                  </a:lnTo>
                  <a:lnTo>
                    <a:pt x="1990" y="65"/>
                  </a:lnTo>
                  <a:lnTo>
                    <a:pt x="1959" y="62"/>
                  </a:lnTo>
                  <a:lnTo>
                    <a:pt x="1929" y="61"/>
                  </a:lnTo>
                  <a:lnTo>
                    <a:pt x="1897" y="60"/>
                  </a:lnTo>
                  <a:lnTo>
                    <a:pt x="1835" y="60"/>
                  </a:lnTo>
                  <a:lnTo>
                    <a:pt x="1773" y="62"/>
                  </a:lnTo>
                  <a:lnTo>
                    <a:pt x="1650" y="66"/>
                  </a:lnTo>
                  <a:lnTo>
                    <a:pt x="1650" y="66"/>
                  </a:lnTo>
                  <a:lnTo>
                    <a:pt x="1581" y="68"/>
                  </a:lnTo>
                  <a:lnTo>
                    <a:pt x="1512" y="66"/>
                  </a:lnTo>
                  <a:lnTo>
                    <a:pt x="1444" y="65"/>
                  </a:lnTo>
                  <a:lnTo>
                    <a:pt x="1375" y="62"/>
                  </a:lnTo>
                  <a:lnTo>
                    <a:pt x="1238" y="55"/>
                  </a:lnTo>
                  <a:lnTo>
                    <a:pt x="1100" y="48"/>
                  </a:lnTo>
                  <a:lnTo>
                    <a:pt x="1100" y="48"/>
                  </a:lnTo>
                  <a:lnTo>
                    <a:pt x="1030" y="45"/>
                  </a:lnTo>
                  <a:lnTo>
                    <a:pt x="960" y="43"/>
                  </a:lnTo>
                  <a:lnTo>
                    <a:pt x="890" y="41"/>
                  </a:lnTo>
                  <a:lnTo>
                    <a:pt x="819" y="38"/>
                  </a:lnTo>
                  <a:lnTo>
                    <a:pt x="819" y="38"/>
                  </a:lnTo>
                  <a:lnTo>
                    <a:pt x="747" y="34"/>
                  </a:lnTo>
                  <a:lnTo>
                    <a:pt x="674" y="29"/>
                  </a:lnTo>
                  <a:lnTo>
                    <a:pt x="530" y="19"/>
                  </a:lnTo>
                  <a:lnTo>
                    <a:pt x="530" y="19"/>
                  </a:lnTo>
                  <a:lnTo>
                    <a:pt x="473" y="15"/>
                  </a:lnTo>
                  <a:lnTo>
                    <a:pt x="419" y="13"/>
                  </a:lnTo>
                  <a:lnTo>
                    <a:pt x="362" y="10"/>
                  </a:lnTo>
                  <a:lnTo>
                    <a:pt x="306" y="6"/>
                  </a:lnTo>
                  <a:lnTo>
                    <a:pt x="306" y="6"/>
                  </a:lnTo>
                  <a:lnTo>
                    <a:pt x="262" y="4"/>
                  </a:lnTo>
                  <a:lnTo>
                    <a:pt x="216" y="1"/>
                  </a:lnTo>
                  <a:lnTo>
                    <a:pt x="193" y="0"/>
                  </a:lnTo>
                  <a:lnTo>
                    <a:pt x="170" y="0"/>
                  </a:lnTo>
                  <a:lnTo>
                    <a:pt x="147" y="1"/>
                  </a:lnTo>
                  <a:lnTo>
                    <a:pt x="124" y="4"/>
                  </a:lnTo>
                  <a:lnTo>
                    <a:pt x="124" y="4"/>
                  </a:lnTo>
                  <a:lnTo>
                    <a:pt x="105" y="6"/>
                  </a:lnTo>
                  <a:lnTo>
                    <a:pt x="87" y="11"/>
                  </a:lnTo>
                  <a:lnTo>
                    <a:pt x="69" y="18"/>
                  </a:lnTo>
                  <a:lnTo>
                    <a:pt x="52" y="25"/>
                  </a:lnTo>
                  <a:lnTo>
                    <a:pt x="37" y="37"/>
                  </a:lnTo>
                  <a:lnTo>
                    <a:pt x="31" y="43"/>
                  </a:lnTo>
                  <a:lnTo>
                    <a:pt x="24" y="50"/>
                  </a:lnTo>
                  <a:lnTo>
                    <a:pt x="19" y="57"/>
                  </a:lnTo>
                  <a:lnTo>
                    <a:pt x="14" y="65"/>
                  </a:lnTo>
                  <a:lnTo>
                    <a:pt x="9" y="74"/>
                  </a:lnTo>
                  <a:lnTo>
                    <a:pt x="5" y="84"/>
                  </a:lnTo>
                  <a:lnTo>
                    <a:pt x="5" y="84"/>
                  </a:lnTo>
                  <a:lnTo>
                    <a:pt x="2" y="94"/>
                  </a:lnTo>
                  <a:lnTo>
                    <a:pt x="1" y="105"/>
                  </a:lnTo>
                  <a:lnTo>
                    <a:pt x="0" y="115"/>
                  </a:lnTo>
                  <a:lnTo>
                    <a:pt x="0" y="125"/>
                  </a:lnTo>
                  <a:lnTo>
                    <a:pt x="1" y="135"/>
                  </a:lnTo>
                  <a:lnTo>
                    <a:pt x="2" y="146"/>
                  </a:lnTo>
                  <a:lnTo>
                    <a:pt x="9" y="166"/>
                  </a:lnTo>
                  <a:lnTo>
                    <a:pt x="18" y="185"/>
                  </a:lnTo>
                  <a:lnTo>
                    <a:pt x="28" y="204"/>
                  </a:lnTo>
                  <a:lnTo>
                    <a:pt x="40" y="222"/>
                  </a:lnTo>
                  <a:lnTo>
                    <a:pt x="54" y="238"/>
                  </a:lnTo>
                  <a:lnTo>
                    <a:pt x="54" y="238"/>
                  </a:lnTo>
                  <a:lnTo>
                    <a:pt x="62" y="249"/>
                  </a:lnTo>
                  <a:lnTo>
                    <a:pt x="74" y="259"/>
                  </a:lnTo>
                  <a:lnTo>
                    <a:pt x="96" y="278"/>
                  </a:lnTo>
                  <a:lnTo>
                    <a:pt x="119" y="295"/>
                  </a:lnTo>
                  <a:lnTo>
                    <a:pt x="143" y="309"/>
                  </a:lnTo>
                  <a:lnTo>
                    <a:pt x="168" y="321"/>
                  </a:lnTo>
                  <a:lnTo>
                    <a:pt x="195" y="331"/>
                  </a:lnTo>
                  <a:lnTo>
                    <a:pt x="222" y="340"/>
                  </a:lnTo>
                  <a:lnTo>
                    <a:pt x="250" y="348"/>
                  </a:lnTo>
                  <a:lnTo>
                    <a:pt x="278" y="353"/>
                  </a:lnTo>
                  <a:lnTo>
                    <a:pt x="306" y="358"/>
                  </a:lnTo>
                  <a:lnTo>
                    <a:pt x="365" y="367"/>
                  </a:lnTo>
                  <a:lnTo>
                    <a:pt x="421" y="374"/>
                  </a:lnTo>
                  <a:lnTo>
                    <a:pt x="477" y="385"/>
                  </a:lnTo>
                  <a:lnTo>
                    <a:pt x="477" y="385"/>
                  </a:lnTo>
                  <a:lnTo>
                    <a:pt x="542" y="397"/>
                  </a:lnTo>
                  <a:lnTo>
                    <a:pt x="609" y="410"/>
                  </a:lnTo>
                  <a:lnTo>
                    <a:pt x="674" y="423"/>
                  </a:lnTo>
                  <a:lnTo>
                    <a:pt x="740" y="433"/>
                  </a:lnTo>
                  <a:lnTo>
                    <a:pt x="740" y="433"/>
                  </a:lnTo>
                  <a:lnTo>
                    <a:pt x="775" y="437"/>
                  </a:lnTo>
                  <a:lnTo>
                    <a:pt x="809" y="441"/>
                  </a:lnTo>
                  <a:lnTo>
                    <a:pt x="879" y="445"/>
                  </a:lnTo>
                  <a:lnTo>
                    <a:pt x="951" y="447"/>
                  </a:lnTo>
                  <a:lnTo>
                    <a:pt x="1021" y="450"/>
                  </a:lnTo>
                  <a:lnTo>
                    <a:pt x="1021" y="450"/>
                  </a:lnTo>
                  <a:lnTo>
                    <a:pt x="1153" y="455"/>
                  </a:lnTo>
                  <a:lnTo>
                    <a:pt x="1218" y="456"/>
                  </a:lnTo>
                  <a:lnTo>
                    <a:pt x="1283" y="456"/>
                  </a:lnTo>
                  <a:lnTo>
                    <a:pt x="1283" y="456"/>
                  </a:lnTo>
                  <a:lnTo>
                    <a:pt x="1389" y="454"/>
                  </a:lnTo>
                  <a:lnTo>
                    <a:pt x="1442" y="454"/>
                  </a:lnTo>
                  <a:lnTo>
                    <a:pt x="1495" y="455"/>
                  </a:lnTo>
                  <a:lnTo>
                    <a:pt x="1495" y="455"/>
                  </a:lnTo>
                  <a:lnTo>
                    <a:pt x="1547" y="457"/>
                  </a:lnTo>
                  <a:lnTo>
                    <a:pt x="1574" y="460"/>
                  </a:lnTo>
                  <a:lnTo>
                    <a:pt x="1601" y="464"/>
                  </a:lnTo>
                  <a:lnTo>
                    <a:pt x="1626" y="469"/>
                  </a:lnTo>
                  <a:lnTo>
                    <a:pt x="1653" y="475"/>
                  </a:lnTo>
                  <a:lnTo>
                    <a:pt x="1677" y="483"/>
                  </a:lnTo>
                  <a:lnTo>
                    <a:pt x="1703" y="493"/>
                  </a:lnTo>
                  <a:lnTo>
                    <a:pt x="1703" y="493"/>
                  </a:lnTo>
                  <a:lnTo>
                    <a:pt x="1699" y="486"/>
                  </a:lnTo>
                  <a:lnTo>
                    <a:pt x="1699" y="486"/>
                  </a:lnTo>
                  <a:lnTo>
                    <a:pt x="1692" y="498"/>
                  </a:lnTo>
                  <a:lnTo>
                    <a:pt x="1685" y="510"/>
                  </a:lnTo>
                  <a:lnTo>
                    <a:pt x="1675" y="521"/>
                  </a:lnTo>
                  <a:lnTo>
                    <a:pt x="1664" y="533"/>
                  </a:lnTo>
                  <a:lnTo>
                    <a:pt x="1653" y="543"/>
                  </a:lnTo>
                  <a:lnTo>
                    <a:pt x="1641" y="553"/>
                  </a:lnTo>
                  <a:lnTo>
                    <a:pt x="1618" y="571"/>
                  </a:lnTo>
                  <a:lnTo>
                    <a:pt x="1618" y="571"/>
                  </a:lnTo>
                  <a:lnTo>
                    <a:pt x="1592" y="590"/>
                  </a:lnTo>
                  <a:lnTo>
                    <a:pt x="1562" y="611"/>
                  </a:lnTo>
                  <a:lnTo>
                    <a:pt x="1505" y="647"/>
                  </a:lnTo>
                  <a:lnTo>
                    <a:pt x="1505" y="647"/>
                  </a:lnTo>
                  <a:lnTo>
                    <a:pt x="1445" y="685"/>
                  </a:lnTo>
                  <a:lnTo>
                    <a:pt x="1415" y="704"/>
                  </a:lnTo>
                  <a:lnTo>
                    <a:pt x="1387" y="723"/>
                  </a:lnTo>
                  <a:lnTo>
                    <a:pt x="1358" y="744"/>
                  </a:lnTo>
                  <a:lnTo>
                    <a:pt x="1331" y="766"/>
                  </a:lnTo>
                  <a:lnTo>
                    <a:pt x="1304" y="789"/>
                  </a:lnTo>
                  <a:lnTo>
                    <a:pt x="1278" y="813"/>
                  </a:lnTo>
                  <a:lnTo>
                    <a:pt x="1278" y="813"/>
                  </a:lnTo>
                  <a:lnTo>
                    <a:pt x="1255" y="837"/>
                  </a:lnTo>
                  <a:lnTo>
                    <a:pt x="1233" y="863"/>
                  </a:lnTo>
                  <a:lnTo>
                    <a:pt x="1214" y="890"/>
                  </a:lnTo>
                  <a:lnTo>
                    <a:pt x="1196" y="918"/>
                  </a:lnTo>
                  <a:lnTo>
                    <a:pt x="1188" y="932"/>
                  </a:lnTo>
                  <a:lnTo>
                    <a:pt x="1181" y="947"/>
                  </a:lnTo>
                  <a:lnTo>
                    <a:pt x="1174" y="962"/>
                  </a:lnTo>
                  <a:lnTo>
                    <a:pt x="1169" y="978"/>
                  </a:lnTo>
                  <a:lnTo>
                    <a:pt x="1164" y="993"/>
                  </a:lnTo>
                  <a:lnTo>
                    <a:pt x="1160" y="1010"/>
                  </a:lnTo>
                  <a:lnTo>
                    <a:pt x="1158" y="1026"/>
                  </a:lnTo>
                  <a:lnTo>
                    <a:pt x="1155" y="1043"/>
                  </a:lnTo>
                  <a:lnTo>
                    <a:pt x="1155" y="1043"/>
                  </a:lnTo>
                  <a:lnTo>
                    <a:pt x="1154" y="1069"/>
                  </a:lnTo>
                  <a:lnTo>
                    <a:pt x="1155" y="1094"/>
                  </a:lnTo>
                  <a:lnTo>
                    <a:pt x="1158" y="1120"/>
                  </a:lnTo>
                  <a:lnTo>
                    <a:pt x="1163" y="1145"/>
                  </a:lnTo>
                  <a:lnTo>
                    <a:pt x="1172" y="1170"/>
                  </a:lnTo>
                  <a:lnTo>
                    <a:pt x="1182" y="1194"/>
                  </a:lnTo>
                  <a:lnTo>
                    <a:pt x="1188" y="1204"/>
                  </a:lnTo>
                  <a:lnTo>
                    <a:pt x="1195" y="1216"/>
                  </a:lnTo>
                  <a:lnTo>
                    <a:pt x="1202" y="1226"/>
                  </a:lnTo>
                  <a:lnTo>
                    <a:pt x="1211" y="1236"/>
                  </a:lnTo>
                  <a:lnTo>
                    <a:pt x="1211" y="1236"/>
                  </a:lnTo>
                  <a:lnTo>
                    <a:pt x="1221" y="1246"/>
                  </a:lnTo>
                  <a:lnTo>
                    <a:pt x="1233" y="1256"/>
                  </a:lnTo>
                  <a:lnTo>
                    <a:pt x="1246" y="1264"/>
                  </a:lnTo>
                  <a:lnTo>
                    <a:pt x="1258" y="1272"/>
                  </a:lnTo>
                  <a:lnTo>
                    <a:pt x="1271" y="1277"/>
                  </a:lnTo>
                  <a:lnTo>
                    <a:pt x="1284" y="1282"/>
                  </a:lnTo>
                  <a:lnTo>
                    <a:pt x="1298" y="1285"/>
                  </a:lnTo>
                  <a:lnTo>
                    <a:pt x="1312" y="1287"/>
                  </a:lnTo>
                  <a:lnTo>
                    <a:pt x="1326" y="1287"/>
                  </a:lnTo>
                  <a:lnTo>
                    <a:pt x="1340" y="1287"/>
                  </a:lnTo>
                  <a:lnTo>
                    <a:pt x="1354" y="1286"/>
                  </a:lnTo>
                  <a:lnTo>
                    <a:pt x="1368" y="1285"/>
                  </a:lnTo>
                  <a:lnTo>
                    <a:pt x="1384" y="1281"/>
                  </a:lnTo>
                  <a:lnTo>
                    <a:pt x="1398" y="1277"/>
                  </a:lnTo>
                  <a:lnTo>
                    <a:pt x="1412" y="1273"/>
                  </a:lnTo>
                  <a:lnTo>
                    <a:pt x="1426" y="1267"/>
                  </a:lnTo>
                  <a:lnTo>
                    <a:pt x="1426" y="1267"/>
                  </a:lnTo>
                  <a:lnTo>
                    <a:pt x="1428" y="1265"/>
                  </a:lnTo>
                  <a:lnTo>
                    <a:pt x="1429" y="1263"/>
                  </a:lnTo>
                  <a:lnTo>
                    <a:pt x="1429" y="1260"/>
                  </a:lnTo>
                  <a:lnTo>
                    <a:pt x="1428" y="1258"/>
                  </a:lnTo>
                  <a:lnTo>
                    <a:pt x="1426" y="1255"/>
                  </a:lnTo>
                  <a:lnTo>
                    <a:pt x="1423" y="1254"/>
                  </a:lnTo>
                  <a:lnTo>
                    <a:pt x="1421" y="1253"/>
                  </a:lnTo>
                  <a:lnTo>
                    <a:pt x="1417" y="1254"/>
                  </a:lnTo>
                  <a:lnTo>
                    <a:pt x="1417" y="12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5" name="Freeform 125">
              <a:extLst>
                <a:ext uri="{FF2B5EF4-FFF2-40B4-BE49-F238E27FC236}">
                  <a16:creationId xmlns:a16="http://schemas.microsoft.com/office/drawing/2014/main" id="{872DDD94-8E8C-E9B2-54D7-D0F9553A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467"/>
              <a:ext cx="206" cy="250"/>
            </a:xfrm>
            <a:custGeom>
              <a:avLst/>
              <a:gdLst>
                <a:gd name="T0" fmla="*/ 395 w 617"/>
                <a:gd name="T1" fmla="*/ 20 h 750"/>
                <a:gd name="T2" fmla="*/ 370 w 617"/>
                <a:gd name="T3" fmla="*/ 60 h 750"/>
                <a:gd name="T4" fmla="*/ 347 w 617"/>
                <a:gd name="T5" fmla="*/ 89 h 750"/>
                <a:gd name="T6" fmla="*/ 296 w 617"/>
                <a:gd name="T7" fmla="*/ 139 h 750"/>
                <a:gd name="T8" fmla="*/ 218 w 617"/>
                <a:gd name="T9" fmla="*/ 209 h 750"/>
                <a:gd name="T10" fmla="*/ 119 w 617"/>
                <a:gd name="T11" fmla="*/ 308 h 750"/>
                <a:gd name="T12" fmla="*/ 63 w 617"/>
                <a:gd name="T13" fmla="*/ 373 h 750"/>
                <a:gd name="T14" fmla="*/ 41 w 617"/>
                <a:gd name="T15" fmla="*/ 405 h 750"/>
                <a:gd name="T16" fmla="*/ 21 w 617"/>
                <a:gd name="T17" fmla="*/ 448 h 750"/>
                <a:gd name="T18" fmla="*/ 10 w 617"/>
                <a:gd name="T19" fmla="*/ 478 h 750"/>
                <a:gd name="T20" fmla="*/ 2 w 617"/>
                <a:gd name="T21" fmla="*/ 524 h 750"/>
                <a:gd name="T22" fmla="*/ 2 w 617"/>
                <a:gd name="T23" fmla="*/ 571 h 750"/>
                <a:gd name="T24" fmla="*/ 9 w 617"/>
                <a:gd name="T25" fmla="*/ 616 h 750"/>
                <a:gd name="T26" fmla="*/ 28 w 617"/>
                <a:gd name="T27" fmla="*/ 658 h 750"/>
                <a:gd name="T28" fmla="*/ 58 w 617"/>
                <a:gd name="T29" fmla="*/ 695 h 750"/>
                <a:gd name="T30" fmla="*/ 87 w 617"/>
                <a:gd name="T31" fmla="*/ 719 h 750"/>
                <a:gd name="T32" fmla="*/ 138 w 617"/>
                <a:gd name="T33" fmla="*/ 742 h 750"/>
                <a:gd name="T34" fmla="*/ 196 w 617"/>
                <a:gd name="T35" fmla="*/ 750 h 750"/>
                <a:gd name="T36" fmla="*/ 234 w 617"/>
                <a:gd name="T37" fmla="*/ 744 h 750"/>
                <a:gd name="T38" fmla="*/ 287 w 617"/>
                <a:gd name="T39" fmla="*/ 722 h 750"/>
                <a:gd name="T40" fmla="*/ 335 w 617"/>
                <a:gd name="T41" fmla="*/ 687 h 750"/>
                <a:gd name="T42" fmla="*/ 367 w 617"/>
                <a:gd name="T43" fmla="*/ 657 h 750"/>
                <a:gd name="T44" fmla="*/ 456 w 617"/>
                <a:gd name="T45" fmla="*/ 557 h 750"/>
                <a:gd name="T46" fmla="*/ 516 w 617"/>
                <a:gd name="T47" fmla="*/ 493 h 750"/>
                <a:gd name="T48" fmla="*/ 581 w 617"/>
                <a:gd name="T49" fmla="*/ 432 h 750"/>
                <a:gd name="T50" fmla="*/ 617 w 617"/>
                <a:gd name="T51" fmla="*/ 402 h 750"/>
                <a:gd name="T52" fmla="*/ 615 w 617"/>
                <a:gd name="T53" fmla="*/ 395 h 750"/>
                <a:gd name="T54" fmla="*/ 609 w 617"/>
                <a:gd name="T55" fmla="*/ 391 h 750"/>
                <a:gd name="T56" fmla="*/ 572 w 617"/>
                <a:gd name="T57" fmla="*/ 419 h 750"/>
                <a:gd name="T58" fmla="*/ 479 w 617"/>
                <a:gd name="T59" fmla="*/ 510 h 750"/>
                <a:gd name="T60" fmla="*/ 361 w 617"/>
                <a:gd name="T61" fmla="*/ 638 h 750"/>
                <a:gd name="T62" fmla="*/ 303 w 617"/>
                <a:gd name="T63" fmla="*/ 694 h 750"/>
                <a:gd name="T64" fmla="*/ 270 w 617"/>
                <a:gd name="T65" fmla="*/ 714 h 750"/>
                <a:gd name="T66" fmla="*/ 234 w 617"/>
                <a:gd name="T67" fmla="*/ 728 h 750"/>
                <a:gd name="T68" fmla="*/ 178 w 617"/>
                <a:gd name="T69" fmla="*/ 733 h 750"/>
                <a:gd name="T70" fmla="*/ 123 w 617"/>
                <a:gd name="T71" fmla="*/ 721 h 750"/>
                <a:gd name="T72" fmla="*/ 90 w 617"/>
                <a:gd name="T73" fmla="*/ 703 h 750"/>
                <a:gd name="T74" fmla="*/ 56 w 617"/>
                <a:gd name="T75" fmla="*/ 671 h 750"/>
                <a:gd name="T76" fmla="*/ 32 w 617"/>
                <a:gd name="T77" fmla="*/ 632 h 750"/>
                <a:gd name="T78" fmla="*/ 22 w 617"/>
                <a:gd name="T79" fmla="*/ 604 h 750"/>
                <a:gd name="T80" fmla="*/ 16 w 617"/>
                <a:gd name="T81" fmla="*/ 560 h 750"/>
                <a:gd name="T82" fmla="*/ 18 w 617"/>
                <a:gd name="T83" fmla="*/ 515 h 750"/>
                <a:gd name="T84" fmla="*/ 24 w 617"/>
                <a:gd name="T85" fmla="*/ 485 h 750"/>
                <a:gd name="T86" fmla="*/ 41 w 617"/>
                <a:gd name="T87" fmla="*/ 439 h 750"/>
                <a:gd name="T88" fmla="*/ 65 w 617"/>
                <a:gd name="T89" fmla="*/ 396 h 750"/>
                <a:gd name="T90" fmla="*/ 114 w 617"/>
                <a:gd name="T91" fmla="*/ 336 h 750"/>
                <a:gd name="T92" fmla="*/ 210 w 617"/>
                <a:gd name="T93" fmla="*/ 240 h 750"/>
                <a:gd name="T94" fmla="*/ 314 w 617"/>
                <a:gd name="T95" fmla="*/ 143 h 750"/>
                <a:gd name="T96" fmla="*/ 364 w 617"/>
                <a:gd name="T97" fmla="*/ 93 h 750"/>
                <a:gd name="T98" fmla="*/ 396 w 617"/>
                <a:gd name="T99" fmla="*/ 51 h 750"/>
                <a:gd name="T100" fmla="*/ 410 w 617"/>
                <a:gd name="T101" fmla="*/ 23 h 750"/>
                <a:gd name="T102" fmla="*/ 414 w 617"/>
                <a:gd name="T103" fmla="*/ 5 h 750"/>
                <a:gd name="T104" fmla="*/ 407 w 617"/>
                <a:gd name="T105" fmla="*/ 0 h 750"/>
                <a:gd name="T106" fmla="*/ 400 w 617"/>
                <a:gd name="T107" fmla="*/ 2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7" h="750">
                  <a:moveTo>
                    <a:pt x="398" y="5"/>
                  </a:moveTo>
                  <a:lnTo>
                    <a:pt x="398" y="5"/>
                  </a:lnTo>
                  <a:lnTo>
                    <a:pt x="395" y="20"/>
                  </a:lnTo>
                  <a:lnTo>
                    <a:pt x="387" y="34"/>
                  </a:lnTo>
                  <a:lnTo>
                    <a:pt x="379" y="47"/>
                  </a:lnTo>
                  <a:lnTo>
                    <a:pt x="370" y="60"/>
                  </a:lnTo>
                  <a:lnTo>
                    <a:pt x="370" y="60"/>
                  </a:lnTo>
                  <a:lnTo>
                    <a:pt x="360" y="75"/>
                  </a:lnTo>
                  <a:lnTo>
                    <a:pt x="347" y="89"/>
                  </a:lnTo>
                  <a:lnTo>
                    <a:pt x="322" y="115"/>
                  </a:lnTo>
                  <a:lnTo>
                    <a:pt x="322" y="115"/>
                  </a:lnTo>
                  <a:lnTo>
                    <a:pt x="296" y="139"/>
                  </a:lnTo>
                  <a:lnTo>
                    <a:pt x="271" y="162"/>
                  </a:lnTo>
                  <a:lnTo>
                    <a:pt x="244" y="186"/>
                  </a:lnTo>
                  <a:lnTo>
                    <a:pt x="218" y="209"/>
                  </a:lnTo>
                  <a:lnTo>
                    <a:pt x="218" y="209"/>
                  </a:lnTo>
                  <a:lnTo>
                    <a:pt x="152" y="275"/>
                  </a:lnTo>
                  <a:lnTo>
                    <a:pt x="119" y="308"/>
                  </a:lnTo>
                  <a:lnTo>
                    <a:pt x="88" y="341"/>
                  </a:lnTo>
                  <a:lnTo>
                    <a:pt x="88" y="341"/>
                  </a:lnTo>
                  <a:lnTo>
                    <a:pt x="63" y="373"/>
                  </a:lnTo>
                  <a:lnTo>
                    <a:pt x="51" y="388"/>
                  </a:lnTo>
                  <a:lnTo>
                    <a:pt x="41" y="405"/>
                  </a:lnTo>
                  <a:lnTo>
                    <a:pt x="41" y="405"/>
                  </a:lnTo>
                  <a:lnTo>
                    <a:pt x="33" y="419"/>
                  </a:lnTo>
                  <a:lnTo>
                    <a:pt x="27" y="433"/>
                  </a:lnTo>
                  <a:lnTo>
                    <a:pt x="21" y="448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0" y="478"/>
                  </a:lnTo>
                  <a:lnTo>
                    <a:pt x="7" y="493"/>
                  </a:lnTo>
                  <a:lnTo>
                    <a:pt x="4" y="508"/>
                  </a:lnTo>
                  <a:lnTo>
                    <a:pt x="2" y="524"/>
                  </a:lnTo>
                  <a:lnTo>
                    <a:pt x="0" y="539"/>
                  </a:lnTo>
                  <a:lnTo>
                    <a:pt x="0" y="555"/>
                  </a:lnTo>
                  <a:lnTo>
                    <a:pt x="2" y="571"/>
                  </a:lnTo>
                  <a:lnTo>
                    <a:pt x="3" y="586"/>
                  </a:lnTo>
                  <a:lnTo>
                    <a:pt x="5" y="601"/>
                  </a:lnTo>
                  <a:lnTo>
                    <a:pt x="9" y="616"/>
                  </a:lnTo>
                  <a:lnTo>
                    <a:pt x="14" y="630"/>
                  </a:lnTo>
                  <a:lnTo>
                    <a:pt x="21" y="644"/>
                  </a:lnTo>
                  <a:lnTo>
                    <a:pt x="28" y="658"/>
                  </a:lnTo>
                  <a:lnTo>
                    <a:pt x="36" y="671"/>
                  </a:lnTo>
                  <a:lnTo>
                    <a:pt x="46" y="684"/>
                  </a:lnTo>
                  <a:lnTo>
                    <a:pt x="58" y="695"/>
                  </a:lnTo>
                  <a:lnTo>
                    <a:pt x="58" y="695"/>
                  </a:lnTo>
                  <a:lnTo>
                    <a:pt x="72" y="708"/>
                  </a:lnTo>
                  <a:lnTo>
                    <a:pt x="87" y="719"/>
                  </a:lnTo>
                  <a:lnTo>
                    <a:pt x="104" y="728"/>
                  </a:lnTo>
                  <a:lnTo>
                    <a:pt x="120" y="737"/>
                  </a:lnTo>
                  <a:lnTo>
                    <a:pt x="138" y="742"/>
                  </a:lnTo>
                  <a:lnTo>
                    <a:pt x="157" y="748"/>
                  </a:lnTo>
                  <a:lnTo>
                    <a:pt x="176" y="750"/>
                  </a:lnTo>
                  <a:lnTo>
                    <a:pt x="196" y="750"/>
                  </a:lnTo>
                  <a:lnTo>
                    <a:pt x="196" y="750"/>
                  </a:lnTo>
                  <a:lnTo>
                    <a:pt x="215" y="748"/>
                  </a:lnTo>
                  <a:lnTo>
                    <a:pt x="234" y="744"/>
                  </a:lnTo>
                  <a:lnTo>
                    <a:pt x="253" y="739"/>
                  </a:lnTo>
                  <a:lnTo>
                    <a:pt x="271" y="731"/>
                  </a:lnTo>
                  <a:lnTo>
                    <a:pt x="287" y="722"/>
                  </a:lnTo>
                  <a:lnTo>
                    <a:pt x="304" y="712"/>
                  </a:lnTo>
                  <a:lnTo>
                    <a:pt x="321" y="700"/>
                  </a:lnTo>
                  <a:lnTo>
                    <a:pt x="335" y="687"/>
                  </a:lnTo>
                  <a:lnTo>
                    <a:pt x="335" y="687"/>
                  </a:lnTo>
                  <a:lnTo>
                    <a:pt x="351" y="672"/>
                  </a:lnTo>
                  <a:lnTo>
                    <a:pt x="367" y="657"/>
                  </a:lnTo>
                  <a:lnTo>
                    <a:pt x="396" y="624"/>
                  </a:lnTo>
                  <a:lnTo>
                    <a:pt x="396" y="624"/>
                  </a:lnTo>
                  <a:lnTo>
                    <a:pt x="456" y="557"/>
                  </a:lnTo>
                  <a:lnTo>
                    <a:pt x="456" y="557"/>
                  </a:lnTo>
                  <a:lnTo>
                    <a:pt x="485" y="525"/>
                  </a:lnTo>
                  <a:lnTo>
                    <a:pt x="516" y="493"/>
                  </a:lnTo>
                  <a:lnTo>
                    <a:pt x="548" y="461"/>
                  </a:lnTo>
                  <a:lnTo>
                    <a:pt x="581" y="432"/>
                  </a:lnTo>
                  <a:lnTo>
                    <a:pt x="581" y="432"/>
                  </a:lnTo>
                  <a:lnTo>
                    <a:pt x="614" y="405"/>
                  </a:lnTo>
                  <a:lnTo>
                    <a:pt x="614" y="405"/>
                  </a:lnTo>
                  <a:lnTo>
                    <a:pt x="617" y="402"/>
                  </a:lnTo>
                  <a:lnTo>
                    <a:pt x="617" y="400"/>
                  </a:lnTo>
                  <a:lnTo>
                    <a:pt x="617" y="397"/>
                  </a:lnTo>
                  <a:lnTo>
                    <a:pt x="615" y="395"/>
                  </a:lnTo>
                  <a:lnTo>
                    <a:pt x="614" y="392"/>
                  </a:lnTo>
                  <a:lnTo>
                    <a:pt x="612" y="391"/>
                  </a:lnTo>
                  <a:lnTo>
                    <a:pt x="609" y="391"/>
                  </a:lnTo>
                  <a:lnTo>
                    <a:pt x="607" y="392"/>
                  </a:lnTo>
                  <a:lnTo>
                    <a:pt x="607" y="392"/>
                  </a:lnTo>
                  <a:lnTo>
                    <a:pt x="572" y="419"/>
                  </a:lnTo>
                  <a:lnTo>
                    <a:pt x="540" y="448"/>
                  </a:lnTo>
                  <a:lnTo>
                    <a:pt x="508" y="478"/>
                  </a:lnTo>
                  <a:lnTo>
                    <a:pt x="479" y="510"/>
                  </a:lnTo>
                  <a:lnTo>
                    <a:pt x="420" y="574"/>
                  </a:lnTo>
                  <a:lnTo>
                    <a:pt x="361" y="638"/>
                  </a:lnTo>
                  <a:lnTo>
                    <a:pt x="361" y="638"/>
                  </a:lnTo>
                  <a:lnTo>
                    <a:pt x="333" y="667"/>
                  </a:lnTo>
                  <a:lnTo>
                    <a:pt x="318" y="681"/>
                  </a:lnTo>
                  <a:lnTo>
                    <a:pt x="303" y="694"/>
                  </a:lnTo>
                  <a:lnTo>
                    <a:pt x="303" y="694"/>
                  </a:lnTo>
                  <a:lnTo>
                    <a:pt x="286" y="704"/>
                  </a:lnTo>
                  <a:lnTo>
                    <a:pt x="270" y="714"/>
                  </a:lnTo>
                  <a:lnTo>
                    <a:pt x="253" y="722"/>
                  </a:lnTo>
                  <a:lnTo>
                    <a:pt x="234" y="728"/>
                  </a:lnTo>
                  <a:lnTo>
                    <a:pt x="234" y="728"/>
                  </a:lnTo>
                  <a:lnTo>
                    <a:pt x="216" y="732"/>
                  </a:lnTo>
                  <a:lnTo>
                    <a:pt x="197" y="735"/>
                  </a:lnTo>
                  <a:lnTo>
                    <a:pt x="178" y="733"/>
                  </a:lnTo>
                  <a:lnTo>
                    <a:pt x="158" y="732"/>
                  </a:lnTo>
                  <a:lnTo>
                    <a:pt x="141" y="727"/>
                  </a:lnTo>
                  <a:lnTo>
                    <a:pt x="123" y="721"/>
                  </a:lnTo>
                  <a:lnTo>
                    <a:pt x="106" y="713"/>
                  </a:lnTo>
                  <a:lnTo>
                    <a:pt x="90" y="703"/>
                  </a:lnTo>
                  <a:lnTo>
                    <a:pt x="90" y="703"/>
                  </a:lnTo>
                  <a:lnTo>
                    <a:pt x="78" y="693"/>
                  </a:lnTo>
                  <a:lnTo>
                    <a:pt x="67" y="682"/>
                  </a:lnTo>
                  <a:lnTo>
                    <a:pt x="56" y="671"/>
                  </a:lnTo>
                  <a:lnTo>
                    <a:pt x="47" y="659"/>
                  </a:lnTo>
                  <a:lnTo>
                    <a:pt x="39" y="647"/>
                  </a:lnTo>
                  <a:lnTo>
                    <a:pt x="32" y="632"/>
                  </a:lnTo>
                  <a:lnTo>
                    <a:pt x="26" y="618"/>
                  </a:lnTo>
                  <a:lnTo>
                    <a:pt x="22" y="604"/>
                  </a:lnTo>
                  <a:lnTo>
                    <a:pt x="22" y="604"/>
                  </a:lnTo>
                  <a:lnTo>
                    <a:pt x="18" y="589"/>
                  </a:lnTo>
                  <a:lnTo>
                    <a:pt x="17" y="575"/>
                  </a:lnTo>
                  <a:lnTo>
                    <a:pt x="16" y="560"/>
                  </a:lnTo>
                  <a:lnTo>
                    <a:pt x="16" y="544"/>
                  </a:lnTo>
                  <a:lnTo>
                    <a:pt x="16" y="530"/>
                  </a:lnTo>
                  <a:lnTo>
                    <a:pt x="18" y="515"/>
                  </a:lnTo>
                  <a:lnTo>
                    <a:pt x="21" y="500"/>
                  </a:lnTo>
                  <a:lnTo>
                    <a:pt x="24" y="485"/>
                  </a:lnTo>
                  <a:lnTo>
                    <a:pt x="24" y="485"/>
                  </a:lnTo>
                  <a:lnTo>
                    <a:pt x="28" y="469"/>
                  </a:lnTo>
                  <a:lnTo>
                    <a:pt x="35" y="454"/>
                  </a:lnTo>
                  <a:lnTo>
                    <a:pt x="41" y="439"/>
                  </a:lnTo>
                  <a:lnTo>
                    <a:pt x="49" y="424"/>
                  </a:lnTo>
                  <a:lnTo>
                    <a:pt x="56" y="410"/>
                  </a:lnTo>
                  <a:lnTo>
                    <a:pt x="65" y="396"/>
                  </a:lnTo>
                  <a:lnTo>
                    <a:pt x="86" y="369"/>
                  </a:lnTo>
                  <a:lnTo>
                    <a:pt x="86" y="369"/>
                  </a:lnTo>
                  <a:lnTo>
                    <a:pt x="114" y="336"/>
                  </a:lnTo>
                  <a:lnTo>
                    <a:pt x="146" y="303"/>
                  </a:lnTo>
                  <a:lnTo>
                    <a:pt x="178" y="271"/>
                  </a:lnTo>
                  <a:lnTo>
                    <a:pt x="210" y="240"/>
                  </a:lnTo>
                  <a:lnTo>
                    <a:pt x="210" y="240"/>
                  </a:lnTo>
                  <a:lnTo>
                    <a:pt x="262" y="191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40" y="120"/>
                  </a:lnTo>
                  <a:lnTo>
                    <a:pt x="364" y="93"/>
                  </a:lnTo>
                  <a:lnTo>
                    <a:pt x="375" y="80"/>
                  </a:lnTo>
                  <a:lnTo>
                    <a:pt x="386" y="66"/>
                  </a:lnTo>
                  <a:lnTo>
                    <a:pt x="396" y="51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10" y="23"/>
                  </a:lnTo>
                  <a:lnTo>
                    <a:pt x="414" y="9"/>
                  </a:lnTo>
                  <a:lnTo>
                    <a:pt x="414" y="9"/>
                  </a:lnTo>
                  <a:lnTo>
                    <a:pt x="414" y="5"/>
                  </a:lnTo>
                  <a:lnTo>
                    <a:pt x="412" y="2"/>
                  </a:lnTo>
                  <a:lnTo>
                    <a:pt x="410" y="1"/>
                  </a:lnTo>
                  <a:lnTo>
                    <a:pt x="407" y="0"/>
                  </a:lnTo>
                  <a:lnTo>
                    <a:pt x="405" y="0"/>
                  </a:lnTo>
                  <a:lnTo>
                    <a:pt x="402" y="0"/>
                  </a:lnTo>
                  <a:lnTo>
                    <a:pt x="400" y="2"/>
                  </a:lnTo>
                  <a:lnTo>
                    <a:pt x="398" y="5"/>
                  </a:lnTo>
                  <a:lnTo>
                    <a:pt x="39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6" name="Freeform 126">
              <a:extLst>
                <a:ext uri="{FF2B5EF4-FFF2-40B4-BE49-F238E27FC236}">
                  <a16:creationId xmlns:a16="http://schemas.microsoft.com/office/drawing/2014/main" id="{9B33E305-7A10-BA42-A78B-E8C9A829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708"/>
              <a:ext cx="254" cy="121"/>
            </a:xfrm>
            <a:custGeom>
              <a:avLst/>
              <a:gdLst>
                <a:gd name="T0" fmla="*/ 15 w 762"/>
                <a:gd name="T1" fmla="*/ 5 h 364"/>
                <a:gd name="T2" fmla="*/ 5 w 762"/>
                <a:gd name="T3" fmla="*/ 51 h 364"/>
                <a:gd name="T4" fmla="*/ 0 w 762"/>
                <a:gd name="T5" fmla="*/ 98 h 364"/>
                <a:gd name="T6" fmla="*/ 4 w 762"/>
                <a:gd name="T7" fmla="*/ 147 h 364"/>
                <a:gd name="T8" fmla="*/ 15 w 762"/>
                <a:gd name="T9" fmla="*/ 193 h 364"/>
                <a:gd name="T10" fmla="*/ 23 w 762"/>
                <a:gd name="T11" fmla="*/ 213 h 364"/>
                <a:gd name="T12" fmla="*/ 46 w 762"/>
                <a:gd name="T13" fmla="*/ 252 h 364"/>
                <a:gd name="T14" fmla="*/ 75 w 762"/>
                <a:gd name="T15" fmla="*/ 285 h 364"/>
                <a:gd name="T16" fmla="*/ 111 w 762"/>
                <a:gd name="T17" fmla="*/ 312 h 364"/>
                <a:gd name="T18" fmla="*/ 130 w 762"/>
                <a:gd name="T19" fmla="*/ 322 h 364"/>
                <a:gd name="T20" fmla="*/ 181 w 762"/>
                <a:gd name="T21" fmla="*/ 341 h 364"/>
                <a:gd name="T22" fmla="*/ 235 w 762"/>
                <a:gd name="T23" fmla="*/ 353 h 364"/>
                <a:gd name="T24" fmla="*/ 264 w 762"/>
                <a:gd name="T25" fmla="*/ 358 h 364"/>
                <a:gd name="T26" fmla="*/ 326 w 762"/>
                <a:gd name="T27" fmla="*/ 364 h 364"/>
                <a:gd name="T28" fmla="*/ 355 w 762"/>
                <a:gd name="T29" fmla="*/ 364 h 364"/>
                <a:gd name="T30" fmla="*/ 414 w 762"/>
                <a:gd name="T31" fmla="*/ 362 h 364"/>
                <a:gd name="T32" fmla="*/ 471 w 762"/>
                <a:gd name="T33" fmla="*/ 354 h 364"/>
                <a:gd name="T34" fmla="*/ 527 w 762"/>
                <a:gd name="T35" fmla="*/ 340 h 364"/>
                <a:gd name="T36" fmla="*/ 581 w 762"/>
                <a:gd name="T37" fmla="*/ 321 h 364"/>
                <a:gd name="T38" fmla="*/ 609 w 762"/>
                <a:gd name="T39" fmla="*/ 308 h 364"/>
                <a:gd name="T40" fmla="*/ 663 w 762"/>
                <a:gd name="T41" fmla="*/ 279 h 364"/>
                <a:gd name="T42" fmla="*/ 688 w 762"/>
                <a:gd name="T43" fmla="*/ 262 h 364"/>
                <a:gd name="T44" fmla="*/ 726 w 762"/>
                <a:gd name="T45" fmla="*/ 230 h 364"/>
                <a:gd name="T46" fmla="*/ 743 w 762"/>
                <a:gd name="T47" fmla="*/ 210 h 364"/>
                <a:gd name="T48" fmla="*/ 756 w 762"/>
                <a:gd name="T49" fmla="*/ 189 h 364"/>
                <a:gd name="T50" fmla="*/ 760 w 762"/>
                <a:gd name="T51" fmla="*/ 178 h 364"/>
                <a:gd name="T52" fmla="*/ 762 w 762"/>
                <a:gd name="T53" fmla="*/ 167 h 364"/>
                <a:gd name="T54" fmla="*/ 761 w 762"/>
                <a:gd name="T55" fmla="*/ 161 h 364"/>
                <a:gd name="T56" fmla="*/ 757 w 762"/>
                <a:gd name="T57" fmla="*/ 157 h 364"/>
                <a:gd name="T58" fmla="*/ 751 w 762"/>
                <a:gd name="T59" fmla="*/ 158 h 364"/>
                <a:gd name="T60" fmla="*/ 748 w 762"/>
                <a:gd name="T61" fmla="*/ 162 h 364"/>
                <a:gd name="T62" fmla="*/ 744 w 762"/>
                <a:gd name="T63" fmla="*/ 174 h 364"/>
                <a:gd name="T64" fmla="*/ 734 w 762"/>
                <a:gd name="T65" fmla="*/ 196 h 364"/>
                <a:gd name="T66" fmla="*/ 726 w 762"/>
                <a:gd name="T67" fmla="*/ 205 h 364"/>
                <a:gd name="T68" fmla="*/ 695 w 762"/>
                <a:gd name="T69" fmla="*/ 239 h 364"/>
                <a:gd name="T70" fmla="*/ 683 w 762"/>
                <a:gd name="T71" fmla="*/ 247 h 364"/>
                <a:gd name="T72" fmla="*/ 650 w 762"/>
                <a:gd name="T73" fmla="*/ 268 h 364"/>
                <a:gd name="T74" fmla="*/ 624 w 762"/>
                <a:gd name="T75" fmla="*/ 284 h 364"/>
                <a:gd name="T76" fmla="*/ 597 w 762"/>
                <a:gd name="T77" fmla="*/ 297 h 364"/>
                <a:gd name="T78" fmla="*/ 546 w 762"/>
                <a:gd name="T79" fmla="*/ 317 h 364"/>
                <a:gd name="T80" fmla="*/ 494 w 762"/>
                <a:gd name="T81" fmla="*/ 334 h 364"/>
                <a:gd name="T82" fmla="*/ 439 w 762"/>
                <a:gd name="T83" fmla="*/ 344 h 364"/>
                <a:gd name="T84" fmla="*/ 384 w 762"/>
                <a:gd name="T85" fmla="*/ 349 h 364"/>
                <a:gd name="T86" fmla="*/ 355 w 762"/>
                <a:gd name="T87" fmla="*/ 349 h 364"/>
                <a:gd name="T88" fmla="*/ 298 w 762"/>
                <a:gd name="T89" fmla="*/ 346 h 364"/>
                <a:gd name="T90" fmla="*/ 269 w 762"/>
                <a:gd name="T91" fmla="*/ 344 h 364"/>
                <a:gd name="T92" fmla="*/ 215 w 762"/>
                <a:gd name="T93" fmla="*/ 335 h 364"/>
                <a:gd name="T94" fmla="*/ 161 w 762"/>
                <a:gd name="T95" fmla="*/ 320 h 364"/>
                <a:gd name="T96" fmla="*/ 141 w 762"/>
                <a:gd name="T97" fmla="*/ 311 h 364"/>
                <a:gd name="T98" fmla="*/ 105 w 762"/>
                <a:gd name="T99" fmla="*/ 289 h 364"/>
                <a:gd name="T100" fmla="*/ 73 w 762"/>
                <a:gd name="T101" fmla="*/ 259 h 364"/>
                <a:gd name="T102" fmla="*/ 47 w 762"/>
                <a:gd name="T103" fmla="*/ 226 h 364"/>
                <a:gd name="T104" fmla="*/ 37 w 762"/>
                <a:gd name="T105" fmla="*/ 206 h 364"/>
                <a:gd name="T106" fmla="*/ 23 w 762"/>
                <a:gd name="T107" fmla="*/ 165 h 364"/>
                <a:gd name="T108" fmla="*/ 17 w 762"/>
                <a:gd name="T109" fmla="*/ 120 h 364"/>
                <a:gd name="T110" fmla="*/ 17 w 762"/>
                <a:gd name="T111" fmla="*/ 77 h 364"/>
                <a:gd name="T112" fmla="*/ 24 w 762"/>
                <a:gd name="T113" fmla="*/ 33 h 364"/>
                <a:gd name="T114" fmla="*/ 31 w 762"/>
                <a:gd name="T115" fmla="*/ 9 h 364"/>
                <a:gd name="T116" fmla="*/ 31 w 762"/>
                <a:gd name="T117" fmla="*/ 6 h 364"/>
                <a:gd name="T118" fmla="*/ 28 w 762"/>
                <a:gd name="T119" fmla="*/ 1 h 364"/>
                <a:gd name="T120" fmla="*/ 23 w 762"/>
                <a:gd name="T121" fmla="*/ 0 h 364"/>
                <a:gd name="T122" fmla="*/ 18 w 762"/>
                <a:gd name="T123" fmla="*/ 3 h 364"/>
                <a:gd name="T124" fmla="*/ 15 w 762"/>
                <a:gd name="T125" fmla="*/ 5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2" h="364">
                  <a:moveTo>
                    <a:pt x="15" y="5"/>
                  </a:moveTo>
                  <a:lnTo>
                    <a:pt x="15" y="5"/>
                  </a:lnTo>
                  <a:lnTo>
                    <a:pt x="10" y="28"/>
                  </a:lnTo>
                  <a:lnTo>
                    <a:pt x="5" y="51"/>
                  </a:lnTo>
                  <a:lnTo>
                    <a:pt x="1" y="75"/>
                  </a:lnTo>
                  <a:lnTo>
                    <a:pt x="0" y="98"/>
                  </a:lnTo>
                  <a:lnTo>
                    <a:pt x="1" y="123"/>
                  </a:lnTo>
                  <a:lnTo>
                    <a:pt x="4" y="147"/>
                  </a:lnTo>
                  <a:lnTo>
                    <a:pt x="8" y="170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23" y="213"/>
                  </a:lnTo>
                  <a:lnTo>
                    <a:pt x="33" y="233"/>
                  </a:lnTo>
                  <a:lnTo>
                    <a:pt x="46" y="252"/>
                  </a:lnTo>
                  <a:lnTo>
                    <a:pt x="60" y="268"/>
                  </a:lnTo>
                  <a:lnTo>
                    <a:pt x="75" y="285"/>
                  </a:lnTo>
                  <a:lnTo>
                    <a:pt x="93" y="299"/>
                  </a:lnTo>
                  <a:lnTo>
                    <a:pt x="111" y="312"/>
                  </a:lnTo>
                  <a:lnTo>
                    <a:pt x="130" y="322"/>
                  </a:lnTo>
                  <a:lnTo>
                    <a:pt x="130" y="322"/>
                  </a:lnTo>
                  <a:lnTo>
                    <a:pt x="156" y="334"/>
                  </a:lnTo>
                  <a:lnTo>
                    <a:pt x="181" y="341"/>
                  </a:lnTo>
                  <a:lnTo>
                    <a:pt x="208" y="348"/>
                  </a:lnTo>
                  <a:lnTo>
                    <a:pt x="235" y="353"/>
                  </a:lnTo>
                  <a:lnTo>
                    <a:pt x="235" y="353"/>
                  </a:lnTo>
                  <a:lnTo>
                    <a:pt x="264" y="358"/>
                  </a:lnTo>
                  <a:lnTo>
                    <a:pt x="295" y="362"/>
                  </a:lnTo>
                  <a:lnTo>
                    <a:pt x="326" y="364"/>
                  </a:lnTo>
                  <a:lnTo>
                    <a:pt x="355" y="364"/>
                  </a:lnTo>
                  <a:lnTo>
                    <a:pt x="355" y="364"/>
                  </a:lnTo>
                  <a:lnTo>
                    <a:pt x="384" y="364"/>
                  </a:lnTo>
                  <a:lnTo>
                    <a:pt x="414" y="362"/>
                  </a:lnTo>
                  <a:lnTo>
                    <a:pt x="442" y="359"/>
                  </a:lnTo>
                  <a:lnTo>
                    <a:pt x="471" y="354"/>
                  </a:lnTo>
                  <a:lnTo>
                    <a:pt x="499" y="348"/>
                  </a:lnTo>
                  <a:lnTo>
                    <a:pt x="527" y="340"/>
                  </a:lnTo>
                  <a:lnTo>
                    <a:pt x="554" y="331"/>
                  </a:lnTo>
                  <a:lnTo>
                    <a:pt x="581" y="321"/>
                  </a:lnTo>
                  <a:lnTo>
                    <a:pt x="581" y="321"/>
                  </a:lnTo>
                  <a:lnTo>
                    <a:pt x="609" y="308"/>
                  </a:lnTo>
                  <a:lnTo>
                    <a:pt x="636" y="294"/>
                  </a:lnTo>
                  <a:lnTo>
                    <a:pt x="663" y="279"/>
                  </a:lnTo>
                  <a:lnTo>
                    <a:pt x="688" y="262"/>
                  </a:lnTo>
                  <a:lnTo>
                    <a:pt x="688" y="262"/>
                  </a:lnTo>
                  <a:lnTo>
                    <a:pt x="709" y="247"/>
                  </a:lnTo>
                  <a:lnTo>
                    <a:pt x="726" y="230"/>
                  </a:lnTo>
                  <a:lnTo>
                    <a:pt x="735" y="220"/>
                  </a:lnTo>
                  <a:lnTo>
                    <a:pt x="743" y="210"/>
                  </a:lnTo>
                  <a:lnTo>
                    <a:pt x="749" y="199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60" y="178"/>
                  </a:lnTo>
                  <a:lnTo>
                    <a:pt x="762" y="167"/>
                  </a:lnTo>
                  <a:lnTo>
                    <a:pt x="762" y="167"/>
                  </a:lnTo>
                  <a:lnTo>
                    <a:pt x="762" y="164"/>
                  </a:lnTo>
                  <a:lnTo>
                    <a:pt x="761" y="161"/>
                  </a:lnTo>
                  <a:lnTo>
                    <a:pt x="760" y="158"/>
                  </a:lnTo>
                  <a:lnTo>
                    <a:pt x="757" y="157"/>
                  </a:lnTo>
                  <a:lnTo>
                    <a:pt x="753" y="157"/>
                  </a:lnTo>
                  <a:lnTo>
                    <a:pt x="751" y="158"/>
                  </a:lnTo>
                  <a:lnTo>
                    <a:pt x="749" y="160"/>
                  </a:lnTo>
                  <a:lnTo>
                    <a:pt x="748" y="162"/>
                  </a:lnTo>
                  <a:lnTo>
                    <a:pt x="748" y="162"/>
                  </a:lnTo>
                  <a:lnTo>
                    <a:pt x="744" y="174"/>
                  </a:lnTo>
                  <a:lnTo>
                    <a:pt x="740" y="185"/>
                  </a:lnTo>
                  <a:lnTo>
                    <a:pt x="734" y="196"/>
                  </a:lnTo>
                  <a:lnTo>
                    <a:pt x="726" y="205"/>
                  </a:lnTo>
                  <a:lnTo>
                    <a:pt x="726" y="205"/>
                  </a:lnTo>
                  <a:lnTo>
                    <a:pt x="711" y="222"/>
                  </a:lnTo>
                  <a:lnTo>
                    <a:pt x="695" y="239"/>
                  </a:lnTo>
                  <a:lnTo>
                    <a:pt x="695" y="239"/>
                  </a:lnTo>
                  <a:lnTo>
                    <a:pt x="683" y="247"/>
                  </a:lnTo>
                  <a:lnTo>
                    <a:pt x="673" y="254"/>
                  </a:lnTo>
                  <a:lnTo>
                    <a:pt x="650" y="268"/>
                  </a:lnTo>
                  <a:lnTo>
                    <a:pt x="650" y="268"/>
                  </a:lnTo>
                  <a:lnTo>
                    <a:pt x="624" y="284"/>
                  </a:lnTo>
                  <a:lnTo>
                    <a:pt x="597" y="297"/>
                  </a:lnTo>
                  <a:lnTo>
                    <a:pt x="597" y="297"/>
                  </a:lnTo>
                  <a:lnTo>
                    <a:pt x="573" y="308"/>
                  </a:lnTo>
                  <a:lnTo>
                    <a:pt x="546" y="317"/>
                  </a:lnTo>
                  <a:lnTo>
                    <a:pt x="521" y="326"/>
                  </a:lnTo>
                  <a:lnTo>
                    <a:pt x="494" y="334"/>
                  </a:lnTo>
                  <a:lnTo>
                    <a:pt x="466" y="340"/>
                  </a:lnTo>
                  <a:lnTo>
                    <a:pt x="439" y="344"/>
                  </a:lnTo>
                  <a:lnTo>
                    <a:pt x="411" y="348"/>
                  </a:lnTo>
                  <a:lnTo>
                    <a:pt x="384" y="349"/>
                  </a:lnTo>
                  <a:lnTo>
                    <a:pt x="384" y="349"/>
                  </a:lnTo>
                  <a:lnTo>
                    <a:pt x="355" y="349"/>
                  </a:lnTo>
                  <a:lnTo>
                    <a:pt x="327" y="349"/>
                  </a:lnTo>
                  <a:lnTo>
                    <a:pt x="298" y="346"/>
                  </a:lnTo>
                  <a:lnTo>
                    <a:pt x="269" y="344"/>
                  </a:lnTo>
                  <a:lnTo>
                    <a:pt x="269" y="344"/>
                  </a:lnTo>
                  <a:lnTo>
                    <a:pt x="241" y="339"/>
                  </a:lnTo>
                  <a:lnTo>
                    <a:pt x="215" y="335"/>
                  </a:lnTo>
                  <a:lnTo>
                    <a:pt x="188" y="327"/>
                  </a:lnTo>
                  <a:lnTo>
                    <a:pt x="161" y="320"/>
                  </a:lnTo>
                  <a:lnTo>
                    <a:pt x="161" y="320"/>
                  </a:lnTo>
                  <a:lnTo>
                    <a:pt x="141" y="311"/>
                  </a:lnTo>
                  <a:lnTo>
                    <a:pt x="123" y="300"/>
                  </a:lnTo>
                  <a:lnTo>
                    <a:pt x="105" y="289"/>
                  </a:lnTo>
                  <a:lnTo>
                    <a:pt x="88" y="275"/>
                  </a:lnTo>
                  <a:lnTo>
                    <a:pt x="73" y="259"/>
                  </a:lnTo>
                  <a:lnTo>
                    <a:pt x="59" y="244"/>
                  </a:lnTo>
                  <a:lnTo>
                    <a:pt x="47" y="226"/>
                  </a:lnTo>
                  <a:lnTo>
                    <a:pt x="37" y="206"/>
                  </a:lnTo>
                  <a:lnTo>
                    <a:pt x="37" y="206"/>
                  </a:lnTo>
                  <a:lnTo>
                    <a:pt x="28" y="185"/>
                  </a:lnTo>
                  <a:lnTo>
                    <a:pt x="23" y="165"/>
                  </a:lnTo>
                  <a:lnTo>
                    <a:pt x="18" y="143"/>
                  </a:lnTo>
                  <a:lnTo>
                    <a:pt x="17" y="120"/>
                  </a:lnTo>
                  <a:lnTo>
                    <a:pt x="15" y="98"/>
                  </a:lnTo>
                  <a:lnTo>
                    <a:pt x="17" y="77"/>
                  </a:lnTo>
                  <a:lnTo>
                    <a:pt x="21" y="55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31" y="6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7" name="Freeform 127">
              <a:extLst>
                <a:ext uri="{FF2B5EF4-FFF2-40B4-BE49-F238E27FC236}">
                  <a16:creationId xmlns:a16="http://schemas.microsoft.com/office/drawing/2014/main" id="{C28E0BEB-5EFB-9E21-83CC-681A51785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739"/>
              <a:ext cx="537" cy="123"/>
            </a:xfrm>
            <a:custGeom>
              <a:avLst/>
              <a:gdLst>
                <a:gd name="T0" fmla="*/ 17 w 1612"/>
                <a:gd name="T1" fmla="*/ 152 h 370"/>
                <a:gd name="T2" fmla="*/ 28 w 1612"/>
                <a:gd name="T3" fmla="*/ 136 h 370"/>
                <a:gd name="T4" fmla="*/ 50 w 1612"/>
                <a:gd name="T5" fmla="*/ 119 h 370"/>
                <a:gd name="T6" fmla="*/ 102 w 1612"/>
                <a:gd name="T7" fmla="*/ 86 h 370"/>
                <a:gd name="T8" fmla="*/ 147 w 1612"/>
                <a:gd name="T9" fmla="*/ 55 h 370"/>
                <a:gd name="T10" fmla="*/ 181 w 1612"/>
                <a:gd name="T11" fmla="*/ 35 h 370"/>
                <a:gd name="T12" fmla="*/ 244 w 1612"/>
                <a:gd name="T13" fmla="*/ 17 h 370"/>
                <a:gd name="T14" fmla="*/ 289 w 1612"/>
                <a:gd name="T15" fmla="*/ 18 h 370"/>
                <a:gd name="T16" fmla="*/ 354 w 1612"/>
                <a:gd name="T17" fmla="*/ 35 h 370"/>
                <a:gd name="T18" fmla="*/ 416 w 1612"/>
                <a:gd name="T19" fmla="*/ 60 h 370"/>
                <a:gd name="T20" fmla="*/ 576 w 1612"/>
                <a:gd name="T21" fmla="*/ 118 h 370"/>
                <a:gd name="T22" fmla="*/ 698 w 1612"/>
                <a:gd name="T23" fmla="*/ 159 h 370"/>
                <a:gd name="T24" fmla="*/ 777 w 1612"/>
                <a:gd name="T25" fmla="*/ 192 h 370"/>
                <a:gd name="T26" fmla="*/ 854 w 1612"/>
                <a:gd name="T27" fmla="*/ 233 h 370"/>
                <a:gd name="T28" fmla="*/ 928 w 1612"/>
                <a:gd name="T29" fmla="*/ 275 h 370"/>
                <a:gd name="T30" fmla="*/ 1042 w 1612"/>
                <a:gd name="T31" fmla="*/ 324 h 370"/>
                <a:gd name="T32" fmla="*/ 1160 w 1612"/>
                <a:gd name="T33" fmla="*/ 354 h 370"/>
                <a:gd name="T34" fmla="*/ 1245 w 1612"/>
                <a:gd name="T35" fmla="*/ 365 h 370"/>
                <a:gd name="T36" fmla="*/ 1335 w 1612"/>
                <a:gd name="T37" fmla="*/ 368 h 370"/>
                <a:gd name="T38" fmla="*/ 1382 w 1612"/>
                <a:gd name="T39" fmla="*/ 368 h 370"/>
                <a:gd name="T40" fmla="*/ 1451 w 1612"/>
                <a:gd name="T41" fmla="*/ 358 h 370"/>
                <a:gd name="T42" fmla="*/ 1562 w 1612"/>
                <a:gd name="T43" fmla="*/ 328 h 370"/>
                <a:gd name="T44" fmla="*/ 1607 w 1612"/>
                <a:gd name="T45" fmla="*/ 316 h 370"/>
                <a:gd name="T46" fmla="*/ 1611 w 1612"/>
                <a:gd name="T47" fmla="*/ 312 h 370"/>
                <a:gd name="T48" fmla="*/ 1611 w 1612"/>
                <a:gd name="T49" fmla="*/ 305 h 370"/>
                <a:gd name="T50" fmla="*/ 1602 w 1612"/>
                <a:gd name="T51" fmla="*/ 302 h 370"/>
                <a:gd name="T52" fmla="*/ 1557 w 1612"/>
                <a:gd name="T53" fmla="*/ 313 h 370"/>
                <a:gd name="T54" fmla="*/ 1468 w 1612"/>
                <a:gd name="T55" fmla="*/ 339 h 370"/>
                <a:gd name="T56" fmla="*/ 1422 w 1612"/>
                <a:gd name="T57" fmla="*/ 349 h 370"/>
                <a:gd name="T58" fmla="*/ 1349 w 1612"/>
                <a:gd name="T59" fmla="*/ 354 h 370"/>
                <a:gd name="T60" fmla="*/ 1280 w 1612"/>
                <a:gd name="T61" fmla="*/ 352 h 370"/>
                <a:gd name="T62" fmla="*/ 1192 w 1612"/>
                <a:gd name="T63" fmla="*/ 344 h 370"/>
                <a:gd name="T64" fmla="*/ 1068 w 1612"/>
                <a:gd name="T65" fmla="*/ 316 h 370"/>
                <a:gd name="T66" fmla="*/ 950 w 1612"/>
                <a:gd name="T67" fmla="*/ 269 h 370"/>
                <a:gd name="T68" fmla="*/ 874 w 1612"/>
                <a:gd name="T69" fmla="*/ 228 h 370"/>
                <a:gd name="T70" fmla="*/ 799 w 1612"/>
                <a:gd name="T71" fmla="*/ 186 h 370"/>
                <a:gd name="T72" fmla="*/ 720 w 1612"/>
                <a:gd name="T73" fmla="*/ 151 h 370"/>
                <a:gd name="T74" fmla="*/ 597 w 1612"/>
                <a:gd name="T75" fmla="*/ 109 h 370"/>
                <a:gd name="T76" fmla="*/ 434 w 1612"/>
                <a:gd name="T77" fmla="*/ 51 h 370"/>
                <a:gd name="T78" fmla="*/ 351 w 1612"/>
                <a:gd name="T79" fmla="*/ 18 h 370"/>
                <a:gd name="T80" fmla="*/ 286 w 1612"/>
                <a:gd name="T81" fmla="*/ 2 h 370"/>
                <a:gd name="T82" fmla="*/ 243 w 1612"/>
                <a:gd name="T83" fmla="*/ 2 h 370"/>
                <a:gd name="T84" fmla="*/ 180 w 1612"/>
                <a:gd name="T85" fmla="*/ 18 h 370"/>
                <a:gd name="T86" fmla="*/ 143 w 1612"/>
                <a:gd name="T87" fmla="*/ 39 h 370"/>
                <a:gd name="T88" fmla="*/ 109 w 1612"/>
                <a:gd name="T89" fmla="*/ 64 h 370"/>
                <a:gd name="T90" fmla="*/ 57 w 1612"/>
                <a:gd name="T91" fmla="*/ 96 h 370"/>
                <a:gd name="T92" fmla="*/ 20 w 1612"/>
                <a:gd name="T93" fmla="*/ 122 h 370"/>
                <a:gd name="T94" fmla="*/ 4 w 1612"/>
                <a:gd name="T95" fmla="*/ 143 h 370"/>
                <a:gd name="T96" fmla="*/ 0 w 1612"/>
                <a:gd name="T97" fmla="*/ 155 h 370"/>
                <a:gd name="T98" fmla="*/ 4 w 1612"/>
                <a:gd name="T99" fmla="*/ 163 h 370"/>
                <a:gd name="T100" fmla="*/ 12 w 1612"/>
                <a:gd name="T101" fmla="*/ 164 h 370"/>
                <a:gd name="T102" fmla="*/ 14 w 1612"/>
                <a:gd name="T103" fmla="*/ 159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12" h="370">
                  <a:moveTo>
                    <a:pt x="14" y="159"/>
                  </a:moveTo>
                  <a:lnTo>
                    <a:pt x="14" y="159"/>
                  </a:lnTo>
                  <a:lnTo>
                    <a:pt x="17" y="152"/>
                  </a:lnTo>
                  <a:lnTo>
                    <a:pt x="19" y="146"/>
                  </a:lnTo>
                  <a:lnTo>
                    <a:pt x="23" y="141"/>
                  </a:lnTo>
                  <a:lnTo>
                    <a:pt x="28" y="136"/>
                  </a:lnTo>
                  <a:lnTo>
                    <a:pt x="38" y="127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75" y="103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17" y="77"/>
                  </a:lnTo>
                  <a:lnTo>
                    <a:pt x="133" y="65"/>
                  </a:lnTo>
                  <a:lnTo>
                    <a:pt x="147" y="55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81" y="35"/>
                  </a:lnTo>
                  <a:lnTo>
                    <a:pt x="202" y="26"/>
                  </a:lnTo>
                  <a:lnTo>
                    <a:pt x="222" y="21"/>
                  </a:lnTo>
                  <a:lnTo>
                    <a:pt x="244" y="17"/>
                  </a:lnTo>
                  <a:lnTo>
                    <a:pt x="244" y="17"/>
                  </a:lnTo>
                  <a:lnTo>
                    <a:pt x="266" y="16"/>
                  </a:lnTo>
                  <a:lnTo>
                    <a:pt x="289" y="18"/>
                  </a:lnTo>
                  <a:lnTo>
                    <a:pt x="310" y="22"/>
                  </a:lnTo>
                  <a:lnTo>
                    <a:pt x="332" y="28"/>
                  </a:lnTo>
                  <a:lnTo>
                    <a:pt x="354" y="35"/>
                  </a:lnTo>
                  <a:lnTo>
                    <a:pt x="374" y="44"/>
                  </a:lnTo>
                  <a:lnTo>
                    <a:pt x="416" y="60"/>
                  </a:lnTo>
                  <a:lnTo>
                    <a:pt x="416" y="60"/>
                  </a:lnTo>
                  <a:lnTo>
                    <a:pt x="456" y="76"/>
                  </a:lnTo>
                  <a:lnTo>
                    <a:pt x="495" y="91"/>
                  </a:lnTo>
                  <a:lnTo>
                    <a:pt x="576" y="118"/>
                  </a:lnTo>
                  <a:lnTo>
                    <a:pt x="576" y="118"/>
                  </a:lnTo>
                  <a:lnTo>
                    <a:pt x="657" y="145"/>
                  </a:lnTo>
                  <a:lnTo>
                    <a:pt x="698" y="159"/>
                  </a:lnTo>
                  <a:lnTo>
                    <a:pt x="738" y="175"/>
                  </a:lnTo>
                  <a:lnTo>
                    <a:pt x="738" y="175"/>
                  </a:lnTo>
                  <a:lnTo>
                    <a:pt x="777" y="192"/>
                  </a:lnTo>
                  <a:lnTo>
                    <a:pt x="816" y="211"/>
                  </a:lnTo>
                  <a:lnTo>
                    <a:pt x="816" y="211"/>
                  </a:lnTo>
                  <a:lnTo>
                    <a:pt x="854" y="233"/>
                  </a:lnTo>
                  <a:lnTo>
                    <a:pt x="891" y="255"/>
                  </a:lnTo>
                  <a:lnTo>
                    <a:pt x="891" y="255"/>
                  </a:lnTo>
                  <a:lnTo>
                    <a:pt x="928" y="275"/>
                  </a:lnTo>
                  <a:lnTo>
                    <a:pt x="965" y="293"/>
                  </a:lnTo>
                  <a:lnTo>
                    <a:pt x="1002" y="310"/>
                  </a:lnTo>
                  <a:lnTo>
                    <a:pt x="1042" y="324"/>
                  </a:lnTo>
                  <a:lnTo>
                    <a:pt x="1080" y="335"/>
                  </a:lnTo>
                  <a:lnTo>
                    <a:pt x="1121" y="345"/>
                  </a:lnTo>
                  <a:lnTo>
                    <a:pt x="1160" y="354"/>
                  </a:lnTo>
                  <a:lnTo>
                    <a:pt x="1201" y="361"/>
                  </a:lnTo>
                  <a:lnTo>
                    <a:pt x="1201" y="361"/>
                  </a:lnTo>
                  <a:lnTo>
                    <a:pt x="1245" y="365"/>
                  </a:lnTo>
                  <a:lnTo>
                    <a:pt x="1289" y="367"/>
                  </a:lnTo>
                  <a:lnTo>
                    <a:pt x="1289" y="367"/>
                  </a:lnTo>
                  <a:lnTo>
                    <a:pt x="1335" y="368"/>
                  </a:lnTo>
                  <a:lnTo>
                    <a:pt x="1359" y="370"/>
                  </a:lnTo>
                  <a:lnTo>
                    <a:pt x="1382" y="368"/>
                  </a:lnTo>
                  <a:lnTo>
                    <a:pt x="1382" y="368"/>
                  </a:lnTo>
                  <a:lnTo>
                    <a:pt x="1405" y="367"/>
                  </a:lnTo>
                  <a:lnTo>
                    <a:pt x="1428" y="363"/>
                  </a:lnTo>
                  <a:lnTo>
                    <a:pt x="1451" y="358"/>
                  </a:lnTo>
                  <a:lnTo>
                    <a:pt x="1473" y="353"/>
                  </a:lnTo>
                  <a:lnTo>
                    <a:pt x="1518" y="340"/>
                  </a:lnTo>
                  <a:lnTo>
                    <a:pt x="1562" y="328"/>
                  </a:lnTo>
                  <a:lnTo>
                    <a:pt x="1562" y="328"/>
                  </a:lnTo>
                  <a:lnTo>
                    <a:pt x="1584" y="321"/>
                  </a:lnTo>
                  <a:lnTo>
                    <a:pt x="1607" y="316"/>
                  </a:lnTo>
                  <a:lnTo>
                    <a:pt x="1607" y="316"/>
                  </a:lnTo>
                  <a:lnTo>
                    <a:pt x="1610" y="315"/>
                  </a:lnTo>
                  <a:lnTo>
                    <a:pt x="1611" y="312"/>
                  </a:lnTo>
                  <a:lnTo>
                    <a:pt x="1612" y="310"/>
                  </a:lnTo>
                  <a:lnTo>
                    <a:pt x="1612" y="307"/>
                  </a:lnTo>
                  <a:lnTo>
                    <a:pt x="1611" y="305"/>
                  </a:lnTo>
                  <a:lnTo>
                    <a:pt x="1608" y="302"/>
                  </a:lnTo>
                  <a:lnTo>
                    <a:pt x="1606" y="302"/>
                  </a:lnTo>
                  <a:lnTo>
                    <a:pt x="1602" y="302"/>
                  </a:lnTo>
                  <a:lnTo>
                    <a:pt x="1602" y="302"/>
                  </a:lnTo>
                  <a:lnTo>
                    <a:pt x="1580" y="307"/>
                  </a:lnTo>
                  <a:lnTo>
                    <a:pt x="1557" y="313"/>
                  </a:lnTo>
                  <a:lnTo>
                    <a:pt x="1513" y="326"/>
                  </a:lnTo>
                  <a:lnTo>
                    <a:pt x="1513" y="326"/>
                  </a:lnTo>
                  <a:lnTo>
                    <a:pt x="1468" y="339"/>
                  </a:lnTo>
                  <a:lnTo>
                    <a:pt x="1445" y="344"/>
                  </a:lnTo>
                  <a:lnTo>
                    <a:pt x="1422" y="349"/>
                  </a:lnTo>
                  <a:lnTo>
                    <a:pt x="1422" y="349"/>
                  </a:lnTo>
                  <a:lnTo>
                    <a:pt x="1398" y="352"/>
                  </a:lnTo>
                  <a:lnTo>
                    <a:pt x="1373" y="354"/>
                  </a:lnTo>
                  <a:lnTo>
                    <a:pt x="1349" y="354"/>
                  </a:lnTo>
                  <a:lnTo>
                    <a:pt x="1325" y="353"/>
                  </a:lnTo>
                  <a:lnTo>
                    <a:pt x="1325" y="353"/>
                  </a:lnTo>
                  <a:lnTo>
                    <a:pt x="1280" y="352"/>
                  </a:lnTo>
                  <a:lnTo>
                    <a:pt x="1234" y="348"/>
                  </a:lnTo>
                  <a:lnTo>
                    <a:pt x="1234" y="348"/>
                  </a:lnTo>
                  <a:lnTo>
                    <a:pt x="1192" y="344"/>
                  </a:lnTo>
                  <a:lnTo>
                    <a:pt x="1150" y="336"/>
                  </a:lnTo>
                  <a:lnTo>
                    <a:pt x="1109" y="328"/>
                  </a:lnTo>
                  <a:lnTo>
                    <a:pt x="1068" y="316"/>
                  </a:lnTo>
                  <a:lnTo>
                    <a:pt x="1028" y="302"/>
                  </a:lnTo>
                  <a:lnTo>
                    <a:pt x="988" y="287"/>
                  </a:lnTo>
                  <a:lnTo>
                    <a:pt x="950" y="269"/>
                  </a:lnTo>
                  <a:lnTo>
                    <a:pt x="913" y="250"/>
                  </a:lnTo>
                  <a:lnTo>
                    <a:pt x="913" y="250"/>
                  </a:lnTo>
                  <a:lnTo>
                    <a:pt x="874" y="228"/>
                  </a:lnTo>
                  <a:lnTo>
                    <a:pt x="837" y="205"/>
                  </a:lnTo>
                  <a:lnTo>
                    <a:pt x="837" y="205"/>
                  </a:lnTo>
                  <a:lnTo>
                    <a:pt x="799" y="186"/>
                  </a:lnTo>
                  <a:lnTo>
                    <a:pt x="759" y="168"/>
                  </a:lnTo>
                  <a:lnTo>
                    <a:pt x="759" y="168"/>
                  </a:lnTo>
                  <a:lnTo>
                    <a:pt x="720" y="151"/>
                  </a:lnTo>
                  <a:lnTo>
                    <a:pt x="679" y="136"/>
                  </a:lnTo>
                  <a:lnTo>
                    <a:pt x="597" y="109"/>
                  </a:lnTo>
                  <a:lnTo>
                    <a:pt x="597" y="109"/>
                  </a:lnTo>
                  <a:lnTo>
                    <a:pt x="516" y="81"/>
                  </a:lnTo>
                  <a:lnTo>
                    <a:pt x="475" y="67"/>
                  </a:lnTo>
                  <a:lnTo>
                    <a:pt x="434" y="51"/>
                  </a:lnTo>
                  <a:lnTo>
                    <a:pt x="434" y="51"/>
                  </a:lnTo>
                  <a:lnTo>
                    <a:pt x="393" y="35"/>
                  </a:lnTo>
                  <a:lnTo>
                    <a:pt x="351" y="18"/>
                  </a:lnTo>
                  <a:lnTo>
                    <a:pt x="329" y="12"/>
                  </a:lnTo>
                  <a:lnTo>
                    <a:pt x="308" y="5"/>
                  </a:lnTo>
                  <a:lnTo>
                    <a:pt x="286" y="2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43" y="2"/>
                  </a:lnTo>
                  <a:lnTo>
                    <a:pt x="221" y="5"/>
                  </a:lnTo>
                  <a:lnTo>
                    <a:pt x="199" y="11"/>
                  </a:lnTo>
                  <a:lnTo>
                    <a:pt x="180" y="18"/>
                  </a:lnTo>
                  <a:lnTo>
                    <a:pt x="180" y="18"/>
                  </a:lnTo>
                  <a:lnTo>
                    <a:pt x="161" y="28"/>
                  </a:lnTo>
                  <a:lnTo>
                    <a:pt x="143" y="39"/>
                  </a:lnTo>
                  <a:lnTo>
                    <a:pt x="125" y="51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97" y="72"/>
                  </a:lnTo>
                  <a:lnTo>
                    <a:pt x="84" y="81"/>
                  </a:lnTo>
                  <a:lnTo>
                    <a:pt x="57" y="96"/>
                  </a:lnTo>
                  <a:lnTo>
                    <a:pt x="45" y="104"/>
                  </a:lnTo>
                  <a:lnTo>
                    <a:pt x="32" y="113"/>
                  </a:lnTo>
                  <a:lnTo>
                    <a:pt x="20" y="122"/>
                  </a:lnTo>
                  <a:lnTo>
                    <a:pt x="10" y="133"/>
                  </a:lnTo>
                  <a:lnTo>
                    <a:pt x="10" y="133"/>
                  </a:lnTo>
                  <a:lnTo>
                    <a:pt x="4" y="143"/>
                  </a:lnTo>
                  <a:lnTo>
                    <a:pt x="1" y="149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8"/>
                  </a:lnTo>
                  <a:lnTo>
                    <a:pt x="1" y="161"/>
                  </a:lnTo>
                  <a:lnTo>
                    <a:pt x="4" y="163"/>
                  </a:lnTo>
                  <a:lnTo>
                    <a:pt x="6" y="164"/>
                  </a:lnTo>
                  <a:lnTo>
                    <a:pt x="9" y="164"/>
                  </a:lnTo>
                  <a:lnTo>
                    <a:pt x="12" y="164"/>
                  </a:lnTo>
                  <a:lnTo>
                    <a:pt x="14" y="161"/>
                  </a:lnTo>
                  <a:lnTo>
                    <a:pt x="14" y="159"/>
                  </a:lnTo>
                  <a:lnTo>
                    <a:pt x="14" y="1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8" name="Freeform 128">
              <a:extLst>
                <a:ext uri="{FF2B5EF4-FFF2-40B4-BE49-F238E27FC236}">
                  <a16:creationId xmlns:a16="http://schemas.microsoft.com/office/drawing/2014/main" id="{B3F9CB8D-4792-DD45-49C7-AFBD3CD4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850"/>
              <a:ext cx="215" cy="275"/>
            </a:xfrm>
            <a:custGeom>
              <a:avLst/>
              <a:gdLst>
                <a:gd name="T0" fmla="*/ 3 w 646"/>
                <a:gd name="T1" fmla="*/ 14 h 824"/>
                <a:gd name="T2" fmla="*/ 31 w 646"/>
                <a:gd name="T3" fmla="*/ 52 h 824"/>
                <a:gd name="T4" fmla="*/ 106 w 646"/>
                <a:gd name="T5" fmla="*/ 175 h 824"/>
                <a:gd name="T6" fmla="*/ 132 w 646"/>
                <a:gd name="T7" fmla="*/ 216 h 824"/>
                <a:gd name="T8" fmla="*/ 161 w 646"/>
                <a:gd name="T9" fmla="*/ 254 h 824"/>
                <a:gd name="T10" fmla="*/ 178 w 646"/>
                <a:gd name="T11" fmla="*/ 275 h 824"/>
                <a:gd name="T12" fmla="*/ 231 w 646"/>
                <a:gd name="T13" fmla="*/ 331 h 824"/>
                <a:gd name="T14" fmla="*/ 268 w 646"/>
                <a:gd name="T15" fmla="*/ 368 h 824"/>
                <a:gd name="T16" fmla="*/ 382 w 646"/>
                <a:gd name="T17" fmla="*/ 477 h 824"/>
                <a:gd name="T18" fmla="*/ 416 w 646"/>
                <a:gd name="T19" fmla="*/ 511 h 824"/>
                <a:gd name="T20" fmla="*/ 449 w 646"/>
                <a:gd name="T21" fmla="*/ 548 h 824"/>
                <a:gd name="T22" fmla="*/ 514 w 646"/>
                <a:gd name="T23" fmla="*/ 626 h 824"/>
                <a:gd name="T24" fmla="*/ 548 w 646"/>
                <a:gd name="T25" fmla="*/ 672 h 824"/>
                <a:gd name="T26" fmla="*/ 594 w 646"/>
                <a:gd name="T27" fmla="*/ 744 h 824"/>
                <a:gd name="T28" fmla="*/ 620 w 646"/>
                <a:gd name="T29" fmla="*/ 795 h 824"/>
                <a:gd name="T30" fmla="*/ 633 w 646"/>
                <a:gd name="T31" fmla="*/ 821 h 824"/>
                <a:gd name="T32" fmla="*/ 637 w 646"/>
                <a:gd name="T33" fmla="*/ 824 h 824"/>
                <a:gd name="T34" fmla="*/ 642 w 646"/>
                <a:gd name="T35" fmla="*/ 823 h 824"/>
                <a:gd name="T36" fmla="*/ 646 w 646"/>
                <a:gd name="T37" fmla="*/ 818 h 824"/>
                <a:gd name="T38" fmla="*/ 646 w 646"/>
                <a:gd name="T39" fmla="*/ 813 h 824"/>
                <a:gd name="T40" fmla="*/ 623 w 646"/>
                <a:gd name="T41" fmla="*/ 767 h 824"/>
                <a:gd name="T42" fmla="*/ 572 w 646"/>
                <a:gd name="T43" fmla="*/ 680 h 824"/>
                <a:gd name="T44" fmla="*/ 511 w 646"/>
                <a:gd name="T45" fmla="*/ 598 h 824"/>
                <a:gd name="T46" fmla="*/ 444 w 646"/>
                <a:gd name="T47" fmla="*/ 520 h 824"/>
                <a:gd name="T48" fmla="*/ 410 w 646"/>
                <a:gd name="T49" fmla="*/ 483 h 824"/>
                <a:gd name="T50" fmla="*/ 336 w 646"/>
                <a:gd name="T51" fmla="*/ 412 h 824"/>
                <a:gd name="T52" fmla="*/ 297 w 646"/>
                <a:gd name="T53" fmla="*/ 376 h 824"/>
                <a:gd name="T54" fmla="*/ 260 w 646"/>
                <a:gd name="T55" fmla="*/ 339 h 824"/>
                <a:gd name="T56" fmla="*/ 186 w 646"/>
                <a:gd name="T57" fmla="*/ 262 h 824"/>
                <a:gd name="T58" fmla="*/ 171 w 646"/>
                <a:gd name="T59" fmla="*/ 243 h 824"/>
                <a:gd name="T60" fmla="*/ 143 w 646"/>
                <a:gd name="T61" fmla="*/ 204 h 824"/>
                <a:gd name="T62" fmla="*/ 129 w 646"/>
                <a:gd name="T63" fmla="*/ 184 h 824"/>
                <a:gd name="T64" fmla="*/ 74 w 646"/>
                <a:gd name="T65" fmla="*/ 92 h 824"/>
                <a:gd name="T66" fmla="*/ 29 w 646"/>
                <a:gd name="T67" fmla="*/ 24 h 824"/>
                <a:gd name="T68" fmla="*/ 13 w 646"/>
                <a:gd name="T69" fmla="*/ 2 h 824"/>
                <a:gd name="T70" fmla="*/ 8 w 646"/>
                <a:gd name="T71" fmla="*/ 0 h 824"/>
                <a:gd name="T72" fmla="*/ 4 w 646"/>
                <a:gd name="T73" fmla="*/ 2 h 824"/>
                <a:gd name="T74" fmla="*/ 0 w 646"/>
                <a:gd name="T75" fmla="*/ 8 h 824"/>
                <a:gd name="T76" fmla="*/ 3 w 646"/>
                <a:gd name="T77" fmla="*/ 14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6" h="824">
                  <a:moveTo>
                    <a:pt x="3" y="14"/>
                  </a:moveTo>
                  <a:lnTo>
                    <a:pt x="3" y="14"/>
                  </a:lnTo>
                  <a:lnTo>
                    <a:pt x="17" y="33"/>
                  </a:lnTo>
                  <a:lnTo>
                    <a:pt x="31" y="52"/>
                  </a:lnTo>
                  <a:lnTo>
                    <a:pt x="56" y="93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32" y="216"/>
                  </a:lnTo>
                  <a:lnTo>
                    <a:pt x="146" y="235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78" y="275"/>
                  </a:lnTo>
                  <a:lnTo>
                    <a:pt x="194" y="294"/>
                  </a:lnTo>
                  <a:lnTo>
                    <a:pt x="231" y="331"/>
                  </a:lnTo>
                  <a:lnTo>
                    <a:pt x="231" y="331"/>
                  </a:lnTo>
                  <a:lnTo>
                    <a:pt x="268" y="368"/>
                  </a:lnTo>
                  <a:lnTo>
                    <a:pt x="305" y="404"/>
                  </a:lnTo>
                  <a:lnTo>
                    <a:pt x="382" y="477"/>
                  </a:lnTo>
                  <a:lnTo>
                    <a:pt x="382" y="477"/>
                  </a:lnTo>
                  <a:lnTo>
                    <a:pt x="416" y="511"/>
                  </a:lnTo>
                  <a:lnTo>
                    <a:pt x="449" y="548"/>
                  </a:lnTo>
                  <a:lnTo>
                    <a:pt x="449" y="548"/>
                  </a:lnTo>
                  <a:lnTo>
                    <a:pt x="483" y="587"/>
                  </a:lnTo>
                  <a:lnTo>
                    <a:pt x="514" y="626"/>
                  </a:lnTo>
                  <a:lnTo>
                    <a:pt x="514" y="626"/>
                  </a:lnTo>
                  <a:lnTo>
                    <a:pt x="548" y="672"/>
                  </a:lnTo>
                  <a:lnTo>
                    <a:pt x="578" y="720"/>
                  </a:lnTo>
                  <a:lnTo>
                    <a:pt x="594" y="744"/>
                  </a:lnTo>
                  <a:lnTo>
                    <a:pt x="608" y="770"/>
                  </a:lnTo>
                  <a:lnTo>
                    <a:pt x="620" y="795"/>
                  </a:lnTo>
                  <a:lnTo>
                    <a:pt x="633" y="821"/>
                  </a:lnTo>
                  <a:lnTo>
                    <a:pt x="633" y="821"/>
                  </a:lnTo>
                  <a:lnTo>
                    <a:pt x="634" y="823"/>
                  </a:lnTo>
                  <a:lnTo>
                    <a:pt x="637" y="824"/>
                  </a:lnTo>
                  <a:lnTo>
                    <a:pt x="640" y="824"/>
                  </a:lnTo>
                  <a:lnTo>
                    <a:pt x="642" y="823"/>
                  </a:lnTo>
                  <a:lnTo>
                    <a:pt x="645" y="821"/>
                  </a:lnTo>
                  <a:lnTo>
                    <a:pt x="646" y="818"/>
                  </a:lnTo>
                  <a:lnTo>
                    <a:pt x="646" y="816"/>
                  </a:lnTo>
                  <a:lnTo>
                    <a:pt x="646" y="813"/>
                  </a:lnTo>
                  <a:lnTo>
                    <a:pt x="646" y="813"/>
                  </a:lnTo>
                  <a:lnTo>
                    <a:pt x="623" y="767"/>
                  </a:lnTo>
                  <a:lnTo>
                    <a:pt x="599" y="722"/>
                  </a:lnTo>
                  <a:lnTo>
                    <a:pt x="572" y="680"/>
                  </a:lnTo>
                  <a:lnTo>
                    <a:pt x="543" y="638"/>
                  </a:lnTo>
                  <a:lnTo>
                    <a:pt x="511" y="598"/>
                  </a:lnTo>
                  <a:lnTo>
                    <a:pt x="479" y="559"/>
                  </a:lnTo>
                  <a:lnTo>
                    <a:pt x="444" y="520"/>
                  </a:lnTo>
                  <a:lnTo>
                    <a:pt x="410" y="483"/>
                  </a:lnTo>
                  <a:lnTo>
                    <a:pt x="410" y="483"/>
                  </a:lnTo>
                  <a:lnTo>
                    <a:pt x="373" y="447"/>
                  </a:lnTo>
                  <a:lnTo>
                    <a:pt x="336" y="412"/>
                  </a:lnTo>
                  <a:lnTo>
                    <a:pt x="336" y="412"/>
                  </a:lnTo>
                  <a:lnTo>
                    <a:pt x="297" y="376"/>
                  </a:lnTo>
                  <a:lnTo>
                    <a:pt x="260" y="339"/>
                  </a:lnTo>
                  <a:lnTo>
                    <a:pt x="260" y="339"/>
                  </a:lnTo>
                  <a:lnTo>
                    <a:pt x="222" y="300"/>
                  </a:lnTo>
                  <a:lnTo>
                    <a:pt x="186" y="262"/>
                  </a:lnTo>
                  <a:lnTo>
                    <a:pt x="186" y="262"/>
                  </a:lnTo>
                  <a:lnTo>
                    <a:pt x="171" y="243"/>
                  </a:lnTo>
                  <a:lnTo>
                    <a:pt x="157" y="224"/>
                  </a:lnTo>
                  <a:lnTo>
                    <a:pt x="143" y="204"/>
                  </a:lnTo>
                  <a:lnTo>
                    <a:pt x="129" y="184"/>
                  </a:lnTo>
                  <a:lnTo>
                    <a:pt x="129" y="184"/>
                  </a:lnTo>
                  <a:lnTo>
                    <a:pt x="101" y="138"/>
                  </a:lnTo>
                  <a:lnTo>
                    <a:pt x="74" y="92"/>
                  </a:lnTo>
                  <a:lnTo>
                    <a:pt x="45" y="46"/>
                  </a:lnTo>
                  <a:lnTo>
                    <a:pt x="29" y="2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8"/>
                  </a:lnTo>
                  <a:lnTo>
                    <a:pt x="1" y="10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59" name="Freeform 129">
              <a:extLst>
                <a:ext uri="{FF2B5EF4-FFF2-40B4-BE49-F238E27FC236}">
                  <a16:creationId xmlns:a16="http://schemas.microsoft.com/office/drawing/2014/main" id="{5CF22527-9CC2-A368-28B3-14689F10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46"/>
              <a:ext cx="27" cy="121"/>
            </a:xfrm>
            <a:custGeom>
              <a:avLst/>
              <a:gdLst>
                <a:gd name="T0" fmla="*/ 66 w 81"/>
                <a:gd name="T1" fmla="*/ 8 h 362"/>
                <a:gd name="T2" fmla="*/ 66 w 81"/>
                <a:gd name="T3" fmla="*/ 8 h 362"/>
                <a:gd name="T4" fmla="*/ 63 w 81"/>
                <a:gd name="T5" fmla="*/ 20 h 362"/>
                <a:gd name="T6" fmla="*/ 60 w 81"/>
                <a:gd name="T7" fmla="*/ 35 h 362"/>
                <a:gd name="T8" fmla="*/ 50 w 81"/>
                <a:gd name="T9" fmla="*/ 61 h 362"/>
                <a:gd name="T10" fmla="*/ 50 w 81"/>
                <a:gd name="T11" fmla="*/ 61 h 362"/>
                <a:gd name="T12" fmla="*/ 40 w 81"/>
                <a:gd name="T13" fmla="*/ 88 h 362"/>
                <a:gd name="T14" fmla="*/ 35 w 81"/>
                <a:gd name="T15" fmla="*/ 102 h 362"/>
                <a:gd name="T16" fmla="*/ 31 w 81"/>
                <a:gd name="T17" fmla="*/ 116 h 362"/>
                <a:gd name="T18" fmla="*/ 31 w 81"/>
                <a:gd name="T19" fmla="*/ 116 h 362"/>
                <a:gd name="T20" fmla="*/ 22 w 81"/>
                <a:gd name="T21" fmla="*/ 151 h 362"/>
                <a:gd name="T22" fmla="*/ 17 w 81"/>
                <a:gd name="T23" fmla="*/ 169 h 362"/>
                <a:gd name="T24" fmla="*/ 15 w 81"/>
                <a:gd name="T25" fmla="*/ 187 h 362"/>
                <a:gd name="T26" fmla="*/ 15 w 81"/>
                <a:gd name="T27" fmla="*/ 187 h 362"/>
                <a:gd name="T28" fmla="*/ 11 w 81"/>
                <a:gd name="T29" fmla="*/ 206 h 362"/>
                <a:gd name="T30" fmla="*/ 9 w 81"/>
                <a:gd name="T31" fmla="*/ 225 h 362"/>
                <a:gd name="T32" fmla="*/ 7 w 81"/>
                <a:gd name="T33" fmla="*/ 265 h 362"/>
                <a:gd name="T34" fmla="*/ 7 w 81"/>
                <a:gd name="T35" fmla="*/ 265 h 362"/>
                <a:gd name="T36" fmla="*/ 4 w 81"/>
                <a:gd name="T37" fmla="*/ 309 h 362"/>
                <a:gd name="T38" fmla="*/ 0 w 81"/>
                <a:gd name="T39" fmla="*/ 354 h 362"/>
                <a:gd name="T40" fmla="*/ 0 w 81"/>
                <a:gd name="T41" fmla="*/ 354 h 362"/>
                <a:gd name="T42" fmla="*/ 2 w 81"/>
                <a:gd name="T43" fmla="*/ 358 h 362"/>
                <a:gd name="T44" fmla="*/ 3 w 81"/>
                <a:gd name="T45" fmla="*/ 359 h 362"/>
                <a:gd name="T46" fmla="*/ 6 w 81"/>
                <a:gd name="T47" fmla="*/ 362 h 362"/>
                <a:gd name="T48" fmla="*/ 8 w 81"/>
                <a:gd name="T49" fmla="*/ 362 h 362"/>
                <a:gd name="T50" fmla="*/ 11 w 81"/>
                <a:gd name="T51" fmla="*/ 362 h 362"/>
                <a:gd name="T52" fmla="*/ 13 w 81"/>
                <a:gd name="T53" fmla="*/ 359 h 362"/>
                <a:gd name="T54" fmla="*/ 16 w 81"/>
                <a:gd name="T55" fmla="*/ 358 h 362"/>
                <a:gd name="T56" fmla="*/ 16 w 81"/>
                <a:gd name="T57" fmla="*/ 354 h 362"/>
                <a:gd name="T58" fmla="*/ 16 w 81"/>
                <a:gd name="T59" fmla="*/ 354 h 362"/>
                <a:gd name="T60" fmla="*/ 20 w 81"/>
                <a:gd name="T61" fmla="*/ 314 h 362"/>
                <a:gd name="T62" fmla="*/ 21 w 81"/>
                <a:gd name="T63" fmla="*/ 275 h 362"/>
                <a:gd name="T64" fmla="*/ 23 w 81"/>
                <a:gd name="T65" fmla="*/ 235 h 362"/>
                <a:gd name="T66" fmla="*/ 27 w 81"/>
                <a:gd name="T67" fmla="*/ 196 h 362"/>
                <a:gd name="T68" fmla="*/ 27 w 81"/>
                <a:gd name="T69" fmla="*/ 196 h 362"/>
                <a:gd name="T70" fmla="*/ 34 w 81"/>
                <a:gd name="T71" fmla="*/ 164 h 362"/>
                <a:gd name="T72" fmla="*/ 43 w 81"/>
                <a:gd name="T73" fmla="*/ 132 h 362"/>
                <a:gd name="T74" fmla="*/ 53 w 81"/>
                <a:gd name="T75" fmla="*/ 100 h 362"/>
                <a:gd name="T76" fmla="*/ 64 w 81"/>
                <a:gd name="T77" fmla="*/ 69 h 362"/>
                <a:gd name="T78" fmla="*/ 64 w 81"/>
                <a:gd name="T79" fmla="*/ 69 h 362"/>
                <a:gd name="T80" fmla="*/ 69 w 81"/>
                <a:gd name="T81" fmla="*/ 54 h 362"/>
                <a:gd name="T82" fmla="*/ 75 w 81"/>
                <a:gd name="T83" fmla="*/ 38 h 362"/>
                <a:gd name="T84" fmla="*/ 78 w 81"/>
                <a:gd name="T85" fmla="*/ 23 h 362"/>
                <a:gd name="T86" fmla="*/ 81 w 81"/>
                <a:gd name="T87" fmla="*/ 8 h 362"/>
                <a:gd name="T88" fmla="*/ 81 w 81"/>
                <a:gd name="T89" fmla="*/ 8 h 362"/>
                <a:gd name="T90" fmla="*/ 80 w 81"/>
                <a:gd name="T91" fmla="*/ 4 h 362"/>
                <a:gd name="T92" fmla="*/ 78 w 81"/>
                <a:gd name="T93" fmla="*/ 1 h 362"/>
                <a:gd name="T94" fmla="*/ 76 w 81"/>
                <a:gd name="T95" fmla="*/ 0 h 362"/>
                <a:gd name="T96" fmla="*/ 73 w 81"/>
                <a:gd name="T97" fmla="*/ 0 h 362"/>
                <a:gd name="T98" fmla="*/ 69 w 81"/>
                <a:gd name="T99" fmla="*/ 0 h 362"/>
                <a:gd name="T100" fmla="*/ 67 w 81"/>
                <a:gd name="T101" fmla="*/ 1 h 362"/>
                <a:gd name="T102" fmla="*/ 66 w 81"/>
                <a:gd name="T103" fmla="*/ 4 h 362"/>
                <a:gd name="T104" fmla="*/ 66 w 81"/>
                <a:gd name="T105" fmla="*/ 8 h 362"/>
                <a:gd name="T106" fmla="*/ 66 w 81"/>
                <a:gd name="T107" fmla="*/ 8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1" h="362">
                  <a:moveTo>
                    <a:pt x="66" y="8"/>
                  </a:moveTo>
                  <a:lnTo>
                    <a:pt x="66" y="8"/>
                  </a:lnTo>
                  <a:lnTo>
                    <a:pt x="63" y="20"/>
                  </a:lnTo>
                  <a:lnTo>
                    <a:pt x="60" y="35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40" y="88"/>
                  </a:lnTo>
                  <a:lnTo>
                    <a:pt x="35" y="102"/>
                  </a:lnTo>
                  <a:lnTo>
                    <a:pt x="31" y="116"/>
                  </a:lnTo>
                  <a:lnTo>
                    <a:pt x="31" y="116"/>
                  </a:lnTo>
                  <a:lnTo>
                    <a:pt x="22" y="151"/>
                  </a:lnTo>
                  <a:lnTo>
                    <a:pt x="17" y="169"/>
                  </a:lnTo>
                  <a:lnTo>
                    <a:pt x="15" y="187"/>
                  </a:lnTo>
                  <a:lnTo>
                    <a:pt x="15" y="187"/>
                  </a:lnTo>
                  <a:lnTo>
                    <a:pt x="11" y="206"/>
                  </a:lnTo>
                  <a:lnTo>
                    <a:pt x="9" y="225"/>
                  </a:lnTo>
                  <a:lnTo>
                    <a:pt x="7" y="265"/>
                  </a:lnTo>
                  <a:lnTo>
                    <a:pt x="7" y="265"/>
                  </a:lnTo>
                  <a:lnTo>
                    <a:pt x="4" y="309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2" y="358"/>
                  </a:lnTo>
                  <a:lnTo>
                    <a:pt x="3" y="359"/>
                  </a:lnTo>
                  <a:lnTo>
                    <a:pt x="6" y="362"/>
                  </a:lnTo>
                  <a:lnTo>
                    <a:pt x="8" y="362"/>
                  </a:lnTo>
                  <a:lnTo>
                    <a:pt x="11" y="362"/>
                  </a:lnTo>
                  <a:lnTo>
                    <a:pt x="13" y="359"/>
                  </a:lnTo>
                  <a:lnTo>
                    <a:pt x="16" y="358"/>
                  </a:lnTo>
                  <a:lnTo>
                    <a:pt x="16" y="354"/>
                  </a:lnTo>
                  <a:lnTo>
                    <a:pt x="16" y="354"/>
                  </a:lnTo>
                  <a:lnTo>
                    <a:pt x="20" y="314"/>
                  </a:lnTo>
                  <a:lnTo>
                    <a:pt x="21" y="275"/>
                  </a:lnTo>
                  <a:lnTo>
                    <a:pt x="23" y="235"/>
                  </a:lnTo>
                  <a:lnTo>
                    <a:pt x="27" y="196"/>
                  </a:lnTo>
                  <a:lnTo>
                    <a:pt x="27" y="196"/>
                  </a:lnTo>
                  <a:lnTo>
                    <a:pt x="34" y="164"/>
                  </a:lnTo>
                  <a:lnTo>
                    <a:pt x="43" y="132"/>
                  </a:lnTo>
                  <a:lnTo>
                    <a:pt x="53" y="100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9" y="54"/>
                  </a:lnTo>
                  <a:lnTo>
                    <a:pt x="75" y="38"/>
                  </a:lnTo>
                  <a:lnTo>
                    <a:pt x="78" y="23"/>
                  </a:lnTo>
                  <a:lnTo>
                    <a:pt x="81" y="8"/>
                  </a:lnTo>
                  <a:lnTo>
                    <a:pt x="81" y="8"/>
                  </a:lnTo>
                  <a:lnTo>
                    <a:pt x="80" y="4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4"/>
                  </a:lnTo>
                  <a:lnTo>
                    <a:pt x="66" y="8"/>
                  </a:lnTo>
                  <a:lnTo>
                    <a:pt x="6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0" name="Freeform 130">
              <a:extLst>
                <a:ext uri="{FF2B5EF4-FFF2-40B4-BE49-F238E27FC236}">
                  <a16:creationId xmlns:a16="http://schemas.microsoft.com/office/drawing/2014/main" id="{F25364D9-793F-4D55-B5A5-0188E17A7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784"/>
              <a:ext cx="50" cy="10"/>
            </a:xfrm>
            <a:custGeom>
              <a:avLst/>
              <a:gdLst>
                <a:gd name="T0" fmla="*/ 146 w 150"/>
                <a:gd name="T1" fmla="*/ 15 h 29"/>
                <a:gd name="T2" fmla="*/ 146 w 150"/>
                <a:gd name="T3" fmla="*/ 15 h 29"/>
                <a:gd name="T4" fmla="*/ 138 w 150"/>
                <a:gd name="T5" fmla="*/ 11 h 29"/>
                <a:gd name="T6" fmla="*/ 129 w 150"/>
                <a:gd name="T7" fmla="*/ 7 h 29"/>
                <a:gd name="T8" fmla="*/ 113 w 150"/>
                <a:gd name="T9" fmla="*/ 4 h 29"/>
                <a:gd name="T10" fmla="*/ 96 w 150"/>
                <a:gd name="T11" fmla="*/ 1 h 29"/>
                <a:gd name="T12" fmla="*/ 78 w 150"/>
                <a:gd name="T13" fmla="*/ 0 h 29"/>
                <a:gd name="T14" fmla="*/ 42 w 150"/>
                <a:gd name="T15" fmla="*/ 1 h 29"/>
                <a:gd name="T16" fmla="*/ 7 w 150"/>
                <a:gd name="T17" fmla="*/ 2 h 29"/>
                <a:gd name="T18" fmla="*/ 7 w 150"/>
                <a:gd name="T19" fmla="*/ 2 h 29"/>
                <a:gd name="T20" fmla="*/ 4 w 150"/>
                <a:gd name="T21" fmla="*/ 4 h 29"/>
                <a:gd name="T22" fmla="*/ 1 w 150"/>
                <a:gd name="T23" fmla="*/ 5 h 29"/>
                <a:gd name="T24" fmla="*/ 0 w 150"/>
                <a:gd name="T25" fmla="*/ 7 h 29"/>
                <a:gd name="T26" fmla="*/ 0 w 150"/>
                <a:gd name="T27" fmla="*/ 10 h 29"/>
                <a:gd name="T28" fmla="*/ 0 w 150"/>
                <a:gd name="T29" fmla="*/ 14 h 29"/>
                <a:gd name="T30" fmla="*/ 1 w 150"/>
                <a:gd name="T31" fmla="*/ 15 h 29"/>
                <a:gd name="T32" fmla="*/ 4 w 150"/>
                <a:gd name="T33" fmla="*/ 18 h 29"/>
                <a:gd name="T34" fmla="*/ 7 w 150"/>
                <a:gd name="T35" fmla="*/ 18 h 29"/>
                <a:gd name="T36" fmla="*/ 7 w 150"/>
                <a:gd name="T37" fmla="*/ 18 h 29"/>
                <a:gd name="T38" fmla="*/ 40 w 150"/>
                <a:gd name="T39" fmla="*/ 16 h 29"/>
                <a:gd name="T40" fmla="*/ 74 w 150"/>
                <a:gd name="T41" fmla="*/ 16 h 29"/>
                <a:gd name="T42" fmla="*/ 74 w 150"/>
                <a:gd name="T43" fmla="*/ 16 h 29"/>
                <a:gd name="T44" fmla="*/ 90 w 150"/>
                <a:gd name="T45" fmla="*/ 16 h 29"/>
                <a:gd name="T46" fmla="*/ 106 w 150"/>
                <a:gd name="T47" fmla="*/ 18 h 29"/>
                <a:gd name="T48" fmla="*/ 123 w 150"/>
                <a:gd name="T49" fmla="*/ 22 h 29"/>
                <a:gd name="T50" fmla="*/ 130 w 150"/>
                <a:gd name="T51" fmla="*/ 24 h 29"/>
                <a:gd name="T52" fmla="*/ 138 w 150"/>
                <a:gd name="T53" fmla="*/ 28 h 29"/>
                <a:gd name="T54" fmla="*/ 138 w 150"/>
                <a:gd name="T55" fmla="*/ 28 h 29"/>
                <a:gd name="T56" fmla="*/ 141 w 150"/>
                <a:gd name="T57" fmla="*/ 29 h 29"/>
                <a:gd name="T58" fmla="*/ 144 w 150"/>
                <a:gd name="T59" fmla="*/ 29 h 29"/>
                <a:gd name="T60" fmla="*/ 146 w 150"/>
                <a:gd name="T61" fmla="*/ 28 h 29"/>
                <a:gd name="T62" fmla="*/ 148 w 150"/>
                <a:gd name="T63" fmla="*/ 25 h 29"/>
                <a:gd name="T64" fmla="*/ 150 w 150"/>
                <a:gd name="T65" fmla="*/ 23 h 29"/>
                <a:gd name="T66" fmla="*/ 150 w 150"/>
                <a:gd name="T67" fmla="*/ 20 h 29"/>
                <a:gd name="T68" fmla="*/ 148 w 150"/>
                <a:gd name="T69" fmla="*/ 16 h 29"/>
                <a:gd name="T70" fmla="*/ 146 w 150"/>
                <a:gd name="T71" fmla="*/ 15 h 29"/>
                <a:gd name="T72" fmla="*/ 146 w 150"/>
                <a:gd name="T73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0" h="29">
                  <a:moveTo>
                    <a:pt x="146" y="15"/>
                  </a:moveTo>
                  <a:lnTo>
                    <a:pt x="146" y="15"/>
                  </a:lnTo>
                  <a:lnTo>
                    <a:pt x="138" y="11"/>
                  </a:lnTo>
                  <a:lnTo>
                    <a:pt x="129" y="7"/>
                  </a:lnTo>
                  <a:lnTo>
                    <a:pt x="113" y="4"/>
                  </a:lnTo>
                  <a:lnTo>
                    <a:pt x="96" y="1"/>
                  </a:lnTo>
                  <a:lnTo>
                    <a:pt x="78" y="0"/>
                  </a:lnTo>
                  <a:lnTo>
                    <a:pt x="42" y="1"/>
                  </a:lnTo>
                  <a:lnTo>
                    <a:pt x="7" y="2"/>
                  </a:lnTo>
                  <a:lnTo>
                    <a:pt x="7" y="2"/>
                  </a:lnTo>
                  <a:lnTo>
                    <a:pt x="4" y="4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40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90" y="16"/>
                  </a:lnTo>
                  <a:lnTo>
                    <a:pt x="106" y="18"/>
                  </a:lnTo>
                  <a:lnTo>
                    <a:pt x="123" y="22"/>
                  </a:lnTo>
                  <a:lnTo>
                    <a:pt x="130" y="24"/>
                  </a:lnTo>
                  <a:lnTo>
                    <a:pt x="138" y="28"/>
                  </a:lnTo>
                  <a:lnTo>
                    <a:pt x="138" y="28"/>
                  </a:lnTo>
                  <a:lnTo>
                    <a:pt x="141" y="29"/>
                  </a:lnTo>
                  <a:lnTo>
                    <a:pt x="144" y="29"/>
                  </a:lnTo>
                  <a:lnTo>
                    <a:pt x="146" y="28"/>
                  </a:lnTo>
                  <a:lnTo>
                    <a:pt x="148" y="25"/>
                  </a:lnTo>
                  <a:lnTo>
                    <a:pt x="150" y="23"/>
                  </a:lnTo>
                  <a:lnTo>
                    <a:pt x="150" y="20"/>
                  </a:lnTo>
                  <a:lnTo>
                    <a:pt x="148" y="16"/>
                  </a:lnTo>
                  <a:lnTo>
                    <a:pt x="146" y="15"/>
                  </a:lnTo>
                  <a:lnTo>
                    <a:pt x="14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1" name="Freeform 131">
              <a:extLst>
                <a:ext uri="{FF2B5EF4-FFF2-40B4-BE49-F238E27FC236}">
                  <a16:creationId xmlns:a16="http://schemas.microsoft.com/office/drawing/2014/main" id="{9F8F440F-8DF6-713C-B219-5929E63C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073"/>
              <a:ext cx="239" cy="133"/>
            </a:xfrm>
            <a:custGeom>
              <a:avLst/>
              <a:gdLst>
                <a:gd name="T0" fmla="*/ 77 w 716"/>
                <a:gd name="T1" fmla="*/ 376 h 400"/>
                <a:gd name="T2" fmla="*/ 54 w 716"/>
                <a:gd name="T3" fmla="*/ 343 h 400"/>
                <a:gd name="T4" fmla="*/ 41 w 716"/>
                <a:gd name="T5" fmla="*/ 316 h 400"/>
                <a:gd name="T6" fmla="*/ 25 w 716"/>
                <a:gd name="T7" fmla="*/ 259 h 400"/>
                <a:gd name="T8" fmla="*/ 16 w 716"/>
                <a:gd name="T9" fmla="*/ 169 h 400"/>
                <a:gd name="T10" fmla="*/ 18 w 716"/>
                <a:gd name="T11" fmla="*/ 142 h 400"/>
                <a:gd name="T12" fmla="*/ 30 w 716"/>
                <a:gd name="T13" fmla="*/ 105 h 400"/>
                <a:gd name="T14" fmla="*/ 50 w 716"/>
                <a:gd name="T15" fmla="*/ 69 h 400"/>
                <a:gd name="T16" fmla="*/ 81 w 716"/>
                <a:gd name="T17" fmla="*/ 29 h 400"/>
                <a:gd name="T18" fmla="*/ 100 w 716"/>
                <a:gd name="T19" fmla="*/ 17 h 400"/>
                <a:gd name="T20" fmla="*/ 118 w 716"/>
                <a:gd name="T21" fmla="*/ 17 h 400"/>
                <a:gd name="T22" fmla="*/ 139 w 716"/>
                <a:gd name="T23" fmla="*/ 22 h 400"/>
                <a:gd name="T24" fmla="*/ 198 w 716"/>
                <a:gd name="T25" fmla="*/ 54 h 400"/>
                <a:gd name="T26" fmla="*/ 268 w 716"/>
                <a:gd name="T27" fmla="*/ 98 h 400"/>
                <a:gd name="T28" fmla="*/ 314 w 716"/>
                <a:gd name="T29" fmla="*/ 134 h 400"/>
                <a:gd name="T30" fmla="*/ 378 w 716"/>
                <a:gd name="T31" fmla="*/ 197 h 400"/>
                <a:gd name="T32" fmla="*/ 446 w 716"/>
                <a:gd name="T33" fmla="*/ 256 h 400"/>
                <a:gd name="T34" fmla="*/ 496 w 716"/>
                <a:gd name="T35" fmla="*/ 289 h 400"/>
                <a:gd name="T36" fmla="*/ 575 w 716"/>
                <a:gd name="T37" fmla="*/ 330 h 400"/>
                <a:gd name="T38" fmla="*/ 681 w 716"/>
                <a:gd name="T39" fmla="*/ 387 h 400"/>
                <a:gd name="T40" fmla="*/ 710 w 716"/>
                <a:gd name="T41" fmla="*/ 400 h 400"/>
                <a:gd name="T42" fmla="*/ 716 w 716"/>
                <a:gd name="T43" fmla="*/ 395 h 400"/>
                <a:gd name="T44" fmla="*/ 714 w 716"/>
                <a:gd name="T45" fmla="*/ 386 h 400"/>
                <a:gd name="T46" fmla="*/ 697 w 716"/>
                <a:gd name="T47" fmla="*/ 378 h 400"/>
                <a:gd name="T48" fmla="*/ 655 w 716"/>
                <a:gd name="T49" fmla="*/ 355 h 400"/>
                <a:gd name="T50" fmla="*/ 547 w 716"/>
                <a:gd name="T51" fmla="*/ 298 h 400"/>
                <a:gd name="T52" fmla="*/ 493 w 716"/>
                <a:gd name="T53" fmla="*/ 270 h 400"/>
                <a:gd name="T54" fmla="*/ 419 w 716"/>
                <a:gd name="T55" fmla="*/ 213 h 400"/>
                <a:gd name="T56" fmla="*/ 354 w 716"/>
                <a:gd name="T57" fmla="*/ 150 h 400"/>
                <a:gd name="T58" fmla="*/ 308 w 716"/>
                <a:gd name="T59" fmla="*/ 109 h 400"/>
                <a:gd name="T60" fmla="*/ 210 w 716"/>
                <a:gd name="T61" fmla="*/ 42 h 400"/>
                <a:gd name="T62" fmla="*/ 170 w 716"/>
                <a:gd name="T63" fmla="*/ 19 h 400"/>
                <a:gd name="T64" fmla="*/ 127 w 716"/>
                <a:gd name="T65" fmla="*/ 2 h 400"/>
                <a:gd name="T66" fmla="*/ 106 w 716"/>
                <a:gd name="T67" fmla="*/ 0 h 400"/>
                <a:gd name="T68" fmla="*/ 86 w 716"/>
                <a:gd name="T69" fmla="*/ 6 h 400"/>
                <a:gd name="T70" fmla="*/ 67 w 716"/>
                <a:gd name="T71" fmla="*/ 22 h 400"/>
                <a:gd name="T72" fmla="*/ 35 w 716"/>
                <a:gd name="T73" fmla="*/ 64 h 400"/>
                <a:gd name="T74" fmla="*/ 11 w 716"/>
                <a:gd name="T75" fmla="*/ 112 h 400"/>
                <a:gd name="T76" fmla="*/ 3 w 716"/>
                <a:gd name="T77" fmla="*/ 138 h 400"/>
                <a:gd name="T78" fmla="*/ 2 w 716"/>
                <a:gd name="T79" fmla="*/ 198 h 400"/>
                <a:gd name="T80" fmla="*/ 9 w 716"/>
                <a:gd name="T81" fmla="*/ 259 h 400"/>
                <a:gd name="T82" fmla="*/ 17 w 716"/>
                <a:gd name="T83" fmla="*/ 290 h 400"/>
                <a:gd name="T84" fmla="*/ 32 w 716"/>
                <a:gd name="T85" fmla="*/ 332 h 400"/>
                <a:gd name="T86" fmla="*/ 54 w 716"/>
                <a:gd name="T87" fmla="*/ 368 h 400"/>
                <a:gd name="T88" fmla="*/ 65 w 716"/>
                <a:gd name="T89" fmla="*/ 386 h 400"/>
                <a:gd name="T90" fmla="*/ 71 w 716"/>
                <a:gd name="T91" fmla="*/ 395 h 400"/>
                <a:gd name="T92" fmla="*/ 78 w 716"/>
                <a:gd name="T93" fmla="*/ 396 h 400"/>
                <a:gd name="T94" fmla="*/ 83 w 716"/>
                <a:gd name="T95" fmla="*/ 391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16" h="400">
                  <a:moveTo>
                    <a:pt x="83" y="387"/>
                  </a:moveTo>
                  <a:lnTo>
                    <a:pt x="83" y="387"/>
                  </a:lnTo>
                  <a:lnTo>
                    <a:pt x="77" y="376"/>
                  </a:lnTo>
                  <a:lnTo>
                    <a:pt x="69" y="364"/>
                  </a:lnTo>
                  <a:lnTo>
                    <a:pt x="62" y="353"/>
                  </a:lnTo>
                  <a:lnTo>
                    <a:pt x="54" y="343"/>
                  </a:lnTo>
                  <a:lnTo>
                    <a:pt x="54" y="343"/>
                  </a:lnTo>
                  <a:lnTo>
                    <a:pt x="48" y="330"/>
                  </a:lnTo>
                  <a:lnTo>
                    <a:pt x="41" y="316"/>
                  </a:lnTo>
                  <a:lnTo>
                    <a:pt x="32" y="289"/>
                  </a:lnTo>
                  <a:lnTo>
                    <a:pt x="32" y="289"/>
                  </a:lnTo>
                  <a:lnTo>
                    <a:pt x="25" y="259"/>
                  </a:lnTo>
                  <a:lnTo>
                    <a:pt x="20" y="230"/>
                  </a:lnTo>
                  <a:lnTo>
                    <a:pt x="17" y="199"/>
                  </a:lnTo>
                  <a:lnTo>
                    <a:pt x="16" y="169"/>
                  </a:lnTo>
                  <a:lnTo>
                    <a:pt x="16" y="169"/>
                  </a:lnTo>
                  <a:lnTo>
                    <a:pt x="17" y="155"/>
                  </a:lnTo>
                  <a:lnTo>
                    <a:pt x="18" y="142"/>
                  </a:lnTo>
                  <a:lnTo>
                    <a:pt x="21" y="129"/>
                  </a:lnTo>
                  <a:lnTo>
                    <a:pt x="25" y="116"/>
                  </a:lnTo>
                  <a:lnTo>
                    <a:pt x="30" y="105"/>
                  </a:lnTo>
                  <a:lnTo>
                    <a:pt x="36" y="92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64" y="49"/>
                  </a:lnTo>
                  <a:lnTo>
                    <a:pt x="81" y="29"/>
                  </a:lnTo>
                  <a:lnTo>
                    <a:pt x="81" y="29"/>
                  </a:lnTo>
                  <a:lnTo>
                    <a:pt x="90" y="22"/>
                  </a:lnTo>
                  <a:lnTo>
                    <a:pt x="95" y="18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9" y="15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8" y="19"/>
                  </a:lnTo>
                  <a:lnTo>
                    <a:pt x="139" y="22"/>
                  </a:lnTo>
                  <a:lnTo>
                    <a:pt x="160" y="31"/>
                  </a:lnTo>
                  <a:lnTo>
                    <a:pt x="179" y="42"/>
                  </a:lnTo>
                  <a:lnTo>
                    <a:pt x="198" y="54"/>
                  </a:lnTo>
                  <a:lnTo>
                    <a:pt x="198" y="54"/>
                  </a:lnTo>
                  <a:lnTo>
                    <a:pt x="245" y="83"/>
                  </a:lnTo>
                  <a:lnTo>
                    <a:pt x="268" y="98"/>
                  </a:lnTo>
                  <a:lnTo>
                    <a:pt x="291" y="115"/>
                  </a:lnTo>
                  <a:lnTo>
                    <a:pt x="291" y="115"/>
                  </a:lnTo>
                  <a:lnTo>
                    <a:pt x="314" y="134"/>
                  </a:lnTo>
                  <a:lnTo>
                    <a:pt x="336" y="155"/>
                  </a:lnTo>
                  <a:lnTo>
                    <a:pt x="378" y="197"/>
                  </a:lnTo>
                  <a:lnTo>
                    <a:pt x="378" y="197"/>
                  </a:lnTo>
                  <a:lnTo>
                    <a:pt x="400" y="217"/>
                  </a:lnTo>
                  <a:lnTo>
                    <a:pt x="423" y="236"/>
                  </a:lnTo>
                  <a:lnTo>
                    <a:pt x="446" y="256"/>
                  </a:lnTo>
                  <a:lnTo>
                    <a:pt x="470" y="274"/>
                  </a:lnTo>
                  <a:lnTo>
                    <a:pt x="470" y="274"/>
                  </a:lnTo>
                  <a:lnTo>
                    <a:pt x="496" y="289"/>
                  </a:lnTo>
                  <a:lnTo>
                    <a:pt x="521" y="303"/>
                  </a:lnTo>
                  <a:lnTo>
                    <a:pt x="575" y="330"/>
                  </a:lnTo>
                  <a:lnTo>
                    <a:pt x="575" y="330"/>
                  </a:lnTo>
                  <a:lnTo>
                    <a:pt x="627" y="358"/>
                  </a:lnTo>
                  <a:lnTo>
                    <a:pt x="681" y="387"/>
                  </a:lnTo>
                  <a:lnTo>
                    <a:pt x="681" y="387"/>
                  </a:lnTo>
                  <a:lnTo>
                    <a:pt x="707" y="399"/>
                  </a:lnTo>
                  <a:lnTo>
                    <a:pt x="707" y="399"/>
                  </a:lnTo>
                  <a:lnTo>
                    <a:pt x="710" y="400"/>
                  </a:lnTo>
                  <a:lnTo>
                    <a:pt x="713" y="399"/>
                  </a:lnTo>
                  <a:lnTo>
                    <a:pt x="715" y="398"/>
                  </a:lnTo>
                  <a:lnTo>
                    <a:pt x="716" y="395"/>
                  </a:lnTo>
                  <a:lnTo>
                    <a:pt x="716" y="392"/>
                  </a:lnTo>
                  <a:lnTo>
                    <a:pt x="716" y="389"/>
                  </a:lnTo>
                  <a:lnTo>
                    <a:pt x="714" y="386"/>
                  </a:lnTo>
                  <a:lnTo>
                    <a:pt x="711" y="385"/>
                  </a:lnTo>
                  <a:lnTo>
                    <a:pt x="711" y="385"/>
                  </a:lnTo>
                  <a:lnTo>
                    <a:pt x="697" y="378"/>
                  </a:lnTo>
                  <a:lnTo>
                    <a:pt x="683" y="371"/>
                  </a:lnTo>
                  <a:lnTo>
                    <a:pt x="655" y="355"/>
                  </a:lnTo>
                  <a:lnTo>
                    <a:pt x="655" y="355"/>
                  </a:lnTo>
                  <a:lnTo>
                    <a:pt x="602" y="326"/>
                  </a:lnTo>
                  <a:lnTo>
                    <a:pt x="602" y="326"/>
                  </a:lnTo>
                  <a:lnTo>
                    <a:pt x="547" y="298"/>
                  </a:lnTo>
                  <a:lnTo>
                    <a:pt x="520" y="284"/>
                  </a:lnTo>
                  <a:lnTo>
                    <a:pt x="493" y="270"/>
                  </a:lnTo>
                  <a:lnTo>
                    <a:pt x="493" y="270"/>
                  </a:lnTo>
                  <a:lnTo>
                    <a:pt x="468" y="253"/>
                  </a:lnTo>
                  <a:lnTo>
                    <a:pt x="443" y="234"/>
                  </a:lnTo>
                  <a:lnTo>
                    <a:pt x="419" y="213"/>
                  </a:lnTo>
                  <a:lnTo>
                    <a:pt x="397" y="193"/>
                  </a:lnTo>
                  <a:lnTo>
                    <a:pt x="397" y="193"/>
                  </a:lnTo>
                  <a:lnTo>
                    <a:pt x="354" y="150"/>
                  </a:lnTo>
                  <a:lnTo>
                    <a:pt x="331" y="129"/>
                  </a:lnTo>
                  <a:lnTo>
                    <a:pt x="308" y="109"/>
                  </a:lnTo>
                  <a:lnTo>
                    <a:pt x="308" y="109"/>
                  </a:lnTo>
                  <a:lnTo>
                    <a:pt x="284" y="91"/>
                  </a:lnTo>
                  <a:lnTo>
                    <a:pt x="259" y="74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191" y="31"/>
                  </a:lnTo>
                  <a:lnTo>
                    <a:pt x="170" y="19"/>
                  </a:lnTo>
                  <a:lnTo>
                    <a:pt x="148" y="10"/>
                  </a:lnTo>
                  <a:lnTo>
                    <a:pt x="138" y="6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17" y="1"/>
                  </a:lnTo>
                  <a:lnTo>
                    <a:pt x="106" y="0"/>
                  </a:lnTo>
                  <a:lnTo>
                    <a:pt x="95" y="1"/>
                  </a:lnTo>
                  <a:lnTo>
                    <a:pt x="91" y="4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76" y="13"/>
                  </a:lnTo>
                  <a:lnTo>
                    <a:pt x="67" y="2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35" y="64"/>
                  </a:lnTo>
                  <a:lnTo>
                    <a:pt x="21" y="87"/>
                  </a:lnTo>
                  <a:lnTo>
                    <a:pt x="16" y="100"/>
                  </a:lnTo>
                  <a:lnTo>
                    <a:pt x="11" y="112"/>
                  </a:lnTo>
                  <a:lnTo>
                    <a:pt x="5" y="125"/>
                  </a:lnTo>
                  <a:lnTo>
                    <a:pt x="3" y="138"/>
                  </a:lnTo>
                  <a:lnTo>
                    <a:pt x="3" y="138"/>
                  </a:lnTo>
                  <a:lnTo>
                    <a:pt x="2" y="153"/>
                  </a:lnTo>
                  <a:lnTo>
                    <a:pt x="0" y="16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4" y="229"/>
                  </a:lnTo>
                  <a:lnTo>
                    <a:pt x="9" y="259"/>
                  </a:lnTo>
                  <a:lnTo>
                    <a:pt x="9" y="259"/>
                  </a:lnTo>
                  <a:lnTo>
                    <a:pt x="13" y="275"/>
                  </a:lnTo>
                  <a:lnTo>
                    <a:pt x="17" y="290"/>
                  </a:lnTo>
                  <a:lnTo>
                    <a:pt x="27" y="318"/>
                  </a:lnTo>
                  <a:lnTo>
                    <a:pt x="27" y="318"/>
                  </a:lnTo>
                  <a:lnTo>
                    <a:pt x="32" y="332"/>
                  </a:lnTo>
                  <a:lnTo>
                    <a:pt x="39" y="344"/>
                  </a:lnTo>
                  <a:lnTo>
                    <a:pt x="46" y="35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62" y="380"/>
                  </a:lnTo>
                  <a:lnTo>
                    <a:pt x="65" y="386"/>
                  </a:lnTo>
                  <a:lnTo>
                    <a:pt x="68" y="391"/>
                  </a:lnTo>
                  <a:lnTo>
                    <a:pt x="68" y="391"/>
                  </a:lnTo>
                  <a:lnTo>
                    <a:pt x="71" y="395"/>
                  </a:lnTo>
                  <a:lnTo>
                    <a:pt x="73" y="396"/>
                  </a:lnTo>
                  <a:lnTo>
                    <a:pt x="76" y="396"/>
                  </a:lnTo>
                  <a:lnTo>
                    <a:pt x="78" y="396"/>
                  </a:lnTo>
                  <a:lnTo>
                    <a:pt x="81" y="395"/>
                  </a:lnTo>
                  <a:lnTo>
                    <a:pt x="83" y="394"/>
                  </a:lnTo>
                  <a:lnTo>
                    <a:pt x="83" y="391"/>
                  </a:lnTo>
                  <a:lnTo>
                    <a:pt x="83" y="387"/>
                  </a:lnTo>
                  <a:lnTo>
                    <a:pt x="83" y="3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2" name="Freeform 132">
              <a:extLst>
                <a:ext uri="{FF2B5EF4-FFF2-40B4-BE49-F238E27FC236}">
                  <a16:creationId xmlns:a16="http://schemas.microsoft.com/office/drawing/2014/main" id="{5FF2EB22-3964-9410-3C6D-C817803C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02"/>
              <a:ext cx="130" cy="392"/>
            </a:xfrm>
            <a:custGeom>
              <a:avLst/>
              <a:gdLst>
                <a:gd name="T0" fmla="*/ 1 w 389"/>
                <a:gd name="T1" fmla="*/ 12 h 1175"/>
                <a:gd name="T2" fmla="*/ 35 w 389"/>
                <a:gd name="T3" fmla="*/ 61 h 1175"/>
                <a:gd name="T4" fmla="*/ 64 w 389"/>
                <a:gd name="T5" fmla="*/ 110 h 1175"/>
                <a:gd name="T6" fmla="*/ 89 w 389"/>
                <a:gd name="T7" fmla="*/ 162 h 1175"/>
                <a:gd name="T8" fmla="*/ 114 w 389"/>
                <a:gd name="T9" fmla="*/ 215 h 1175"/>
                <a:gd name="T10" fmla="*/ 156 w 389"/>
                <a:gd name="T11" fmla="*/ 325 h 1175"/>
                <a:gd name="T12" fmla="*/ 195 w 389"/>
                <a:gd name="T13" fmla="*/ 436 h 1175"/>
                <a:gd name="T14" fmla="*/ 258 w 389"/>
                <a:gd name="T15" fmla="*/ 606 h 1175"/>
                <a:gd name="T16" fmla="*/ 277 w 389"/>
                <a:gd name="T17" fmla="*/ 663 h 1175"/>
                <a:gd name="T18" fmla="*/ 313 w 389"/>
                <a:gd name="T19" fmla="*/ 778 h 1175"/>
                <a:gd name="T20" fmla="*/ 341 w 389"/>
                <a:gd name="T21" fmla="*/ 893 h 1175"/>
                <a:gd name="T22" fmla="*/ 352 w 389"/>
                <a:gd name="T23" fmla="*/ 953 h 1175"/>
                <a:gd name="T24" fmla="*/ 369 w 389"/>
                <a:gd name="T25" fmla="*/ 1074 h 1175"/>
                <a:gd name="T26" fmla="*/ 373 w 389"/>
                <a:gd name="T27" fmla="*/ 1136 h 1175"/>
                <a:gd name="T28" fmla="*/ 374 w 389"/>
                <a:gd name="T29" fmla="*/ 1168 h 1175"/>
                <a:gd name="T30" fmla="*/ 377 w 389"/>
                <a:gd name="T31" fmla="*/ 1174 h 1175"/>
                <a:gd name="T32" fmla="*/ 382 w 389"/>
                <a:gd name="T33" fmla="*/ 1175 h 1175"/>
                <a:gd name="T34" fmla="*/ 387 w 389"/>
                <a:gd name="T35" fmla="*/ 1174 h 1175"/>
                <a:gd name="T36" fmla="*/ 389 w 389"/>
                <a:gd name="T37" fmla="*/ 1168 h 1175"/>
                <a:gd name="T38" fmla="*/ 387 w 389"/>
                <a:gd name="T39" fmla="*/ 1106 h 1175"/>
                <a:gd name="T40" fmla="*/ 373 w 389"/>
                <a:gd name="T41" fmla="*/ 981 h 1175"/>
                <a:gd name="T42" fmla="*/ 363 w 389"/>
                <a:gd name="T43" fmla="*/ 920 h 1175"/>
                <a:gd name="T44" fmla="*/ 336 w 389"/>
                <a:gd name="T45" fmla="*/ 803 h 1175"/>
                <a:gd name="T46" fmla="*/ 301 w 389"/>
                <a:gd name="T47" fmla="*/ 688 h 1175"/>
                <a:gd name="T48" fmla="*/ 282 w 389"/>
                <a:gd name="T49" fmla="*/ 631 h 1175"/>
                <a:gd name="T50" fmla="*/ 220 w 389"/>
                <a:gd name="T51" fmla="*/ 459 h 1175"/>
                <a:gd name="T52" fmla="*/ 180 w 389"/>
                <a:gd name="T53" fmla="*/ 347 h 1175"/>
                <a:gd name="T54" fmla="*/ 138 w 389"/>
                <a:gd name="T55" fmla="*/ 236 h 1175"/>
                <a:gd name="T56" fmla="*/ 115 w 389"/>
                <a:gd name="T57" fmla="*/ 182 h 1175"/>
                <a:gd name="T58" fmla="*/ 77 w 389"/>
                <a:gd name="T59" fmla="*/ 103 h 1175"/>
                <a:gd name="T60" fmla="*/ 47 w 389"/>
                <a:gd name="T61" fmla="*/ 53 h 1175"/>
                <a:gd name="T62" fmla="*/ 32 w 389"/>
                <a:gd name="T63" fmla="*/ 29 h 1175"/>
                <a:gd name="T64" fmla="*/ 15 w 389"/>
                <a:gd name="T65" fmla="*/ 4 h 1175"/>
                <a:gd name="T66" fmla="*/ 9 w 389"/>
                <a:gd name="T67" fmla="*/ 0 h 1175"/>
                <a:gd name="T68" fmla="*/ 4 w 389"/>
                <a:gd name="T69" fmla="*/ 2 h 1175"/>
                <a:gd name="T70" fmla="*/ 0 w 389"/>
                <a:gd name="T71" fmla="*/ 7 h 1175"/>
                <a:gd name="T72" fmla="*/ 1 w 389"/>
                <a:gd name="T73" fmla="*/ 12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9" h="1175">
                  <a:moveTo>
                    <a:pt x="1" y="12"/>
                  </a:moveTo>
                  <a:lnTo>
                    <a:pt x="1" y="12"/>
                  </a:lnTo>
                  <a:lnTo>
                    <a:pt x="18" y="36"/>
                  </a:lnTo>
                  <a:lnTo>
                    <a:pt x="35" y="61"/>
                  </a:lnTo>
                  <a:lnTo>
                    <a:pt x="49" y="85"/>
                  </a:lnTo>
                  <a:lnTo>
                    <a:pt x="64" y="110"/>
                  </a:lnTo>
                  <a:lnTo>
                    <a:pt x="77" y="136"/>
                  </a:lnTo>
                  <a:lnTo>
                    <a:pt x="89" y="162"/>
                  </a:lnTo>
                  <a:lnTo>
                    <a:pt x="114" y="215"/>
                  </a:lnTo>
                  <a:lnTo>
                    <a:pt x="114" y="215"/>
                  </a:lnTo>
                  <a:lnTo>
                    <a:pt x="135" y="270"/>
                  </a:lnTo>
                  <a:lnTo>
                    <a:pt x="156" y="325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236" y="550"/>
                  </a:lnTo>
                  <a:lnTo>
                    <a:pt x="258" y="606"/>
                  </a:lnTo>
                  <a:lnTo>
                    <a:pt x="277" y="663"/>
                  </a:lnTo>
                  <a:lnTo>
                    <a:pt x="277" y="663"/>
                  </a:lnTo>
                  <a:lnTo>
                    <a:pt x="295" y="720"/>
                  </a:lnTo>
                  <a:lnTo>
                    <a:pt x="313" y="778"/>
                  </a:lnTo>
                  <a:lnTo>
                    <a:pt x="328" y="835"/>
                  </a:lnTo>
                  <a:lnTo>
                    <a:pt x="341" y="893"/>
                  </a:lnTo>
                  <a:lnTo>
                    <a:pt x="341" y="893"/>
                  </a:lnTo>
                  <a:lnTo>
                    <a:pt x="352" y="953"/>
                  </a:lnTo>
                  <a:lnTo>
                    <a:pt x="361" y="1014"/>
                  </a:lnTo>
                  <a:lnTo>
                    <a:pt x="369" y="1074"/>
                  </a:lnTo>
                  <a:lnTo>
                    <a:pt x="373" y="1136"/>
                  </a:lnTo>
                  <a:lnTo>
                    <a:pt x="373" y="1136"/>
                  </a:lnTo>
                  <a:lnTo>
                    <a:pt x="374" y="1168"/>
                  </a:lnTo>
                  <a:lnTo>
                    <a:pt x="374" y="1168"/>
                  </a:lnTo>
                  <a:lnTo>
                    <a:pt x="374" y="1171"/>
                  </a:lnTo>
                  <a:lnTo>
                    <a:pt x="377" y="1174"/>
                  </a:lnTo>
                  <a:lnTo>
                    <a:pt x="379" y="1175"/>
                  </a:lnTo>
                  <a:lnTo>
                    <a:pt x="382" y="1175"/>
                  </a:lnTo>
                  <a:lnTo>
                    <a:pt x="384" y="1175"/>
                  </a:lnTo>
                  <a:lnTo>
                    <a:pt x="387" y="1174"/>
                  </a:lnTo>
                  <a:lnTo>
                    <a:pt x="388" y="1171"/>
                  </a:lnTo>
                  <a:lnTo>
                    <a:pt x="389" y="1168"/>
                  </a:lnTo>
                  <a:lnTo>
                    <a:pt x="389" y="1168"/>
                  </a:lnTo>
                  <a:lnTo>
                    <a:pt x="387" y="1106"/>
                  </a:lnTo>
                  <a:lnTo>
                    <a:pt x="380" y="1044"/>
                  </a:lnTo>
                  <a:lnTo>
                    <a:pt x="373" y="981"/>
                  </a:lnTo>
                  <a:lnTo>
                    <a:pt x="363" y="920"/>
                  </a:lnTo>
                  <a:lnTo>
                    <a:pt x="363" y="920"/>
                  </a:lnTo>
                  <a:lnTo>
                    <a:pt x="350" y="861"/>
                  </a:lnTo>
                  <a:lnTo>
                    <a:pt x="336" y="803"/>
                  </a:lnTo>
                  <a:lnTo>
                    <a:pt x="319" y="744"/>
                  </a:lnTo>
                  <a:lnTo>
                    <a:pt x="301" y="688"/>
                  </a:lnTo>
                  <a:lnTo>
                    <a:pt x="301" y="688"/>
                  </a:lnTo>
                  <a:lnTo>
                    <a:pt x="282" y="631"/>
                  </a:lnTo>
                  <a:lnTo>
                    <a:pt x="262" y="573"/>
                  </a:lnTo>
                  <a:lnTo>
                    <a:pt x="220" y="459"/>
                  </a:lnTo>
                  <a:lnTo>
                    <a:pt x="220" y="459"/>
                  </a:lnTo>
                  <a:lnTo>
                    <a:pt x="180" y="347"/>
                  </a:lnTo>
                  <a:lnTo>
                    <a:pt x="160" y="291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15" y="182"/>
                  </a:lnTo>
                  <a:lnTo>
                    <a:pt x="91" y="130"/>
                  </a:lnTo>
                  <a:lnTo>
                    <a:pt x="77" y="103"/>
                  </a:lnTo>
                  <a:lnTo>
                    <a:pt x="63" y="77"/>
                  </a:lnTo>
                  <a:lnTo>
                    <a:pt x="47" y="53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9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" y="12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3" name="Freeform 133">
              <a:extLst>
                <a:ext uri="{FF2B5EF4-FFF2-40B4-BE49-F238E27FC236}">
                  <a16:creationId xmlns:a16="http://schemas.microsoft.com/office/drawing/2014/main" id="{84D21892-0EAA-5CE1-77F1-26E8745AD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044"/>
              <a:ext cx="219" cy="340"/>
            </a:xfrm>
            <a:custGeom>
              <a:avLst/>
              <a:gdLst>
                <a:gd name="T0" fmla="*/ 3 w 656"/>
                <a:gd name="T1" fmla="*/ 13 h 1019"/>
                <a:gd name="T2" fmla="*/ 24 w 656"/>
                <a:gd name="T3" fmla="*/ 36 h 1019"/>
                <a:gd name="T4" fmla="*/ 44 w 656"/>
                <a:gd name="T5" fmla="*/ 62 h 1019"/>
                <a:gd name="T6" fmla="*/ 77 w 656"/>
                <a:gd name="T7" fmla="*/ 117 h 1019"/>
                <a:gd name="T8" fmla="*/ 93 w 656"/>
                <a:gd name="T9" fmla="*/ 147 h 1019"/>
                <a:gd name="T10" fmla="*/ 120 w 656"/>
                <a:gd name="T11" fmla="*/ 212 h 1019"/>
                <a:gd name="T12" fmla="*/ 133 w 656"/>
                <a:gd name="T13" fmla="*/ 246 h 1019"/>
                <a:gd name="T14" fmla="*/ 155 w 656"/>
                <a:gd name="T15" fmla="*/ 306 h 1019"/>
                <a:gd name="T16" fmla="*/ 164 w 656"/>
                <a:gd name="T17" fmla="*/ 335 h 1019"/>
                <a:gd name="T18" fmla="*/ 192 w 656"/>
                <a:gd name="T19" fmla="*/ 388 h 1019"/>
                <a:gd name="T20" fmla="*/ 224 w 656"/>
                <a:gd name="T21" fmla="*/ 445 h 1019"/>
                <a:gd name="T22" fmla="*/ 289 w 656"/>
                <a:gd name="T23" fmla="*/ 558 h 1019"/>
                <a:gd name="T24" fmla="*/ 323 w 656"/>
                <a:gd name="T25" fmla="*/ 614 h 1019"/>
                <a:gd name="T26" fmla="*/ 368 w 656"/>
                <a:gd name="T27" fmla="*/ 682 h 1019"/>
                <a:gd name="T28" fmla="*/ 465 w 656"/>
                <a:gd name="T29" fmla="*/ 812 h 1019"/>
                <a:gd name="T30" fmla="*/ 517 w 656"/>
                <a:gd name="T31" fmla="*/ 876 h 1019"/>
                <a:gd name="T32" fmla="*/ 609 w 656"/>
                <a:gd name="T33" fmla="*/ 981 h 1019"/>
                <a:gd name="T34" fmla="*/ 641 w 656"/>
                <a:gd name="T35" fmla="*/ 1015 h 1019"/>
                <a:gd name="T36" fmla="*/ 642 w 656"/>
                <a:gd name="T37" fmla="*/ 1017 h 1019"/>
                <a:gd name="T38" fmla="*/ 649 w 656"/>
                <a:gd name="T39" fmla="*/ 1019 h 1019"/>
                <a:gd name="T40" fmla="*/ 654 w 656"/>
                <a:gd name="T41" fmla="*/ 1017 h 1019"/>
                <a:gd name="T42" fmla="*/ 656 w 656"/>
                <a:gd name="T43" fmla="*/ 1011 h 1019"/>
                <a:gd name="T44" fmla="*/ 654 w 656"/>
                <a:gd name="T45" fmla="*/ 1006 h 1019"/>
                <a:gd name="T46" fmla="*/ 627 w 656"/>
                <a:gd name="T47" fmla="*/ 978 h 1019"/>
                <a:gd name="T48" fmla="*/ 550 w 656"/>
                <a:gd name="T49" fmla="*/ 891 h 1019"/>
                <a:gd name="T50" fmla="*/ 498 w 656"/>
                <a:gd name="T51" fmla="*/ 830 h 1019"/>
                <a:gd name="T52" fmla="*/ 400 w 656"/>
                <a:gd name="T53" fmla="*/ 701 h 1019"/>
                <a:gd name="T54" fmla="*/ 354 w 656"/>
                <a:gd name="T55" fmla="*/ 634 h 1019"/>
                <a:gd name="T56" fmla="*/ 318 w 656"/>
                <a:gd name="T57" fmla="*/ 577 h 1019"/>
                <a:gd name="T58" fmla="*/ 248 w 656"/>
                <a:gd name="T59" fmla="*/ 459 h 1019"/>
                <a:gd name="T60" fmla="*/ 215 w 656"/>
                <a:gd name="T61" fmla="*/ 399 h 1019"/>
                <a:gd name="T62" fmla="*/ 180 w 656"/>
                <a:gd name="T63" fmla="*/ 333 h 1019"/>
                <a:gd name="T64" fmla="*/ 178 w 656"/>
                <a:gd name="T65" fmla="*/ 326 h 1019"/>
                <a:gd name="T66" fmla="*/ 176 w 656"/>
                <a:gd name="T67" fmla="*/ 324 h 1019"/>
                <a:gd name="T68" fmla="*/ 156 w 656"/>
                <a:gd name="T69" fmla="*/ 265 h 1019"/>
                <a:gd name="T70" fmla="*/ 144 w 656"/>
                <a:gd name="T71" fmla="*/ 232 h 1019"/>
                <a:gd name="T72" fmla="*/ 119 w 656"/>
                <a:gd name="T73" fmla="*/ 168 h 1019"/>
                <a:gd name="T74" fmla="*/ 104 w 656"/>
                <a:gd name="T75" fmla="*/ 136 h 1019"/>
                <a:gd name="T76" fmla="*/ 72 w 656"/>
                <a:gd name="T77" fmla="*/ 77 h 1019"/>
                <a:gd name="T78" fmla="*/ 44 w 656"/>
                <a:gd name="T79" fmla="*/ 36 h 1019"/>
                <a:gd name="T80" fmla="*/ 33 w 656"/>
                <a:gd name="T81" fmla="*/ 23 h 1019"/>
                <a:gd name="T82" fmla="*/ 13 w 656"/>
                <a:gd name="T83" fmla="*/ 3 h 1019"/>
                <a:gd name="T84" fmla="*/ 10 w 656"/>
                <a:gd name="T85" fmla="*/ 2 h 1019"/>
                <a:gd name="T86" fmla="*/ 4 w 656"/>
                <a:gd name="T87" fmla="*/ 2 h 1019"/>
                <a:gd name="T88" fmla="*/ 0 w 656"/>
                <a:gd name="T89" fmla="*/ 5 h 1019"/>
                <a:gd name="T90" fmla="*/ 0 w 656"/>
                <a:gd name="T91" fmla="*/ 11 h 1019"/>
                <a:gd name="T92" fmla="*/ 3 w 656"/>
                <a:gd name="T93" fmla="*/ 13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6" h="1019">
                  <a:moveTo>
                    <a:pt x="3" y="13"/>
                  </a:moveTo>
                  <a:lnTo>
                    <a:pt x="3" y="13"/>
                  </a:lnTo>
                  <a:lnTo>
                    <a:pt x="14" y="25"/>
                  </a:lnTo>
                  <a:lnTo>
                    <a:pt x="24" y="36"/>
                  </a:lnTo>
                  <a:lnTo>
                    <a:pt x="35" y="49"/>
                  </a:lnTo>
                  <a:lnTo>
                    <a:pt x="44" y="62"/>
                  </a:lnTo>
                  <a:lnTo>
                    <a:pt x="61" y="88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93" y="147"/>
                  </a:lnTo>
                  <a:lnTo>
                    <a:pt x="107" y="181"/>
                  </a:lnTo>
                  <a:lnTo>
                    <a:pt x="120" y="212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55" y="306"/>
                  </a:lnTo>
                  <a:lnTo>
                    <a:pt x="155" y="306"/>
                  </a:lnTo>
                  <a:lnTo>
                    <a:pt x="158" y="321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92" y="388"/>
                  </a:lnTo>
                  <a:lnTo>
                    <a:pt x="192" y="388"/>
                  </a:lnTo>
                  <a:lnTo>
                    <a:pt x="224" y="445"/>
                  </a:lnTo>
                  <a:lnTo>
                    <a:pt x="255" y="503"/>
                  </a:lnTo>
                  <a:lnTo>
                    <a:pt x="289" y="558"/>
                  </a:lnTo>
                  <a:lnTo>
                    <a:pt x="323" y="614"/>
                  </a:lnTo>
                  <a:lnTo>
                    <a:pt x="323" y="614"/>
                  </a:lnTo>
                  <a:lnTo>
                    <a:pt x="345" y="648"/>
                  </a:lnTo>
                  <a:lnTo>
                    <a:pt x="368" y="682"/>
                  </a:lnTo>
                  <a:lnTo>
                    <a:pt x="415" y="748"/>
                  </a:lnTo>
                  <a:lnTo>
                    <a:pt x="465" y="812"/>
                  </a:lnTo>
                  <a:lnTo>
                    <a:pt x="517" y="876"/>
                  </a:lnTo>
                  <a:lnTo>
                    <a:pt x="517" y="876"/>
                  </a:lnTo>
                  <a:lnTo>
                    <a:pt x="577" y="946"/>
                  </a:lnTo>
                  <a:lnTo>
                    <a:pt x="609" y="981"/>
                  </a:lnTo>
                  <a:lnTo>
                    <a:pt x="641" y="1015"/>
                  </a:lnTo>
                  <a:lnTo>
                    <a:pt x="641" y="1015"/>
                  </a:lnTo>
                  <a:lnTo>
                    <a:pt x="642" y="1017"/>
                  </a:lnTo>
                  <a:lnTo>
                    <a:pt x="642" y="1017"/>
                  </a:lnTo>
                  <a:lnTo>
                    <a:pt x="646" y="1019"/>
                  </a:lnTo>
                  <a:lnTo>
                    <a:pt x="649" y="1019"/>
                  </a:lnTo>
                  <a:lnTo>
                    <a:pt x="651" y="1018"/>
                  </a:lnTo>
                  <a:lnTo>
                    <a:pt x="654" y="1017"/>
                  </a:lnTo>
                  <a:lnTo>
                    <a:pt x="655" y="1014"/>
                  </a:lnTo>
                  <a:lnTo>
                    <a:pt x="656" y="1011"/>
                  </a:lnTo>
                  <a:lnTo>
                    <a:pt x="655" y="1009"/>
                  </a:lnTo>
                  <a:lnTo>
                    <a:pt x="654" y="1006"/>
                  </a:lnTo>
                  <a:lnTo>
                    <a:pt x="654" y="1006"/>
                  </a:lnTo>
                  <a:lnTo>
                    <a:pt x="627" y="978"/>
                  </a:lnTo>
                  <a:lnTo>
                    <a:pt x="601" y="950"/>
                  </a:lnTo>
                  <a:lnTo>
                    <a:pt x="550" y="891"/>
                  </a:lnTo>
                  <a:lnTo>
                    <a:pt x="550" y="891"/>
                  </a:lnTo>
                  <a:lnTo>
                    <a:pt x="498" y="830"/>
                  </a:lnTo>
                  <a:lnTo>
                    <a:pt x="448" y="766"/>
                  </a:lnTo>
                  <a:lnTo>
                    <a:pt x="400" y="701"/>
                  </a:lnTo>
                  <a:lnTo>
                    <a:pt x="377" y="668"/>
                  </a:lnTo>
                  <a:lnTo>
                    <a:pt x="354" y="634"/>
                  </a:lnTo>
                  <a:lnTo>
                    <a:pt x="354" y="634"/>
                  </a:lnTo>
                  <a:lnTo>
                    <a:pt x="318" y="577"/>
                  </a:lnTo>
                  <a:lnTo>
                    <a:pt x="282" y="518"/>
                  </a:lnTo>
                  <a:lnTo>
                    <a:pt x="248" y="459"/>
                  </a:lnTo>
                  <a:lnTo>
                    <a:pt x="215" y="399"/>
                  </a:lnTo>
                  <a:lnTo>
                    <a:pt x="215" y="399"/>
                  </a:lnTo>
                  <a:lnTo>
                    <a:pt x="180" y="333"/>
                  </a:lnTo>
                  <a:lnTo>
                    <a:pt x="180" y="333"/>
                  </a:lnTo>
                  <a:lnTo>
                    <a:pt x="178" y="326"/>
                  </a:lnTo>
                  <a:lnTo>
                    <a:pt x="178" y="326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66" y="294"/>
                  </a:lnTo>
                  <a:lnTo>
                    <a:pt x="156" y="265"/>
                  </a:lnTo>
                  <a:lnTo>
                    <a:pt x="156" y="265"/>
                  </a:lnTo>
                  <a:lnTo>
                    <a:pt x="144" y="232"/>
                  </a:lnTo>
                  <a:lnTo>
                    <a:pt x="132" y="200"/>
                  </a:lnTo>
                  <a:lnTo>
                    <a:pt x="119" y="168"/>
                  </a:lnTo>
                  <a:lnTo>
                    <a:pt x="104" y="136"/>
                  </a:lnTo>
                  <a:lnTo>
                    <a:pt x="104" y="136"/>
                  </a:lnTo>
                  <a:lnTo>
                    <a:pt x="88" y="106"/>
                  </a:lnTo>
                  <a:lnTo>
                    <a:pt x="72" y="77"/>
                  </a:lnTo>
                  <a:lnTo>
                    <a:pt x="54" y="49"/>
                  </a:lnTo>
                  <a:lnTo>
                    <a:pt x="44" y="36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23" y="1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0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4" name="Freeform 134">
              <a:extLst>
                <a:ext uri="{FF2B5EF4-FFF2-40B4-BE49-F238E27FC236}">
                  <a16:creationId xmlns:a16="http://schemas.microsoft.com/office/drawing/2014/main" id="{D6D22546-28DF-D8B0-BA51-E489C1AD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474"/>
              <a:ext cx="226" cy="240"/>
            </a:xfrm>
            <a:custGeom>
              <a:avLst/>
              <a:gdLst>
                <a:gd name="T0" fmla="*/ 272 w 679"/>
                <a:gd name="T1" fmla="*/ 532 h 721"/>
                <a:gd name="T2" fmla="*/ 350 w 679"/>
                <a:gd name="T3" fmla="*/ 567 h 721"/>
                <a:gd name="T4" fmla="*/ 432 w 679"/>
                <a:gd name="T5" fmla="*/ 589 h 721"/>
                <a:gd name="T6" fmla="*/ 535 w 679"/>
                <a:gd name="T7" fmla="*/ 585 h 721"/>
                <a:gd name="T8" fmla="*/ 582 w 679"/>
                <a:gd name="T9" fmla="*/ 566 h 721"/>
                <a:gd name="T10" fmla="*/ 621 w 679"/>
                <a:gd name="T11" fmla="*/ 533 h 721"/>
                <a:gd name="T12" fmla="*/ 654 w 679"/>
                <a:gd name="T13" fmla="*/ 487 h 721"/>
                <a:gd name="T14" fmla="*/ 674 w 679"/>
                <a:gd name="T15" fmla="*/ 440 h 721"/>
                <a:gd name="T16" fmla="*/ 679 w 679"/>
                <a:gd name="T17" fmla="*/ 397 h 721"/>
                <a:gd name="T18" fmla="*/ 673 w 679"/>
                <a:gd name="T19" fmla="*/ 341 h 721"/>
                <a:gd name="T20" fmla="*/ 659 w 679"/>
                <a:gd name="T21" fmla="*/ 300 h 721"/>
                <a:gd name="T22" fmla="*/ 594 w 679"/>
                <a:gd name="T23" fmla="*/ 208 h 721"/>
                <a:gd name="T24" fmla="*/ 530 w 679"/>
                <a:gd name="T25" fmla="*/ 152 h 721"/>
                <a:gd name="T26" fmla="*/ 404 w 679"/>
                <a:gd name="T27" fmla="*/ 65 h 721"/>
                <a:gd name="T28" fmla="*/ 319 w 679"/>
                <a:gd name="T29" fmla="*/ 20 h 721"/>
                <a:gd name="T30" fmla="*/ 261 w 679"/>
                <a:gd name="T31" fmla="*/ 2 h 721"/>
                <a:gd name="T32" fmla="*/ 199 w 679"/>
                <a:gd name="T33" fmla="*/ 2 h 721"/>
                <a:gd name="T34" fmla="*/ 166 w 679"/>
                <a:gd name="T35" fmla="*/ 14 h 721"/>
                <a:gd name="T36" fmla="*/ 128 w 679"/>
                <a:gd name="T37" fmla="*/ 41 h 721"/>
                <a:gd name="T38" fmla="*/ 86 w 679"/>
                <a:gd name="T39" fmla="*/ 91 h 721"/>
                <a:gd name="T40" fmla="*/ 44 w 679"/>
                <a:gd name="T41" fmla="*/ 160 h 721"/>
                <a:gd name="T42" fmla="*/ 12 w 679"/>
                <a:gd name="T43" fmla="*/ 235 h 721"/>
                <a:gd name="T44" fmla="*/ 2 w 679"/>
                <a:gd name="T45" fmla="*/ 348 h 721"/>
                <a:gd name="T46" fmla="*/ 9 w 679"/>
                <a:gd name="T47" fmla="*/ 382 h 721"/>
                <a:gd name="T48" fmla="*/ 36 w 679"/>
                <a:gd name="T49" fmla="*/ 434 h 721"/>
                <a:gd name="T50" fmla="*/ 102 w 679"/>
                <a:gd name="T51" fmla="*/ 506 h 721"/>
                <a:gd name="T52" fmla="*/ 182 w 679"/>
                <a:gd name="T53" fmla="*/ 564 h 721"/>
                <a:gd name="T54" fmla="*/ 358 w 679"/>
                <a:gd name="T55" fmla="*/ 686 h 721"/>
                <a:gd name="T56" fmla="*/ 399 w 679"/>
                <a:gd name="T57" fmla="*/ 721 h 721"/>
                <a:gd name="T58" fmla="*/ 409 w 679"/>
                <a:gd name="T59" fmla="*/ 716 h 721"/>
                <a:gd name="T60" fmla="*/ 406 w 679"/>
                <a:gd name="T61" fmla="*/ 708 h 721"/>
                <a:gd name="T62" fmla="*/ 282 w 679"/>
                <a:gd name="T63" fmla="*/ 613 h 721"/>
                <a:gd name="T64" fmla="*/ 161 w 679"/>
                <a:gd name="T65" fmla="*/ 532 h 721"/>
                <a:gd name="T66" fmla="*/ 88 w 679"/>
                <a:gd name="T67" fmla="*/ 473 h 721"/>
                <a:gd name="T68" fmla="*/ 33 w 679"/>
                <a:gd name="T69" fmla="*/ 400 h 721"/>
                <a:gd name="T70" fmla="*/ 21 w 679"/>
                <a:gd name="T71" fmla="*/ 365 h 721"/>
                <a:gd name="T72" fmla="*/ 16 w 679"/>
                <a:gd name="T73" fmla="*/ 305 h 721"/>
                <a:gd name="T74" fmla="*/ 40 w 679"/>
                <a:gd name="T75" fmla="*/ 203 h 721"/>
                <a:gd name="T76" fmla="*/ 92 w 679"/>
                <a:gd name="T77" fmla="*/ 111 h 721"/>
                <a:gd name="T78" fmla="*/ 136 w 679"/>
                <a:gd name="T79" fmla="*/ 55 h 721"/>
                <a:gd name="T80" fmla="*/ 164 w 679"/>
                <a:gd name="T81" fmla="*/ 32 h 721"/>
                <a:gd name="T82" fmla="*/ 212 w 679"/>
                <a:gd name="T83" fmla="*/ 16 h 721"/>
                <a:gd name="T84" fmla="*/ 250 w 679"/>
                <a:gd name="T85" fmla="*/ 16 h 721"/>
                <a:gd name="T86" fmla="*/ 308 w 679"/>
                <a:gd name="T87" fmla="*/ 32 h 721"/>
                <a:gd name="T88" fmla="*/ 388 w 679"/>
                <a:gd name="T89" fmla="*/ 74 h 721"/>
                <a:gd name="T90" fmla="*/ 510 w 679"/>
                <a:gd name="T91" fmla="*/ 156 h 721"/>
                <a:gd name="T92" fmla="*/ 593 w 679"/>
                <a:gd name="T93" fmla="*/ 227 h 721"/>
                <a:gd name="T94" fmla="*/ 638 w 679"/>
                <a:gd name="T95" fmla="*/ 295 h 721"/>
                <a:gd name="T96" fmla="*/ 660 w 679"/>
                <a:gd name="T97" fmla="*/ 359 h 721"/>
                <a:gd name="T98" fmla="*/ 664 w 679"/>
                <a:gd name="T99" fmla="*/ 399 h 721"/>
                <a:gd name="T100" fmla="*/ 655 w 679"/>
                <a:gd name="T101" fmla="*/ 451 h 721"/>
                <a:gd name="T102" fmla="*/ 630 w 679"/>
                <a:gd name="T103" fmla="*/ 496 h 721"/>
                <a:gd name="T104" fmla="*/ 586 w 679"/>
                <a:gd name="T105" fmla="*/ 546 h 721"/>
                <a:gd name="T106" fmla="*/ 554 w 679"/>
                <a:gd name="T107" fmla="*/ 564 h 721"/>
                <a:gd name="T108" fmla="*/ 481 w 679"/>
                <a:gd name="T109" fmla="*/ 576 h 721"/>
                <a:gd name="T110" fmla="*/ 407 w 679"/>
                <a:gd name="T111" fmla="*/ 569 h 721"/>
                <a:gd name="T112" fmla="*/ 330 w 679"/>
                <a:gd name="T113" fmla="*/ 543 h 721"/>
                <a:gd name="T114" fmla="*/ 257 w 679"/>
                <a:gd name="T115" fmla="*/ 505 h 721"/>
                <a:gd name="T116" fmla="*/ 229 w 679"/>
                <a:gd name="T117" fmla="*/ 487 h 721"/>
                <a:gd name="T118" fmla="*/ 222 w 679"/>
                <a:gd name="T119" fmla="*/ 495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79" h="721">
                  <a:moveTo>
                    <a:pt x="225" y="500"/>
                  </a:moveTo>
                  <a:lnTo>
                    <a:pt x="225" y="500"/>
                  </a:lnTo>
                  <a:lnTo>
                    <a:pt x="248" y="516"/>
                  </a:lnTo>
                  <a:lnTo>
                    <a:pt x="272" y="532"/>
                  </a:lnTo>
                  <a:lnTo>
                    <a:pt x="298" y="546"/>
                  </a:lnTo>
                  <a:lnTo>
                    <a:pt x="324" y="558"/>
                  </a:lnTo>
                  <a:lnTo>
                    <a:pt x="324" y="558"/>
                  </a:lnTo>
                  <a:lnTo>
                    <a:pt x="350" y="567"/>
                  </a:lnTo>
                  <a:lnTo>
                    <a:pt x="377" y="576"/>
                  </a:lnTo>
                  <a:lnTo>
                    <a:pt x="405" y="584"/>
                  </a:lnTo>
                  <a:lnTo>
                    <a:pt x="432" y="589"/>
                  </a:lnTo>
                  <a:lnTo>
                    <a:pt x="432" y="589"/>
                  </a:lnTo>
                  <a:lnTo>
                    <a:pt x="457" y="592"/>
                  </a:lnTo>
                  <a:lnTo>
                    <a:pt x="483" y="593"/>
                  </a:lnTo>
                  <a:lnTo>
                    <a:pt x="510" y="590"/>
                  </a:lnTo>
                  <a:lnTo>
                    <a:pt x="535" y="585"/>
                  </a:lnTo>
                  <a:lnTo>
                    <a:pt x="547" y="581"/>
                  </a:lnTo>
                  <a:lnTo>
                    <a:pt x="559" y="578"/>
                  </a:lnTo>
                  <a:lnTo>
                    <a:pt x="571" y="573"/>
                  </a:lnTo>
                  <a:lnTo>
                    <a:pt x="582" y="566"/>
                  </a:lnTo>
                  <a:lnTo>
                    <a:pt x="593" y="560"/>
                  </a:lnTo>
                  <a:lnTo>
                    <a:pt x="603" y="552"/>
                  </a:lnTo>
                  <a:lnTo>
                    <a:pt x="613" y="543"/>
                  </a:lnTo>
                  <a:lnTo>
                    <a:pt x="621" y="533"/>
                  </a:lnTo>
                  <a:lnTo>
                    <a:pt x="621" y="533"/>
                  </a:lnTo>
                  <a:lnTo>
                    <a:pt x="637" y="510"/>
                  </a:lnTo>
                  <a:lnTo>
                    <a:pt x="654" y="487"/>
                  </a:lnTo>
                  <a:lnTo>
                    <a:pt x="654" y="487"/>
                  </a:lnTo>
                  <a:lnTo>
                    <a:pt x="660" y="477"/>
                  </a:lnTo>
                  <a:lnTo>
                    <a:pt x="667" y="464"/>
                  </a:lnTo>
                  <a:lnTo>
                    <a:pt x="670" y="452"/>
                  </a:lnTo>
                  <a:lnTo>
                    <a:pt x="674" y="440"/>
                  </a:lnTo>
                  <a:lnTo>
                    <a:pt x="674" y="440"/>
                  </a:lnTo>
                  <a:lnTo>
                    <a:pt x="677" y="426"/>
                  </a:lnTo>
                  <a:lnTo>
                    <a:pt x="678" y="411"/>
                  </a:lnTo>
                  <a:lnTo>
                    <a:pt x="679" y="397"/>
                  </a:lnTo>
                  <a:lnTo>
                    <a:pt x="679" y="383"/>
                  </a:lnTo>
                  <a:lnTo>
                    <a:pt x="678" y="369"/>
                  </a:lnTo>
                  <a:lnTo>
                    <a:pt x="675" y="354"/>
                  </a:lnTo>
                  <a:lnTo>
                    <a:pt x="673" y="341"/>
                  </a:lnTo>
                  <a:lnTo>
                    <a:pt x="669" y="327"/>
                  </a:lnTo>
                  <a:lnTo>
                    <a:pt x="669" y="327"/>
                  </a:lnTo>
                  <a:lnTo>
                    <a:pt x="664" y="313"/>
                  </a:lnTo>
                  <a:lnTo>
                    <a:pt x="659" y="300"/>
                  </a:lnTo>
                  <a:lnTo>
                    <a:pt x="646" y="275"/>
                  </a:lnTo>
                  <a:lnTo>
                    <a:pt x="631" y="252"/>
                  </a:lnTo>
                  <a:lnTo>
                    <a:pt x="613" y="229"/>
                  </a:lnTo>
                  <a:lnTo>
                    <a:pt x="594" y="208"/>
                  </a:lnTo>
                  <a:lnTo>
                    <a:pt x="575" y="189"/>
                  </a:lnTo>
                  <a:lnTo>
                    <a:pt x="553" y="170"/>
                  </a:lnTo>
                  <a:lnTo>
                    <a:pt x="530" y="152"/>
                  </a:lnTo>
                  <a:lnTo>
                    <a:pt x="530" y="152"/>
                  </a:lnTo>
                  <a:lnTo>
                    <a:pt x="481" y="116"/>
                  </a:lnTo>
                  <a:lnTo>
                    <a:pt x="430" y="83"/>
                  </a:lnTo>
                  <a:lnTo>
                    <a:pt x="430" y="83"/>
                  </a:lnTo>
                  <a:lnTo>
                    <a:pt x="404" y="65"/>
                  </a:lnTo>
                  <a:lnTo>
                    <a:pt x="376" y="50"/>
                  </a:lnTo>
                  <a:lnTo>
                    <a:pt x="347" y="34"/>
                  </a:lnTo>
                  <a:lnTo>
                    <a:pt x="319" y="20"/>
                  </a:lnTo>
                  <a:lnTo>
                    <a:pt x="319" y="20"/>
                  </a:lnTo>
                  <a:lnTo>
                    <a:pt x="305" y="14"/>
                  </a:lnTo>
                  <a:lnTo>
                    <a:pt x="290" y="9"/>
                  </a:lnTo>
                  <a:lnTo>
                    <a:pt x="276" y="5"/>
                  </a:lnTo>
                  <a:lnTo>
                    <a:pt x="261" y="2"/>
                  </a:lnTo>
                  <a:lnTo>
                    <a:pt x="245" y="1"/>
                  </a:lnTo>
                  <a:lnTo>
                    <a:pt x="230" y="0"/>
                  </a:lnTo>
                  <a:lnTo>
                    <a:pt x="215" y="1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88" y="5"/>
                  </a:lnTo>
                  <a:lnTo>
                    <a:pt x="176" y="9"/>
                  </a:lnTo>
                  <a:lnTo>
                    <a:pt x="166" y="14"/>
                  </a:lnTo>
                  <a:lnTo>
                    <a:pt x="155" y="19"/>
                  </a:lnTo>
                  <a:lnTo>
                    <a:pt x="146" y="25"/>
                  </a:lnTo>
                  <a:lnTo>
                    <a:pt x="136" y="33"/>
                  </a:lnTo>
                  <a:lnTo>
                    <a:pt x="128" y="41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02" y="70"/>
                  </a:lnTo>
                  <a:lnTo>
                    <a:pt x="86" y="91"/>
                  </a:lnTo>
                  <a:lnTo>
                    <a:pt x="72" y="112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44" y="160"/>
                  </a:lnTo>
                  <a:lnTo>
                    <a:pt x="31" y="184"/>
                  </a:lnTo>
                  <a:lnTo>
                    <a:pt x="21" y="209"/>
                  </a:lnTo>
                  <a:lnTo>
                    <a:pt x="12" y="235"/>
                  </a:lnTo>
                  <a:lnTo>
                    <a:pt x="12" y="235"/>
                  </a:lnTo>
                  <a:lnTo>
                    <a:pt x="5" y="263"/>
                  </a:lnTo>
                  <a:lnTo>
                    <a:pt x="2" y="291"/>
                  </a:lnTo>
                  <a:lnTo>
                    <a:pt x="0" y="319"/>
                  </a:lnTo>
                  <a:lnTo>
                    <a:pt x="2" y="348"/>
                  </a:lnTo>
                  <a:lnTo>
                    <a:pt x="2" y="348"/>
                  </a:lnTo>
                  <a:lnTo>
                    <a:pt x="4" y="359"/>
                  </a:lnTo>
                  <a:lnTo>
                    <a:pt x="5" y="371"/>
                  </a:lnTo>
                  <a:lnTo>
                    <a:pt x="9" y="382"/>
                  </a:lnTo>
                  <a:lnTo>
                    <a:pt x="13" y="392"/>
                  </a:lnTo>
                  <a:lnTo>
                    <a:pt x="23" y="414"/>
                  </a:lnTo>
                  <a:lnTo>
                    <a:pt x="36" y="434"/>
                  </a:lnTo>
                  <a:lnTo>
                    <a:pt x="36" y="434"/>
                  </a:lnTo>
                  <a:lnTo>
                    <a:pt x="50" y="454"/>
                  </a:lnTo>
                  <a:lnTo>
                    <a:pt x="67" y="472"/>
                  </a:lnTo>
                  <a:lnTo>
                    <a:pt x="85" y="489"/>
                  </a:lnTo>
                  <a:lnTo>
                    <a:pt x="102" y="506"/>
                  </a:lnTo>
                  <a:lnTo>
                    <a:pt x="122" y="520"/>
                  </a:lnTo>
                  <a:lnTo>
                    <a:pt x="141" y="535"/>
                  </a:lnTo>
                  <a:lnTo>
                    <a:pt x="182" y="564"/>
                  </a:lnTo>
                  <a:lnTo>
                    <a:pt x="182" y="564"/>
                  </a:lnTo>
                  <a:lnTo>
                    <a:pt x="271" y="624"/>
                  </a:lnTo>
                  <a:lnTo>
                    <a:pt x="316" y="654"/>
                  </a:lnTo>
                  <a:lnTo>
                    <a:pt x="358" y="686"/>
                  </a:lnTo>
                  <a:lnTo>
                    <a:pt x="358" y="686"/>
                  </a:lnTo>
                  <a:lnTo>
                    <a:pt x="377" y="703"/>
                  </a:lnTo>
                  <a:lnTo>
                    <a:pt x="396" y="718"/>
                  </a:lnTo>
                  <a:lnTo>
                    <a:pt x="396" y="718"/>
                  </a:lnTo>
                  <a:lnTo>
                    <a:pt x="399" y="721"/>
                  </a:lnTo>
                  <a:lnTo>
                    <a:pt x="401" y="721"/>
                  </a:lnTo>
                  <a:lnTo>
                    <a:pt x="405" y="720"/>
                  </a:lnTo>
                  <a:lnTo>
                    <a:pt x="406" y="718"/>
                  </a:lnTo>
                  <a:lnTo>
                    <a:pt x="409" y="716"/>
                  </a:lnTo>
                  <a:lnTo>
                    <a:pt x="409" y="713"/>
                  </a:lnTo>
                  <a:lnTo>
                    <a:pt x="409" y="711"/>
                  </a:lnTo>
                  <a:lnTo>
                    <a:pt x="406" y="708"/>
                  </a:lnTo>
                  <a:lnTo>
                    <a:pt x="406" y="708"/>
                  </a:lnTo>
                  <a:lnTo>
                    <a:pt x="387" y="690"/>
                  </a:lnTo>
                  <a:lnTo>
                    <a:pt x="367" y="674"/>
                  </a:lnTo>
                  <a:lnTo>
                    <a:pt x="326" y="643"/>
                  </a:lnTo>
                  <a:lnTo>
                    <a:pt x="282" y="613"/>
                  </a:lnTo>
                  <a:lnTo>
                    <a:pt x="239" y="584"/>
                  </a:lnTo>
                  <a:lnTo>
                    <a:pt x="239" y="584"/>
                  </a:lnTo>
                  <a:lnTo>
                    <a:pt x="201" y="557"/>
                  </a:lnTo>
                  <a:lnTo>
                    <a:pt x="161" y="532"/>
                  </a:lnTo>
                  <a:lnTo>
                    <a:pt x="124" y="504"/>
                  </a:lnTo>
                  <a:lnTo>
                    <a:pt x="106" y="488"/>
                  </a:lnTo>
                  <a:lnTo>
                    <a:pt x="88" y="473"/>
                  </a:lnTo>
                  <a:lnTo>
                    <a:pt x="88" y="473"/>
                  </a:lnTo>
                  <a:lnTo>
                    <a:pt x="73" y="456"/>
                  </a:lnTo>
                  <a:lnTo>
                    <a:pt x="58" y="438"/>
                  </a:lnTo>
                  <a:lnTo>
                    <a:pt x="45" y="42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28" y="388"/>
                  </a:lnTo>
                  <a:lnTo>
                    <a:pt x="25" y="377"/>
                  </a:lnTo>
                  <a:lnTo>
                    <a:pt x="21" y="365"/>
                  </a:lnTo>
                  <a:lnTo>
                    <a:pt x="18" y="354"/>
                  </a:lnTo>
                  <a:lnTo>
                    <a:pt x="16" y="330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8" y="279"/>
                  </a:lnTo>
                  <a:lnTo>
                    <a:pt x="23" y="253"/>
                  </a:lnTo>
                  <a:lnTo>
                    <a:pt x="30" y="227"/>
                  </a:lnTo>
                  <a:lnTo>
                    <a:pt x="40" y="203"/>
                  </a:lnTo>
                  <a:lnTo>
                    <a:pt x="50" y="179"/>
                  </a:lnTo>
                  <a:lnTo>
                    <a:pt x="63" y="156"/>
                  </a:lnTo>
                  <a:lnTo>
                    <a:pt x="77" y="133"/>
                  </a:lnTo>
                  <a:lnTo>
                    <a:pt x="92" y="111"/>
                  </a:lnTo>
                  <a:lnTo>
                    <a:pt x="92" y="111"/>
                  </a:lnTo>
                  <a:lnTo>
                    <a:pt x="105" y="91"/>
                  </a:lnTo>
                  <a:lnTo>
                    <a:pt x="119" y="73"/>
                  </a:lnTo>
                  <a:lnTo>
                    <a:pt x="136" y="55"/>
                  </a:lnTo>
                  <a:lnTo>
                    <a:pt x="143" y="46"/>
                  </a:lnTo>
                  <a:lnTo>
                    <a:pt x="152" y="39"/>
                  </a:lnTo>
                  <a:lnTo>
                    <a:pt x="152" y="39"/>
                  </a:lnTo>
                  <a:lnTo>
                    <a:pt x="164" y="32"/>
                  </a:lnTo>
                  <a:lnTo>
                    <a:pt x="175" y="25"/>
                  </a:lnTo>
                  <a:lnTo>
                    <a:pt x="187" y="22"/>
                  </a:lnTo>
                  <a:lnTo>
                    <a:pt x="199" y="19"/>
                  </a:lnTo>
                  <a:lnTo>
                    <a:pt x="212" y="16"/>
                  </a:lnTo>
                  <a:lnTo>
                    <a:pt x="224" y="15"/>
                  </a:lnTo>
                  <a:lnTo>
                    <a:pt x="238" y="15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65" y="19"/>
                  </a:lnTo>
                  <a:lnTo>
                    <a:pt x="280" y="22"/>
                  </a:lnTo>
                  <a:lnTo>
                    <a:pt x="294" y="27"/>
                  </a:lnTo>
                  <a:lnTo>
                    <a:pt x="308" y="32"/>
                  </a:lnTo>
                  <a:lnTo>
                    <a:pt x="335" y="45"/>
                  </a:lnTo>
                  <a:lnTo>
                    <a:pt x="362" y="59"/>
                  </a:lnTo>
                  <a:lnTo>
                    <a:pt x="362" y="59"/>
                  </a:lnTo>
                  <a:lnTo>
                    <a:pt x="388" y="74"/>
                  </a:lnTo>
                  <a:lnTo>
                    <a:pt x="414" y="91"/>
                  </a:lnTo>
                  <a:lnTo>
                    <a:pt x="465" y="124"/>
                  </a:lnTo>
                  <a:lnTo>
                    <a:pt x="465" y="124"/>
                  </a:lnTo>
                  <a:lnTo>
                    <a:pt x="510" y="156"/>
                  </a:lnTo>
                  <a:lnTo>
                    <a:pt x="531" y="172"/>
                  </a:lnTo>
                  <a:lnTo>
                    <a:pt x="553" y="190"/>
                  </a:lnTo>
                  <a:lnTo>
                    <a:pt x="573" y="208"/>
                  </a:lnTo>
                  <a:lnTo>
                    <a:pt x="593" y="227"/>
                  </a:lnTo>
                  <a:lnTo>
                    <a:pt x="609" y="249"/>
                  </a:lnTo>
                  <a:lnTo>
                    <a:pt x="626" y="272"/>
                  </a:lnTo>
                  <a:lnTo>
                    <a:pt x="626" y="272"/>
                  </a:lnTo>
                  <a:lnTo>
                    <a:pt x="638" y="295"/>
                  </a:lnTo>
                  <a:lnTo>
                    <a:pt x="650" y="321"/>
                  </a:lnTo>
                  <a:lnTo>
                    <a:pt x="654" y="333"/>
                  </a:lnTo>
                  <a:lnTo>
                    <a:pt x="658" y="346"/>
                  </a:lnTo>
                  <a:lnTo>
                    <a:pt x="660" y="359"/>
                  </a:lnTo>
                  <a:lnTo>
                    <a:pt x="663" y="373"/>
                  </a:lnTo>
                  <a:lnTo>
                    <a:pt x="663" y="373"/>
                  </a:lnTo>
                  <a:lnTo>
                    <a:pt x="664" y="386"/>
                  </a:lnTo>
                  <a:lnTo>
                    <a:pt x="664" y="399"/>
                  </a:lnTo>
                  <a:lnTo>
                    <a:pt x="663" y="413"/>
                  </a:lnTo>
                  <a:lnTo>
                    <a:pt x="661" y="426"/>
                  </a:lnTo>
                  <a:lnTo>
                    <a:pt x="659" y="438"/>
                  </a:lnTo>
                  <a:lnTo>
                    <a:pt x="655" y="451"/>
                  </a:lnTo>
                  <a:lnTo>
                    <a:pt x="650" y="463"/>
                  </a:lnTo>
                  <a:lnTo>
                    <a:pt x="644" y="474"/>
                  </a:lnTo>
                  <a:lnTo>
                    <a:pt x="644" y="474"/>
                  </a:lnTo>
                  <a:lnTo>
                    <a:pt x="630" y="496"/>
                  </a:lnTo>
                  <a:lnTo>
                    <a:pt x="614" y="518"/>
                  </a:lnTo>
                  <a:lnTo>
                    <a:pt x="605" y="528"/>
                  </a:lnTo>
                  <a:lnTo>
                    <a:pt x="596" y="537"/>
                  </a:lnTo>
                  <a:lnTo>
                    <a:pt x="586" y="546"/>
                  </a:lnTo>
                  <a:lnTo>
                    <a:pt x="576" y="552"/>
                  </a:lnTo>
                  <a:lnTo>
                    <a:pt x="576" y="552"/>
                  </a:lnTo>
                  <a:lnTo>
                    <a:pt x="564" y="558"/>
                  </a:lnTo>
                  <a:lnTo>
                    <a:pt x="554" y="564"/>
                  </a:lnTo>
                  <a:lnTo>
                    <a:pt x="543" y="567"/>
                  </a:lnTo>
                  <a:lnTo>
                    <a:pt x="530" y="570"/>
                  </a:lnTo>
                  <a:lnTo>
                    <a:pt x="506" y="575"/>
                  </a:lnTo>
                  <a:lnTo>
                    <a:pt x="481" y="576"/>
                  </a:lnTo>
                  <a:lnTo>
                    <a:pt x="481" y="576"/>
                  </a:lnTo>
                  <a:lnTo>
                    <a:pt x="457" y="576"/>
                  </a:lnTo>
                  <a:lnTo>
                    <a:pt x="432" y="574"/>
                  </a:lnTo>
                  <a:lnTo>
                    <a:pt x="407" y="569"/>
                  </a:lnTo>
                  <a:lnTo>
                    <a:pt x="383" y="562"/>
                  </a:lnTo>
                  <a:lnTo>
                    <a:pt x="383" y="562"/>
                  </a:lnTo>
                  <a:lnTo>
                    <a:pt x="356" y="553"/>
                  </a:lnTo>
                  <a:lnTo>
                    <a:pt x="330" y="543"/>
                  </a:lnTo>
                  <a:lnTo>
                    <a:pt x="304" y="532"/>
                  </a:lnTo>
                  <a:lnTo>
                    <a:pt x="280" y="519"/>
                  </a:lnTo>
                  <a:lnTo>
                    <a:pt x="280" y="519"/>
                  </a:lnTo>
                  <a:lnTo>
                    <a:pt x="257" y="505"/>
                  </a:lnTo>
                  <a:lnTo>
                    <a:pt x="235" y="488"/>
                  </a:lnTo>
                  <a:lnTo>
                    <a:pt x="235" y="488"/>
                  </a:lnTo>
                  <a:lnTo>
                    <a:pt x="233" y="487"/>
                  </a:lnTo>
                  <a:lnTo>
                    <a:pt x="229" y="487"/>
                  </a:lnTo>
                  <a:lnTo>
                    <a:pt x="226" y="488"/>
                  </a:lnTo>
                  <a:lnTo>
                    <a:pt x="224" y="489"/>
                  </a:lnTo>
                  <a:lnTo>
                    <a:pt x="222" y="492"/>
                  </a:lnTo>
                  <a:lnTo>
                    <a:pt x="222" y="495"/>
                  </a:lnTo>
                  <a:lnTo>
                    <a:pt x="222" y="497"/>
                  </a:lnTo>
                  <a:lnTo>
                    <a:pt x="225" y="500"/>
                  </a:lnTo>
                  <a:lnTo>
                    <a:pt x="225" y="5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5" name="Freeform 135">
              <a:extLst>
                <a:ext uri="{FF2B5EF4-FFF2-40B4-BE49-F238E27FC236}">
                  <a16:creationId xmlns:a16="http://schemas.microsoft.com/office/drawing/2014/main" id="{E7B0A5BF-78BA-7CE1-81F1-51F41896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580"/>
              <a:ext cx="42" cy="70"/>
            </a:xfrm>
            <a:custGeom>
              <a:avLst/>
              <a:gdLst>
                <a:gd name="T0" fmla="*/ 115 w 126"/>
                <a:gd name="T1" fmla="*/ 1 h 209"/>
                <a:gd name="T2" fmla="*/ 115 w 126"/>
                <a:gd name="T3" fmla="*/ 1 h 209"/>
                <a:gd name="T4" fmla="*/ 89 w 126"/>
                <a:gd name="T5" fmla="*/ 15 h 209"/>
                <a:gd name="T6" fmla="*/ 65 w 126"/>
                <a:gd name="T7" fmla="*/ 31 h 209"/>
                <a:gd name="T8" fmla="*/ 53 w 126"/>
                <a:gd name="T9" fmla="*/ 40 h 209"/>
                <a:gd name="T10" fmla="*/ 42 w 126"/>
                <a:gd name="T11" fmla="*/ 49 h 209"/>
                <a:gd name="T12" fmla="*/ 32 w 126"/>
                <a:gd name="T13" fmla="*/ 59 h 209"/>
                <a:gd name="T14" fmla="*/ 23 w 126"/>
                <a:gd name="T15" fmla="*/ 70 h 209"/>
                <a:gd name="T16" fmla="*/ 23 w 126"/>
                <a:gd name="T17" fmla="*/ 70 h 209"/>
                <a:gd name="T18" fmla="*/ 14 w 126"/>
                <a:gd name="T19" fmla="*/ 85 h 209"/>
                <a:gd name="T20" fmla="*/ 7 w 126"/>
                <a:gd name="T21" fmla="*/ 100 h 209"/>
                <a:gd name="T22" fmla="*/ 4 w 126"/>
                <a:gd name="T23" fmla="*/ 116 h 209"/>
                <a:gd name="T24" fmla="*/ 1 w 126"/>
                <a:gd name="T25" fmla="*/ 133 h 209"/>
                <a:gd name="T26" fmla="*/ 0 w 126"/>
                <a:gd name="T27" fmla="*/ 150 h 209"/>
                <a:gd name="T28" fmla="*/ 0 w 126"/>
                <a:gd name="T29" fmla="*/ 168 h 209"/>
                <a:gd name="T30" fmla="*/ 1 w 126"/>
                <a:gd name="T31" fmla="*/ 184 h 209"/>
                <a:gd name="T32" fmla="*/ 2 w 126"/>
                <a:gd name="T33" fmla="*/ 201 h 209"/>
                <a:gd name="T34" fmla="*/ 2 w 126"/>
                <a:gd name="T35" fmla="*/ 201 h 209"/>
                <a:gd name="T36" fmla="*/ 4 w 126"/>
                <a:gd name="T37" fmla="*/ 205 h 209"/>
                <a:gd name="T38" fmla="*/ 6 w 126"/>
                <a:gd name="T39" fmla="*/ 206 h 209"/>
                <a:gd name="T40" fmla="*/ 9 w 126"/>
                <a:gd name="T41" fmla="*/ 209 h 209"/>
                <a:gd name="T42" fmla="*/ 11 w 126"/>
                <a:gd name="T43" fmla="*/ 209 h 209"/>
                <a:gd name="T44" fmla="*/ 14 w 126"/>
                <a:gd name="T45" fmla="*/ 209 h 209"/>
                <a:gd name="T46" fmla="*/ 16 w 126"/>
                <a:gd name="T47" fmla="*/ 206 h 209"/>
                <a:gd name="T48" fmla="*/ 18 w 126"/>
                <a:gd name="T49" fmla="*/ 205 h 209"/>
                <a:gd name="T50" fmla="*/ 18 w 126"/>
                <a:gd name="T51" fmla="*/ 201 h 209"/>
                <a:gd name="T52" fmla="*/ 18 w 126"/>
                <a:gd name="T53" fmla="*/ 201 h 209"/>
                <a:gd name="T54" fmla="*/ 15 w 126"/>
                <a:gd name="T55" fmla="*/ 169 h 209"/>
                <a:gd name="T56" fmla="*/ 15 w 126"/>
                <a:gd name="T57" fmla="*/ 154 h 209"/>
                <a:gd name="T58" fmla="*/ 15 w 126"/>
                <a:gd name="T59" fmla="*/ 137 h 209"/>
                <a:gd name="T60" fmla="*/ 18 w 126"/>
                <a:gd name="T61" fmla="*/ 122 h 209"/>
                <a:gd name="T62" fmla="*/ 22 w 126"/>
                <a:gd name="T63" fmla="*/ 106 h 209"/>
                <a:gd name="T64" fmla="*/ 28 w 126"/>
                <a:gd name="T65" fmla="*/ 91 h 209"/>
                <a:gd name="T66" fmla="*/ 37 w 126"/>
                <a:gd name="T67" fmla="*/ 78 h 209"/>
                <a:gd name="T68" fmla="*/ 37 w 126"/>
                <a:gd name="T69" fmla="*/ 78 h 209"/>
                <a:gd name="T70" fmla="*/ 45 w 126"/>
                <a:gd name="T71" fmla="*/ 68 h 209"/>
                <a:gd name="T72" fmla="*/ 55 w 126"/>
                <a:gd name="T73" fmla="*/ 58 h 209"/>
                <a:gd name="T74" fmla="*/ 65 w 126"/>
                <a:gd name="T75" fmla="*/ 50 h 209"/>
                <a:gd name="T76" fmla="*/ 76 w 126"/>
                <a:gd name="T77" fmla="*/ 42 h 209"/>
                <a:gd name="T78" fmla="*/ 99 w 126"/>
                <a:gd name="T79" fmla="*/ 28 h 209"/>
                <a:gd name="T80" fmla="*/ 122 w 126"/>
                <a:gd name="T81" fmla="*/ 15 h 209"/>
                <a:gd name="T82" fmla="*/ 122 w 126"/>
                <a:gd name="T83" fmla="*/ 15 h 209"/>
                <a:gd name="T84" fmla="*/ 125 w 126"/>
                <a:gd name="T85" fmla="*/ 13 h 209"/>
                <a:gd name="T86" fmla="*/ 126 w 126"/>
                <a:gd name="T87" fmla="*/ 10 h 209"/>
                <a:gd name="T88" fmla="*/ 126 w 126"/>
                <a:gd name="T89" fmla="*/ 8 h 209"/>
                <a:gd name="T90" fmla="*/ 125 w 126"/>
                <a:gd name="T91" fmla="*/ 4 h 209"/>
                <a:gd name="T92" fmla="*/ 122 w 126"/>
                <a:gd name="T93" fmla="*/ 3 h 209"/>
                <a:gd name="T94" fmla="*/ 120 w 126"/>
                <a:gd name="T95" fmla="*/ 1 h 209"/>
                <a:gd name="T96" fmla="*/ 117 w 126"/>
                <a:gd name="T97" fmla="*/ 0 h 209"/>
                <a:gd name="T98" fmla="*/ 115 w 126"/>
                <a:gd name="T99" fmla="*/ 1 h 209"/>
                <a:gd name="T100" fmla="*/ 115 w 126"/>
                <a:gd name="T101" fmla="*/ 1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6" h="209">
                  <a:moveTo>
                    <a:pt x="115" y="1"/>
                  </a:moveTo>
                  <a:lnTo>
                    <a:pt x="115" y="1"/>
                  </a:lnTo>
                  <a:lnTo>
                    <a:pt x="89" y="15"/>
                  </a:lnTo>
                  <a:lnTo>
                    <a:pt x="65" y="31"/>
                  </a:lnTo>
                  <a:lnTo>
                    <a:pt x="53" y="40"/>
                  </a:lnTo>
                  <a:lnTo>
                    <a:pt x="42" y="49"/>
                  </a:lnTo>
                  <a:lnTo>
                    <a:pt x="32" y="59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14" y="85"/>
                  </a:lnTo>
                  <a:lnTo>
                    <a:pt x="7" y="100"/>
                  </a:lnTo>
                  <a:lnTo>
                    <a:pt x="4" y="116"/>
                  </a:lnTo>
                  <a:lnTo>
                    <a:pt x="1" y="133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1" y="184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4" y="205"/>
                  </a:lnTo>
                  <a:lnTo>
                    <a:pt x="6" y="206"/>
                  </a:lnTo>
                  <a:lnTo>
                    <a:pt x="9" y="209"/>
                  </a:lnTo>
                  <a:lnTo>
                    <a:pt x="11" y="209"/>
                  </a:lnTo>
                  <a:lnTo>
                    <a:pt x="14" y="209"/>
                  </a:lnTo>
                  <a:lnTo>
                    <a:pt x="16" y="206"/>
                  </a:lnTo>
                  <a:lnTo>
                    <a:pt x="18" y="205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5" y="169"/>
                  </a:lnTo>
                  <a:lnTo>
                    <a:pt x="15" y="154"/>
                  </a:lnTo>
                  <a:lnTo>
                    <a:pt x="15" y="137"/>
                  </a:lnTo>
                  <a:lnTo>
                    <a:pt x="18" y="122"/>
                  </a:lnTo>
                  <a:lnTo>
                    <a:pt x="22" y="106"/>
                  </a:lnTo>
                  <a:lnTo>
                    <a:pt x="28" y="91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45" y="68"/>
                  </a:lnTo>
                  <a:lnTo>
                    <a:pt x="55" y="58"/>
                  </a:lnTo>
                  <a:lnTo>
                    <a:pt x="65" y="50"/>
                  </a:lnTo>
                  <a:lnTo>
                    <a:pt x="76" y="42"/>
                  </a:lnTo>
                  <a:lnTo>
                    <a:pt x="99" y="28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5" y="13"/>
                  </a:lnTo>
                  <a:lnTo>
                    <a:pt x="126" y="10"/>
                  </a:lnTo>
                  <a:lnTo>
                    <a:pt x="126" y="8"/>
                  </a:lnTo>
                  <a:lnTo>
                    <a:pt x="125" y="4"/>
                  </a:lnTo>
                  <a:lnTo>
                    <a:pt x="122" y="3"/>
                  </a:lnTo>
                  <a:lnTo>
                    <a:pt x="120" y="1"/>
                  </a:lnTo>
                  <a:lnTo>
                    <a:pt x="117" y="0"/>
                  </a:lnTo>
                  <a:lnTo>
                    <a:pt x="115" y="1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6" name="Freeform 136">
              <a:extLst>
                <a:ext uri="{FF2B5EF4-FFF2-40B4-BE49-F238E27FC236}">
                  <a16:creationId xmlns:a16="http://schemas.microsoft.com/office/drawing/2014/main" id="{96489605-C3A0-9DF3-2642-0A86A81C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709"/>
              <a:ext cx="226" cy="238"/>
            </a:xfrm>
            <a:custGeom>
              <a:avLst/>
              <a:gdLst>
                <a:gd name="T0" fmla="*/ 272 w 679"/>
                <a:gd name="T1" fmla="*/ 532 h 715"/>
                <a:gd name="T2" fmla="*/ 350 w 679"/>
                <a:gd name="T3" fmla="*/ 568 h 715"/>
                <a:gd name="T4" fmla="*/ 432 w 679"/>
                <a:gd name="T5" fmla="*/ 590 h 715"/>
                <a:gd name="T6" fmla="*/ 535 w 679"/>
                <a:gd name="T7" fmla="*/ 586 h 715"/>
                <a:gd name="T8" fmla="*/ 582 w 679"/>
                <a:gd name="T9" fmla="*/ 567 h 715"/>
                <a:gd name="T10" fmla="*/ 621 w 679"/>
                <a:gd name="T11" fmla="*/ 534 h 715"/>
                <a:gd name="T12" fmla="*/ 653 w 679"/>
                <a:gd name="T13" fmla="*/ 489 h 715"/>
                <a:gd name="T14" fmla="*/ 674 w 679"/>
                <a:gd name="T15" fmla="*/ 442 h 715"/>
                <a:gd name="T16" fmla="*/ 679 w 679"/>
                <a:gd name="T17" fmla="*/ 399 h 715"/>
                <a:gd name="T18" fmla="*/ 673 w 679"/>
                <a:gd name="T19" fmla="*/ 343 h 715"/>
                <a:gd name="T20" fmla="*/ 659 w 679"/>
                <a:gd name="T21" fmla="*/ 302 h 715"/>
                <a:gd name="T22" fmla="*/ 596 w 679"/>
                <a:gd name="T23" fmla="*/ 210 h 715"/>
                <a:gd name="T24" fmla="*/ 533 w 679"/>
                <a:gd name="T25" fmla="*/ 154 h 715"/>
                <a:gd name="T26" fmla="*/ 377 w 679"/>
                <a:gd name="T27" fmla="*/ 50 h 715"/>
                <a:gd name="T28" fmla="*/ 307 w 679"/>
                <a:gd name="T29" fmla="*/ 16 h 715"/>
                <a:gd name="T30" fmla="*/ 248 w 679"/>
                <a:gd name="T31" fmla="*/ 2 h 715"/>
                <a:gd name="T32" fmla="*/ 202 w 679"/>
                <a:gd name="T33" fmla="*/ 3 h 715"/>
                <a:gd name="T34" fmla="*/ 157 w 679"/>
                <a:gd name="T35" fmla="*/ 18 h 715"/>
                <a:gd name="T36" fmla="*/ 120 w 679"/>
                <a:gd name="T37" fmla="*/ 48 h 715"/>
                <a:gd name="T38" fmla="*/ 73 w 679"/>
                <a:gd name="T39" fmla="*/ 112 h 715"/>
                <a:gd name="T40" fmla="*/ 32 w 679"/>
                <a:gd name="T41" fmla="*/ 182 h 715"/>
                <a:gd name="T42" fmla="*/ 5 w 679"/>
                <a:gd name="T43" fmla="*/ 260 h 715"/>
                <a:gd name="T44" fmla="*/ 2 w 679"/>
                <a:gd name="T45" fmla="*/ 346 h 715"/>
                <a:gd name="T46" fmla="*/ 22 w 679"/>
                <a:gd name="T47" fmla="*/ 412 h 715"/>
                <a:gd name="T48" fmla="*/ 65 w 679"/>
                <a:gd name="T49" fmla="*/ 471 h 715"/>
                <a:gd name="T50" fmla="*/ 139 w 679"/>
                <a:gd name="T51" fmla="*/ 535 h 715"/>
                <a:gd name="T52" fmla="*/ 270 w 679"/>
                <a:gd name="T53" fmla="*/ 621 h 715"/>
                <a:gd name="T54" fmla="*/ 379 w 679"/>
                <a:gd name="T55" fmla="*/ 696 h 715"/>
                <a:gd name="T56" fmla="*/ 404 w 679"/>
                <a:gd name="T57" fmla="*/ 715 h 715"/>
                <a:gd name="T58" fmla="*/ 411 w 679"/>
                <a:gd name="T59" fmla="*/ 707 h 715"/>
                <a:gd name="T60" fmla="*/ 390 w 679"/>
                <a:gd name="T61" fmla="*/ 684 h 715"/>
                <a:gd name="T62" fmla="*/ 282 w 679"/>
                <a:gd name="T63" fmla="*/ 610 h 715"/>
                <a:gd name="T64" fmla="*/ 160 w 679"/>
                <a:gd name="T65" fmla="*/ 531 h 715"/>
                <a:gd name="T66" fmla="*/ 87 w 679"/>
                <a:gd name="T67" fmla="*/ 471 h 715"/>
                <a:gd name="T68" fmla="*/ 44 w 679"/>
                <a:gd name="T69" fmla="*/ 419 h 715"/>
                <a:gd name="T70" fmla="*/ 23 w 679"/>
                <a:gd name="T71" fmla="*/ 375 h 715"/>
                <a:gd name="T72" fmla="*/ 16 w 679"/>
                <a:gd name="T73" fmla="*/ 303 h 715"/>
                <a:gd name="T74" fmla="*/ 31 w 679"/>
                <a:gd name="T75" fmla="*/ 225 h 715"/>
                <a:gd name="T76" fmla="*/ 78 w 679"/>
                <a:gd name="T77" fmla="*/ 131 h 715"/>
                <a:gd name="T78" fmla="*/ 120 w 679"/>
                <a:gd name="T79" fmla="*/ 71 h 715"/>
                <a:gd name="T80" fmla="*/ 153 w 679"/>
                <a:gd name="T81" fmla="*/ 39 h 715"/>
                <a:gd name="T82" fmla="*/ 201 w 679"/>
                <a:gd name="T83" fmla="*/ 18 h 715"/>
                <a:gd name="T84" fmla="*/ 252 w 679"/>
                <a:gd name="T85" fmla="*/ 17 h 715"/>
                <a:gd name="T86" fmla="*/ 296 w 679"/>
                <a:gd name="T87" fmla="*/ 27 h 715"/>
                <a:gd name="T88" fmla="*/ 364 w 679"/>
                <a:gd name="T89" fmla="*/ 61 h 715"/>
                <a:gd name="T90" fmla="*/ 466 w 679"/>
                <a:gd name="T91" fmla="*/ 126 h 715"/>
                <a:gd name="T92" fmla="*/ 575 w 679"/>
                <a:gd name="T93" fmla="*/ 210 h 715"/>
                <a:gd name="T94" fmla="*/ 627 w 679"/>
                <a:gd name="T95" fmla="*/ 274 h 715"/>
                <a:gd name="T96" fmla="*/ 659 w 679"/>
                <a:gd name="T97" fmla="*/ 348 h 715"/>
                <a:gd name="T98" fmla="*/ 664 w 679"/>
                <a:gd name="T99" fmla="*/ 388 h 715"/>
                <a:gd name="T100" fmla="*/ 659 w 679"/>
                <a:gd name="T101" fmla="*/ 440 h 715"/>
                <a:gd name="T102" fmla="*/ 642 w 679"/>
                <a:gd name="T103" fmla="*/ 476 h 715"/>
                <a:gd name="T104" fmla="*/ 596 w 679"/>
                <a:gd name="T105" fmla="*/ 537 h 715"/>
                <a:gd name="T106" fmla="*/ 564 w 679"/>
                <a:gd name="T107" fmla="*/ 559 h 715"/>
                <a:gd name="T108" fmla="*/ 506 w 679"/>
                <a:gd name="T109" fmla="*/ 576 h 715"/>
                <a:gd name="T110" fmla="*/ 432 w 679"/>
                <a:gd name="T111" fmla="*/ 574 h 715"/>
                <a:gd name="T112" fmla="*/ 356 w 679"/>
                <a:gd name="T113" fmla="*/ 554 h 715"/>
                <a:gd name="T114" fmla="*/ 280 w 679"/>
                <a:gd name="T115" fmla="*/ 520 h 715"/>
                <a:gd name="T116" fmla="*/ 233 w 679"/>
                <a:gd name="T117" fmla="*/ 488 h 715"/>
                <a:gd name="T118" fmla="*/ 222 w 679"/>
                <a:gd name="T119" fmla="*/ 493 h 715"/>
                <a:gd name="T120" fmla="*/ 225 w 679"/>
                <a:gd name="T121" fmla="*/ 50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79" h="715">
                  <a:moveTo>
                    <a:pt x="225" y="500"/>
                  </a:moveTo>
                  <a:lnTo>
                    <a:pt x="225" y="500"/>
                  </a:lnTo>
                  <a:lnTo>
                    <a:pt x="248" y="517"/>
                  </a:lnTo>
                  <a:lnTo>
                    <a:pt x="272" y="532"/>
                  </a:lnTo>
                  <a:lnTo>
                    <a:pt x="298" y="546"/>
                  </a:lnTo>
                  <a:lnTo>
                    <a:pt x="323" y="558"/>
                  </a:lnTo>
                  <a:lnTo>
                    <a:pt x="323" y="558"/>
                  </a:lnTo>
                  <a:lnTo>
                    <a:pt x="350" y="568"/>
                  </a:lnTo>
                  <a:lnTo>
                    <a:pt x="377" y="577"/>
                  </a:lnTo>
                  <a:lnTo>
                    <a:pt x="404" y="585"/>
                  </a:lnTo>
                  <a:lnTo>
                    <a:pt x="432" y="590"/>
                  </a:lnTo>
                  <a:lnTo>
                    <a:pt x="432" y="590"/>
                  </a:lnTo>
                  <a:lnTo>
                    <a:pt x="457" y="592"/>
                  </a:lnTo>
                  <a:lnTo>
                    <a:pt x="483" y="592"/>
                  </a:lnTo>
                  <a:lnTo>
                    <a:pt x="510" y="591"/>
                  </a:lnTo>
                  <a:lnTo>
                    <a:pt x="535" y="586"/>
                  </a:lnTo>
                  <a:lnTo>
                    <a:pt x="547" y="582"/>
                  </a:lnTo>
                  <a:lnTo>
                    <a:pt x="559" y="578"/>
                  </a:lnTo>
                  <a:lnTo>
                    <a:pt x="571" y="573"/>
                  </a:lnTo>
                  <a:lnTo>
                    <a:pt x="582" y="567"/>
                  </a:lnTo>
                  <a:lnTo>
                    <a:pt x="593" y="560"/>
                  </a:lnTo>
                  <a:lnTo>
                    <a:pt x="603" y="553"/>
                  </a:lnTo>
                  <a:lnTo>
                    <a:pt x="613" y="544"/>
                  </a:lnTo>
                  <a:lnTo>
                    <a:pt x="621" y="534"/>
                  </a:lnTo>
                  <a:lnTo>
                    <a:pt x="621" y="534"/>
                  </a:lnTo>
                  <a:lnTo>
                    <a:pt x="637" y="512"/>
                  </a:lnTo>
                  <a:lnTo>
                    <a:pt x="653" y="489"/>
                  </a:lnTo>
                  <a:lnTo>
                    <a:pt x="653" y="489"/>
                  </a:lnTo>
                  <a:lnTo>
                    <a:pt x="660" y="477"/>
                  </a:lnTo>
                  <a:lnTo>
                    <a:pt x="665" y="466"/>
                  </a:lnTo>
                  <a:lnTo>
                    <a:pt x="670" y="454"/>
                  </a:lnTo>
                  <a:lnTo>
                    <a:pt x="674" y="442"/>
                  </a:lnTo>
                  <a:lnTo>
                    <a:pt x="674" y="442"/>
                  </a:lnTo>
                  <a:lnTo>
                    <a:pt x="677" y="427"/>
                  </a:lnTo>
                  <a:lnTo>
                    <a:pt x="678" y="413"/>
                  </a:lnTo>
                  <a:lnTo>
                    <a:pt x="679" y="399"/>
                  </a:lnTo>
                  <a:lnTo>
                    <a:pt x="679" y="385"/>
                  </a:lnTo>
                  <a:lnTo>
                    <a:pt x="678" y="371"/>
                  </a:lnTo>
                  <a:lnTo>
                    <a:pt x="675" y="357"/>
                  </a:lnTo>
                  <a:lnTo>
                    <a:pt x="673" y="343"/>
                  </a:lnTo>
                  <a:lnTo>
                    <a:pt x="669" y="329"/>
                  </a:lnTo>
                  <a:lnTo>
                    <a:pt x="669" y="329"/>
                  </a:lnTo>
                  <a:lnTo>
                    <a:pt x="664" y="316"/>
                  </a:lnTo>
                  <a:lnTo>
                    <a:pt x="659" y="302"/>
                  </a:lnTo>
                  <a:lnTo>
                    <a:pt x="646" y="278"/>
                  </a:lnTo>
                  <a:lnTo>
                    <a:pt x="632" y="254"/>
                  </a:lnTo>
                  <a:lnTo>
                    <a:pt x="614" y="232"/>
                  </a:lnTo>
                  <a:lnTo>
                    <a:pt x="596" y="210"/>
                  </a:lnTo>
                  <a:lnTo>
                    <a:pt x="576" y="191"/>
                  </a:lnTo>
                  <a:lnTo>
                    <a:pt x="554" y="172"/>
                  </a:lnTo>
                  <a:lnTo>
                    <a:pt x="533" y="154"/>
                  </a:lnTo>
                  <a:lnTo>
                    <a:pt x="533" y="154"/>
                  </a:lnTo>
                  <a:lnTo>
                    <a:pt x="481" y="117"/>
                  </a:lnTo>
                  <a:lnTo>
                    <a:pt x="430" y="82"/>
                  </a:lnTo>
                  <a:lnTo>
                    <a:pt x="404" y="66"/>
                  </a:lnTo>
                  <a:lnTo>
                    <a:pt x="377" y="50"/>
                  </a:lnTo>
                  <a:lnTo>
                    <a:pt x="349" y="35"/>
                  </a:lnTo>
                  <a:lnTo>
                    <a:pt x="321" y="21"/>
                  </a:lnTo>
                  <a:lnTo>
                    <a:pt x="321" y="21"/>
                  </a:lnTo>
                  <a:lnTo>
                    <a:pt x="307" y="16"/>
                  </a:lnTo>
                  <a:lnTo>
                    <a:pt x="293" y="11"/>
                  </a:lnTo>
                  <a:lnTo>
                    <a:pt x="277" y="7"/>
                  </a:lnTo>
                  <a:lnTo>
                    <a:pt x="263" y="3"/>
                  </a:lnTo>
                  <a:lnTo>
                    <a:pt x="248" y="2"/>
                  </a:lnTo>
                  <a:lnTo>
                    <a:pt x="233" y="0"/>
                  </a:lnTo>
                  <a:lnTo>
                    <a:pt x="217" y="0"/>
                  </a:lnTo>
                  <a:lnTo>
                    <a:pt x="202" y="3"/>
                  </a:lnTo>
                  <a:lnTo>
                    <a:pt x="202" y="3"/>
                  </a:lnTo>
                  <a:lnTo>
                    <a:pt x="190" y="6"/>
                  </a:lnTo>
                  <a:lnTo>
                    <a:pt x="179" y="8"/>
                  </a:lnTo>
                  <a:lnTo>
                    <a:pt x="167" y="13"/>
                  </a:lnTo>
                  <a:lnTo>
                    <a:pt x="157" y="18"/>
                  </a:lnTo>
                  <a:lnTo>
                    <a:pt x="147" y="25"/>
                  </a:lnTo>
                  <a:lnTo>
                    <a:pt x="138" y="31"/>
                  </a:lnTo>
                  <a:lnTo>
                    <a:pt x="129" y="40"/>
                  </a:lnTo>
                  <a:lnTo>
                    <a:pt x="120" y="48"/>
                  </a:lnTo>
                  <a:lnTo>
                    <a:pt x="120" y="48"/>
                  </a:lnTo>
                  <a:lnTo>
                    <a:pt x="104" y="68"/>
                  </a:lnTo>
                  <a:lnTo>
                    <a:pt x="87" y="90"/>
                  </a:lnTo>
                  <a:lnTo>
                    <a:pt x="73" y="112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45" y="158"/>
                  </a:lnTo>
                  <a:lnTo>
                    <a:pt x="32" y="182"/>
                  </a:lnTo>
                  <a:lnTo>
                    <a:pt x="21" y="208"/>
                  </a:lnTo>
                  <a:lnTo>
                    <a:pt x="12" y="233"/>
                  </a:lnTo>
                  <a:lnTo>
                    <a:pt x="12" y="233"/>
                  </a:lnTo>
                  <a:lnTo>
                    <a:pt x="5" y="260"/>
                  </a:lnTo>
                  <a:lnTo>
                    <a:pt x="2" y="288"/>
                  </a:lnTo>
                  <a:lnTo>
                    <a:pt x="0" y="31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3" y="357"/>
                  </a:lnTo>
                  <a:lnTo>
                    <a:pt x="5" y="369"/>
                  </a:lnTo>
                  <a:lnTo>
                    <a:pt x="12" y="390"/>
                  </a:lnTo>
                  <a:lnTo>
                    <a:pt x="22" y="412"/>
                  </a:lnTo>
                  <a:lnTo>
                    <a:pt x="35" y="433"/>
                  </a:lnTo>
                  <a:lnTo>
                    <a:pt x="35" y="433"/>
                  </a:lnTo>
                  <a:lnTo>
                    <a:pt x="49" y="452"/>
                  </a:lnTo>
                  <a:lnTo>
                    <a:pt x="65" y="471"/>
                  </a:lnTo>
                  <a:lnTo>
                    <a:pt x="82" y="488"/>
                  </a:lnTo>
                  <a:lnTo>
                    <a:pt x="100" y="504"/>
                  </a:lnTo>
                  <a:lnTo>
                    <a:pt x="119" y="520"/>
                  </a:lnTo>
                  <a:lnTo>
                    <a:pt x="139" y="535"/>
                  </a:lnTo>
                  <a:lnTo>
                    <a:pt x="179" y="562"/>
                  </a:lnTo>
                  <a:lnTo>
                    <a:pt x="179" y="562"/>
                  </a:lnTo>
                  <a:lnTo>
                    <a:pt x="225" y="591"/>
                  </a:lnTo>
                  <a:lnTo>
                    <a:pt x="270" y="621"/>
                  </a:lnTo>
                  <a:lnTo>
                    <a:pt x="316" y="650"/>
                  </a:lnTo>
                  <a:lnTo>
                    <a:pt x="359" y="681"/>
                  </a:lnTo>
                  <a:lnTo>
                    <a:pt x="359" y="681"/>
                  </a:lnTo>
                  <a:lnTo>
                    <a:pt x="379" y="696"/>
                  </a:lnTo>
                  <a:lnTo>
                    <a:pt x="399" y="713"/>
                  </a:lnTo>
                  <a:lnTo>
                    <a:pt x="399" y="713"/>
                  </a:lnTo>
                  <a:lnTo>
                    <a:pt x="401" y="714"/>
                  </a:lnTo>
                  <a:lnTo>
                    <a:pt x="404" y="715"/>
                  </a:lnTo>
                  <a:lnTo>
                    <a:pt x="406" y="714"/>
                  </a:lnTo>
                  <a:lnTo>
                    <a:pt x="409" y="713"/>
                  </a:lnTo>
                  <a:lnTo>
                    <a:pt x="410" y="710"/>
                  </a:lnTo>
                  <a:lnTo>
                    <a:pt x="411" y="707"/>
                  </a:lnTo>
                  <a:lnTo>
                    <a:pt x="411" y="705"/>
                  </a:lnTo>
                  <a:lnTo>
                    <a:pt x="409" y="701"/>
                  </a:lnTo>
                  <a:lnTo>
                    <a:pt x="409" y="701"/>
                  </a:lnTo>
                  <a:lnTo>
                    <a:pt x="390" y="684"/>
                  </a:lnTo>
                  <a:lnTo>
                    <a:pt x="369" y="668"/>
                  </a:lnTo>
                  <a:lnTo>
                    <a:pt x="347" y="652"/>
                  </a:lnTo>
                  <a:lnTo>
                    <a:pt x="326" y="638"/>
                  </a:lnTo>
                  <a:lnTo>
                    <a:pt x="282" y="610"/>
                  </a:lnTo>
                  <a:lnTo>
                    <a:pt x="238" y="582"/>
                  </a:lnTo>
                  <a:lnTo>
                    <a:pt x="238" y="582"/>
                  </a:lnTo>
                  <a:lnTo>
                    <a:pt x="198" y="557"/>
                  </a:lnTo>
                  <a:lnTo>
                    <a:pt x="160" y="531"/>
                  </a:lnTo>
                  <a:lnTo>
                    <a:pt x="141" y="517"/>
                  </a:lnTo>
                  <a:lnTo>
                    <a:pt x="122" y="502"/>
                  </a:lnTo>
                  <a:lnTo>
                    <a:pt x="104" y="488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70" y="454"/>
                  </a:lnTo>
                  <a:lnTo>
                    <a:pt x="56" y="436"/>
                  </a:lnTo>
                  <a:lnTo>
                    <a:pt x="44" y="419"/>
                  </a:lnTo>
                  <a:lnTo>
                    <a:pt x="32" y="398"/>
                  </a:lnTo>
                  <a:lnTo>
                    <a:pt x="32" y="398"/>
                  </a:lnTo>
                  <a:lnTo>
                    <a:pt x="27" y="387"/>
                  </a:lnTo>
                  <a:lnTo>
                    <a:pt x="23" y="375"/>
                  </a:lnTo>
                  <a:lnTo>
                    <a:pt x="21" y="364"/>
                  </a:lnTo>
                  <a:lnTo>
                    <a:pt x="18" y="352"/>
                  </a:lnTo>
                  <a:lnTo>
                    <a:pt x="16" y="328"/>
                  </a:lnTo>
                  <a:lnTo>
                    <a:pt x="16" y="303"/>
                  </a:lnTo>
                  <a:lnTo>
                    <a:pt x="16" y="303"/>
                  </a:lnTo>
                  <a:lnTo>
                    <a:pt x="18" y="277"/>
                  </a:lnTo>
                  <a:lnTo>
                    <a:pt x="23" y="250"/>
                  </a:lnTo>
                  <a:lnTo>
                    <a:pt x="31" y="225"/>
                  </a:lnTo>
                  <a:lnTo>
                    <a:pt x="41" y="200"/>
                  </a:lnTo>
                  <a:lnTo>
                    <a:pt x="53" y="177"/>
                  </a:lnTo>
                  <a:lnTo>
                    <a:pt x="65" y="153"/>
                  </a:lnTo>
                  <a:lnTo>
                    <a:pt x="78" y="131"/>
                  </a:lnTo>
                  <a:lnTo>
                    <a:pt x="93" y="108"/>
                  </a:lnTo>
                  <a:lnTo>
                    <a:pt x="93" y="108"/>
                  </a:lnTo>
                  <a:lnTo>
                    <a:pt x="106" y="90"/>
                  </a:lnTo>
                  <a:lnTo>
                    <a:pt x="120" y="71"/>
                  </a:lnTo>
                  <a:lnTo>
                    <a:pt x="137" y="53"/>
                  </a:lnTo>
                  <a:lnTo>
                    <a:pt x="145" y="45"/>
                  </a:lnTo>
                  <a:lnTo>
                    <a:pt x="153" y="39"/>
                  </a:lnTo>
                  <a:lnTo>
                    <a:pt x="153" y="39"/>
                  </a:lnTo>
                  <a:lnTo>
                    <a:pt x="165" y="31"/>
                  </a:lnTo>
                  <a:lnTo>
                    <a:pt x="176" y="26"/>
                  </a:lnTo>
                  <a:lnTo>
                    <a:pt x="189" y="21"/>
                  </a:lnTo>
                  <a:lnTo>
                    <a:pt x="201" y="18"/>
                  </a:lnTo>
                  <a:lnTo>
                    <a:pt x="213" y="17"/>
                  </a:lnTo>
                  <a:lnTo>
                    <a:pt x="226" y="16"/>
                  </a:lnTo>
                  <a:lnTo>
                    <a:pt x="239" y="16"/>
                  </a:lnTo>
                  <a:lnTo>
                    <a:pt x="252" y="17"/>
                  </a:lnTo>
                  <a:lnTo>
                    <a:pt x="252" y="17"/>
                  </a:lnTo>
                  <a:lnTo>
                    <a:pt x="267" y="20"/>
                  </a:lnTo>
                  <a:lnTo>
                    <a:pt x="282" y="24"/>
                  </a:lnTo>
                  <a:lnTo>
                    <a:pt x="296" y="27"/>
                  </a:lnTo>
                  <a:lnTo>
                    <a:pt x="310" y="34"/>
                  </a:lnTo>
                  <a:lnTo>
                    <a:pt x="337" y="47"/>
                  </a:lnTo>
                  <a:lnTo>
                    <a:pt x="364" y="61"/>
                  </a:lnTo>
                  <a:lnTo>
                    <a:pt x="364" y="61"/>
                  </a:lnTo>
                  <a:lnTo>
                    <a:pt x="390" y="76"/>
                  </a:lnTo>
                  <a:lnTo>
                    <a:pt x="415" y="91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511" y="158"/>
                  </a:lnTo>
                  <a:lnTo>
                    <a:pt x="533" y="174"/>
                  </a:lnTo>
                  <a:lnTo>
                    <a:pt x="554" y="191"/>
                  </a:lnTo>
                  <a:lnTo>
                    <a:pt x="575" y="210"/>
                  </a:lnTo>
                  <a:lnTo>
                    <a:pt x="594" y="231"/>
                  </a:lnTo>
                  <a:lnTo>
                    <a:pt x="610" y="251"/>
                  </a:lnTo>
                  <a:lnTo>
                    <a:pt x="627" y="274"/>
                  </a:lnTo>
                  <a:lnTo>
                    <a:pt x="627" y="274"/>
                  </a:lnTo>
                  <a:lnTo>
                    <a:pt x="640" y="297"/>
                  </a:lnTo>
                  <a:lnTo>
                    <a:pt x="650" y="323"/>
                  </a:lnTo>
                  <a:lnTo>
                    <a:pt x="655" y="335"/>
                  </a:lnTo>
                  <a:lnTo>
                    <a:pt x="659" y="348"/>
                  </a:lnTo>
                  <a:lnTo>
                    <a:pt x="661" y="361"/>
                  </a:lnTo>
                  <a:lnTo>
                    <a:pt x="663" y="375"/>
                  </a:lnTo>
                  <a:lnTo>
                    <a:pt x="663" y="375"/>
                  </a:lnTo>
                  <a:lnTo>
                    <a:pt x="664" y="388"/>
                  </a:lnTo>
                  <a:lnTo>
                    <a:pt x="664" y="401"/>
                  </a:lnTo>
                  <a:lnTo>
                    <a:pt x="663" y="413"/>
                  </a:lnTo>
                  <a:lnTo>
                    <a:pt x="661" y="427"/>
                  </a:lnTo>
                  <a:lnTo>
                    <a:pt x="659" y="440"/>
                  </a:lnTo>
                  <a:lnTo>
                    <a:pt x="655" y="452"/>
                  </a:lnTo>
                  <a:lnTo>
                    <a:pt x="650" y="465"/>
                  </a:lnTo>
                  <a:lnTo>
                    <a:pt x="642" y="476"/>
                  </a:lnTo>
                  <a:lnTo>
                    <a:pt x="642" y="476"/>
                  </a:lnTo>
                  <a:lnTo>
                    <a:pt x="628" y="498"/>
                  </a:lnTo>
                  <a:lnTo>
                    <a:pt x="613" y="520"/>
                  </a:lnTo>
                  <a:lnTo>
                    <a:pt x="605" y="528"/>
                  </a:lnTo>
                  <a:lnTo>
                    <a:pt x="596" y="537"/>
                  </a:lnTo>
                  <a:lnTo>
                    <a:pt x="586" y="546"/>
                  </a:lnTo>
                  <a:lnTo>
                    <a:pt x="575" y="554"/>
                  </a:lnTo>
                  <a:lnTo>
                    <a:pt x="575" y="554"/>
                  </a:lnTo>
                  <a:lnTo>
                    <a:pt x="564" y="559"/>
                  </a:lnTo>
                  <a:lnTo>
                    <a:pt x="553" y="564"/>
                  </a:lnTo>
                  <a:lnTo>
                    <a:pt x="541" y="568"/>
                  </a:lnTo>
                  <a:lnTo>
                    <a:pt x="530" y="571"/>
                  </a:lnTo>
                  <a:lnTo>
                    <a:pt x="506" y="576"/>
                  </a:lnTo>
                  <a:lnTo>
                    <a:pt x="481" y="577"/>
                  </a:lnTo>
                  <a:lnTo>
                    <a:pt x="481" y="577"/>
                  </a:lnTo>
                  <a:lnTo>
                    <a:pt x="457" y="577"/>
                  </a:lnTo>
                  <a:lnTo>
                    <a:pt x="432" y="574"/>
                  </a:lnTo>
                  <a:lnTo>
                    <a:pt x="407" y="569"/>
                  </a:lnTo>
                  <a:lnTo>
                    <a:pt x="383" y="563"/>
                  </a:lnTo>
                  <a:lnTo>
                    <a:pt x="383" y="563"/>
                  </a:lnTo>
                  <a:lnTo>
                    <a:pt x="356" y="554"/>
                  </a:lnTo>
                  <a:lnTo>
                    <a:pt x="330" y="544"/>
                  </a:lnTo>
                  <a:lnTo>
                    <a:pt x="304" y="532"/>
                  </a:lnTo>
                  <a:lnTo>
                    <a:pt x="280" y="520"/>
                  </a:lnTo>
                  <a:lnTo>
                    <a:pt x="280" y="520"/>
                  </a:lnTo>
                  <a:lnTo>
                    <a:pt x="257" y="505"/>
                  </a:lnTo>
                  <a:lnTo>
                    <a:pt x="235" y="489"/>
                  </a:lnTo>
                  <a:lnTo>
                    <a:pt x="235" y="489"/>
                  </a:lnTo>
                  <a:lnTo>
                    <a:pt x="233" y="488"/>
                  </a:lnTo>
                  <a:lnTo>
                    <a:pt x="229" y="488"/>
                  </a:lnTo>
                  <a:lnTo>
                    <a:pt x="226" y="489"/>
                  </a:lnTo>
                  <a:lnTo>
                    <a:pt x="224" y="490"/>
                  </a:lnTo>
                  <a:lnTo>
                    <a:pt x="222" y="493"/>
                  </a:lnTo>
                  <a:lnTo>
                    <a:pt x="222" y="495"/>
                  </a:lnTo>
                  <a:lnTo>
                    <a:pt x="222" y="498"/>
                  </a:lnTo>
                  <a:lnTo>
                    <a:pt x="225" y="500"/>
                  </a:lnTo>
                  <a:lnTo>
                    <a:pt x="225" y="5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8" name="Freeform 137">
              <a:extLst>
                <a:ext uri="{FF2B5EF4-FFF2-40B4-BE49-F238E27FC236}">
                  <a16:creationId xmlns:a16="http://schemas.microsoft.com/office/drawing/2014/main" id="{C9B8683C-A8B2-5A2B-A084-68357452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815"/>
              <a:ext cx="42" cy="70"/>
            </a:xfrm>
            <a:custGeom>
              <a:avLst/>
              <a:gdLst>
                <a:gd name="T0" fmla="*/ 115 w 126"/>
                <a:gd name="T1" fmla="*/ 1 h 208"/>
                <a:gd name="T2" fmla="*/ 115 w 126"/>
                <a:gd name="T3" fmla="*/ 1 h 208"/>
                <a:gd name="T4" fmla="*/ 89 w 126"/>
                <a:gd name="T5" fmla="*/ 15 h 208"/>
                <a:gd name="T6" fmla="*/ 65 w 126"/>
                <a:gd name="T7" fmla="*/ 30 h 208"/>
                <a:gd name="T8" fmla="*/ 53 w 126"/>
                <a:gd name="T9" fmla="*/ 39 h 208"/>
                <a:gd name="T10" fmla="*/ 42 w 126"/>
                <a:gd name="T11" fmla="*/ 48 h 208"/>
                <a:gd name="T12" fmla="*/ 32 w 126"/>
                <a:gd name="T13" fmla="*/ 59 h 208"/>
                <a:gd name="T14" fmla="*/ 23 w 126"/>
                <a:gd name="T15" fmla="*/ 69 h 208"/>
                <a:gd name="T16" fmla="*/ 23 w 126"/>
                <a:gd name="T17" fmla="*/ 69 h 208"/>
                <a:gd name="T18" fmla="*/ 14 w 126"/>
                <a:gd name="T19" fmla="*/ 84 h 208"/>
                <a:gd name="T20" fmla="*/ 7 w 126"/>
                <a:gd name="T21" fmla="*/ 100 h 208"/>
                <a:gd name="T22" fmla="*/ 4 w 126"/>
                <a:gd name="T23" fmla="*/ 116 h 208"/>
                <a:gd name="T24" fmla="*/ 1 w 126"/>
                <a:gd name="T25" fmla="*/ 133 h 208"/>
                <a:gd name="T26" fmla="*/ 0 w 126"/>
                <a:gd name="T27" fmla="*/ 149 h 208"/>
                <a:gd name="T28" fmla="*/ 0 w 126"/>
                <a:gd name="T29" fmla="*/ 167 h 208"/>
                <a:gd name="T30" fmla="*/ 1 w 126"/>
                <a:gd name="T31" fmla="*/ 184 h 208"/>
                <a:gd name="T32" fmla="*/ 2 w 126"/>
                <a:gd name="T33" fmla="*/ 201 h 208"/>
                <a:gd name="T34" fmla="*/ 2 w 126"/>
                <a:gd name="T35" fmla="*/ 201 h 208"/>
                <a:gd name="T36" fmla="*/ 4 w 126"/>
                <a:gd name="T37" fmla="*/ 204 h 208"/>
                <a:gd name="T38" fmla="*/ 6 w 126"/>
                <a:gd name="T39" fmla="*/ 206 h 208"/>
                <a:gd name="T40" fmla="*/ 9 w 126"/>
                <a:gd name="T41" fmla="*/ 207 h 208"/>
                <a:gd name="T42" fmla="*/ 11 w 126"/>
                <a:gd name="T43" fmla="*/ 208 h 208"/>
                <a:gd name="T44" fmla="*/ 14 w 126"/>
                <a:gd name="T45" fmla="*/ 207 h 208"/>
                <a:gd name="T46" fmla="*/ 16 w 126"/>
                <a:gd name="T47" fmla="*/ 206 h 208"/>
                <a:gd name="T48" fmla="*/ 18 w 126"/>
                <a:gd name="T49" fmla="*/ 204 h 208"/>
                <a:gd name="T50" fmla="*/ 18 w 126"/>
                <a:gd name="T51" fmla="*/ 201 h 208"/>
                <a:gd name="T52" fmla="*/ 18 w 126"/>
                <a:gd name="T53" fmla="*/ 201 h 208"/>
                <a:gd name="T54" fmla="*/ 15 w 126"/>
                <a:gd name="T55" fmla="*/ 169 h 208"/>
                <a:gd name="T56" fmla="*/ 15 w 126"/>
                <a:gd name="T57" fmla="*/ 153 h 208"/>
                <a:gd name="T58" fmla="*/ 15 w 126"/>
                <a:gd name="T59" fmla="*/ 137 h 208"/>
                <a:gd name="T60" fmla="*/ 18 w 126"/>
                <a:gd name="T61" fmla="*/ 121 h 208"/>
                <a:gd name="T62" fmla="*/ 22 w 126"/>
                <a:gd name="T63" fmla="*/ 106 h 208"/>
                <a:gd name="T64" fmla="*/ 28 w 126"/>
                <a:gd name="T65" fmla="*/ 91 h 208"/>
                <a:gd name="T66" fmla="*/ 37 w 126"/>
                <a:gd name="T67" fmla="*/ 78 h 208"/>
                <a:gd name="T68" fmla="*/ 37 w 126"/>
                <a:gd name="T69" fmla="*/ 78 h 208"/>
                <a:gd name="T70" fmla="*/ 45 w 126"/>
                <a:gd name="T71" fmla="*/ 66 h 208"/>
                <a:gd name="T72" fmla="*/ 55 w 126"/>
                <a:gd name="T73" fmla="*/ 57 h 208"/>
                <a:gd name="T74" fmla="*/ 65 w 126"/>
                <a:gd name="T75" fmla="*/ 50 h 208"/>
                <a:gd name="T76" fmla="*/ 76 w 126"/>
                <a:gd name="T77" fmla="*/ 42 h 208"/>
                <a:gd name="T78" fmla="*/ 99 w 126"/>
                <a:gd name="T79" fmla="*/ 28 h 208"/>
                <a:gd name="T80" fmla="*/ 122 w 126"/>
                <a:gd name="T81" fmla="*/ 14 h 208"/>
                <a:gd name="T82" fmla="*/ 122 w 126"/>
                <a:gd name="T83" fmla="*/ 14 h 208"/>
                <a:gd name="T84" fmla="*/ 125 w 126"/>
                <a:gd name="T85" fmla="*/ 13 h 208"/>
                <a:gd name="T86" fmla="*/ 126 w 126"/>
                <a:gd name="T87" fmla="*/ 10 h 208"/>
                <a:gd name="T88" fmla="*/ 126 w 126"/>
                <a:gd name="T89" fmla="*/ 6 h 208"/>
                <a:gd name="T90" fmla="*/ 125 w 126"/>
                <a:gd name="T91" fmla="*/ 4 h 208"/>
                <a:gd name="T92" fmla="*/ 122 w 126"/>
                <a:gd name="T93" fmla="*/ 2 h 208"/>
                <a:gd name="T94" fmla="*/ 120 w 126"/>
                <a:gd name="T95" fmla="*/ 1 h 208"/>
                <a:gd name="T96" fmla="*/ 117 w 126"/>
                <a:gd name="T97" fmla="*/ 0 h 208"/>
                <a:gd name="T98" fmla="*/ 115 w 126"/>
                <a:gd name="T99" fmla="*/ 1 h 208"/>
                <a:gd name="T100" fmla="*/ 115 w 126"/>
                <a:gd name="T101" fmla="*/ 1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6" h="208">
                  <a:moveTo>
                    <a:pt x="115" y="1"/>
                  </a:moveTo>
                  <a:lnTo>
                    <a:pt x="115" y="1"/>
                  </a:lnTo>
                  <a:lnTo>
                    <a:pt x="89" y="15"/>
                  </a:lnTo>
                  <a:lnTo>
                    <a:pt x="65" y="30"/>
                  </a:lnTo>
                  <a:lnTo>
                    <a:pt x="53" y="39"/>
                  </a:lnTo>
                  <a:lnTo>
                    <a:pt x="42" y="48"/>
                  </a:lnTo>
                  <a:lnTo>
                    <a:pt x="32" y="59"/>
                  </a:lnTo>
                  <a:lnTo>
                    <a:pt x="23" y="69"/>
                  </a:lnTo>
                  <a:lnTo>
                    <a:pt x="23" y="69"/>
                  </a:lnTo>
                  <a:lnTo>
                    <a:pt x="14" y="84"/>
                  </a:lnTo>
                  <a:lnTo>
                    <a:pt x="7" y="100"/>
                  </a:lnTo>
                  <a:lnTo>
                    <a:pt x="4" y="116"/>
                  </a:lnTo>
                  <a:lnTo>
                    <a:pt x="1" y="133"/>
                  </a:lnTo>
                  <a:lnTo>
                    <a:pt x="0" y="149"/>
                  </a:lnTo>
                  <a:lnTo>
                    <a:pt x="0" y="167"/>
                  </a:lnTo>
                  <a:lnTo>
                    <a:pt x="1" y="184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4" y="204"/>
                  </a:lnTo>
                  <a:lnTo>
                    <a:pt x="6" y="206"/>
                  </a:lnTo>
                  <a:lnTo>
                    <a:pt x="9" y="207"/>
                  </a:lnTo>
                  <a:lnTo>
                    <a:pt x="11" y="208"/>
                  </a:lnTo>
                  <a:lnTo>
                    <a:pt x="14" y="207"/>
                  </a:lnTo>
                  <a:lnTo>
                    <a:pt x="16" y="206"/>
                  </a:lnTo>
                  <a:lnTo>
                    <a:pt x="18" y="204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5" y="169"/>
                  </a:lnTo>
                  <a:lnTo>
                    <a:pt x="15" y="153"/>
                  </a:lnTo>
                  <a:lnTo>
                    <a:pt x="15" y="137"/>
                  </a:lnTo>
                  <a:lnTo>
                    <a:pt x="18" y="121"/>
                  </a:lnTo>
                  <a:lnTo>
                    <a:pt x="22" y="106"/>
                  </a:lnTo>
                  <a:lnTo>
                    <a:pt x="28" y="91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45" y="66"/>
                  </a:lnTo>
                  <a:lnTo>
                    <a:pt x="55" y="57"/>
                  </a:lnTo>
                  <a:lnTo>
                    <a:pt x="65" y="50"/>
                  </a:lnTo>
                  <a:lnTo>
                    <a:pt x="76" y="42"/>
                  </a:lnTo>
                  <a:lnTo>
                    <a:pt x="99" y="28"/>
                  </a:lnTo>
                  <a:lnTo>
                    <a:pt x="122" y="14"/>
                  </a:lnTo>
                  <a:lnTo>
                    <a:pt x="122" y="14"/>
                  </a:lnTo>
                  <a:lnTo>
                    <a:pt x="125" y="13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5" y="4"/>
                  </a:lnTo>
                  <a:lnTo>
                    <a:pt x="122" y="2"/>
                  </a:lnTo>
                  <a:lnTo>
                    <a:pt x="120" y="1"/>
                  </a:lnTo>
                  <a:lnTo>
                    <a:pt x="117" y="0"/>
                  </a:lnTo>
                  <a:lnTo>
                    <a:pt x="115" y="1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69" name="Freeform 138">
              <a:extLst>
                <a:ext uri="{FF2B5EF4-FFF2-40B4-BE49-F238E27FC236}">
                  <a16:creationId xmlns:a16="http://schemas.microsoft.com/office/drawing/2014/main" id="{58E87235-26C9-1B18-2934-4D4B4DAB6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984"/>
              <a:ext cx="227" cy="196"/>
            </a:xfrm>
            <a:custGeom>
              <a:avLst/>
              <a:gdLst>
                <a:gd name="T0" fmla="*/ 314 w 680"/>
                <a:gd name="T1" fmla="*/ 457 h 588"/>
                <a:gd name="T2" fmla="*/ 443 w 680"/>
                <a:gd name="T3" fmla="*/ 473 h 588"/>
                <a:gd name="T4" fmla="*/ 545 w 680"/>
                <a:gd name="T5" fmla="*/ 454 h 588"/>
                <a:gd name="T6" fmla="*/ 624 w 680"/>
                <a:gd name="T7" fmla="*/ 413 h 588"/>
                <a:gd name="T8" fmla="*/ 656 w 680"/>
                <a:gd name="T9" fmla="*/ 379 h 588"/>
                <a:gd name="T10" fmla="*/ 677 w 680"/>
                <a:gd name="T11" fmla="*/ 324 h 588"/>
                <a:gd name="T12" fmla="*/ 678 w 680"/>
                <a:gd name="T13" fmla="*/ 228 h 588"/>
                <a:gd name="T14" fmla="*/ 656 w 680"/>
                <a:gd name="T15" fmla="*/ 163 h 588"/>
                <a:gd name="T16" fmla="*/ 626 w 680"/>
                <a:gd name="T17" fmla="*/ 127 h 588"/>
                <a:gd name="T18" fmla="*/ 566 w 680"/>
                <a:gd name="T19" fmla="*/ 96 h 588"/>
                <a:gd name="T20" fmla="*/ 486 w 680"/>
                <a:gd name="T21" fmla="*/ 83 h 588"/>
                <a:gd name="T22" fmla="*/ 374 w 680"/>
                <a:gd name="T23" fmla="*/ 54 h 588"/>
                <a:gd name="T24" fmla="*/ 271 w 680"/>
                <a:gd name="T25" fmla="*/ 12 h 588"/>
                <a:gd name="T26" fmla="*/ 204 w 680"/>
                <a:gd name="T27" fmla="*/ 0 h 588"/>
                <a:gd name="T28" fmla="*/ 138 w 680"/>
                <a:gd name="T29" fmla="*/ 13 h 588"/>
                <a:gd name="T30" fmla="*/ 72 w 680"/>
                <a:gd name="T31" fmla="*/ 63 h 588"/>
                <a:gd name="T32" fmla="*/ 22 w 680"/>
                <a:gd name="T33" fmla="*/ 127 h 588"/>
                <a:gd name="T34" fmla="*/ 3 w 680"/>
                <a:gd name="T35" fmla="*/ 178 h 588"/>
                <a:gd name="T36" fmla="*/ 5 w 680"/>
                <a:gd name="T37" fmla="*/ 250 h 588"/>
                <a:gd name="T38" fmla="*/ 38 w 680"/>
                <a:gd name="T39" fmla="*/ 342 h 588"/>
                <a:gd name="T40" fmla="*/ 88 w 680"/>
                <a:gd name="T41" fmla="*/ 429 h 588"/>
                <a:gd name="T42" fmla="*/ 172 w 680"/>
                <a:gd name="T43" fmla="*/ 519 h 588"/>
                <a:gd name="T44" fmla="*/ 264 w 680"/>
                <a:gd name="T45" fmla="*/ 567 h 588"/>
                <a:gd name="T46" fmla="*/ 370 w 680"/>
                <a:gd name="T47" fmla="*/ 582 h 588"/>
                <a:gd name="T48" fmla="*/ 424 w 680"/>
                <a:gd name="T49" fmla="*/ 587 h 588"/>
                <a:gd name="T50" fmla="*/ 425 w 680"/>
                <a:gd name="T51" fmla="*/ 574 h 588"/>
                <a:gd name="T52" fmla="*/ 324 w 680"/>
                <a:gd name="T53" fmla="*/ 562 h 588"/>
                <a:gd name="T54" fmla="*/ 227 w 680"/>
                <a:gd name="T55" fmla="*/ 535 h 588"/>
                <a:gd name="T56" fmla="*/ 149 w 680"/>
                <a:gd name="T57" fmla="*/ 478 h 588"/>
                <a:gd name="T58" fmla="*/ 89 w 680"/>
                <a:gd name="T59" fmla="*/ 403 h 588"/>
                <a:gd name="T60" fmla="*/ 36 w 680"/>
                <a:gd name="T61" fmla="*/ 298 h 588"/>
                <a:gd name="T62" fmla="*/ 15 w 680"/>
                <a:gd name="T63" fmla="*/ 209 h 588"/>
                <a:gd name="T64" fmla="*/ 22 w 680"/>
                <a:gd name="T65" fmla="*/ 164 h 588"/>
                <a:gd name="T66" fmla="*/ 45 w 680"/>
                <a:gd name="T67" fmla="*/ 118 h 588"/>
                <a:gd name="T68" fmla="*/ 121 w 680"/>
                <a:gd name="T69" fmla="*/ 43 h 588"/>
                <a:gd name="T70" fmla="*/ 179 w 680"/>
                <a:gd name="T71" fmla="*/ 17 h 588"/>
                <a:gd name="T72" fmla="*/ 231 w 680"/>
                <a:gd name="T73" fmla="*/ 18 h 588"/>
                <a:gd name="T74" fmla="*/ 319 w 680"/>
                <a:gd name="T75" fmla="*/ 46 h 588"/>
                <a:gd name="T76" fmla="*/ 421 w 680"/>
                <a:gd name="T77" fmla="*/ 85 h 588"/>
                <a:gd name="T78" fmla="*/ 527 w 680"/>
                <a:gd name="T79" fmla="*/ 105 h 588"/>
                <a:gd name="T80" fmla="*/ 583 w 680"/>
                <a:gd name="T81" fmla="*/ 119 h 588"/>
                <a:gd name="T82" fmla="*/ 619 w 680"/>
                <a:gd name="T83" fmla="*/ 142 h 588"/>
                <a:gd name="T84" fmla="*/ 651 w 680"/>
                <a:gd name="T85" fmla="*/ 183 h 588"/>
                <a:gd name="T86" fmla="*/ 664 w 680"/>
                <a:gd name="T87" fmla="*/ 250 h 588"/>
                <a:gd name="T88" fmla="*/ 656 w 680"/>
                <a:gd name="T89" fmla="*/ 339 h 588"/>
                <a:gd name="T90" fmla="*/ 636 w 680"/>
                <a:gd name="T91" fmla="*/ 380 h 588"/>
                <a:gd name="T92" fmla="*/ 583 w 680"/>
                <a:gd name="T93" fmla="*/ 421 h 588"/>
                <a:gd name="T94" fmla="*/ 490 w 680"/>
                <a:gd name="T95" fmla="*/ 453 h 588"/>
                <a:gd name="T96" fmla="*/ 389 w 680"/>
                <a:gd name="T97" fmla="*/ 457 h 588"/>
                <a:gd name="T98" fmla="*/ 292 w 680"/>
                <a:gd name="T99" fmla="*/ 432 h 588"/>
                <a:gd name="T100" fmla="*/ 244 w 680"/>
                <a:gd name="T101" fmla="*/ 411 h 588"/>
                <a:gd name="T102" fmla="*/ 239 w 680"/>
                <a:gd name="T103" fmla="*/ 423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80" h="588">
                  <a:moveTo>
                    <a:pt x="241" y="425"/>
                  </a:moveTo>
                  <a:lnTo>
                    <a:pt x="241" y="425"/>
                  </a:lnTo>
                  <a:lnTo>
                    <a:pt x="264" y="438"/>
                  </a:lnTo>
                  <a:lnTo>
                    <a:pt x="289" y="448"/>
                  </a:lnTo>
                  <a:lnTo>
                    <a:pt x="314" y="457"/>
                  </a:lnTo>
                  <a:lnTo>
                    <a:pt x="340" y="463"/>
                  </a:lnTo>
                  <a:lnTo>
                    <a:pt x="365" y="468"/>
                  </a:lnTo>
                  <a:lnTo>
                    <a:pt x="391" y="472"/>
                  </a:lnTo>
                  <a:lnTo>
                    <a:pt x="418" y="473"/>
                  </a:lnTo>
                  <a:lnTo>
                    <a:pt x="443" y="473"/>
                  </a:lnTo>
                  <a:lnTo>
                    <a:pt x="443" y="473"/>
                  </a:lnTo>
                  <a:lnTo>
                    <a:pt x="470" y="472"/>
                  </a:lnTo>
                  <a:lnTo>
                    <a:pt x="495" y="468"/>
                  </a:lnTo>
                  <a:lnTo>
                    <a:pt x="521" y="462"/>
                  </a:lnTo>
                  <a:lnTo>
                    <a:pt x="545" y="454"/>
                  </a:lnTo>
                  <a:lnTo>
                    <a:pt x="545" y="454"/>
                  </a:lnTo>
                  <a:lnTo>
                    <a:pt x="569" y="445"/>
                  </a:lnTo>
                  <a:lnTo>
                    <a:pt x="592" y="434"/>
                  </a:lnTo>
                  <a:lnTo>
                    <a:pt x="614" y="421"/>
                  </a:lnTo>
                  <a:lnTo>
                    <a:pt x="624" y="413"/>
                  </a:lnTo>
                  <a:lnTo>
                    <a:pt x="635" y="406"/>
                  </a:lnTo>
                  <a:lnTo>
                    <a:pt x="635" y="406"/>
                  </a:lnTo>
                  <a:lnTo>
                    <a:pt x="642" y="398"/>
                  </a:lnTo>
                  <a:lnTo>
                    <a:pt x="650" y="389"/>
                  </a:lnTo>
                  <a:lnTo>
                    <a:pt x="656" y="379"/>
                  </a:lnTo>
                  <a:lnTo>
                    <a:pt x="663" y="368"/>
                  </a:lnTo>
                  <a:lnTo>
                    <a:pt x="666" y="358"/>
                  </a:lnTo>
                  <a:lnTo>
                    <a:pt x="670" y="347"/>
                  </a:lnTo>
                  <a:lnTo>
                    <a:pt x="674" y="335"/>
                  </a:lnTo>
                  <a:lnTo>
                    <a:pt x="677" y="324"/>
                  </a:lnTo>
                  <a:lnTo>
                    <a:pt x="679" y="299"/>
                  </a:lnTo>
                  <a:lnTo>
                    <a:pt x="680" y="275"/>
                  </a:lnTo>
                  <a:lnTo>
                    <a:pt x="679" y="251"/>
                  </a:lnTo>
                  <a:lnTo>
                    <a:pt x="678" y="228"/>
                  </a:lnTo>
                  <a:lnTo>
                    <a:pt x="678" y="228"/>
                  </a:lnTo>
                  <a:lnTo>
                    <a:pt x="673" y="205"/>
                  </a:lnTo>
                  <a:lnTo>
                    <a:pt x="670" y="193"/>
                  </a:lnTo>
                  <a:lnTo>
                    <a:pt x="666" y="183"/>
                  </a:lnTo>
                  <a:lnTo>
                    <a:pt x="661" y="172"/>
                  </a:lnTo>
                  <a:lnTo>
                    <a:pt x="656" y="163"/>
                  </a:lnTo>
                  <a:lnTo>
                    <a:pt x="650" y="152"/>
                  </a:lnTo>
                  <a:lnTo>
                    <a:pt x="642" y="143"/>
                  </a:lnTo>
                  <a:lnTo>
                    <a:pt x="642" y="143"/>
                  </a:lnTo>
                  <a:lnTo>
                    <a:pt x="635" y="135"/>
                  </a:lnTo>
                  <a:lnTo>
                    <a:pt x="626" y="127"/>
                  </a:lnTo>
                  <a:lnTo>
                    <a:pt x="617" y="120"/>
                  </a:lnTo>
                  <a:lnTo>
                    <a:pt x="606" y="114"/>
                  </a:lnTo>
                  <a:lnTo>
                    <a:pt x="587" y="104"/>
                  </a:lnTo>
                  <a:lnTo>
                    <a:pt x="566" y="96"/>
                  </a:lnTo>
                  <a:lnTo>
                    <a:pt x="566" y="96"/>
                  </a:lnTo>
                  <a:lnTo>
                    <a:pt x="554" y="94"/>
                  </a:lnTo>
                  <a:lnTo>
                    <a:pt x="541" y="91"/>
                  </a:lnTo>
                  <a:lnTo>
                    <a:pt x="517" y="89"/>
                  </a:lnTo>
                  <a:lnTo>
                    <a:pt x="517" y="89"/>
                  </a:lnTo>
                  <a:lnTo>
                    <a:pt x="486" y="83"/>
                  </a:lnTo>
                  <a:lnTo>
                    <a:pt x="457" y="78"/>
                  </a:lnTo>
                  <a:lnTo>
                    <a:pt x="457" y="78"/>
                  </a:lnTo>
                  <a:lnTo>
                    <a:pt x="429" y="72"/>
                  </a:lnTo>
                  <a:lnTo>
                    <a:pt x="401" y="63"/>
                  </a:lnTo>
                  <a:lnTo>
                    <a:pt x="374" y="54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22" y="31"/>
                  </a:lnTo>
                  <a:lnTo>
                    <a:pt x="296" y="21"/>
                  </a:lnTo>
                  <a:lnTo>
                    <a:pt x="271" y="12"/>
                  </a:lnTo>
                  <a:lnTo>
                    <a:pt x="244" y="5"/>
                  </a:lnTo>
                  <a:lnTo>
                    <a:pt x="244" y="5"/>
                  </a:lnTo>
                  <a:lnTo>
                    <a:pt x="231" y="3"/>
                  </a:lnTo>
                  <a:lnTo>
                    <a:pt x="217" y="0"/>
                  </a:lnTo>
                  <a:lnTo>
                    <a:pt x="204" y="0"/>
                  </a:lnTo>
                  <a:lnTo>
                    <a:pt x="190" y="0"/>
                  </a:lnTo>
                  <a:lnTo>
                    <a:pt x="178" y="2"/>
                  </a:lnTo>
                  <a:lnTo>
                    <a:pt x="164" y="4"/>
                  </a:lnTo>
                  <a:lnTo>
                    <a:pt x="151" y="8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27" y="19"/>
                  </a:lnTo>
                  <a:lnTo>
                    <a:pt x="115" y="27"/>
                  </a:lnTo>
                  <a:lnTo>
                    <a:pt x="92" y="44"/>
                  </a:lnTo>
                  <a:lnTo>
                    <a:pt x="72" y="6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36" y="104"/>
                  </a:lnTo>
                  <a:lnTo>
                    <a:pt x="28" y="115"/>
                  </a:lnTo>
                  <a:lnTo>
                    <a:pt x="22" y="127"/>
                  </a:lnTo>
                  <a:lnTo>
                    <a:pt x="15" y="140"/>
                  </a:lnTo>
                  <a:lnTo>
                    <a:pt x="10" y="152"/>
                  </a:lnTo>
                  <a:lnTo>
                    <a:pt x="7" y="165"/>
                  </a:lnTo>
                  <a:lnTo>
                    <a:pt x="3" y="178"/>
                  </a:lnTo>
                  <a:lnTo>
                    <a:pt x="3" y="178"/>
                  </a:lnTo>
                  <a:lnTo>
                    <a:pt x="1" y="190"/>
                  </a:lnTo>
                  <a:lnTo>
                    <a:pt x="0" y="201"/>
                  </a:lnTo>
                  <a:lnTo>
                    <a:pt x="0" y="214"/>
                  </a:lnTo>
                  <a:lnTo>
                    <a:pt x="1" y="225"/>
                  </a:lnTo>
                  <a:lnTo>
                    <a:pt x="5" y="250"/>
                  </a:lnTo>
                  <a:lnTo>
                    <a:pt x="12" y="273"/>
                  </a:lnTo>
                  <a:lnTo>
                    <a:pt x="12" y="273"/>
                  </a:lnTo>
                  <a:lnTo>
                    <a:pt x="19" y="296"/>
                  </a:lnTo>
                  <a:lnTo>
                    <a:pt x="28" y="320"/>
                  </a:lnTo>
                  <a:lnTo>
                    <a:pt x="38" y="342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61" y="386"/>
                  </a:lnTo>
                  <a:lnTo>
                    <a:pt x="74" y="408"/>
                  </a:lnTo>
                  <a:lnTo>
                    <a:pt x="88" y="429"/>
                  </a:lnTo>
                  <a:lnTo>
                    <a:pt x="102" y="449"/>
                  </a:lnTo>
                  <a:lnTo>
                    <a:pt x="118" y="468"/>
                  </a:lnTo>
                  <a:lnTo>
                    <a:pt x="135" y="486"/>
                  </a:lnTo>
                  <a:lnTo>
                    <a:pt x="153" y="503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93" y="533"/>
                  </a:lnTo>
                  <a:lnTo>
                    <a:pt x="216" y="546"/>
                  </a:lnTo>
                  <a:lnTo>
                    <a:pt x="239" y="558"/>
                  </a:lnTo>
                  <a:lnTo>
                    <a:pt x="264" y="567"/>
                  </a:lnTo>
                  <a:lnTo>
                    <a:pt x="264" y="567"/>
                  </a:lnTo>
                  <a:lnTo>
                    <a:pt x="290" y="572"/>
                  </a:lnTo>
                  <a:lnTo>
                    <a:pt x="317" y="577"/>
                  </a:lnTo>
                  <a:lnTo>
                    <a:pt x="370" y="582"/>
                  </a:lnTo>
                  <a:lnTo>
                    <a:pt x="370" y="582"/>
                  </a:lnTo>
                  <a:lnTo>
                    <a:pt x="395" y="585"/>
                  </a:lnTo>
                  <a:lnTo>
                    <a:pt x="419" y="588"/>
                  </a:lnTo>
                  <a:lnTo>
                    <a:pt x="419" y="588"/>
                  </a:lnTo>
                  <a:lnTo>
                    <a:pt x="421" y="588"/>
                  </a:lnTo>
                  <a:lnTo>
                    <a:pt x="424" y="587"/>
                  </a:lnTo>
                  <a:lnTo>
                    <a:pt x="426" y="585"/>
                  </a:lnTo>
                  <a:lnTo>
                    <a:pt x="428" y="582"/>
                  </a:lnTo>
                  <a:lnTo>
                    <a:pt x="428" y="579"/>
                  </a:lnTo>
                  <a:lnTo>
                    <a:pt x="428" y="577"/>
                  </a:lnTo>
                  <a:lnTo>
                    <a:pt x="425" y="574"/>
                  </a:lnTo>
                  <a:lnTo>
                    <a:pt x="423" y="573"/>
                  </a:lnTo>
                  <a:lnTo>
                    <a:pt x="423" y="573"/>
                  </a:lnTo>
                  <a:lnTo>
                    <a:pt x="398" y="570"/>
                  </a:lnTo>
                  <a:lnTo>
                    <a:pt x="373" y="567"/>
                  </a:lnTo>
                  <a:lnTo>
                    <a:pt x="324" y="562"/>
                  </a:lnTo>
                  <a:lnTo>
                    <a:pt x="324" y="562"/>
                  </a:lnTo>
                  <a:lnTo>
                    <a:pt x="299" y="558"/>
                  </a:lnTo>
                  <a:lnTo>
                    <a:pt x="275" y="553"/>
                  </a:lnTo>
                  <a:lnTo>
                    <a:pt x="250" y="545"/>
                  </a:lnTo>
                  <a:lnTo>
                    <a:pt x="227" y="535"/>
                  </a:lnTo>
                  <a:lnTo>
                    <a:pt x="227" y="535"/>
                  </a:lnTo>
                  <a:lnTo>
                    <a:pt x="206" y="523"/>
                  </a:lnTo>
                  <a:lnTo>
                    <a:pt x="186" y="509"/>
                  </a:lnTo>
                  <a:lnTo>
                    <a:pt x="167" y="495"/>
                  </a:lnTo>
                  <a:lnTo>
                    <a:pt x="149" y="478"/>
                  </a:lnTo>
                  <a:lnTo>
                    <a:pt x="133" y="462"/>
                  </a:lnTo>
                  <a:lnTo>
                    <a:pt x="118" y="443"/>
                  </a:lnTo>
                  <a:lnTo>
                    <a:pt x="104" y="423"/>
                  </a:lnTo>
                  <a:lnTo>
                    <a:pt x="89" y="403"/>
                  </a:lnTo>
                  <a:lnTo>
                    <a:pt x="89" y="403"/>
                  </a:lnTo>
                  <a:lnTo>
                    <a:pt x="78" y="384"/>
                  </a:lnTo>
                  <a:lnTo>
                    <a:pt x="67" y="363"/>
                  </a:lnTo>
                  <a:lnTo>
                    <a:pt x="55" y="342"/>
                  </a:lnTo>
                  <a:lnTo>
                    <a:pt x="45" y="320"/>
                  </a:lnTo>
                  <a:lnTo>
                    <a:pt x="36" y="298"/>
                  </a:lnTo>
                  <a:lnTo>
                    <a:pt x="28" y="275"/>
                  </a:lnTo>
                  <a:lnTo>
                    <a:pt x="22" y="252"/>
                  </a:lnTo>
                  <a:lnTo>
                    <a:pt x="18" y="229"/>
                  </a:lnTo>
                  <a:lnTo>
                    <a:pt x="18" y="229"/>
                  </a:lnTo>
                  <a:lnTo>
                    <a:pt x="15" y="209"/>
                  </a:lnTo>
                  <a:lnTo>
                    <a:pt x="15" y="19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9" y="175"/>
                  </a:lnTo>
                  <a:lnTo>
                    <a:pt x="22" y="164"/>
                  </a:lnTo>
                  <a:lnTo>
                    <a:pt x="27" y="152"/>
                  </a:lnTo>
                  <a:lnTo>
                    <a:pt x="32" y="142"/>
                  </a:lnTo>
                  <a:lnTo>
                    <a:pt x="32" y="142"/>
                  </a:lnTo>
                  <a:lnTo>
                    <a:pt x="38" y="131"/>
                  </a:lnTo>
                  <a:lnTo>
                    <a:pt x="45" y="118"/>
                  </a:lnTo>
                  <a:lnTo>
                    <a:pt x="61" y="96"/>
                  </a:lnTo>
                  <a:lnTo>
                    <a:pt x="81" y="77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21" y="43"/>
                  </a:lnTo>
                  <a:lnTo>
                    <a:pt x="143" y="28"/>
                  </a:lnTo>
                  <a:lnTo>
                    <a:pt x="143" y="28"/>
                  </a:lnTo>
                  <a:lnTo>
                    <a:pt x="155" y="23"/>
                  </a:lnTo>
                  <a:lnTo>
                    <a:pt x="166" y="19"/>
                  </a:lnTo>
                  <a:lnTo>
                    <a:pt x="179" y="17"/>
                  </a:lnTo>
                  <a:lnTo>
                    <a:pt x="192" y="16"/>
                  </a:lnTo>
                  <a:lnTo>
                    <a:pt x="192" y="16"/>
                  </a:lnTo>
                  <a:lnTo>
                    <a:pt x="204" y="16"/>
                  </a:lnTo>
                  <a:lnTo>
                    <a:pt x="217" y="16"/>
                  </a:lnTo>
                  <a:lnTo>
                    <a:pt x="231" y="18"/>
                  </a:lnTo>
                  <a:lnTo>
                    <a:pt x="244" y="21"/>
                  </a:lnTo>
                  <a:lnTo>
                    <a:pt x="269" y="27"/>
                  </a:lnTo>
                  <a:lnTo>
                    <a:pt x="294" y="36"/>
                  </a:lnTo>
                  <a:lnTo>
                    <a:pt x="294" y="36"/>
                  </a:lnTo>
                  <a:lnTo>
                    <a:pt x="319" y="46"/>
                  </a:lnTo>
                  <a:lnTo>
                    <a:pt x="343" y="57"/>
                  </a:lnTo>
                  <a:lnTo>
                    <a:pt x="369" y="68"/>
                  </a:lnTo>
                  <a:lnTo>
                    <a:pt x="395" y="77"/>
                  </a:lnTo>
                  <a:lnTo>
                    <a:pt x="395" y="77"/>
                  </a:lnTo>
                  <a:lnTo>
                    <a:pt x="421" y="85"/>
                  </a:lnTo>
                  <a:lnTo>
                    <a:pt x="448" y="92"/>
                  </a:lnTo>
                  <a:lnTo>
                    <a:pt x="475" y="97"/>
                  </a:lnTo>
                  <a:lnTo>
                    <a:pt x="502" y="101"/>
                  </a:lnTo>
                  <a:lnTo>
                    <a:pt x="502" y="101"/>
                  </a:lnTo>
                  <a:lnTo>
                    <a:pt x="527" y="105"/>
                  </a:lnTo>
                  <a:lnTo>
                    <a:pt x="539" y="106"/>
                  </a:lnTo>
                  <a:lnTo>
                    <a:pt x="552" y="109"/>
                  </a:lnTo>
                  <a:lnTo>
                    <a:pt x="552" y="109"/>
                  </a:lnTo>
                  <a:lnTo>
                    <a:pt x="573" y="115"/>
                  </a:lnTo>
                  <a:lnTo>
                    <a:pt x="583" y="119"/>
                  </a:lnTo>
                  <a:lnTo>
                    <a:pt x="592" y="124"/>
                  </a:lnTo>
                  <a:lnTo>
                    <a:pt x="592" y="124"/>
                  </a:lnTo>
                  <a:lnTo>
                    <a:pt x="601" y="129"/>
                  </a:lnTo>
                  <a:lnTo>
                    <a:pt x="610" y="136"/>
                  </a:lnTo>
                  <a:lnTo>
                    <a:pt x="619" y="142"/>
                  </a:lnTo>
                  <a:lnTo>
                    <a:pt x="627" y="149"/>
                  </a:lnTo>
                  <a:lnTo>
                    <a:pt x="633" y="156"/>
                  </a:lnTo>
                  <a:lnTo>
                    <a:pt x="640" y="165"/>
                  </a:lnTo>
                  <a:lnTo>
                    <a:pt x="646" y="174"/>
                  </a:lnTo>
                  <a:lnTo>
                    <a:pt x="651" y="183"/>
                  </a:lnTo>
                  <a:lnTo>
                    <a:pt x="651" y="183"/>
                  </a:lnTo>
                  <a:lnTo>
                    <a:pt x="655" y="193"/>
                  </a:lnTo>
                  <a:lnTo>
                    <a:pt x="657" y="205"/>
                  </a:lnTo>
                  <a:lnTo>
                    <a:pt x="663" y="227"/>
                  </a:lnTo>
                  <a:lnTo>
                    <a:pt x="664" y="250"/>
                  </a:lnTo>
                  <a:lnTo>
                    <a:pt x="665" y="271"/>
                  </a:lnTo>
                  <a:lnTo>
                    <a:pt x="665" y="271"/>
                  </a:lnTo>
                  <a:lnTo>
                    <a:pt x="664" y="294"/>
                  </a:lnTo>
                  <a:lnTo>
                    <a:pt x="661" y="317"/>
                  </a:lnTo>
                  <a:lnTo>
                    <a:pt x="656" y="339"/>
                  </a:lnTo>
                  <a:lnTo>
                    <a:pt x="652" y="351"/>
                  </a:lnTo>
                  <a:lnTo>
                    <a:pt x="649" y="361"/>
                  </a:lnTo>
                  <a:lnTo>
                    <a:pt x="649" y="361"/>
                  </a:lnTo>
                  <a:lnTo>
                    <a:pt x="643" y="371"/>
                  </a:lnTo>
                  <a:lnTo>
                    <a:pt x="636" y="380"/>
                  </a:lnTo>
                  <a:lnTo>
                    <a:pt x="629" y="389"/>
                  </a:lnTo>
                  <a:lnTo>
                    <a:pt x="620" y="397"/>
                  </a:lnTo>
                  <a:lnTo>
                    <a:pt x="612" y="403"/>
                  </a:lnTo>
                  <a:lnTo>
                    <a:pt x="603" y="409"/>
                  </a:lnTo>
                  <a:lnTo>
                    <a:pt x="583" y="421"/>
                  </a:lnTo>
                  <a:lnTo>
                    <a:pt x="583" y="421"/>
                  </a:lnTo>
                  <a:lnTo>
                    <a:pt x="560" y="432"/>
                  </a:lnTo>
                  <a:lnTo>
                    <a:pt x="538" y="441"/>
                  </a:lnTo>
                  <a:lnTo>
                    <a:pt x="515" y="448"/>
                  </a:lnTo>
                  <a:lnTo>
                    <a:pt x="490" y="453"/>
                  </a:lnTo>
                  <a:lnTo>
                    <a:pt x="490" y="453"/>
                  </a:lnTo>
                  <a:lnTo>
                    <a:pt x="465" y="457"/>
                  </a:lnTo>
                  <a:lnTo>
                    <a:pt x="440" y="458"/>
                  </a:lnTo>
                  <a:lnTo>
                    <a:pt x="415" y="458"/>
                  </a:lnTo>
                  <a:lnTo>
                    <a:pt x="389" y="457"/>
                  </a:lnTo>
                  <a:lnTo>
                    <a:pt x="365" y="453"/>
                  </a:lnTo>
                  <a:lnTo>
                    <a:pt x="341" y="448"/>
                  </a:lnTo>
                  <a:lnTo>
                    <a:pt x="317" y="441"/>
                  </a:lnTo>
                  <a:lnTo>
                    <a:pt x="292" y="432"/>
                  </a:lnTo>
                  <a:lnTo>
                    <a:pt x="292" y="432"/>
                  </a:lnTo>
                  <a:lnTo>
                    <a:pt x="271" y="423"/>
                  </a:lnTo>
                  <a:lnTo>
                    <a:pt x="249" y="412"/>
                  </a:lnTo>
                  <a:lnTo>
                    <a:pt x="249" y="412"/>
                  </a:lnTo>
                  <a:lnTo>
                    <a:pt x="246" y="411"/>
                  </a:lnTo>
                  <a:lnTo>
                    <a:pt x="244" y="411"/>
                  </a:lnTo>
                  <a:lnTo>
                    <a:pt x="241" y="412"/>
                  </a:lnTo>
                  <a:lnTo>
                    <a:pt x="239" y="415"/>
                  </a:lnTo>
                  <a:lnTo>
                    <a:pt x="238" y="417"/>
                  </a:lnTo>
                  <a:lnTo>
                    <a:pt x="238" y="420"/>
                  </a:lnTo>
                  <a:lnTo>
                    <a:pt x="239" y="423"/>
                  </a:lnTo>
                  <a:lnTo>
                    <a:pt x="241" y="425"/>
                  </a:lnTo>
                  <a:lnTo>
                    <a:pt x="241" y="4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0" name="Freeform 139">
              <a:extLst>
                <a:ext uri="{FF2B5EF4-FFF2-40B4-BE49-F238E27FC236}">
                  <a16:creationId xmlns:a16="http://schemas.microsoft.com/office/drawing/2014/main" id="{C72A810D-0DE6-096B-D0E0-35E09BA1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050"/>
              <a:ext cx="20" cy="58"/>
            </a:xfrm>
            <a:custGeom>
              <a:avLst/>
              <a:gdLst>
                <a:gd name="T0" fmla="*/ 44 w 58"/>
                <a:gd name="T1" fmla="*/ 4 h 174"/>
                <a:gd name="T2" fmla="*/ 44 w 58"/>
                <a:gd name="T3" fmla="*/ 4 h 174"/>
                <a:gd name="T4" fmla="*/ 35 w 58"/>
                <a:gd name="T5" fmla="*/ 25 h 174"/>
                <a:gd name="T6" fmla="*/ 25 w 58"/>
                <a:gd name="T7" fmla="*/ 44 h 174"/>
                <a:gd name="T8" fmla="*/ 14 w 58"/>
                <a:gd name="T9" fmla="*/ 63 h 174"/>
                <a:gd name="T10" fmla="*/ 5 w 58"/>
                <a:gd name="T11" fmla="*/ 84 h 174"/>
                <a:gd name="T12" fmla="*/ 5 w 58"/>
                <a:gd name="T13" fmla="*/ 84 h 174"/>
                <a:gd name="T14" fmla="*/ 2 w 58"/>
                <a:gd name="T15" fmla="*/ 95 h 174"/>
                <a:gd name="T16" fmla="*/ 0 w 58"/>
                <a:gd name="T17" fmla="*/ 105 h 174"/>
                <a:gd name="T18" fmla="*/ 0 w 58"/>
                <a:gd name="T19" fmla="*/ 117 h 174"/>
                <a:gd name="T20" fmla="*/ 1 w 58"/>
                <a:gd name="T21" fmla="*/ 128 h 174"/>
                <a:gd name="T22" fmla="*/ 2 w 58"/>
                <a:gd name="T23" fmla="*/ 140 h 174"/>
                <a:gd name="T24" fmla="*/ 6 w 58"/>
                <a:gd name="T25" fmla="*/ 150 h 174"/>
                <a:gd name="T26" fmla="*/ 10 w 58"/>
                <a:gd name="T27" fmla="*/ 160 h 174"/>
                <a:gd name="T28" fmla="*/ 16 w 58"/>
                <a:gd name="T29" fmla="*/ 172 h 174"/>
                <a:gd name="T30" fmla="*/ 16 w 58"/>
                <a:gd name="T31" fmla="*/ 172 h 174"/>
                <a:gd name="T32" fmla="*/ 19 w 58"/>
                <a:gd name="T33" fmla="*/ 174 h 174"/>
                <a:gd name="T34" fmla="*/ 21 w 58"/>
                <a:gd name="T35" fmla="*/ 174 h 174"/>
                <a:gd name="T36" fmla="*/ 24 w 58"/>
                <a:gd name="T37" fmla="*/ 174 h 174"/>
                <a:gd name="T38" fmla="*/ 27 w 58"/>
                <a:gd name="T39" fmla="*/ 174 h 174"/>
                <a:gd name="T40" fmla="*/ 29 w 58"/>
                <a:gd name="T41" fmla="*/ 172 h 174"/>
                <a:gd name="T42" fmla="*/ 30 w 58"/>
                <a:gd name="T43" fmla="*/ 169 h 174"/>
                <a:gd name="T44" fmla="*/ 30 w 58"/>
                <a:gd name="T45" fmla="*/ 167 h 174"/>
                <a:gd name="T46" fmla="*/ 29 w 58"/>
                <a:gd name="T47" fmla="*/ 164 h 174"/>
                <a:gd name="T48" fmla="*/ 29 w 58"/>
                <a:gd name="T49" fmla="*/ 164 h 174"/>
                <a:gd name="T50" fmla="*/ 24 w 58"/>
                <a:gd name="T51" fmla="*/ 154 h 174"/>
                <a:gd name="T52" fmla="*/ 19 w 58"/>
                <a:gd name="T53" fmla="*/ 142 h 174"/>
                <a:gd name="T54" fmla="*/ 16 w 58"/>
                <a:gd name="T55" fmla="*/ 132 h 174"/>
                <a:gd name="T56" fmla="*/ 15 w 58"/>
                <a:gd name="T57" fmla="*/ 121 h 174"/>
                <a:gd name="T58" fmla="*/ 15 w 58"/>
                <a:gd name="T59" fmla="*/ 121 h 174"/>
                <a:gd name="T60" fmla="*/ 15 w 58"/>
                <a:gd name="T61" fmla="*/ 112 h 174"/>
                <a:gd name="T62" fmla="*/ 16 w 58"/>
                <a:gd name="T63" fmla="*/ 101 h 174"/>
                <a:gd name="T64" fmla="*/ 18 w 58"/>
                <a:gd name="T65" fmla="*/ 93 h 174"/>
                <a:gd name="T66" fmla="*/ 21 w 58"/>
                <a:gd name="T67" fmla="*/ 84 h 174"/>
                <a:gd name="T68" fmla="*/ 21 w 58"/>
                <a:gd name="T69" fmla="*/ 84 h 174"/>
                <a:gd name="T70" fmla="*/ 30 w 58"/>
                <a:gd name="T71" fmla="*/ 66 h 174"/>
                <a:gd name="T72" fmla="*/ 39 w 58"/>
                <a:gd name="T73" fmla="*/ 48 h 174"/>
                <a:gd name="T74" fmla="*/ 50 w 58"/>
                <a:gd name="T75" fmla="*/ 30 h 174"/>
                <a:gd name="T76" fmla="*/ 58 w 58"/>
                <a:gd name="T77" fmla="*/ 12 h 174"/>
                <a:gd name="T78" fmla="*/ 58 w 58"/>
                <a:gd name="T79" fmla="*/ 12 h 174"/>
                <a:gd name="T80" fmla="*/ 58 w 58"/>
                <a:gd name="T81" fmla="*/ 9 h 174"/>
                <a:gd name="T82" fmla="*/ 58 w 58"/>
                <a:gd name="T83" fmla="*/ 6 h 174"/>
                <a:gd name="T84" fmla="*/ 57 w 58"/>
                <a:gd name="T85" fmla="*/ 3 h 174"/>
                <a:gd name="T86" fmla="*/ 55 w 58"/>
                <a:gd name="T87" fmla="*/ 2 h 174"/>
                <a:gd name="T88" fmla="*/ 52 w 58"/>
                <a:gd name="T89" fmla="*/ 0 h 174"/>
                <a:gd name="T90" fmla="*/ 50 w 58"/>
                <a:gd name="T91" fmla="*/ 0 h 174"/>
                <a:gd name="T92" fmla="*/ 47 w 58"/>
                <a:gd name="T93" fmla="*/ 2 h 174"/>
                <a:gd name="T94" fmla="*/ 44 w 58"/>
                <a:gd name="T95" fmla="*/ 4 h 174"/>
                <a:gd name="T96" fmla="*/ 44 w 58"/>
                <a:gd name="T97" fmla="*/ 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" h="174">
                  <a:moveTo>
                    <a:pt x="44" y="4"/>
                  </a:moveTo>
                  <a:lnTo>
                    <a:pt x="44" y="4"/>
                  </a:lnTo>
                  <a:lnTo>
                    <a:pt x="35" y="25"/>
                  </a:lnTo>
                  <a:lnTo>
                    <a:pt x="25" y="44"/>
                  </a:lnTo>
                  <a:lnTo>
                    <a:pt x="14" y="63"/>
                  </a:lnTo>
                  <a:lnTo>
                    <a:pt x="5" y="84"/>
                  </a:lnTo>
                  <a:lnTo>
                    <a:pt x="5" y="84"/>
                  </a:lnTo>
                  <a:lnTo>
                    <a:pt x="2" y="95"/>
                  </a:lnTo>
                  <a:lnTo>
                    <a:pt x="0" y="105"/>
                  </a:lnTo>
                  <a:lnTo>
                    <a:pt x="0" y="117"/>
                  </a:lnTo>
                  <a:lnTo>
                    <a:pt x="1" y="128"/>
                  </a:lnTo>
                  <a:lnTo>
                    <a:pt x="2" y="140"/>
                  </a:lnTo>
                  <a:lnTo>
                    <a:pt x="6" y="150"/>
                  </a:lnTo>
                  <a:lnTo>
                    <a:pt x="10" y="160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9" y="174"/>
                  </a:lnTo>
                  <a:lnTo>
                    <a:pt x="21" y="174"/>
                  </a:lnTo>
                  <a:lnTo>
                    <a:pt x="24" y="174"/>
                  </a:lnTo>
                  <a:lnTo>
                    <a:pt x="27" y="174"/>
                  </a:lnTo>
                  <a:lnTo>
                    <a:pt x="29" y="172"/>
                  </a:lnTo>
                  <a:lnTo>
                    <a:pt x="30" y="169"/>
                  </a:lnTo>
                  <a:lnTo>
                    <a:pt x="30" y="167"/>
                  </a:lnTo>
                  <a:lnTo>
                    <a:pt x="29" y="164"/>
                  </a:lnTo>
                  <a:lnTo>
                    <a:pt x="29" y="164"/>
                  </a:lnTo>
                  <a:lnTo>
                    <a:pt x="24" y="154"/>
                  </a:lnTo>
                  <a:lnTo>
                    <a:pt x="19" y="142"/>
                  </a:lnTo>
                  <a:lnTo>
                    <a:pt x="16" y="132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12"/>
                  </a:lnTo>
                  <a:lnTo>
                    <a:pt x="16" y="101"/>
                  </a:lnTo>
                  <a:lnTo>
                    <a:pt x="18" y="93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30" y="66"/>
                  </a:lnTo>
                  <a:lnTo>
                    <a:pt x="39" y="48"/>
                  </a:lnTo>
                  <a:lnTo>
                    <a:pt x="50" y="30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9"/>
                  </a:lnTo>
                  <a:lnTo>
                    <a:pt x="58" y="6"/>
                  </a:lnTo>
                  <a:lnTo>
                    <a:pt x="57" y="3"/>
                  </a:lnTo>
                  <a:lnTo>
                    <a:pt x="55" y="2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7" y="2"/>
                  </a:lnTo>
                  <a:lnTo>
                    <a:pt x="44" y="4"/>
                  </a:lnTo>
                  <a:lnTo>
                    <a:pt x="4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1" name="Freeform 140">
              <a:extLst>
                <a:ext uri="{FF2B5EF4-FFF2-40B4-BE49-F238E27FC236}">
                  <a16:creationId xmlns:a16="http://schemas.microsoft.com/office/drawing/2014/main" id="{D632445F-9FDD-B5FA-0D1B-07B696469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203"/>
              <a:ext cx="152" cy="216"/>
            </a:xfrm>
            <a:custGeom>
              <a:avLst/>
              <a:gdLst>
                <a:gd name="T0" fmla="*/ 428 w 456"/>
                <a:gd name="T1" fmla="*/ 81 h 650"/>
                <a:gd name="T2" fmla="*/ 350 w 456"/>
                <a:gd name="T3" fmla="*/ 35 h 650"/>
                <a:gd name="T4" fmla="*/ 292 w 456"/>
                <a:gd name="T5" fmla="*/ 12 h 650"/>
                <a:gd name="T6" fmla="*/ 232 w 456"/>
                <a:gd name="T7" fmla="*/ 1 h 650"/>
                <a:gd name="T8" fmla="*/ 204 w 456"/>
                <a:gd name="T9" fmla="*/ 0 h 650"/>
                <a:gd name="T10" fmla="*/ 165 w 456"/>
                <a:gd name="T11" fmla="*/ 6 h 650"/>
                <a:gd name="T12" fmla="*/ 126 w 456"/>
                <a:gd name="T13" fmla="*/ 19 h 650"/>
                <a:gd name="T14" fmla="*/ 91 w 456"/>
                <a:gd name="T15" fmla="*/ 39 h 650"/>
                <a:gd name="T16" fmla="*/ 60 w 456"/>
                <a:gd name="T17" fmla="*/ 65 h 650"/>
                <a:gd name="T18" fmla="*/ 42 w 456"/>
                <a:gd name="T19" fmla="*/ 85 h 650"/>
                <a:gd name="T20" fmla="*/ 20 w 456"/>
                <a:gd name="T21" fmla="*/ 120 h 650"/>
                <a:gd name="T22" fmla="*/ 6 w 456"/>
                <a:gd name="T23" fmla="*/ 158 h 650"/>
                <a:gd name="T24" fmla="*/ 1 w 456"/>
                <a:gd name="T25" fmla="*/ 185 h 650"/>
                <a:gd name="T26" fmla="*/ 1 w 456"/>
                <a:gd name="T27" fmla="*/ 230 h 650"/>
                <a:gd name="T28" fmla="*/ 11 w 456"/>
                <a:gd name="T29" fmla="*/ 274 h 650"/>
                <a:gd name="T30" fmla="*/ 22 w 456"/>
                <a:gd name="T31" fmla="*/ 302 h 650"/>
                <a:gd name="T32" fmla="*/ 54 w 456"/>
                <a:gd name="T33" fmla="*/ 356 h 650"/>
                <a:gd name="T34" fmla="*/ 116 w 456"/>
                <a:gd name="T35" fmla="*/ 426 h 650"/>
                <a:gd name="T36" fmla="*/ 188 w 456"/>
                <a:gd name="T37" fmla="*/ 488 h 650"/>
                <a:gd name="T38" fmla="*/ 241 w 456"/>
                <a:gd name="T39" fmla="*/ 529 h 650"/>
                <a:gd name="T40" fmla="*/ 327 w 456"/>
                <a:gd name="T41" fmla="*/ 584 h 650"/>
                <a:gd name="T42" fmla="*/ 415 w 456"/>
                <a:gd name="T43" fmla="*/ 634 h 650"/>
                <a:gd name="T44" fmla="*/ 448 w 456"/>
                <a:gd name="T45" fmla="*/ 650 h 650"/>
                <a:gd name="T46" fmla="*/ 454 w 456"/>
                <a:gd name="T47" fmla="*/ 646 h 650"/>
                <a:gd name="T48" fmla="*/ 454 w 456"/>
                <a:gd name="T49" fmla="*/ 639 h 650"/>
                <a:gd name="T50" fmla="*/ 394 w 456"/>
                <a:gd name="T51" fmla="*/ 607 h 650"/>
                <a:gd name="T52" fmla="*/ 258 w 456"/>
                <a:gd name="T53" fmla="*/ 521 h 650"/>
                <a:gd name="T54" fmla="*/ 205 w 456"/>
                <a:gd name="T55" fmla="*/ 483 h 650"/>
                <a:gd name="T56" fmla="*/ 131 w 456"/>
                <a:gd name="T57" fmla="*/ 420 h 650"/>
                <a:gd name="T58" fmla="*/ 91 w 456"/>
                <a:gd name="T59" fmla="*/ 378 h 650"/>
                <a:gd name="T60" fmla="*/ 55 w 456"/>
                <a:gd name="T61" fmla="*/ 332 h 650"/>
                <a:gd name="T62" fmla="*/ 29 w 456"/>
                <a:gd name="T63" fmla="*/ 279 h 650"/>
                <a:gd name="T64" fmla="*/ 18 w 456"/>
                <a:gd name="T65" fmla="*/ 239 h 650"/>
                <a:gd name="T66" fmla="*/ 15 w 456"/>
                <a:gd name="T67" fmla="*/ 210 h 650"/>
                <a:gd name="T68" fmla="*/ 19 w 456"/>
                <a:gd name="T69" fmla="*/ 171 h 650"/>
                <a:gd name="T70" fmla="*/ 31 w 456"/>
                <a:gd name="T71" fmla="*/ 132 h 650"/>
                <a:gd name="T72" fmla="*/ 43 w 456"/>
                <a:gd name="T73" fmla="*/ 109 h 650"/>
                <a:gd name="T74" fmla="*/ 68 w 456"/>
                <a:gd name="T75" fmla="*/ 79 h 650"/>
                <a:gd name="T76" fmla="*/ 96 w 456"/>
                <a:gd name="T77" fmla="*/ 53 h 650"/>
                <a:gd name="T78" fmla="*/ 129 w 456"/>
                <a:gd name="T79" fmla="*/ 34 h 650"/>
                <a:gd name="T80" fmla="*/ 165 w 456"/>
                <a:gd name="T81" fmla="*/ 21 h 650"/>
                <a:gd name="T82" fmla="*/ 203 w 456"/>
                <a:gd name="T83" fmla="*/ 15 h 650"/>
                <a:gd name="T84" fmla="*/ 232 w 456"/>
                <a:gd name="T85" fmla="*/ 16 h 650"/>
                <a:gd name="T86" fmla="*/ 288 w 456"/>
                <a:gd name="T87" fmla="*/ 28 h 650"/>
                <a:gd name="T88" fmla="*/ 342 w 456"/>
                <a:gd name="T89" fmla="*/ 48 h 650"/>
                <a:gd name="T90" fmla="*/ 419 w 456"/>
                <a:gd name="T91" fmla="*/ 93 h 650"/>
                <a:gd name="T92" fmla="*/ 440 w 456"/>
                <a:gd name="T93" fmla="*/ 111 h 650"/>
                <a:gd name="T94" fmla="*/ 449 w 456"/>
                <a:gd name="T95" fmla="*/ 112 h 650"/>
                <a:gd name="T96" fmla="*/ 454 w 456"/>
                <a:gd name="T97" fmla="*/ 104 h 650"/>
                <a:gd name="T98" fmla="*/ 452 w 456"/>
                <a:gd name="T99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56" h="650">
                  <a:moveTo>
                    <a:pt x="452" y="99"/>
                  </a:moveTo>
                  <a:lnTo>
                    <a:pt x="452" y="99"/>
                  </a:lnTo>
                  <a:lnTo>
                    <a:pt x="428" y="81"/>
                  </a:lnTo>
                  <a:lnTo>
                    <a:pt x="403" y="63"/>
                  </a:lnTo>
                  <a:lnTo>
                    <a:pt x="377" y="48"/>
                  </a:lnTo>
                  <a:lnTo>
                    <a:pt x="350" y="35"/>
                  </a:lnTo>
                  <a:lnTo>
                    <a:pt x="350" y="35"/>
                  </a:lnTo>
                  <a:lnTo>
                    <a:pt x="322" y="23"/>
                  </a:lnTo>
                  <a:lnTo>
                    <a:pt x="292" y="12"/>
                  </a:lnTo>
                  <a:lnTo>
                    <a:pt x="263" y="5"/>
                  </a:lnTo>
                  <a:lnTo>
                    <a:pt x="248" y="2"/>
                  </a:lnTo>
                  <a:lnTo>
                    <a:pt x="232" y="1"/>
                  </a:lnTo>
                  <a:lnTo>
                    <a:pt x="232" y="1"/>
                  </a:lnTo>
                  <a:lnTo>
                    <a:pt x="218" y="0"/>
                  </a:lnTo>
                  <a:lnTo>
                    <a:pt x="204" y="0"/>
                  </a:lnTo>
                  <a:lnTo>
                    <a:pt x="191" y="1"/>
                  </a:lnTo>
                  <a:lnTo>
                    <a:pt x="177" y="3"/>
                  </a:lnTo>
                  <a:lnTo>
                    <a:pt x="165" y="6"/>
                  </a:lnTo>
                  <a:lnTo>
                    <a:pt x="152" y="10"/>
                  </a:lnTo>
                  <a:lnTo>
                    <a:pt x="139" y="14"/>
                  </a:lnTo>
                  <a:lnTo>
                    <a:pt x="126" y="19"/>
                  </a:lnTo>
                  <a:lnTo>
                    <a:pt x="114" y="25"/>
                  </a:lnTo>
                  <a:lnTo>
                    <a:pt x="102" y="31"/>
                  </a:lnTo>
                  <a:lnTo>
                    <a:pt x="91" y="39"/>
                  </a:lnTo>
                  <a:lnTo>
                    <a:pt x="80" y="47"/>
                  </a:lnTo>
                  <a:lnTo>
                    <a:pt x="70" y="56"/>
                  </a:lnTo>
                  <a:lnTo>
                    <a:pt x="60" y="65"/>
                  </a:lnTo>
                  <a:lnTo>
                    <a:pt x="50" y="75"/>
                  </a:lnTo>
                  <a:lnTo>
                    <a:pt x="42" y="85"/>
                  </a:lnTo>
                  <a:lnTo>
                    <a:pt x="42" y="85"/>
                  </a:lnTo>
                  <a:lnTo>
                    <a:pt x="33" y="97"/>
                  </a:lnTo>
                  <a:lnTo>
                    <a:pt x="27" y="108"/>
                  </a:lnTo>
                  <a:lnTo>
                    <a:pt x="20" y="120"/>
                  </a:lnTo>
                  <a:lnTo>
                    <a:pt x="14" y="132"/>
                  </a:lnTo>
                  <a:lnTo>
                    <a:pt x="10" y="145"/>
                  </a:lnTo>
                  <a:lnTo>
                    <a:pt x="6" y="158"/>
                  </a:lnTo>
                  <a:lnTo>
                    <a:pt x="3" y="171"/>
                  </a:lnTo>
                  <a:lnTo>
                    <a:pt x="1" y="185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0" y="216"/>
                  </a:lnTo>
                  <a:lnTo>
                    <a:pt x="1" y="230"/>
                  </a:lnTo>
                  <a:lnTo>
                    <a:pt x="4" y="245"/>
                  </a:lnTo>
                  <a:lnTo>
                    <a:pt x="6" y="259"/>
                  </a:lnTo>
                  <a:lnTo>
                    <a:pt x="11" y="274"/>
                  </a:lnTo>
                  <a:lnTo>
                    <a:pt x="17" y="288"/>
                  </a:lnTo>
                  <a:lnTo>
                    <a:pt x="22" y="302"/>
                  </a:lnTo>
                  <a:lnTo>
                    <a:pt x="22" y="302"/>
                  </a:lnTo>
                  <a:lnTo>
                    <a:pt x="29" y="317"/>
                  </a:lnTo>
                  <a:lnTo>
                    <a:pt x="36" y="329"/>
                  </a:lnTo>
                  <a:lnTo>
                    <a:pt x="54" y="356"/>
                  </a:lnTo>
                  <a:lnTo>
                    <a:pt x="73" y="382"/>
                  </a:lnTo>
                  <a:lnTo>
                    <a:pt x="93" y="405"/>
                  </a:lnTo>
                  <a:lnTo>
                    <a:pt x="116" y="426"/>
                  </a:lnTo>
                  <a:lnTo>
                    <a:pt x="139" y="448"/>
                  </a:lnTo>
                  <a:lnTo>
                    <a:pt x="163" y="469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214" y="508"/>
                  </a:lnTo>
                  <a:lnTo>
                    <a:pt x="241" y="529"/>
                  </a:lnTo>
                  <a:lnTo>
                    <a:pt x="269" y="548"/>
                  </a:lnTo>
                  <a:lnTo>
                    <a:pt x="297" y="567"/>
                  </a:lnTo>
                  <a:lnTo>
                    <a:pt x="327" y="584"/>
                  </a:lnTo>
                  <a:lnTo>
                    <a:pt x="355" y="602"/>
                  </a:lnTo>
                  <a:lnTo>
                    <a:pt x="415" y="634"/>
                  </a:lnTo>
                  <a:lnTo>
                    <a:pt x="415" y="634"/>
                  </a:lnTo>
                  <a:lnTo>
                    <a:pt x="444" y="650"/>
                  </a:lnTo>
                  <a:lnTo>
                    <a:pt x="444" y="650"/>
                  </a:lnTo>
                  <a:lnTo>
                    <a:pt x="448" y="650"/>
                  </a:lnTo>
                  <a:lnTo>
                    <a:pt x="451" y="650"/>
                  </a:lnTo>
                  <a:lnTo>
                    <a:pt x="453" y="649"/>
                  </a:lnTo>
                  <a:lnTo>
                    <a:pt x="454" y="646"/>
                  </a:lnTo>
                  <a:lnTo>
                    <a:pt x="456" y="644"/>
                  </a:lnTo>
                  <a:lnTo>
                    <a:pt x="456" y="641"/>
                  </a:lnTo>
                  <a:lnTo>
                    <a:pt x="454" y="639"/>
                  </a:lnTo>
                  <a:lnTo>
                    <a:pt x="452" y="636"/>
                  </a:lnTo>
                  <a:lnTo>
                    <a:pt x="452" y="636"/>
                  </a:lnTo>
                  <a:lnTo>
                    <a:pt x="394" y="607"/>
                  </a:lnTo>
                  <a:lnTo>
                    <a:pt x="338" y="574"/>
                  </a:lnTo>
                  <a:lnTo>
                    <a:pt x="285" y="539"/>
                  </a:lnTo>
                  <a:lnTo>
                    <a:pt x="258" y="521"/>
                  </a:lnTo>
                  <a:lnTo>
                    <a:pt x="231" y="502"/>
                  </a:lnTo>
                  <a:lnTo>
                    <a:pt x="231" y="502"/>
                  </a:lnTo>
                  <a:lnTo>
                    <a:pt x="205" y="483"/>
                  </a:lnTo>
                  <a:lnTo>
                    <a:pt x="180" y="462"/>
                  </a:lnTo>
                  <a:lnTo>
                    <a:pt x="156" y="442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10" y="400"/>
                  </a:lnTo>
                  <a:lnTo>
                    <a:pt x="91" y="378"/>
                  </a:lnTo>
                  <a:lnTo>
                    <a:pt x="71" y="355"/>
                  </a:lnTo>
                  <a:lnTo>
                    <a:pt x="55" y="332"/>
                  </a:lnTo>
                  <a:lnTo>
                    <a:pt x="55" y="332"/>
                  </a:lnTo>
                  <a:lnTo>
                    <a:pt x="41" y="306"/>
                  </a:lnTo>
                  <a:lnTo>
                    <a:pt x="34" y="294"/>
                  </a:lnTo>
                  <a:lnTo>
                    <a:pt x="29" y="279"/>
                  </a:lnTo>
                  <a:lnTo>
                    <a:pt x="24" y="267"/>
                  </a:lnTo>
                  <a:lnTo>
                    <a:pt x="20" y="253"/>
                  </a:lnTo>
                  <a:lnTo>
                    <a:pt x="18" y="239"/>
                  </a:lnTo>
                  <a:lnTo>
                    <a:pt x="17" y="223"/>
                  </a:lnTo>
                  <a:lnTo>
                    <a:pt x="17" y="223"/>
                  </a:lnTo>
                  <a:lnTo>
                    <a:pt x="15" y="210"/>
                  </a:lnTo>
                  <a:lnTo>
                    <a:pt x="15" y="196"/>
                  </a:lnTo>
                  <a:lnTo>
                    <a:pt x="17" y="184"/>
                  </a:lnTo>
                  <a:lnTo>
                    <a:pt x="19" y="171"/>
                  </a:lnTo>
                  <a:lnTo>
                    <a:pt x="22" y="158"/>
                  </a:lnTo>
                  <a:lnTo>
                    <a:pt x="27" y="145"/>
                  </a:lnTo>
                  <a:lnTo>
                    <a:pt x="31" y="132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43" y="109"/>
                  </a:lnTo>
                  <a:lnTo>
                    <a:pt x="51" y="99"/>
                  </a:lnTo>
                  <a:lnTo>
                    <a:pt x="59" y="89"/>
                  </a:lnTo>
                  <a:lnTo>
                    <a:pt x="68" y="79"/>
                  </a:lnTo>
                  <a:lnTo>
                    <a:pt x="77" y="70"/>
                  </a:lnTo>
                  <a:lnTo>
                    <a:pt x="86" y="62"/>
                  </a:lnTo>
                  <a:lnTo>
                    <a:pt x="96" y="53"/>
                  </a:lnTo>
                  <a:lnTo>
                    <a:pt x="107" y="47"/>
                  </a:lnTo>
                  <a:lnTo>
                    <a:pt x="117" y="40"/>
                  </a:lnTo>
                  <a:lnTo>
                    <a:pt x="129" y="34"/>
                  </a:lnTo>
                  <a:lnTo>
                    <a:pt x="140" y="29"/>
                  </a:lnTo>
                  <a:lnTo>
                    <a:pt x="153" y="25"/>
                  </a:lnTo>
                  <a:lnTo>
                    <a:pt x="165" y="21"/>
                  </a:lnTo>
                  <a:lnTo>
                    <a:pt x="177" y="19"/>
                  </a:lnTo>
                  <a:lnTo>
                    <a:pt x="190" y="16"/>
                  </a:lnTo>
                  <a:lnTo>
                    <a:pt x="203" y="15"/>
                  </a:lnTo>
                  <a:lnTo>
                    <a:pt x="203" y="15"/>
                  </a:lnTo>
                  <a:lnTo>
                    <a:pt x="217" y="15"/>
                  </a:lnTo>
                  <a:lnTo>
                    <a:pt x="232" y="16"/>
                  </a:lnTo>
                  <a:lnTo>
                    <a:pt x="246" y="17"/>
                  </a:lnTo>
                  <a:lnTo>
                    <a:pt x="260" y="20"/>
                  </a:lnTo>
                  <a:lnTo>
                    <a:pt x="288" y="28"/>
                  </a:lnTo>
                  <a:lnTo>
                    <a:pt x="315" y="37"/>
                  </a:lnTo>
                  <a:lnTo>
                    <a:pt x="315" y="37"/>
                  </a:lnTo>
                  <a:lnTo>
                    <a:pt x="342" y="48"/>
                  </a:lnTo>
                  <a:lnTo>
                    <a:pt x="369" y="61"/>
                  </a:lnTo>
                  <a:lnTo>
                    <a:pt x="394" y="76"/>
                  </a:lnTo>
                  <a:lnTo>
                    <a:pt x="419" y="93"/>
                  </a:lnTo>
                  <a:lnTo>
                    <a:pt x="419" y="93"/>
                  </a:lnTo>
                  <a:lnTo>
                    <a:pt x="440" y="111"/>
                  </a:lnTo>
                  <a:lnTo>
                    <a:pt x="440" y="111"/>
                  </a:lnTo>
                  <a:lnTo>
                    <a:pt x="443" y="112"/>
                  </a:lnTo>
                  <a:lnTo>
                    <a:pt x="447" y="112"/>
                  </a:lnTo>
                  <a:lnTo>
                    <a:pt x="449" y="112"/>
                  </a:lnTo>
                  <a:lnTo>
                    <a:pt x="452" y="109"/>
                  </a:lnTo>
                  <a:lnTo>
                    <a:pt x="453" y="108"/>
                  </a:lnTo>
                  <a:lnTo>
                    <a:pt x="454" y="104"/>
                  </a:lnTo>
                  <a:lnTo>
                    <a:pt x="453" y="102"/>
                  </a:lnTo>
                  <a:lnTo>
                    <a:pt x="452" y="99"/>
                  </a:lnTo>
                  <a:lnTo>
                    <a:pt x="452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2" name="Freeform 141">
              <a:extLst>
                <a:ext uri="{FF2B5EF4-FFF2-40B4-BE49-F238E27FC236}">
                  <a16:creationId xmlns:a16="http://schemas.microsoft.com/office/drawing/2014/main" id="{4CB8C00C-F7E9-09DE-05A3-25BA8893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253"/>
              <a:ext cx="587" cy="371"/>
            </a:xfrm>
            <a:custGeom>
              <a:avLst/>
              <a:gdLst>
                <a:gd name="T0" fmla="*/ 42 w 1762"/>
                <a:gd name="T1" fmla="*/ 43 h 1113"/>
                <a:gd name="T2" fmla="*/ 169 w 1762"/>
                <a:gd name="T3" fmla="*/ 129 h 1113"/>
                <a:gd name="T4" fmla="*/ 236 w 1762"/>
                <a:gd name="T5" fmla="*/ 166 h 1113"/>
                <a:gd name="T6" fmla="*/ 308 w 1762"/>
                <a:gd name="T7" fmla="*/ 198 h 1113"/>
                <a:gd name="T8" fmla="*/ 356 w 1762"/>
                <a:gd name="T9" fmla="*/ 220 h 1113"/>
                <a:gd name="T10" fmla="*/ 523 w 1762"/>
                <a:gd name="T11" fmla="*/ 300 h 1113"/>
                <a:gd name="T12" fmla="*/ 600 w 1762"/>
                <a:gd name="T13" fmla="*/ 327 h 1113"/>
                <a:gd name="T14" fmla="*/ 757 w 1762"/>
                <a:gd name="T15" fmla="*/ 369 h 1113"/>
                <a:gd name="T16" fmla="*/ 864 w 1762"/>
                <a:gd name="T17" fmla="*/ 392 h 1113"/>
                <a:gd name="T18" fmla="*/ 973 w 1762"/>
                <a:gd name="T19" fmla="*/ 410 h 1113"/>
                <a:gd name="T20" fmla="*/ 1053 w 1762"/>
                <a:gd name="T21" fmla="*/ 421 h 1113"/>
                <a:gd name="T22" fmla="*/ 1079 w 1762"/>
                <a:gd name="T23" fmla="*/ 424 h 1113"/>
                <a:gd name="T24" fmla="*/ 1123 w 1762"/>
                <a:gd name="T25" fmla="*/ 440 h 1113"/>
                <a:gd name="T26" fmla="*/ 1164 w 1762"/>
                <a:gd name="T27" fmla="*/ 467 h 1113"/>
                <a:gd name="T28" fmla="*/ 1242 w 1762"/>
                <a:gd name="T29" fmla="*/ 532 h 1113"/>
                <a:gd name="T30" fmla="*/ 1348 w 1762"/>
                <a:gd name="T31" fmla="*/ 639 h 1113"/>
                <a:gd name="T32" fmla="*/ 1448 w 1762"/>
                <a:gd name="T33" fmla="*/ 754 h 1113"/>
                <a:gd name="T34" fmla="*/ 1584 w 1762"/>
                <a:gd name="T35" fmla="*/ 905 h 1113"/>
                <a:gd name="T36" fmla="*/ 1653 w 1762"/>
                <a:gd name="T37" fmla="*/ 986 h 1113"/>
                <a:gd name="T38" fmla="*/ 1718 w 1762"/>
                <a:gd name="T39" fmla="*/ 1069 h 1113"/>
                <a:gd name="T40" fmla="*/ 1750 w 1762"/>
                <a:gd name="T41" fmla="*/ 1112 h 1113"/>
                <a:gd name="T42" fmla="*/ 1758 w 1762"/>
                <a:gd name="T43" fmla="*/ 1112 h 1113"/>
                <a:gd name="T44" fmla="*/ 1762 w 1762"/>
                <a:gd name="T45" fmla="*/ 1106 h 1113"/>
                <a:gd name="T46" fmla="*/ 1731 w 1762"/>
                <a:gd name="T47" fmla="*/ 1060 h 1113"/>
                <a:gd name="T48" fmla="*/ 1633 w 1762"/>
                <a:gd name="T49" fmla="*/ 937 h 1113"/>
                <a:gd name="T50" fmla="*/ 1494 w 1762"/>
                <a:gd name="T51" fmla="*/ 781 h 1113"/>
                <a:gd name="T52" fmla="*/ 1359 w 1762"/>
                <a:gd name="T53" fmla="*/ 630 h 1113"/>
                <a:gd name="T54" fmla="*/ 1254 w 1762"/>
                <a:gd name="T55" fmla="*/ 522 h 1113"/>
                <a:gd name="T56" fmla="*/ 1177 w 1762"/>
                <a:gd name="T57" fmla="*/ 458 h 1113"/>
                <a:gd name="T58" fmla="*/ 1137 w 1762"/>
                <a:gd name="T59" fmla="*/ 429 h 1113"/>
                <a:gd name="T60" fmla="*/ 1095 w 1762"/>
                <a:gd name="T61" fmla="*/ 413 h 1113"/>
                <a:gd name="T62" fmla="*/ 1071 w 1762"/>
                <a:gd name="T63" fmla="*/ 408 h 1113"/>
                <a:gd name="T64" fmla="*/ 993 w 1762"/>
                <a:gd name="T65" fmla="*/ 399 h 1113"/>
                <a:gd name="T66" fmla="*/ 829 w 1762"/>
                <a:gd name="T67" fmla="*/ 369 h 1113"/>
                <a:gd name="T68" fmla="*/ 723 w 1762"/>
                <a:gd name="T69" fmla="*/ 346 h 1113"/>
                <a:gd name="T70" fmla="*/ 618 w 1762"/>
                <a:gd name="T71" fmla="*/ 317 h 1113"/>
                <a:gd name="T72" fmla="*/ 513 w 1762"/>
                <a:gd name="T73" fmla="*/ 280 h 1113"/>
                <a:gd name="T74" fmla="*/ 419 w 1762"/>
                <a:gd name="T75" fmla="*/ 233 h 1113"/>
                <a:gd name="T76" fmla="*/ 322 w 1762"/>
                <a:gd name="T77" fmla="*/ 187 h 1113"/>
                <a:gd name="T78" fmla="*/ 249 w 1762"/>
                <a:gd name="T79" fmla="*/ 155 h 1113"/>
                <a:gd name="T80" fmla="*/ 181 w 1762"/>
                <a:gd name="T81" fmla="*/ 119 h 1113"/>
                <a:gd name="T82" fmla="*/ 54 w 1762"/>
                <a:gd name="T83" fmla="*/ 33 h 1113"/>
                <a:gd name="T84" fmla="*/ 13 w 1762"/>
                <a:gd name="T85" fmla="*/ 1 h 1113"/>
                <a:gd name="T86" fmla="*/ 4 w 1762"/>
                <a:gd name="T87" fmla="*/ 0 h 1113"/>
                <a:gd name="T88" fmla="*/ 0 w 1762"/>
                <a:gd name="T89" fmla="*/ 6 h 1113"/>
                <a:gd name="T90" fmla="*/ 3 w 1762"/>
                <a:gd name="T91" fmla="*/ 11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62" h="1113">
                  <a:moveTo>
                    <a:pt x="3" y="11"/>
                  </a:moveTo>
                  <a:lnTo>
                    <a:pt x="3" y="11"/>
                  </a:lnTo>
                  <a:lnTo>
                    <a:pt x="42" y="43"/>
                  </a:lnTo>
                  <a:lnTo>
                    <a:pt x="83" y="73"/>
                  </a:lnTo>
                  <a:lnTo>
                    <a:pt x="125" y="102"/>
                  </a:lnTo>
                  <a:lnTo>
                    <a:pt x="169" y="129"/>
                  </a:lnTo>
                  <a:lnTo>
                    <a:pt x="169" y="129"/>
                  </a:lnTo>
                  <a:lnTo>
                    <a:pt x="213" y="155"/>
                  </a:lnTo>
                  <a:lnTo>
                    <a:pt x="236" y="166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308" y="198"/>
                  </a:lnTo>
                  <a:lnTo>
                    <a:pt x="332" y="208"/>
                  </a:lnTo>
                  <a:lnTo>
                    <a:pt x="356" y="220"/>
                  </a:lnTo>
                  <a:lnTo>
                    <a:pt x="356" y="220"/>
                  </a:lnTo>
                  <a:lnTo>
                    <a:pt x="452" y="267"/>
                  </a:lnTo>
                  <a:lnTo>
                    <a:pt x="499" y="290"/>
                  </a:lnTo>
                  <a:lnTo>
                    <a:pt x="523" y="300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600" y="327"/>
                  </a:lnTo>
                  <a:lnTo>
                    <a:pt x="652" y="344"/>
                  </a:lnTo>
                  <a:lnTo>
                    <a:pt x="705" y="357"/>
                  </a:lnTo>
                  <a:lnTo>
                    <a:pt x="757" y="369"/>
                  </a:lnTo>
                  <a:lnTo>
                    <a:pt x="757" y="369"/>
                  </a:lnTo>
                  <a:lnTo>
                    <a:pt x="811" y="381"/>
                  </a:lnTo>
                  <a:lnTo>
                    <a:pt x="864" y="392"/>
                  </a:lnTo>
                  <a:lnTo>
                    <a:pt x="918" y="401"/>
                  </a:lnTo>
                  <a:lnTo>
                    <a:pt x="973" y="410"/>
                  </a:lnTo>
                  <a:lnTo>
                    <a:pt x="973" y="410"/>
                  </a:lnTo>
                  <a:lnTo>
                    <a:pt x="1026" y="418"/>
                  </a:lnTo>
                  <a:lnTo>
                    <a:pt x="1026" y="418"/>
                  </a:lnTo>
                  <a:lnTo>
                    <a:pt x="1053" y="421"/>
                  </a:lnTo>
                  <a:lnTo>
                    <a:pt x="1066" y="422"/>
                  </a:lnTo>
                  <a:lnTo>
                    <a:pt x="1079" y="424"/>
                  </a:lnTo>
                  <a:lnTo>
                    <a:pt x="1079" y="424"/>
                  </a:lnTo>
                  <a:lnTo>
                    <a:pt x="1102" y="431"/>
                  </a:lnTo>
                  <a:lnTo>
                    <a:pt x="1123" y="440"/>
                  </a:lnTo>
                  <a:lnTo>
                    <a:pt x="1123" y="440"/>
                  </a:lnTo>
                  <a:lnTo>
                    <a:pt x="1134" y="446"/>
                  </a:lnTo>
                  <a:lnTo>
                    <a:pt x="1144" y="452"/>
                  </a:lnTo>
                  <a:lnTo>
                    <a:pt x="1164" y="467"/>
                  </a:lnTo>
                  <a:lnTo>
                    <a:pt x="1164" y="467"/>
                  </a:lnTo>
                  <a:lnTo>
                    <a:pt x="1204" y="499"/>
                  </a:lnTo>
                  <a:lnTo>
                    <a:pt x="1242" y="532"/>
                  </a:lnTo>
                  <a:lnTo>
                    <a:pt x="1278" y="566"/>
                  </a:lnTo>
                  <a:lnTo>
                    <a:pt x="1314" y="602"/>
                  </a:lnTo>
                  <a:lnTo>
                    <a:pt x="1348" y="639"/>
                  </a:lnTo>
                  <a:lnTo>
                    <a:pt x="1381" y="677"/>
                  </a:lnTo>
                  <a:lnTo>
                    <a:pt x="1448" y="754"/>
                  </a:lnTo>
                  <a:lnTo>
                    <a:pt x="1448" y="754"/>
                  </a:lnTo>
                  <a:lnTo>
                    <a:pt x="1481" y="791"/>
                  </a:lnTo>
                  <a:lnTo>
                    <a:pt x="1515" y="830"/>
                  </a:lnTo>
                  <a:lnTo>
                    <a:pt x="1584" y="905"/>
                  </a:lnTo>
                  <a:lnTo>
                    <a:pt x="1584" y="905"/>
                  </a:lnTo>
                  <a:lnTo>
                    <a:pt x="1620" y="945"/>
                  </a:lnTo>
                  <a:lnTo>
                    <a:pt x="1653" y="986"/>
                  </a:lnTo>
                  <a:lnTo>
                    <a:pt x="1686" y="1026"/>
                  </a:lnTo>
                  <a:lnTo>
                    <a:pt x="1718" y="1069"/>
                  </a:lnTo>
                  <a:lnTo>
                    <a:pt x="1718" y="1069"/>
                  </a:lnTo>
                  <a:lnTo>
                    <a:pt x="1748" y="1110"/>
                  </a:lnTo>
                  <a:lnTo>
                    <a:pt x="1748" y="1110"/>
                  </a:lnTo>
                  <a:lnTo>
                    <a:pt x="1750" y="1112"/>
                  </a:lnTo>
                  <a:lnTo>
                    <a:pt x="1753" y="1113"/>
                  </a:lnTo>
                  <a:lnTo>
                    <a:pt x="1755" y="1113"/>
                  </a:lnTo>
                  <a:lnTo>
                    <a:pt x="1758" y="1112"/>
                  </a:lnTo>
                  <a:lnTo>
                    <a:pt x="1760" y="1111"/>
                  </a:lnTo>
                  <a:lnTo>
                    <a:pt x="1762" y="1108"/>
                  </a:lnTo>
                  <a:lnTo>
                    <a:pt x="1762" y="1106"/>
                  </a:lnTo>
                  <a:lnTo>
                    <a:pt x="1760" y="1102"/>
                  </a:lnTo>
                  <a:lnTo>
                    <a:pt x="1760" y="1102"/>
                  </a:lnTo>
                  <a:lnTo>
                    <a:pt x="1731" y="1060"/>
                  </a:lnTo>
                  <a:lnTo>
                    <a:pt x="1699" y="1018"/>
                  </a:lnTo>
                  <a:lnTo>
                    <a:pt x="1667" y="977"/>
                  </a:lnTo>
                  <a:lnTo>
                    <a:pt x="1633" y="937"/>
                  </a:lnTo>
                  <a:lnTo>
                    <a:pt x="1598" y="897"/>
                  </a:lnTo>
                  <a:lnTo>
                    <a:pt x="1564" y="859"/>
                  </a:lnTo>
                  <a:lnTo>
                    <a:pt x="1494" y="781"/>
                  </a:lnTo>
                  <a:lnTo>
                    <a:pt x="1494" y="781"/>
                  </a:lnTo>
                  <a:lnTo>
                    <a:pt x="1426" y="706"/>
                  </a:lnTo>
                  <a:lnTo>
                    <a:pt x="1359" y="630"/>
                  </a:lnTo>
                  <a:lnTo>
                    <a:pt x="1325" y="593"/>
                  </a:lnTo>
                  <a:lnTo>
                    <a:pt x="1289" y="556"/>
                  </a:lnTo>
                  <a:lnTo>
                    <a:pt x="1254" y="522"/>
                  </a:lnTo>
                  <a:lnTo>
                    <a:pt x="1215" y="488"/>
                  </a:lnTo>
                  <a:lnTo>
                    <a:pt x="1215" y="488"/>
                  </a:lnTo>
                  <a:lnTo>
                    <a:pt x="1177" y="458"/>
                  </a:lnTo>
                  <a:lnTo>
                    <a:pt x="1158" y="444"/>
                  </a:lnTo>
                  <a:lnTo>
                    <a:pt x="1137" y="429"/>
                  </a:lnTo>
                  <a:lnTo>
                    <a:pt x="1137" y="429"/>
                  </a:lnTo>
                  <a:lnTo>
                    <a:pt x="1127" y="424"/>
                  </a:lnTo>
                  <a:lnTo>
                    <a:pt x="1117" y="421"/>
                  </a:lnTo>
                  <a:lnTo>
                    <a:pt x="1095" y="413"/>
                  </a:lnTo>
                  <a:lnTo>
                    <a:pt x="1095" y="413"/>
                  </a:lnTo>
                  <a:lnTo>
                    <a:pt x="1084" y="410"/>
                  </a:lnTo>
                  <a:lnTo>
                    <a:pt x="1071" y="408"/>
                  </a:lnTo>
                  <a:lnTo>
                    <a:pt x="1048" y="405"/>
                  </a:lnTo>
                  <a:lnTo>
                    <a:pt x="1048" y="405"/>
                  </a:lnTo>
                  <a:lnTo>
                    <a:pt x="993" y="399"/>
                  </a:lnTo>
                  <a:lnTo>
                    <a:pt x="937" y="390"/>
                  </a:lnTo>
                  <a:lnTo>
                    <a:pt x="883" y="380"/>
                  </a:lnTo>
                  <a:lnTo>
                    <a:pt x="829" y="369"/>
                  </a:lnTo>
                  <a:lnTo>
                    <a:pt x="829" y="369"/>
                  </a:lnTo>
                  <a:lnTo>
                    <a:pt x="775" y="358"/>
                  </a:lnTo>
                  <a:lnTo>
                    <a:pt x="723" y="346"/>
                  </a:lnTo>
                  <a:lnTo>
                    <a:pt x="670" y="332"/>
                  </a:lnTo>
                  <a:lnTo>
                    <a:pt x="618" y="317"/>
                  </a:lnTo>
                  <a:lnTo>
                    <a:pt x="618" y="317"/>
                  </a:lnTo>
                  <a:lnTo>
                    <a:pt x="566" y="300"/>
                  </a:lnTo>
                  <a:lnTo>
                    <a:pt x="539" y="290"/>
                  </a:lnTo>
                  <a:lnTo>
                    <a:pt x="513" y="280"/>
                  </a:lnTo>
                  <a:lnTo>
                    <a:pt x="513" y="280"/>
                  </a:lnTo>
                  <a:lnTo>
                    <a:pt x="466" y="257"/>
                  </a:lnTo>
                  <a:lnTo>
                    <a:pt x="419" y="233"/>
                  </a:lnTo>
                  <a:lnTo>
                    <a:pt x="419" y="233"/>
                  </a:lnTo>
                  <a:lnTo>
                    <a:pt x="370" y="210"/>
                  </a:lnTo>
                  <a:lnTo>
                    <a:pt x="322" y="187"/>
                  </a:lnTo>
                  <a:lnTo>
                    <a:pt x="322" y="187"/>
                  </a:lnTo>
                  <a:lnTo>
                    <a:pt x="273" y="166"/>
                  </a:lnTo>
                  <a:lnTo>
                    <a:pt x="249" y="155"/>
                  </a:lnTo>
                  <a:lnTo>
                    <a:pt x="226" y="143"/>
                  </a:lnTo>
                  <a:lnTo>
                    <a:pt x="226" y="143"/>
                  </a:lnTo>
                  <a:lnTo>
                    <a:pt x="181" y="119"/>
                  </a:lnTo>
                  <a:lnTo>
                    <a:pt x="138" y="92"/>
                  </a:lnTo>
                  <a:lnTo>
                    <a:pt x="96" y="6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3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3" name="Freeform 142">
              <a:extLst>
                <a:ext uri="{FF2B5EF4-FFF2-40B4-BE49-F238E27FC236}">
                  <a16:creationId xmlns:a16="http://schemas.microsoft.com/office/drawing/2014/main" id="{02DCC8F0-8925-36C5-5F4E-505D844D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278"/>
              <a:ext cx="172" cy="771"/>
            </a:xfrm>
            <a:custGeom>
              <a:avLst/>
              <a:gdLst>
                <a:gd name="T0" fmla="*/ 133 w 516"/>
                <a:gd name="T1" fmla="*/ 746 h 2315"/>
                <a:gd name="T2" fmla="*/ 86 w 516"/>
                <a:gd name="T3" fmla="*/ 698 h 2315"/>
                <a:gd name="T4" fmla="*/ 51 w 516"/>
                <a:gd name="T5" fmla="*/ 623 h 2315"/>
                <a:gd name="T6" fmla="*/ 28 w 516"/>
                <a:gd name="T7" fmla="*/ 511 h 2315"/>
                <a:gd name="T8" fmla="*/ 16 w 516"/>
                <a:gd name="T9" fmla="*/ 403 h 2315"/>
                <a:gd name="T10" fmla="*/ 23 w 516"/>
                <a:gd name="T11" fmla="*/ 287 h 2315"/>
                <a:gd name="T12" fmla="*/ 48 w 516"/>
                <a:gd name="T13" fmla="*/ 201 h 2315"/>
                <a:gd name="T14" fmla="*/ 92 w 516"/>
                <a:gd name="T15" fmla="*/ 125 h 2315"/>
                <a:gd name="T16" fmla="*/ 157 w 516"/>
                <a:gd name="T17" fmla="*/ 65 h 2315"/>
                <a:gd name="T18" fmla="*/ 238 w 516"/>
                <a:gd name="T19" fmla="*/ 25 h 2315"/>
                <a:gd name="T20" fmla="*/ 309 w 516"/>
                <a:gd name="T21" fmla="*/ 14 h 2315"/>
                <a:gd name="T22" fmla="*/ 367 w 516"/>
                <a:gd name="T23" fmla="*/ 26 h 2315"/>
                <a:gd name="T24" fmla="*/ 411 w 516"/>
                <a:gd name="T25" fmla="*/ 79 h 2315"/>
                <a:gd name="T26" fmla="*/ 424 w 516"/>
                <a:gd name="T27" fmla="*/ 154 h 2315"/>
                <a:gd name="T28" fmla="*/ 419 w 516"/>
                <a:gd name="T29" fmla="*/ 291 h 2315"/>
                <a:gd name="T30" fmla="*/ 421 w 516"/>
                <a:gd name="T31" fmla="*/ 485 h 2315"/>
                <a:gd name="T32" fmla="*/ 452 w 516"/>
                <a:gd name="T33" fmla="*/ 687 h 2315"/>
                <a:gd name="T34" fmla="*/ 448 w 516"/>
                <a:gd name="T35" fmla="*/ 834 h 2315"/>
                <a:gd name="T36" fmla="*/ 413 w 516"/>
                <a:gd name="T37" fmla="*/ 1077 h 2315"/>
                <a:gd name="T38" fmla="*/ 414 w 516"/>
                <a:gd name="T39" fmla="*/ 1176 h 2315"/>
                <a:gd name="T40" fmla="*/ 427 w 516"/>
                <a:gd name="T41" fmla="*/ 1260 h 2315"/>
                <a:gd name="T42" fmla="*/ 492 w 516"/>
                <a:gd name="T43" fmla="*/ 1666 h 2315"/>
                <a:gd name="T44" fmla="*/ 501 w 516"/>
                <a:gd name="T45" fmla="*/ 1876 h 2315"/>
                <a:gd name="T46" fmla="*/ 474 w 516"/>
                <a:gd name="T47" fmla="*/ 2083 h 2315"/>
                <a:gd name="T48" fmla="*/ 413 w 516"/>
                <a:gd name="T49" fmla="*/ 2238 h 2315"/>
                <a:gd name="T50" fmla="*/ 369 w 516"/>
                <a:gd name="T51" fmla="*/ 2310 h 2315"/>
                <a:gd name="T52" fmla="*/ 381 w 516"/>
                <a:gd name="T53" fmla="*/ 2313 h 2315"/>
                <a:gd name="T54" fmla="*/ 447 w 516"/>
                <a:gd name="T55" fmla="*/ 2203 h 2315"/>
                <a:gd name="T56" fmla="*/ 504 w 516"/>
                <a:gd name="T57" fmla="*/ 2004 h 2315"/>
                <a:gd name="T58" fmla="*/ 516 w 516"/>
                <a:gd name="T59" fmla="*/ 1830 h 2315"/>
                <a:gd name="T60" fmla="*/ 506 w 516"/>
                <a:gd name="T61" fmla="*/ 1658 h 2315"/>
                <a:gd name="T62" fmla="*/ 452 w 516"/>
                <a:gd name="T63" fmla="*/ 1318 h 2315"/>
                <a:gd name="T64" fmla="*/ 427 w 516"/>
                <a:gd name="T65" fmla="*/ 1140 h 2315"/>
                <a:gd name="T66" fmla="*/ 433 w 516"/>
                <a:gd name="T67" fmla="*/ 1038 h 2315"/>
                <a:gd name="T68" fmla="*/ 464 w 516"/>
                <a:gd name="T69" fmla="*/ 837 h 2315"/>
                <a:gd name="T70" fmla="*/ 469 w 516"/>
                <a:gd name="T71" fmla="*/ 712 h 2315"/>
                <a:gd name="T72" fmla="*/ 443 w 516"/>
                <a:gd name="T73" fmla="*/ 529 h 2315"/>
                <a:gd name="T74" fmla="*/ 432 w 516"/>
                <a:gd name="T75" fmla="*/ 349 h 2315"/>
                <a:gd name="T76" fmla="*/ 438 w 516"/>
                <a:gd name="T77" fmla="*/ 157 h 2315"/>
                <a:gd name="T78" fmla="*/ 429 w 516"/>
                <a:gd name="T79" fmla="*/ 84 h 2315"/>
                <a:gd name="T80" fmla="*/ 384 w 516"/>
                <a:gd name="T81" fmla="*/ 19 h 2315"/>
                <a:gd name="T82" fmla="*/ 331 w 516"/>
                <a:gd name="T83" fmla="*/ 1 h 2315"/>
                <a:gd name="T84" fmla="*/ 275 w 516"/>
                <a:gd name="T85" fmla="*/ 1 h 2315"/>
                <a:gd name="T86" fmla="*/ 193 w 516"/>
                <a:gd name="T87" fmla="*/ 26 h 2315"/>
                <a:gd name="T88" fmla="*/ 122 w 516"/>
                <a:gd name="T89" fmla="*/ 72 h 2315"/>
                <a:gd name="T90" fmla="*/ 64 w 516"/>
                <a:gd name="T91" fmla="*/ 136 h 2315"/>
                <a:gd name="T92" fmla="*/ 30 w 516"/>
                <a:gd name="T93" fmla="*/ 208 h 2315"/>
                <a:gd name="T94" fmla="*/ 5 w 516"/>
                <a:gd name="T95" fmla="*/ 310 h 2315"/>
                <a:gd name="T96" fmla="*/ 2 w 516"/>
                <a:gd name="T97" fmla="*/ 419 h 2315"/>
                <a:gd name="T98" fmla="*/ 23 w 516"/>
                <a:gd name="T99" fmla="*/ 567 h 2315"/>
                <a:gd name="T100" fmla="*/ 60 w 516"/>
                <a:gd name="T101" fmla="*/ 686 h 2315"/>
                <a:gd name="T102" fmla="*/ 99 w 516"/>
                <a:gd name="T103" fmla="*/ 736 h 2315"/>
                <a:gd name="T104" fmla="*/ 179 w 516"/>
                <a:gd name="T105" fmla="*/ 797 h 2315"/>
                <a:gd name="T106" fmla="*/ 220 w 516"/>
                <a:gd name="T107" fmla="*/ 818 h 2315"/>
                <a:gd name="T108" fmla="*/ 219 w 516"/>
                <a:gd name="T109" fmla="*/ 805 h 2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16" h="2315">
                  <a:moveTo>
                    <a:pt x="219" y="805"/>
                  </a:moveTo>
                  <a:lnTo>
                    <a:pt x="219" y="805"/>
                  </a:lnTo>
                  <a:lnTo>
                    <a:pt x="189" y="786"/>
                  </a:lnTo>
                  <a:lnTo>
                    <a:pt x="161" y="767"/>
                  </a:lnTo>
                  <a:lnTo>
                    <a:pt x="133" y="746"/>
                  </a:lnTo>
                  <a:lnTo>
                    <a:pt x="119" y="735"/>
                  </a:lnTo>
                  <a:lnTo>
                    <a:pt x="107" y="723"/>
                  </a:lnTo>
                  <a:lnTo>
                    <a:pt x="107" y="723"/>
                  </a:lnTo>
                  <a:lnTo>
                    <a:pt x="96" y="710"/>
                  </a:lnTo>
                  <a:lnTo>
                    <a:pt x="86" y="698"/>
                  </a:lnTo>
                  <a:lnTo>
                    <a:pt x="77" y="683"/>
                  </a:lnTo>
                  <a:lnTo>
                    <a:pt x="69" y="669"/>
                  </a:lnTo>
                  <a:lnTo>
                    <a:pt x="63" y="655"/>
                  </a:lnTo>
                  <a:lnTo>
                    <a:pt x="56" y="640"/>
                  </a:lnTo>
                  <a:lnTo>
                    <a:pt x="51" y="623"/>
                  </a:lnTo>
                  <a:lnTo>
                    <a:pt x="48" y="608"/>
                  </a:lnTo>
                  <a:lnTo>
                    <a:pt x="48" y="608"/>
                  </a:lnTo>
                  <a:lnTo>
                    <a:pt x="41" y="584"/>
                  </a:lnTo>
                  <a:lnTo>
                    <a:pt x="37" y="559"/>
                  </a:lnTo>
                  <a:lnTo>
                    <a:pt x="28" y="511"/>
                  </a:lnTo>
                  <a:lnTo>
                    <a:pt x="28" y="511"/>
                  </a:lnTo>
                  <a:lnTo>
                    <a:pt x="21" y="457"/>
                  </a:lnTo>
                  <a:lnTo>
                    <a:pt x="17" y="430"/>
                  </a:lnTo>
                  <a:lnTo>
                    <a:pt x="16" y="403"/>
                  </a:lnTo>
                  <a:lnTo>
                    <a:pt x="16" y="403"/>
                  </a:lnTo>
                  <a:lnTo>
                    <a:pt x="16" y="379"/>
                  </a:lnTo>
                  <a:lnTo>
                    <a:pt x="16" y="356"/>
                  </a:lnTo>
                  <a:lnTo>
                    <a:pt x="17" y="333"/>
                  </a:lnTo>
                  <a:lnTo>
                    <a:pt x="21" y="310"/>
                  </a:lnTo>
                  <a:lnTo>
                    <a:pt x="23" y="287"/>
                  </a:lnTo>
                  <a:lnTo>
                    <a:pt x="28" y="264"/>
                  </a:lnTo>
                  <a:lnTo>
                    <a:pt x="35" y="241"/>
                  </a:lnTo>
                  <a:lnTo>
                    <a:pt x="41" y="219"/>
                  </a:lnTo>
                  <a:lnTo>
                    <a:pt x="41" y="219"/>
                  </a:lnTo>
                  <a:lnTo>
                    <a:pt x="48" y="201"/>
                  </a:lnTo>
                  <a:lnTo>
                    <a:pt x="55" y="185"/>
                  </a:lnTo>
                  <a:lnTo>
                    <a:pt x="63" y="170"/>
                  </a:lnTo>
                  <a:lnTo>
                    <a:pt x="72" y="154"/>
                  </a:lnTo>
                  <a:lnTo>
                    <a:pt x="82" y="139"/>
                  </a:lnTo>
                  <a:lnTo>
                    <a:pt x="92" y="125"/>
                  </a:lnTo>
                  <a:lnTo>
                    <a:pt x="104" y="111"/>
                  </a:lnTo>
                  <a:lnTo>
                    <a:pt x="116" y="98"/>
                  </a:lnTo>
                  <a:lnTo>
                    <a:pt x="129" y="86"/>
                  </a:lnTo>
                  <a:lnTo>
                    <a:pt x="143" y="75"/>
                  </a:lnTo>
                  <a:lnTo>
                    <a:pt x="157" y="65"/>
                  </a:lnTo>
                  <a:lnTo>
                    <a:pt x="171" y="54"/>
                  </a:lnTo>
                  <a:lnTo>
                    <a:pt x="188" y="46"/>
                  </a:lnTo>
                  <a:lnTo>
                    <a:pt x="203" y="38"/>
                  </a:lnTo>
                  <a:lnTo>
                    <a:pt x="220" y="31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66" y="19"/>
                  </a:lnTo>
                  <a:lnTo>
                    <a:pt x="280" y="16"/>
                  </a:lnTo>
                  <a:lnTo>
                    <a:pt x="295" y="15"/>
                  </a:lnTo>
                  <a:lnTo>
                    <a:pt x="309" y="14"/>
                  </a:lnTo>
                  <a:lnTo>
                    <a:pt x="323" y="15"/>
                  </a:lnTo>
                  <a:lnTo>
                    <a:pt x="339" y="17"/>
                  </a:lnTo>
                  <a:lnTo>
                    <a:pt x="353" y="21"/>
                  </a:lnTo>
                  <a:lnTo>
                    <a:pt x="353" y="21"/>
                  </a:lnTo>
                  <a:lnTo>
                    <a:pt x="367" y="26"/>
                  </a:lnTo>
                  <a:lnTo>
                    <a:pt x="378" y="34"/>
                  </a:lnTo>
                  <a:lnTo>
                    <a:pt x="390" y="43"/>
                  </a:lnTo>
                  <a:lnTo>
                    <a:pt x="399" y="54"/>
                  </a:lnTo>
                  <a:lnTo>
                    <a:pt x="405" y="66"/>
                  </a:lnTo>
                  <a:lnTo>
                    <a:pt x="411" y="79"/>
                  </a:lnTo>
                  <a:lnTo>
                    <a:pt x="415" y="93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21" y="131"/>
                  </a:lnTo>
                  <a:lnTo>
                    <a:pt x="424" y="154"/>
                  </a:lnTo>
                  <a:lnTo>
                    <a:pt x="424" y="176"/>
                  </a:lnTo>
                  <a:lnTo>
                    <a:pt x="424" y="200"/>
                  </a:lnTo>
                  <a:lnTo>
                    <a:pt x="421" y="246"/>
                  </a:lnTo>
                  <a:lnTo>
                    <a:pt x="419" y="291"/>
                  </a:lnTo>
                  <a:lnTo>
                    <a:pt x="419" y="291"/>
                  </a:lnTo>
                  <a:lnTo>
                    <a:pt x="416" y="340"/>
                  </a:lnTo>
                  <a:lnTo>
                    <a:pt x="416" y="388"/>
                  </a:lnTo>
                  <a:lnTo>
                    <a:pt x="418" y="437"/>
                  </a:lnTo>
                  <a:lnTo>
                    <a:pt x="421" y="485"/>
                  </a:lnTo>
                  <a:lnTo>
                    <a:pt x="421" y="485"/>
                  </a:lnTo>
                  <a:lnTo>
                    <a:pt x="429" y="536"/>
                  </a:lnTo>
                  <a:lnTo>
                    <a:pt x="437" y="586"/>
                  </a:lnTo>
                  <a:lnTo>
                    <a:pt x="444" y="637"/>
                  </a:lnTo>
                  <a:lnTo>
                    <a:pt x="452" y="687"/>
                  </a:lnTo>
                  <a:lnTo>
                    <a:pt x="452" y="687"/>
                  </a:lnTo>
                  <a:lnTo>
                    <a:pt x="453" y="712"/>
                  </a:lnTo>
                  <a:lnTo>
                    <a:pt x="455" y="737"/>
                  </a:lnTo>
                  <a:lnTo>
                    <a:pt x="455" y="761"/>
                  </a:lnTo>
                  <a:lnTo>
                    <a:pt x="453" y="786"/>
                  </a:lnTo>
                  <a:lnTo>
                    <a:pt x="448" y="834"/>
                  </a:lnTo>
                  <a:lnTo>
                    <a:pt x="442" y="883"/>
                  </a:lnTo>
                  <a:lnTo>
                    <a:pt x="442" y="883"/>
                  </a:lnTo>
                  <a:lnTo>
                    <a:pt x="425" y="980"/>
                  </a:lnTo>
                  <a:lnTo>
                    <a:pt x="418" y="1029"/>
                  </a:lnTo>
                  <a:lnTo>
                    <a:pt x="413" y="1077"/>
                  </a:lnTo>
                  <a:lnTo>
                    <a:pt x="413" y="1077"/>
                  </a:lnTo>
                  <a:lnTo>
                    <a:pt x="411" y="1101"/>
                  </a:lnTo>
                  <a:lnTo>
                    <a:pt x="411" y="1127"/>
                  </a:lnTo>
                  <a:lnTo>
                    <a:pt x="411" y="1151"/>
                  </a:lnTo>
                  <a:lnTo>
                    <a:pt x="414" y="1176"/>
                  </a:lnTo>
                  <a:lnTo>
                    <a:pt x="414" y="1176"/>
                  </a:lnTo>
                  <a:lnTo>
                    <a:pt x="416" y="1197"/>
                  </a:lnTo>
                  <a:lnTo>
                    <a:pt x="419" y="1218"/>
                  </a:lnTo>
                  <a:lnTo>
                    <a:pt x="427" y="1260"/>
                  </a:lnTo>
                  <a:lnTo>
                    <a:pt x="427" y="1260"/>
                  </a:lnTo>
                  <a:lnTo>
                    <a:pt x="456" y="1422"/>
                  </a:lnTo>
                  <a:lnTo>
                    <a:pt x="470" y="1503"/>
                  </a:lnTo>
                  <a:lnTo>
                    <a:pt x="481" y="1585"/>
                  </a:lnTo>
                  <a:lnTo>
                    <a:pt x="481" y="1585"/>
                  </a:lnTo>
                  <a:lnTo>
                    <a:pt x="492" y="1666"/>
                  </a:lnTo>
                  <a:lnTo>
                    <a:pt x="496" y="1707"/>
                  </a:lnTo>
                  <a:lnTo>
                    <a:pt x="498" y="1750"/>
                  </a:lnTo>
                  <a:lnTo>
                    <a:pt x="501" y="1792"/>
                  </a:lnTo>
                  <a:lnTo>
                    <a:pt x="502" y="1834"/>
                  </a:lnTo>
                  <a:lnTo>
                    <a:pt x="501" y="1876"/>
                  </a:lnTo>
                  <a:lnTo>
                    <a:pt x="499" y="1918"/>
                  </a:lnTo>
                  <a:lnTo>
                    <a:pt x="496" y="1959"/>
                  </a:lnTo>
                  <a:lnTo>
                    <a:pt x="490" y="2001"/>
                  </a:lnTo>
                  <a:lnTo>
                    <a:pt x="483" y="2042"/>
                  </a:lnTo>
                  <a:lnTo>
                    <a:pt x="474" y="2083"/>
                  </a:lnTo>
                  <a:lnTo>
                    <a:pt x="461" y="2123"/>
                  </a:lnTo>
                  <a:lnTo>
                    <a:pt x="448" y="2161"/>
                  </a:lnTo>
                  <a:lnTo>
                    <a:pt x="432" y="2200"/>
                  </a:lnTo>
                  <a:lnTo>
                    <a:pt x="413" y="2238"/>
                  </a:lnTo>
                  <a:lnTo>
                    <a:pt x="413" y="2238"/>
                  </a:lnTo>
                  <a:lnTo>
                    <a:pt x="392" y="2271"/>
                  </a:lnTo>
                  <a:lnTo>
                    <a:pt x="370" y="2303"/>
                  </a:lnTo>
                  <a:lnTo>
                    <a:pt x="370" y="2303"/>
                  </a:lnTo>
                  <a:lnTo>
                    <a:pt x="369" y="2306"/>
                  </a:lnTo>
                  <a:lnTo>
                    <a:pt x="369" y="2310"/>
                  </a:lnTo>
                  <a:lnTo>
                    <a:pt x="370" y="2311"/>
                  </a:lnTo>
                  <a:lnTo>
                    <a:pt x="372" y="2313"/>
                  </a:lnTo>
                  <a:lnTo>
                    <a:pt x="376" y="2315"/>
                  </a:lnTo>
                  <a:lnTo>
                    <a:pt x="378" y="2315"/>
                  </a:lnTo>
                  <a:lnTo>
                    <a:pt x="381" y="2313"/>
                  </a:lnTo>
                  <a:lnTo>
                    <a:pt x="383" y="2311"/>
                  </a:lnTo>
                  <a:lnTo>
                    <a:pt x="383" y="2311"/>
                  </a:lnTo>
                  <a:lnTo>
                    <a:pt x="407" y="2276"/>
                  </a:lnTo>
                  <a:lnTo>
                    <a:pt x="428" y="2240"/>
                  </a:lnTo>
                  <a:lnTo>
                    <a:pt x="447" y="2203"/>
                  </a:lnTo>
                  <a:lnTo>
                    <a:pt x="462" y="2165"/>
                  </a:lnTo>
                  <a:lnTo>
                    <a:pt x="476" y="2125"/>
                  </a:lnTo>
                  <a:lnTo>
                    <a:pt x="488" y="2086"/>
                  </a:lnTo>
                  <a:lnTo>
                    <a:pt x="497" y="2045"/>
                  </a:lnTo>
                  <a:lnTo>
                    <a:pt x="504" y="2004"/>
                  </a:lnTo>
                  <a:lnTo>
                    <a:pt x="504" y="2004"/>
                  </a:lnTo>
                  <a:lnTo>
                    <a:pt x="510" y="1961"/>
                  </a:lnTo>
                  <a:lnTo>
                    <a:pt x="513" y="1917"/>
                  </a:lnTo>
                  <a:lnTo>
                    <a:pt x="516" y="1874"/>
                  </a:lnTo>
                  <a:lnTo>
                    <a:pt x="516" y="1830"/>
                  </a:lnTo>
                  <a:lnTo>
                    <a:pt x="515" y="1787"/>
                  </a:lnTo>
                  <a:lnTo>
                    <a:pt x="513" y="1743"/>
                  </a:lnTo>
                  <a:lnTo>
                    <a:pt x="510" y="1700"/>
                  </a:lnTo>
                  <a:lnTo>
                    <a:pt x="506" y="1658"/>
                  </a:lnTo>
                  <a:lnTo>
                    <a:pt x="506" y="1658"/>
                  </a:lnTo>
                  <a:lnTo>
                    <a:pt x="496" y="1572"/>
                  </a:lnTo>
                  <a:lnTo>
                    <a:pt x="483" y="1486"/>
                  </a:lnTo>
                  <a:lnTo>
                    <a:pt x="467" y="1402"/>
                  </a:lnTo>
                  <a:lnTo>
                    <a:pt x="452" y="1318"/>
                  </a:lnTo>
                  <a:lnTo>
                    <a:pt x="452" y="1318"/>
                  </a:lnTo>
                  <a:lnTo>
                    <a:pt x="444" y="1274"/>
                  </a:lnTo>
                  <a:lnTo>
                    <a:pt x="437" y="1229"/>
                  </a:lnTo>
                  <a:lnTo>
                    <a:pt x="430" y="1185"/>
                  </a:lnTo>
                  <a:lnTo>
                    <a:pt x="428" y="1163"/>
                  </a:lnTo>
                  <a:lnTo>
                    <a:pt x="427" y="1140"/>
                  </a:lnTo>
                  <a:lnTo>
                    <a:pt x="427" y="1140"/>
                  </a:lnTo>
                  <a:lnTo>
                    <a:pt x="427" y="1114"/>
                  </a:lnTo>
                  <a:lnTo>
                    <a:pt x="428" y="1089"/>
                  </a:lnTo>
                  <a:lnTo>
                    <a:pt x="429" y="1063"/>
                  </a:lnTo>
                  <a:lnTo>
                    <a:pt x="433" y="1038"/>
                  </a:lnTo>
                  <a:lnTo>
                    <a:pt x="439" y="986"/>
                  </a:lnTo>
                  <a:lnTo>
                    <a:pt x="448" y="935"/>
                  </a:lnTo>
                  <a:lnTo>
                    <a:pt x="448" y="935"/>
                  </a:lnTo>
                  <a:lnTo>
                    <a:pt x="456" y="887"/>
                  </a:lnTo>
                  <a:lnTo>
                    <a:pt x="464" y="837"/>
                  </a:lnTo>
                  <a:lnTo>
                    <a:pt x="469" y="787"/>
                  </a:lnTo>
                  <a:lnTo>
                    <a:pt x="470" y="763"/>
                  </a:lnTo>
                  <a:lnTo>
                    <a:pt x="470" y="737"/>
                  </a:lnTo>
                  <a:lnTo>
                    <a:pt x="470" y="737"/>
                  </a:lnTo>
                  <a:lnTo>
                    <a:pt x="469" y="712"/>
                  </a:lnTo>
                  <a:lnTo>
                    <a:pt x="467" y="685"/>
                  </a:lnTo>
                  <a:lnTo>
                    <a:pt x="464" y="659"/>
                  </a:lnTo>
                  <a:lnTo>
                    <a:pt x="460" y="632"/>
                  </a:lnTo>
                  <a:lnTo>
                    <a:pt x="451" y="580"/>
                  </a:lnTo>
                  <a:lnTo>
                    <a:pt x="443" y="529"/>
                  </a:lnTo>
                  <a:lnTo>
                    <a:pt x="443" y="529"/>
                  </a:lnTo>
                  <a:lnTo>
                    <a:pt x="437" y="476"/>
                  </a:lnTo>
                  <a:lnTo>
                    <a:pt x="433" y="425"/>
                  </a:lnTo>
                  <a:lnTo>
                    <a:pt x="430" y="374"/>
                  </a:lnTo>
                  <a:lnTo>
                    <a:pt x="432" y="349"/>
                  </a:lnTo>
                  <a:lnTo>
                    <a:pt x="432" y="322"/>
                  </a:lnTo>
                  <a:lnTo>
                    <a:pt x="432" y="322"/>
                  </a:lnTo>
                  <a:lnTo>
                    <a:pt x="438" y="227"/>
                  </a:lnTo>
                  <a:lnTo>
                    <a:pt x="439" y="180"/>
                  </a:lnTo>
                  <a:lnTo>
                    <a:pt x="438" y="157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6" y="116"/>
                  </a:lnTo>
                  <a:lnTo>
                    <a:pt x="433" y="101"/>
                  </a:lnTo>
                  <a:lnTo>
                    <a:pt x="429" y="84"/>
                  </a:lnTo>
                  <a:lnTo>
                    <a:pt x="424" y="69"/>
                  </a:lnTo>
                  <a:lnTo>
                    <a:pt x="416" y="54"/>
                  </a:lnTo>
                  <a:lnTo>
                    <a:pt x="409" y="42"/>
                  </a:lnTo>
                  <a:lnTo>
                    <a:pt x="397" y="2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72" y="12"/>
                  </a:lnTo>
                  <a:lnTo>
                    <a:pt x="359" y="7"/>
                  </a:lnTo>
                  <a:lnTo>
                    <a:pt x="345" y="3"/>
                  </a:lnTo>
                  <a:lnTo>
                    <a:pt x="331" y="1"/>
                  </a:lnTo>
                  <a:lnTo>
                    <a:pt x="317" y="0"/>
                  </a:lnTo>
                  <a:lnTo>
                    <a:pt x="303" y="0"/>
                  </a:lnTo>
                  <a:lnTo>
                    <a:pt x="289" y="0"/>
                  </a:lnTo>
                  <a:lnTo>
                    <a:pt x="275" y="1"/>
                  </a:lnTo>
                  <a:lnTo>
                    <a:pt x="275" y="1"/>
                  </a:lnTo>
                  <a:lnTo>
                    <a:pt x="258" y="5"/>
                  </a:lnTo>
                  <a:lnTo>
                    <a:pt x="242" y="8"/>
                  </a:lnTo>
                  <a:lnTo>
                    <a:pt x="225" y="14"/>
                  </a:lnTo>
                  <a:lnTo>
                    <a:pt x="208" y="19"/>
                  </a:lnTo>
                  <a:lnTo>
                    <a:pt x="193" y="26"/>
                  </a:lnTo>
                  <a:lnTo>
                    <a:pt x="178" y="34"/>
                  </a:lnTo>
                  <a:lnTo>
                    <a:pt x="162" y="42"/>
                  </a:lnTo>
                  <a:lnTo>
                    <a:pt x="148" y="51"/>
                  </a:lnTo>
                  <a:lnTo>
                    <a:pt x="134" y="61"/>
                  </a:lnTo>
                  <a:lnTo>
                    <a:pt x="122" y="72"/>
                  </a:lnTo>
                  <a:lnTo>
                    <a:pt x="109" y="84"/>
                  </a:lnTo>
                  <a:lnTo>
                    <a:pt x="96" y="95"/>
                  </a:lnTo>
                  <a:lnTo>
                    <a:pt x="85" y="108"/>
                  </a:lnTo>
                  <a:lnTo>
                    <a:pt x="74" y="122"/>
                  </a:lnTo>
                  <a:lnTo>
                    <a:pt x="64" y="136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45" y="170"/>
                  </a:lnTo>
                  <a:lnTo>
                    <a:pt x="37" y="189"/>
                  </a:lnTo>
                  <a:lnTo>
                    <a:pt x="30" y="208"/>
                  </a:lnTo>
                  <a:lnTo>
                    <a:pt x="22" y="228"/>
                  </a:lnTo>
                  <a:lnTo>
                    <a:pt x="17" y="249"/>
                  </a:lnTo>
                  <a:lnTo>
                    <a:pt x="12" y="269"/>
                  </a:lnTo>
                  <a:lnTo>
                    <a:pt x="8" y="290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3" y="338"/>
                  </a:lnTo>
                  <a:lnTo>
                    <a:pt x="0" y="365"/>
                  </a:lnTo>
                  <a:lnTo>
                    <a:pt x="0" y="392"/>
                  </a:lnTo>
                  <a:lnTo>
                    <a:pt x="2" y="419"/>
                  </a:lnTo>
                  <a:lnTo>
                    <a:pt x="4" y="444"/>
                  </a:lnTo>
                  <a:lnTo>
                    <a:pt x="7" y="471"/>
                  </a:lnTo>
                  <a:lnTo>
                    <a:pt x="16" y="525"/>
                  </a:lnTo>
                  <a:lnTo>
                    <a:pt x="16" y="525"/>
                  </a:lnTo>
                  <a:lnTo>
                    <a:pt x="23" y="567"/>
                  </a:lnTo>
                  <a:lnTo>
                    <a:pt x="31" y="608"/>
                  </a:lnTo>
                  <a:lnTo>
                    <a:pt x="36" y="628"/>
                  </a:lnTo>
                  <a:lnTo>
                    <a:pt x="42" y="648"/>
                  </a:lnTo>
                  <a:lnTo>
                    <a:pt x="51" y="668"/>
                  </a:lnTo>
                  <a:lnTo>
                    <a:pt x="60" y="686"/>
                  </a:lnTo>
                  <a:lnTo>
                    <a:pt x="60" y="686"/>
                  </a:lnTo>
                  <a:lnTo>
                    <a:pt x="69" y="700"/>
                  </a:lnTo>
                  <a:lnTo>
                    <a:pt x="78" y="713"/>
                  </a:lnTo>
                  <a:lnTo>
                    <a:pt x="88" y="724"/>
                  </a:lnTo>
                  <a:lnTo>
                    <a:pt x="99" y="736"/>
                  </a:lnTo>
                  <a:lnTo>
                    <a:pt x="110" y="747"/>
                  </a:lnTo>
                  <a:lnTo>
                    <a:pt x="122" y="758"/>
                  </a:lnTo>
                  <a:lnTo>
                    <a:pt x="147" y="775"/>
                  </a:lnTo>
                  <a:lnTo>
                    <a:pt x="147" y="775"/>
                  </a:lnTo>
                  <a:lnTo>
                    <a:pt x="179" y="797"/>
                  </a:lnTo>
                  <a:lnTo>
                    <a:pt x="211" y="818"/>
                  </a:lnTo>
                  <a:lnTo>
                    <a:pt x="211" y="818"/>
                  </a:lnTo>
                  <a:lnTo>
                    <a:pt x="215" y="819"/>
                  </a:lnTo>
                  <a:lnTo>
                    <a:pt x="217" y="819"/>
                  </a:lnTo>
                  <a:lnTo>
                    <a:pt x="220" y="818"/>
                  </a:lnTo>
                  <a:lnTo>
                    <a:pt x="221" y="815"/>
                  </a:lnTo>
                  <a:lnTo>
                    <a:pt x="222" y="813"/>
                  </a:lnTo>
                  <a:lnTo>
                    <a:pt x="222" y="810"/>
                  </a:lnTo>
                  <a:lnTo>
                    <a:pt x="221" y="807"/>
                  </a:lnTo>
                  <a:lnTo>
                    <a:pt x="219" y="805"/>
                  </a:lnTo>
                  <a:lnTo>
                    <a:pt x="219" y="8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4" name="Freeform 143">
              <a:extLst>
                <a:ext uri="{FF2B5EF4-FFF2-40B4-BE49-F238E27FC236}">
                  <a16:creationId xmlns:a16="http://schemas.microsoft.com/office/drawing/2014/main" id="{EF6DA9BC-1E1F-7695-9BB6-F4E23A2E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310"/>
              <a:ext cx="23" cy="86"/>
            </a:xfrm>
            <a:custGeom>
              <a:avLst/>
              <a:gdLst>
                <a:gd name="T0" fmla="*/ 1 w 69"/>
                <a:gd name="T1" fmla="*/ 8 h 258"/>
                <a:gd name="T2" fmla="*/ 1 w 69"/>
                <a:gd name="T3" fmla="*/ 8 h 258"/>
                <a:gd name="T4" fmla="*/ 0 w 69"/>
                <a:gd name="T5" fmla="*/ 59 h 258"/>
                <a:gd name="T6" fmla="*/ 1 w 69"/>
                <a:gd name="T7" fmla="*/ 84 h 258"/>
                <a:gd name="T8" fmla="*/ 2 w 69"/>
                <a:gd name="T9" fmla="*/ 110 h 258"/>
                <a:gd name="T10" fmla="*/ 5 w 69"/>
                <a:gd name="T11" fmla="*/ 135 h 258"/>
                <a:gd name="T12" fmla="*/ 10 w 69"/>
                <a:gd name="T13" fmla="*/ 161 h 258"/>
                <a:gd name="T14" fmla="*/ 16 w 69"/>
                <a:gd name="T15" fmla="*/ 185 h 258"/>
                <a:gd name="T16" fmla="*/ 25 w 69"/>
                <a:gd name="T17" fmla="*/ 208 h 258"/>
                <a:gd name="T18" fmla="*/ 25 w 69"/>
                <a:gd name="T19" fmla="*/ 208 h 258"/>
                <a:gd name="T20" fmla="*/ 32 w 69"/>
                <a:gd name="T21" fmla="*/ 221 h 258"/>
                <a:gd name="T22" fmla="*/ 39 w 69"/>
                <a:gd name="T23" fmla="*/ 234 h 258"/>
                <a:gd name="T24" fmla="*/ 47 w 69"/>
                <a:gd name="T25" fmla="*/ 245 h 258"/>
                <a:gd name="T26" fmla="*/ 56 w 69"/>
                <a:gd name="T27" fmla="*/ 256 h 258"/>
                <a:gd name="T28" fmla="*/ 56 w 69"/>
                <a:gd name="T29" fmla="*/ 256 h 258"/>
                <a:gd name="T30" fmla="*/ 59 w 69"/>
                <a:gd name="T31" fmla="*/ 258 h 258"/>
                <a:gd name="T32" fmla="*/ 61 w 69"/>
                <a:gd name="T33" fmla="*/ 258 h 258"/>
                <a:gd name="T34" fmla="*/ 64 w 69"/>
                <a:gd name="T35" fmla="*/ 258 h 258"/>
                <a:gd name="T36" fmla="*/ 66 w 69"/>
                <a:gd name="T37" fmla="*/ 256 h 258"/>
                <a:gd name="T38" fmla="*/ 68 w 69"/>
                <a:gd name="T39" fmla="*/ 254 h 258"/>
                <a:gd name="T40" fmla="*/ 69 w 69"/>
                <a:gd name="T41" fmla="*/ 251 h 258"/>
                <a:gd name="T42" fmla="*/ 69 w 69"/>
                <a:gd name="T43" fmla="*/ 248 h 258"/>
                <a:gd name="T44" fmla="*/ 66 w 69"/>
                <a:gd name="T45" fmla="*/ 245 h 258"/>
                <a:gd name="T46" fmla="*/ 66 w 69"/>
                <a:gd name="T47" fmla="*/ 245 h 258"/>
                <a:gd name="T48" fmla="*/ 59 w 69"/>
                <a:gd name="T49" fmla="*/ 235 h 258"/>
                <a:gd name="T50" fmla="*/ 52 w 69"/>
                <a:gd name="T51" fmla="*/ 226 h 258"/>
                <a:gd name="T52" fmla="*/ 46 w 69"/>
                <a:gd name="T53" fmla="*/ 215 h 258"/>
                <a:gd name="T54" fmla="*/ 41 w 69"/>
                <a:gd name="T55" fmla="*/ 204 h 258"/>
                <a:gd name="T56" fmla="*/ 32 w 69"/>
                <a:gd name="T57" fmla="*/ 181 h 258"/>
                <a:gd name="T58" fmla="*/ 25 w 69"/>
                <a:gd name="T59" fmla="*/ 158 h 258"/>
                <a:gd name="T60" fmla="*/ 20 w 69"/>
                <a:gd name="T61" fmla="*/ 134 h 258"/>
                <a:gd name="T62" fmla="*/ 18 w 69"/>
                <a:gd name="T63" fmla="*/ 110 h 258"/>
                <a:gd name="T64" fmla="*/ 16 w 69"/>
                <a:gd name="T65" fmla="*/ 86 h 258"/>
                <a:gd name="T66" fmla="*/ 15 w 69"/>
                <a:gd name="T67" fmla="*/ 61 h 258"/>
                <a:gd name="T68" fmla="*/ 15 w 69"/>
                <a:gd name="T69" fmla="*/ 61 h 258"/>
                <a:gd name="T70" fmla="*/ 16 w 69"/>
                <a:gd name="T71" fmla="*/ 8 h 258"/>
                <a:gd name="T72" fmla="*/ 16 w 69"/>
                <a:gd name="T73" fmla="*/ 8 h 258"/>
                <a:gd name="T74" fmla="*/ 16 w 69"/>
                <a:gd name="T75" fmla="*/ 5 h 258"/>
                <a:gd name="T76" fmla="*/ 15 w 69"/>
                <a:gd name="T77" fmla="*/ 3 h 258"/>
                <a:gd name="T78" fmla="*/ 13 w 69"/>
                <a:gd name="T79" fmla="*/ 1 h 258"/>
                <a:gd name="T80" fmla="*/ 9 w 69"/>
                <a:gd name="T81" fmla="*/ 0 h 258"/>
                <a:gd name="T82" fmla="*/ 6 w 69"/>
                <a:gd name="T83" fmla="*/ 1 h 258"/>
                <a:gd name="T84" fmla="*/ 4 w 69"/>
                <a:gd name="T85" fmla="*/ 3 h 258"/>
                <a:gd name="T86" fmla="*/ 2 w 69"/>
                <a:gd name="T87" fmla="*/ 5 h 258"/>
                <a:gd name="T88" fmla="*/ 1 w 69"/>
                <a:gd name="T89" fmla="*/ 8 h 258"/>
                <a:gd name="T90" fmla="*/ 1 w 69"/>
                <a:gd name="T91" fmla="*/ 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9" h="258">
                  <a:moveTo>
                    <a:pt x="1" y="8"/>
                  </a:moveTo>
                  <a:lnTo>
                    <a:pt x="1" y="8"/>
                  </a:lnTo>
                  <a:lnTo>
                    <a:pt x="0" y="59"/>
                  </a:lnTo>
                  <a:lnTo>
                    <a:pt x="1" y="84"/>
                  </a:lnTo>
                  <a:lnTo>
                    <a:pt x="2" y="110"/>
                  </a:lnTo>
                  <a:lnTo>
                    <a:pt x="5" y="135"/>
                  </a:lnTo>
                  <a:lnTo>
                    <a:pt x="10" y="161"/>
                  </a:lnTo>
                  <a:lnTo>
                    <a:pt x="16" y="185"/>
                  </a:lnTo>
                  <a:lnTo>
                    <a:pt x="25" y="208"/>
                  </a:lnTo>
                  <a:lnTo>
                    <a:pt x="25" y="208"/>
                  </a:lnTo>
                  <a:lnTo>
                    <a:pt x="32" y="221"/>
                  </a:lnTo>
                  <a:lnTo>
                    <a:pt x="39" y="234"/>
                  </a:lnTo>
                  <a:lnTo>
                    <a:pt x="47" y="245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9" y="258"/>
                  </a:lnTo>
                  <a:lnTo>
                    <a:pt x="61" y="258"/>
                  </a:lnTo>
                  <a:lnTo>
                    <a:pt x="64" y="258"/>
                  </a:lnTo>
                  <a:lnTo>
                    <a:pt x="66" y="256"/>
                  </a:lnTo>
                  <a:lnTo>
                    <a:pt x="68" y="254"/>
                  </a:lnTo>
                  <a:lnTo>
                    <a:pt x="69" y="251"/>
                  </a:lnTo>
                  <a:lnTo>
                    <a:pt x="69" y="248"/>
                  </a:lnTo>
                  <a:lnTo>
                    <a:pt x="66" y="245"/>
                  </a:lnTo>
                  <a:lnTo>
                    <a:pt x="66" y="245"/>
                  </a:lnTo>
                  <a:lnTo>
                    <a:pt x="59" y="235"/>
                  </a:lnTo>
                  <a:lnTo>
                    <a:pt x="52" y="226"/>
                  </a:lnTo>
                  <a:lnTo>
                    <a:pt x="46" y="215"/>
                  </a:lnTo>
                  <a:lnTo>
                    <a:pt x="41" y="204"/>
                  </a:lnTo>
                  <a:lnTo>
                    <a:pt x="32" y="181"/>
                  </a:lnTo>
                  <a:lnTo>
                    <a:pt x="25" y="158"/>
                  </a:lnTo>
                  <a:lnTo>
                    <a:pt x="20" y="134"/>
                  </a:lnTo>
                  <a:lnTo>
                    <a:pt x="18" y="110"/>
                  </a:lnTo>
                  <a:lnTo>
                    <a:pt x="16" y="86"/>
                  </a:lnTo>
                  <a:lnTo>
                    <a:pt x="15" y="61"/>
                  </a:lnTo>
                  <a:lnTo>
                    <a:pt x="15" y="61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9" y="0"/>
                  </a:lnTo>
                  <a:lnTo>
                    <a:pt x="6" y="1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5" name="Freeform 144">
              <a:extLst>
                <a:ext uri="{FF2B5EF4-FFF2-40B4-BE49-F238E27FC236}">
                  <a16:creationId xmlns:a16="http://schemas.microsoft.com/office/drawing/2014/main" id="{8615A025-46CD-1C07-0521-1C048E67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731"/>
              <a:ext cx="778" cy="763"/>
            </a:xfrm>
            <a:custGeom>
              <a:avLst/>
              <a:gdLst>
                <a:gd name="T0" fmla="*/ 2330 w 2335"/>
                <a:gd name="T1" fmla="*/ 1205 h 2287"/>
                <a:gd name="T2" fmla="*/ 2322 w 2335"/>
                <a:gd name="T3" fmla="*/ 384 h 2287"/>
                <a:gd name="T4" fmla="*/ 2321 w 2335"/>
                <a:gd name="T5" fmla="*/ 237 h 2287"/>
                <a:gd name="T6" fmla="*/ 2309 w 2335"/>
                <a:gd name="T7" fmla="*/ 189 h 2287"/>
                <a:gd name="T8" fmla="*/ 2274 w 2335"/>
                <a:gd name="T9" fmla="*/ 107 h 2287"/>
                <a:gd name="T10" fmla="*/ 2242 w 2335"/>
                <a:gd name="T11" fmla="*/ 64 h 2287"/>
                <a:gd name="T12" fmla="*/ 2193 w 2335"/>
                <a:gd name="T13" fmla="*/ 25 h 2287"/>
                <a:gd name="T14" fmla="*/ 2135 w 2335"/>
                <a:gd name="T15" fmla="*/ 9 h 2287"/>
                <a:gd name="T16" fmla="*/ 2046 w 2335"/>
                <a:gd name="T17" fmla="*/ 2 h 2287"/>
                <a:gd name="T18" fmla="*/ 1768 w 2335"/>
                <a:gd name="T19" fmla="*/ 0 h 2287"/>
                <a:gd name="T20" fmla="*/ 1201 w 2335"/>
                <a:gd name="T21" fmla="*/ 9 h 2287"/>
                <a:gd name="T22" fmla="*/ 1126 w 2335"/>
                <a:gd name="T23" fmla="*/ 11 h 2287"/>
                <a:gd name="T24" fmla="*/ 683 w 2335"/>
                <a:gd name="T25" fmla="*/ 11 h 2287"/>
                <a:gd name="T26" fmla="*/ 216 w 2335"/>
                <a:gd name="T27" fmla="*/ 11 h 2287"/>
                <a:gd name="T28" fmla="*/ 189 w 2335"/>
                <a:gd name="T29" fmla="*/ 14 h 2287"/>
                <a:gd name="T30" fmla="*/ 119 w 2335"/>
                <a:gd name="T31" fmla="*/ 41 h 2287"/>
                <a:gd name="T32" fmla="*/ 62 w 2335"/>
                <a:gd name="T33" fmla="*/ 87 h 2287"/>
                <a:gd name="T34" fmla="*/ 32 w 2335"/>
                <a:gd name="T35" fmla="*/ 138 h 2287"/>
                <a:gd name="T36" fmla="*/ 14 w 2335"/>
                <a:gd name="T37" fmla="*/ 189 h 2287"/>
                <a:gd name="T38" fmla="*/ 4 w 2335"/>
                <a:gd name="T39" fmla="*/ 245 h 2287"/>
                <a:gd name="T40" fmla="*/ 2 w 2335"/>
                <a:gd name="T41" fmla="*/ 364 h 2287"/>
                <a:gd name="T42" fmla="*/ 6 w 2335"/>
                <a:gd name="T43" fmla="*/ 496 h 2287"/>
                <a:gd name="T44" fmla="*/ 7 w 2335"/>
                <a:gd name="T45" fmla="*/ 933 h 2287"/>
                <a:gd name="T46" fmla="*/ 7 w 2335"/>
                <a:gd name="T47" fmla="*/ 1989 h 2287"/>
                <a:gd name="T48" fmla="*/ 8 w 2335"/>
                <a:gd name="T49" fmla="*/ 2284 h 2287"/>
                <a:gd name="T50" fmla="*/ 20 w 2335"/>
                <a:gd name="T51" fmla="*/ 2284 h 2287"/>
                <a:gd name="T52" fmla="*/ 22 w 2335"/>
                <a:gd name="T53" fmla="*/ 1692 h 2287"/>
                <a:gd name="T54" fmla="*/ 22 w 2335"/>
                <a:gd name="T55" fmla="*/ 740 h 2287"/>
                <a:gd name="T56" fmla="*/ 21 w 2335"/>
                <a:gd name="T57" fmla="*/ 474 h 2287"/>
                <a:gd name="T58" fmla="*/ 16 w 2335"/>
                <a:gd name="T59" fmla="*/ 290 h 2287"/>
                <a:gd name="T60" fmla="*/ 25 w 2335"/>
                <a:gd name="T61" fmla="*/ 212 h 2287"/>
                <a:gd name="T62" fmla="*/ 39 w 2335"/>
                <a:gd name="T63" fmla="*/ 163 h 2287"/>
                <a:gd name="T64" fmla="*/ 69 w 2335"/>
                <a:gd name="T65" fmla="*/ 102 h 2287"/>
                <a:gd name="T66" fmla="*/ 101 w 2335"/>
                <a:gd name="T67" fmla="*/ 71 h 2287"/>
                <a:gd name="T68" fmla="*/ 164 w 2335"/>
                <a:gd name="T69" fmla="*/ 38 h 2287"/>
                <a:gd name="T70" fmla="*/ 201 w 2335"/>
                <a:gd name="T71" fmla="*/ 27 h 2287"/>
                <a:gd name="T72" fmla="*/ 203 w 2335"/>
                <a:gd name="T73" fmla="*/ 27 h 2287"/>
                <a:gd name="T74" fmla="*/ 295 w 2335"/>
                <a:gd name="T75" fmla="*/ 27 h 2287"/>
                <a:gd name="T76" fmla="*/ 839 w 2335"/>
                <a:gd name="T77" fmla="*/ 27 h 2287"/>
                <a:gd name="T78" fmla="*/ 1143 w 2335"/>
                <a:gd name="T79" fmla="*/ 25 h 2287"/>
                <a:gd name="T80" fmla="*/ 1604 w 2335"/>
                <a:gd name="T81" fmla="*/ 16 h 2287"/>
                <a:gd name="T82" fmla="*/ 1915 w 2335"/>
                <a:gd name="T83" fmla="*/ 15 h 2287"/>
                <a:gd name="T84" fmla="*/ 2131 w 2335"/>
                <a:gd name="T85" fmla="*/ 23 h 2287"/>
                <a:gd name="T86" fmla="*/ 2187 w 2335"/>
                <a:gd name="T87" fmla="*/ 41 h 2287"/>
                <a:gd name="T88" fmla="*/ 2234 w 2335"/>
                <a:gd name="T89" fmla="*/ 78 h 2287"/>
                <a:gd name="T90" fmla="*/ 2265 w 2335"/>
                <a:gd name="T91" fmla="*/ 121 h 2287"/>
                <a:gd name="T92" fmla="*/ 2297 w 2335"/>
                <a:gd name="T93" fmla="*/ 202 h 2287"/>
                <a:gd name="T94" fmla="*/ 2304 w 2335"/>
                <a:gd name="T95" fmla="*/ 236 h 2287"/>
                <a:gd name="T96" fmla="*/ 2306 w 2335"/>
                <a:gd name="T97" fmla="*/ 240 h 2287"/>
                <a:gd name="T98" fmla="*/ 2308 w 2335"/>
                <a:gd name="T99" fmla="*/ 547 h 2287"/>
                <a:gd name="T100" fmla="*/ 2317 w 2335"/>
                <a:gd name="T101" fmla="*/ 1499 h 2287"/>
                <a:gd name="T102" fmla="*/ 2322 w 2335"/>
                <a:gd name="T103" fmla="*/ 1789 h 2287"/>
                <a:gd name="T104" fmla="*/ 2332 w 2335"/>
                <a:gd name="T105" fmla="*/ 178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35" h="2287">
                  <a:moveTo>
                    <a:pt x="2335" y="1783"/>
                  </a:moveTo>
                  <a:lnTo>
                    <a:pt x="2335" y="1783"/>
                  </a:lnTo>
                  <a:lnTo>
                    <a:pt x="2330" y="1205"/>
                  </a:lnTo>
                  <a:lnTo>
                    <a:pt x="2330" y="1205"/>
                  </a:lnTo>
                  <a:lnTo>
                    <a:pt x="2326" y="723"/>
                  </a:lnTo>
                  <a:lnTo>
                    <a:pt x="2326" y="723"/>
                  </a:lnTo>
                  <a:lnTo>
                    <a:pt x="2322" y="384"/>
                  </a:lnTo>
                  <a:lnTo>
                    <a:pt x="2322" y="384"/>
                  </a:lnTo>
                  <a:lnTo>
                    <a:pt x="2322" y="312"/>
                  </a:lnTo>
                  <a:lnTo>
                    <a:pt x="2321" y="275"/>
                  </a:lnTo>
                  <a:lnTo>
                    <a:pt x="2321" y="237"/>
                  </a:lnTo>
                  <a:lnTo>
                    <a:pt x="2321" y="237"/>
                  </a:lnTo>
                  <a:lnTo>
                    <a:pt x="2318" y="226"/>
                  </a:lnTo>
                  <a:lnTo>
                    <a:pt x="2316" y="213"/>
                  </a:lnTo>
                  <a:lnTo>
                    <a:pt x="2309" y="189"/>
                  </a:lnTo>
                  <a:lnTo>
                    <a:pt x="2309" y="189"/>
                  </a:lnTo>
                  <a:lnTo>
                    <a:pt x="2297" y="156"/>
                  </a:lnTo>
                  <a:lnTo>
                    <a:pt x="2290" y="139"/>
                  </a:lnTo>
                  <a:lnTo>
                    <a:pt x="2283" y="122"/>
                  </a:lnTo>
                  <a:lnTo>
                    <a:pt x="2274" y="107"/>
                  </a:lnTo>
                  <a:lnTo>
                    <a:pt x="2265" y="92"/>
                  </a:lnTo>
                  <a:lnTo>
                    <a:pt x="2253" y="78"/>
                  </a:lnTo>
                  <a:lnTo>
                    <a:pt x="2242" y="64"/>
                  </a:lnTo>
                  <a:lnTo>
                    <a:pt x="2242" y="64"/>
                  </a:lnTo>
                  <a:lnTo>
                    <a:pt x="2232" y="52"/>
                  </a:lnTo>
                  <a:lnTo>
                    <a:pt x="2219" y="42"/>
                  </a:lnTo>
                  <a:lnTo>
                    <a:pt x="2206" y="33"/>
                  </a:lnTo>
                  <a:lnTo>
                    <a:pt x="2193" y="25"/>
                  </a:lnTo>
                  <a:lnTo>
                    <a:pt x="2179" y="19"/>
                  </a:lnTo>
                  <a:lnTo>
                    <a:pt x="2165" y="14"/>
                  </a:lnTo>
                  <a:lnTo>
                    <a:pt x="2150" y="11"/>
                  </a:lnTo>
                  <a:lnTo>
                    <a:pt x="2135" y="9"/>
                  </a:lnTo>
                  <a:lnTo>
                    <a:pt x="2135" y="9"/>
                  </a:lnTo>
                  <a:lnTo>
                    <a:pt x="2090" y="5"/>
                  </a:lnTo>
                  <a:lnTo>
                    <a:pt x="2046" y="2"/>
                  </a:lnTo>
                  <a:lnTo>
                    <a:pt x="2046" y="2"/>
                  </a:lnTo>
                  <a:lnTo>
                    <a:pt x="1976" y="1"/>
                  </a:lnTo>
                  <a:lnTo>
                    <a:pt x="1907" y="0"/>
                  </a:lnTo>
                  <a:lnTo>
                    <a:pt x="1768" y="0"/>
                  </a:lnTo>
                  <a:lnTo>
                    <a:pt x="1768" y="0"/>
                  </a:lnTo>
                  <a:lnTo>
                    <a:pt x="1609" y="1"/>
                  </a:lnTo>
                  <a:lnTo>
                    <a:pt x="1448" y="3"/>
                  </a:lnTo>
                  <a:lnTo>
                    <a:pt x="1448" y="3"/>
                  </a:lnTo>
                  <a:lnTo>
                    <a:pt x="1201" y="9"/>
                  </a:lnTo>
                  <a:lnTo>
                    <a:pt x="1201" y="9"/>
                  </a:lnTo>
                  <a:lnTo>
                    <a:pt x="1163" y="10"/>
                  </a:lnTo>
                  <a:lnTo>
                    <a:pt x="1126" y="11"/>
                  </a:lnTo>
                  <a:lnTo>
                    <a:pt x="1126" y="11"/>
                  </a:lnTo>
                  <a:lnTo>
                    <a:pt x="964" y="11"/>
                  </a:lnTo>
                  <a:lnTo>
                    <a:pt x="964" y="11"/>
                  </a:lnTo>
                  <a:lnTo>
                    <a:pt x="683" y="11"/>
                  </a:lnTo>
                  <a:lnTo>
                    <a:pt x="683" y="11"/>
                  </a:lnTo>
                  <a:lnTo>
                    <a:pt x="397" y="11"/>
                  </a:lnTo>
                  <a:lnTo>
                    <a:pt x="397" y="11"/>
                  </a:lnTo>
                  <a:lnTo>
                    <a:pt x="216" y="11"/>
                  </a:lnTo>
                  <a:lnTo>
                    <a:pt x="216" y="11"/>
                  </a:lnTo>
                  <a:lnTo>
                    <a:pt x="202" y="11"/>
                  </a:lnTo>
                  <a:lnTo>
                    <a:pt x="196" y="11"/>
                  </a:lnTo>
                  <a:lnTo>
                    <a:pt x="189" y="14"/>
                  </a:lnTo>
                  <a:lnTo>
                    <a:pt x="189" y="14"/>
                  </a:lnTo>
                  <a:lnTo>
                    <a:pt x="171" y="19"/>
                  </a:lnTo>
                  <a:lnTo>
                    <a:pt x="154" y="25"/>
                  </a:lnTo>
                  <a:lnTo>
                    <a:pt x="137" y="33"/>
                  </a:lnTo>
                  <a:lnTo>
                    <a:pt x="119" y="41"/>
                  </a:lnTo>
                  <a:lnTo>
                    <a:pt x="104" y="51"/>
                  </a:lnTo>
                  <a:lnTo>
                    <a:pt x="88" y="61"/>
                  </a:lnTo>
                  <a:lnTo>
                    <a:pt x="74" y="74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50" y="102"/>
                  </a:lnTo>
                  <a:lnTo>
                    <a:pt x="40" y="120"/>
                  </a:lnTo>
                  <a:lnTo>
                    <a:pt x="32" y="138"/>
                  </a:lnTo>
                  <a:lnTo>
                    <a:pt x="25" y="156"/>
                  </a:lnTo>
                  <a:lnTo>
                    <a:pt x="25" y="156"/>
                  </a:lnTo>
                  <a:lnTo>
                    <a:pt x="20" y="172"/>
                  </a:lnTo>
                  <a:lnTo>
                    <a:pt x="14" y="189"/>
                  </a:lnTo>
                  <a:lnTo>
                    <a:pt x="11" y="205"/>
                  </a:lnTo>
                  <a:lnTo>
                    <a:pt x="7" y="222"/>
                  </a:lnTo>
                  <a:lnTo>
                    <a:pt x="7" y="222"/>
                  </a:lnTo>
                  <a:lnTo>
                    <a:pt x="4" y="245"/>
                  </a:lnTo>
                  <a:lnTo>
                    <a:pt x="2" y="269"/>
                  </a:lnTo>
                  <a:lnTo>
                    <a:pt x="0" y="292"/>
                  </a:lnTo>
                  <a:lnTo>
                    <a:pt x="0" y="317"/>
                  </a:lnTo>
                  <a:lnTo>
                    <a:pt x="2" y="364"/>
                  </a:lnTo>
                  <a:lnTo>
                    <a:pt x="4" y="411"/>
                  </a:lnTo>
                  <a:lnTo>
                    <a:pt x="4" y="411"/>
                  </a:lnTo>
                  <a:lnTo>
                    <a:pt x="6" y="453"/>
                  </a:lnTo>
                  <a:lnTo>
                    <a:pt x="6" y="496"/>
                  </a:lnTo>
                  <a:lnTo>
                    <a:pt x="7" y="581"/>
                  </a:lnTo>
                  <a:lnTo>
                    <a:pt x="7" y="581"/>
                  </a:lnTo>
                  <a:lnTo>
                    <a:pt x="7" y="933"/>
                  </a:lnTo>
                  <a:lnTo>
                    <a:pt x="7" y="933"/>
                  </a:lnTo>
                  <a:lnTo>
                    <a:pt x="7" y="1417"/>
                  </a:lnTo>
                  <a:lnTo>
                    <a:pt x="7" y="1417"/>
                  </a:lnTo>
                  <a:lnTo>
                    <a:pt x="7" y="1989"/>
                  </a:lnTo>
                  <a:lnTo>
                    <a:pt x="7" y="1989"/>
                  </a:lnTo>
                  <a:lnTo>
                    <a:pt x="7" y="2279"/>
                  </a:lnTo>
                  <a:lnTo>
                    <a:pt x="7" y="2279"/>
                  </a:lnTo>
                  <a:lnTo>
                    <a:pt x="7" y="2282"/>
                  </a:lnTo>
                  <a:lnTo>
                    <a:pt x="8" y="2284"/>
                  </a:lnTo>
                  <a:lnTo>
                    <a:pt x="11" y="2285"/>
                  </a:lnTo>
                  <a:lnTo>
                    <a:pt x="13" y="2287"/>
                  </a:lnTo>
                  <a:lnTo>
                    <a:pt x="17" y="2285"/>
                  </a:lnTo>
                  <a:lnTo>
                    <a:pt x="20" y="2284"/>
                  </a:lnTo>
                  <a:lnTo>
                    <a:pt x="21" y="2282"/>
                  </a:lnTo>
                  <a:lnTo>
                    <a:pt x="22" y="2279"/>
                  </a:lnTo>
                  <a:lnTo>
                    <a:pt x="22" y="2279"/>
                  </a:lnTo>
                  <a:lnTo>
                    <a:pt x="22" y="1692"/>
                  </a:lnTo>
                  <a:lnTo>
                    <a:pt x="22" y="1692"/>
                  </a:lnTo>
                  <a:lnTo>
                    <a:pt x="22" y="1163"/>
                  </a:lnTo>
                  <a:lnTo>
                    <a:pt x="22" y="1163"/>
                  </a:lnTo>
                  <a:lnTo>
                    <a:pt x="22" y="740"/>
                  </a:lnTo>
                  <a:lnTo>
                    <a:pt x="22" y="740"/>
                  </a:lnTo>
                  <a:lnTo>
                    <a:pt x="22" y="607"/>
                  </a:lnTo>
                  <a:lnTo>
                    <a:pt x="21" y="474"/>
                  </a:lnTo>
                  <a:lnTo>
                    <a:pt x="21" y="474"/>
                  </a:lnTo>
                  <a:lnTo>
                    <a:pt x="18" y="413"/>
                  </a:lnTo>
                  <a:lnTo>
                    <a:pt x="16" y="351"/>
                  </a:lnTo>
                  <a:lnTo>
                    <a:pt x="16" y="321"/>
                  </a:lnTo>
                  <a:lnTo>
                    <a:pt x="16" y="290"/>
                  </a:lnTo>
                  <a:lnTo>
                    <a:pt x="17" y="259"/>
                  </a:lnTo>
                  <a:lnTo>
                    <a:pt x="21" y="228"/>
                  </a:lnTo>
                  <a:lnTo>
                    <a:pt x="21" y="228"/>
                  </a:lnTo>
                  <a:lnTo>
                    <a:pt x="25" y="212"/>
                  </a:lnTo>
                  <a:lnTo>
                    <a:pt x="28" y="197"/>
                  </a:lnTo>
                  <a:lnTo>
                    <a:pt x="32" y="180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45" y="145"/>
                  </a:lnTo>
                  <a:lnTo>
                    <a:pt x="54" y="127"/>
                  </a:lnTo>
                  <a:lnTo>
                    <a:pt x="63" y="110"/>
                  </a:lnTo>
                  <a:lnTo>
                    <a:pt x="69" y="102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87" y="81"/>
                  </a:lnTo>
                  <a:lnTo>
                    <a:pt x="101" y="71"/>
                  </a:lnTo>
                  <a:lnTo>
                    <a:pt x="117" y="61"/>
                  </a:lnTo>
                  <a:lnTo>
                    <a:pt x="132" y="52"/>
                  </a:lnTo>
                  <a:lnTo>
                    <a:pt x="147" y="44"/>
                  </a:lnTo>
                  <a:lnTo>
                    <a:pt x="164" y="38"/>
                  </a:lnTo>
                  <a:lnTo>
                    <a:pt x="180" y="32"/>
                  </a:lnTo>
                  <a:lnTo>
                    <a:pt x="197" y="27"/>
                  </a:lnTo>
                  <a:lnTo>
                    <a:pt x="197" y="27"/>
                  </a:lnTo>
                  <a:lnTo>
                    <a:pt x="201" y="27"/>
                  </a:lnTo>
                  <a:lnTo>
                    <a:pt x="200" y="27"/>
                  </a:lnTo>
                  <a:lnTo>
                    <a:pt x="200" y="27"/>
                  </a:lnTo>
                  <a:lnTo>
                    <a:pt x="203" y="27"/>
                  </a:lnTo>
                  <a:lnTo>
                    <a:pt x="203" y="27"/>
                  </a:lnTo>
                  <a:lnTo>
                    <a:pt x="221" y="27"/>
                  </a:lnTo>
                  <a:lnTo>
                    <a:pt x="221" y="27"/>
                  </a:lnTo>
                  <a:lnTo>
                    <a:pt x="295" y="27"/>
                  </a:lnTo>
                  <a:lnTo>
                    <a:pt x="295" y="27"/>
                  </a:lnTo>
                  <a:lnTo>
                    <a:pt x="545" y="27"/>
                  </a:lnTo>
                  <a:lnTo>
                    <a:pt x="545" y="27"/>
                  </a:lnTo>
                  <a:lnTo>
                    <a:pt x="839" y="27"/>
                  </a:lnTo>
                  <a:lnTo>
                    <a:pt x="839" y="27"/>
                  </a:lnTo>
                  <a:lnTo>
                    <a:pt x="1070" y="27"/>
                  </a:lnTo>
                  <a:lnTo>
                    <a:pt x="1070" y="27"/>
                  </a:lnTo>
                  <a:lnTo>
                    <a:pt x="1107" y="27"/>
                  </a:lnTo>
                  <a:lnTo>
                    <a:pt x="1143" y="25"/>
                  </a:lnTo>
                  <a:lnTo>
                    <a:pt x="1143" y="25"/>
                  </a:lnTo>
                  <a:lnTo>
                    <a:pt x="1309" y="21"/>
                  </a:lnTo>
                  <a:lnTo>
                    <a:pt x="1309" y="21"/>
                  </a:lnTo>
                  <a:lnTo>
                    <a:pt x="1604" y="16"/>
                  </a:lnTo>
                  <a:lnTo>
                    <a:pt x="1604" y="16"/>
                  </a:lnTo>
                  <a:lnTo>
                    <a:pt x="1759" y="15"/>
                  </a:lnTo>
                  <a:lnTo>
                    <a:pt x="1915" y="15"/>
                  </a:lnTo>
                  <a:lnTo>
                    <a:pt x="1915" y="15"/>
                  </a:lnTo>
                  <a:lnTo>
                    <a:pt x="2022" y="16"/>
                  </a:lnTo>
                  <a:lnTo>
                    <a:pt x="2077" y="19"/>
                  </a:lnTo>
                  <a:lnTo>
                    <a:pt x="2131" y="23"/>
                  </a:lnTo>
                  <a:lnTo>
                    <a:pt x="2131" y="23"/>
                  </a:lnTo>
                  <a:lnTo>
                    <a:pt x="2146" y="25"/>
                  </a:lnTo>
                  <a:lnTo>
                    <a:pt x="2160" y="29"/>
                  </a:lnTo>
                  <a:lnTo>
                    <a:pt x="2174" y="34"/>
                  </a:lnTo>
                  <a:lnTo>
                    <a:pt x="2187" y="41"/>
                  </a:lnTo>
                  <a:lnTo>
                    <a:pt x="2201" y="48"/>
                  </a:lnTo>
                  <a:lnTo>
                    <a:pt x="2212" y="56"/>
                  </a:lnTo>
                  <a:lnTo>
                    <a:pt x="2224" y="66"/>
                  </a:lnTo>
                  <a:lnTo>
                    <a:pt x="2234" y="78"/>
                  </a:lnTo>
                  <a:lnTo>
                    <a:pt x="2234" y="78"/>
                  </a:lnTo>
                  <a:lnTo>
                    <a:pt x="2246" y="92"/>
                  </a:lnTo>
                  <a:lnTo>
                    <a:pt x="2256" y="106"/>
                  </a:lnTo>
                  <a:lnTo>
                    <a:pt x="2265" y="121"/>
                  </a:lnTo>
                  <a:lnTo>
                    <a:pt x="2272" y="136"/>
                  </a:lnTo>
                  <a:lnTo>
                    <a:pt x="2280" y="152"/>
                  </a:lnTo>
                  <a:lnTo>
                    <a:pt x="2286" y="168"/>
                  </a:lnTo>
                  <a:lnTo>
                    <a:pt x="2297" y="202"/>
                  </a:lnTo>
                  <a:lnTo>
                    <a:pt x="2297" y="202"/>
                  </a:lnTo>
                  <a:lnTo>
                    <a:pt x="2302" y="218"/>
                  </a:lnTo>
                  <a:lnTo>
                    <a:pt x="2304" y="236"/>
                  </a:lnTo>
                  <a:lnTo>
                    <a:pt x="2304" y="236"/>
                  </a:lnTo>
                  <a:lnTo>
                    <a:pt x="2306" y="236"/>
                  </a:lnTo>
                  <a:lnTo>
                    <a:pt x="2306" y="236"/>
                  </a:lnTo>
                  <a:lnTo>
                    <a:pt x="2306" y="240"/>
                  </a:lnTo>
                  <a:lnTo>
                    <a:pt x="2306" y="240"/>
                  </a:lnTo>
                  <a:lnTo>
                    <a:pt x="2306" y="291"/>
                  </a:lnTo>
                  <a:lnTo>
                    <a:pt x="2306" y="291"/>
                  </a:lnTo>
                  <a:lnTo>
                    <a:pt x="2308" y="547"/>
                  </a:lnTo>
                  <a:lnTo>
                    <a:pt x="2308" y="547"/>
                  </a:lnTo>
                  <a:lnTo>
                    <a:pt x="2313" y="966"/>
                  </a:lnTo>
                  <a:lnTo>
                    <a:pt x="2313" y="966"/>
                  </a:lnTo>
                  <a:lnTo>
                    <a:pt x="2317" y="1499"/>
                  </a:lnTo>
                  <a:lnTo>
                    <a:pt x="2317" y="1499"/>
                  </a:lnTo>
                  <a:lnTo>
                    <a:pt x="2320" y="1783"/>
                  </a:lnTo>
                  <a:lnTo>
                    <a:pt x="2320" y="1783"/>
                  </a:lnTo>
                  <a:lnTo>
                    <a:pt x="2320" y="1787"/>
                  </a:lnTo>
                  <a:lnTo>
                    <a:pt x="2322" y="1789"/>
                  </a:lnTo>
                  <a:lnTo>
                    <a:pt x="2325" y="1791"/>
                  </a:lnTo>
                  <a:lnTo>
                    <a:pt x="2327" y="1791"/>
                  </a:lnTo>
                  <a:lnTo>
                    <a:pt x="2330" y="1791"/>
                  </a:lnTo>
                  <a:lnTo>
                    <a:pt x="2332" y="1789"/>
                  </a:lnTo>
                  <a:lnTo>
                    <a:pt x="2334" y="1787"/>
                  </a:lnTo>
                  <a:lnTo>
                    <a:pt x="2335" y="1783"/>
                  </a:lnTo>
                  <a:lnTo>
                    <a:pt x="2335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6" name="Freeform 145">
              <a:extLst>
                <a:ext uri="{FF2B5EF4-FFF2-40B4-BE49-F238E27FC236}">
                  <a16:creationId xmlns:a16="http://schemas.microsoft.com/office/drawing/2014/main" id="{B028675B-5052-8463-531E-5F02AAA4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11"/>
              <a:ext cx="780" cy="747"/>
            </a:xfrm>
            <a:custGeom>
              <a:avLst/>
              <a:gdLst>
                <a:gd name="T0" fmla="*/ 0 w 2341"/>
                <a:gd name="T1" fmla="*/ 2046 h 2240"/>
                <a:gd name="T2" fmla="*/ 4 w 2341"/>
                <a:gd name="T3" fmla="*/ 2084 h 2240"/>
                <a:gd name="T4" fmla="*/ 12 w 2341"/>
                <a:gd name="T5" fmla="*/ 2120 h 2240"/>
                <a:gd name="T6" fmla="*/ 31 w 2341"/>
                <a:gd name="T7" fmla="*/ 2168 h 2240"/>
                <a:gd name="T8" fmla="*/ 50 w 2341"/>
                <a:gd name="T9" fmla="*/ 2191 h 2240"/>
                <a:gd name="T10" fmla="*/ 82 w 2341"/>
                <a:gd name="T11" fmla="*/ 2214 h 2240"/>
                <a:gd name="T12" fmla="*/ 110 w 2341"/>
                <a:gd name="T13" fmla="*/ 2227 h 2240"/>
                <a:gd name="T14" fmla="*/ 170 w 2341"/>
                <a:gd name="T15" fmla="*/ 2237 h 2240"/>
                <a:gd name="T16" fmla="*/ 260 w 2341"/>
                <a:gd name="T17" fmla="*/ 2240 h 2240"/>
                <a:gd name="T18" fmla="*/ 454 w 2341"/>
                <a:gd name="T19" fmla="*/ 2240 h 2240"/>
                <a:gd name="T20" fmla="*/ 640 w 2341"/>
                <a:gd name="T21" fmla="*/ 2240 h 2240"/>
                <a:gd name="T22" fmla="*/ 1111 w 2341"/>
                <a:gd name="T23" fmla="*/ 2240 h 2240"/>
                <a:gd name="T24" fmla="*/ 1358 w 2341"/>
                <a:gd name="T25" fmla="*/ 2240 h 2240"/>
                <a:gd name="T26" fmla="*/ 1803 w 2341"/>
                <a:gd name="T27" fmla="*/ 2240 h 2240"/>
                <a:gd name="T28" fmla="*/ 1962 w 2341"/>
                <a:gd name="T29" fmla="*/ 2240 h 2240"/>
                <a:gd name="T30" fmla="*/ 2078 w 2341"/>
                <a:gd name="T31" fmla="*/ 2240 h 2240"/>
                <a:gd name="T32" fmla="*/ 2122 w 2341"/>
                <a:gd name="T33" fmla="*/ 2236 h 2240"/>
                <a:gd name="T34" fmla="*/ 2191 w 2341"/>
                <a:gd name="T35" fmla="*/ 2213 h 2240"/>
                <a:gd name="T36" fmla="*/ 2249 w 2341"/>
                <a:gd name="T37" fmla="*/ 2171 h 2240"/>
                <a:gd name="T38" fmla="*/ 2276 w 2341"/>
                <a:gd name="T39" fmla="*/ 2142 h 2240"/>
                <a:gd name="T40" fmla="*/ 2300 w 2341"/>
                <a:gd name="T41" fmla="*/ 2101 h 2240"/>
                <a:gd name="T42" fmla="*/ 2317 w 2341"/>
                <a:gd name="T43" fmla="*/ 2055 h 2240"/>
                <a:gd name="T44" fmla="*/ 2325 w 2341"/>
                <a:gd name="T45" fmla="*/ 2016 h 2240"/>
                <a:gd name="T46" fmla="*/ 2329 w 2341"/>
                <a:gd name="T47" fmla="*/ 1946 h 2240"/>
                <a:gd name="T48" fmla="*/ 2334 w 2341"/>
                <a:gd name="T49" fmla="*/ 1807 h 2240"/>
                <a:gd name="T50" fmla="*/ 2339 w 2341"/>
                <a:gd name="T51" fmla="*/ 1516 h 2240"/>
                <a:gd name="T52" fmla="*/ 2341 w 2341"/>
                <a:gd name="T53" fmla="*/ 1143 h 2240"/>
                <a:gd name="T54" fmla="*/ 2340 w 2341"/>
                <a:gd name="T55" fmla="*/ 242 h 2240"/>
                <a:gd name="T56" fmla="*/ 2339 w 2341"/>
                <a:gd name="T57" fmla="*/ 8 h 2240"/>
                <a:gd name="T58" fmla="*/ 2334 w 2341"/>
                <a:gd name="T59" fmla="*/ 2 h 2240"/>
                <a:gd name="T60" fmla="*/ 2326 w 2341"/>
                <a:gd name="T61" fmla="*/ 3 h 2240"/>
                <a:gd name="T62" fmla="*/ 2323 w 2341"/>
                <a:gd name="T63" fmla="*/ 8 h 2240"/>
                <a:gd name="T64" fmla="*/ 2326 w 2341"/>
                <a:gd name="T65" fmla="*/ 930 h 2240"/>
                <a:gd name="T66" fmla="*/ 2325 w 2341"/>
                <a:gd name="T67" fmla="*/ 1331 h 2240"/>
                <a:gd name="T68" fmla="*/ 2321 w 2341"/>
                <a:gd name="T69" fmla="*/ 1665 h 2240"/>
                <a:gd name="T70" fmla="*/ 2316 w 2341"/>
                <a:gd name="T71" fmla="*/ 1908 h 2240"/>
                <a:gd name="T72" fmla="*/ 2307 w 2341"/>
                <a:gd name="T73" fmla="*/ 2033 h 2240"/>
                <a:gd name="T74" fmla="*/ 2299 w 2341"/>
                <a:gd name="T75" fmla="*/ 2062 h 2240"/>
                <a:gd name="T76" fmla="*/ 2283 w 2341"/>
                <a:gd name="T77" fmla="*/ 2103 h 2240"/>
                <a:gd name="T78" fmla="*/ 2257 w 2341"/>
                <a:gd name="T79" fmla="*/ 2139 h 2240"/>
                <a:gd name="T80" fmla="*/ 2226 w 2341"/>
                <a:gd name="T81" fmla="*/ 2171 h 2240"/>
                <a:gd name="T82" fmla="*/ 2191 w 2341"/>
                <a:gd name="T83" fmla="*/ 2195 h 2240"/>
                <a:gd name="T84" fmla="*/ 2164 w 2341"/>
                <a:gd name="T85" fmla="*/ 2208 h 2240"/>
                <a:gd name="T86" fmla="*/ 2101 w 2341"/>
                <a:gd name="T87" fmla="*/ 2223 h 2240"/>
                <a:gd name="T88" fmla="*/ 2017 w 2341"/>
                <a:gd name="T89" fmla="*/ 2225 h 2240"/>
                <a:gd name="T90" fmla="*/ 1886 w 2341"/>
                <a:gd name="T91" fmla="*/ 2225 h 2240"/>
                <a:gd name="T92" fmla="*/ 1481 w 2341"/>
                <a:gd name="T93" fmla="*/ 2225 h 2240"/>
                <a:gd name="T94" fmla="*/ 1240 w 2341"/>
                <a:gd name="T95" fmla="*/ 2225 h 2240"/>
                <a:gd name="T96" fmla="*/ 759 w 2341"/>
                <a:gd name="T97" fmla="*/ 2225 h 2240"/>
                <a:gd name="T98" fmla="*/ 551 w 2341"/>
                <a:gd name="T99" fmla="*/ 2225 h 2240"/>
                <a:gd name="T100" fmla="*/ 282 w 2341"/>
                <a:gd name="T101" fmla="*/ 2225 h 2240"/>
                <a:gd name="T102" fmla="*/ 231 w 2341"/>
                <a:gd name="T103" fmla="*/ 2225 h 2240"/>
                <a:gd name="T104" fmla="*/ 146 w 2341"/>
                <a:gd name="T105" fmla="*/ 2220 h 2240"/>
                <a:gd name="T106" fmla="*/ 97 w 2341"/>
                <a:gd name="T107" fmla="*/ 2206 h 2240"/>
                <a:gd name="T108" fmla="*/ 76 w 2341"/>
                <a:gd name="T109" fmla="*/ 2193 h 2240"/>
                <a:gd name="T110" fmla="*/ 58 w 2341"/>
                <a:gd name="T111" fmla="*/ 2177 h 2240"/>
                <a:gd name="T112" fmla="*/ 37 w 2341"/>
                <a:gd name="T113" fmla="*/ 2148 h 2240"/>
                <a:gd name="T114" fmla="*/ 26 w 2341"/>
                <a:gd name="T115" fmla="*/ 2113 h 2240"/>
                <a:gd name="T116" fmla="*/ 17 w 2341"/>
                <a:gd name="T117" fmla="*/ 2061 h 2240"/>
                <a:gd name="T118" fmla="*/ 17 w 2341"/>
                <a:gd name="T119" fmla="*/ 1900 h 2240"/>
                <a:gd name="T120" fmla="*/ 14 w 2341"/>
                <a:gd name="T121" fmla="*/ 1895 h 2240"/>
                <a:gd name="T122" fmla="*/ 6 w 2341"/>
                <a:gd name="T123" fmla="*/ 1894 h 2240"/>
                <a:gd name="T124" fmla="*/ 2 w 2341"/>
                <a:gd name="T125" fmla="*/ 1900 h 2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240">
                  <a:moveTo>
                    <a:pt x="2" y="1900"/>
                  </a:moveTo>
                  <a:lnTo>
                    <a:pt x="2" y="1900"/>
                  </a:lnTo>
                  <a:lnTo>
                    <a:pt x="0" y="2046"/>
                  </a:lnTo>
                  <a:lnTo>
                    <a:pt x="0" y="2046"/>
                  </a:lnTo>
                  <a:lnTo>
                    <a:pt x="2" y="2065"/>
                  </a:lnTo>
                  <a:lnTo>
                    <a:pt x="4" y="2084"/>
                  </a:lnTo>
                  <a:lnTo>
                    <a:pt x="7" y="2102"/>
                  </a:lnTo>
                  <a:lnTo>
                    <a:pt x="12" y="2120"/>
                  </a:lnTo>
                  <a:lnTo>
                    <a:pt x="12" y="2120"/>
                  </a:lnTo>
                  <a:lnTo>
                    <a:pt x="17" y="2136"/>
                  </a:lnTo>
                  <a:lnTo>
                    <a:pt x="23" y="2153"/>
                  </a:lnTo>
                  <a:lnTo>
                    <a:pt x="31" y="2168"/>
                  </a:lnTo>
                  <a:lnTo>
                    <a:pt x="41" y="2182"/>
                  </a:lnTo>
                  <a:lnTo>
                    <a:pt x="41" y="2182"/>
                  </a:lnTo>
                  <a:lnTo>
                    <a:pt x="50" y="2191"/>
                  </a:lnTo>
                  <a:lnTo>
                    <a:pt x="60" y="2200"/>
                  </a:lnTo>
                  <a:lnTo>
                    <a:pt x="72" y="2208"/>
                  </a:lnTo>
                  <a:lnTo>
                    <a:pt x="82" y="2214"/>
                  </a:lnTo>
                  <a:lnTo>
                    <a:pt x="82" y="2214"/>
                  </a:lnTo>
                  <a:lnTo>
                    <a:pt x="96" y="2222"/>
                  </a:lnTo>
                  <a:lnTo>
                    <a:pt x="110" y="2227"/>
                  </a:lnTo>
                  <a:lnTo>
                    <a:pt x="126" y="2231"/>
                  </a:lnTo>
                  <a:lnTo>
                    <a:pt x="140" y="2234"/>
                  </a:lnTo>
                  <a:lnTo>
                    <a:pt x="170" y="2237"/>
                  </a:lnTo>
                  <a:lnTo>
                    <a:pt x="201" y="2239"/>
                  </a:lnTo>
                  <a:lnTo>
                    <a:pt x="201" y="2239"/>
                  </a:lnTo>
                  <a:lnTo>
                    <a:pt x="260" y="2240"/>
                  </a:lnTo>
                  <a:lnTo>
                    <a:pt x="320" y="2240"/>
                  </a:lnTo>
                  <a:lnTo>
                    <a:pt x="320" y="2240"/>
                  </a:lnTo>
                  <a:lnTo>
                    <a:pt x="454" y="2240"/>
                  </a:lnTo>
                  <a:lnTo>
                    <a:pt x="454" y="2240"/>
                  </a:lnTo>
                  <a:lnTo>
                    <a:pt x="640" y="2240"/>
                  </a:lnTo>
                  <a:lnTo>
                    <a:pt x="640" y="2240"/>
                  </a:lnTo>
                  <a:lnTo>
                    <a:pt x="866" y="2240"/>
                  </a:lnTo>
                  <a:lnTo>
                    <a:pt x="866" y="2240"/>
                  </a:lnTo>
                  <a:lnTo>
                    <a:pt x="1111" y="2240"/>
                  </a:lnTo>
                  <a:lnTo>
                    <a:pt x="1111" y="2240"/>
                  </a:lnTo>
                  <a:lnTo>
                    <a:pt x="1358" y="2240"/>
                  </a:lnTo>
                  <a:lnTo>
                    <a:pt x="1358" y="2240"/>
                  </a:lnTo>
                  <a:lnTo>
                    <a:pt x="1596" y="2240"/>
                  </a:lnTo>
                  <a:lnTo>
                    <a:pt x="1596" y="2240"/>
                  </a:lnTo>
                  <a:lnTo>
                    <a:pt x="1803" y="2240"/>
                  </a:lnTo>
                  <a:lnTo>
                    <a:pt x="1803" y="2240"/>
                  </a:lnTo>
                  <a:lnTo>
                    <a:pt x="1962" y="2240"/>
                  </a:lnTo>
                  <a:lnTo>
                    <a:pt x="1962" y="2240"/>
                  </a:lnTo>
                  <a:lnTo>
                    <a:pt x="2061" y="2240"/>
                  </a:lnTo>
                  <a:lnTo>
                    <a:pt x="2061" y="2240"/>
                  </a:lnTo>
                  <a:lnTo>
                    <a:pt x="2078" y="2240"/>
                  </a:lnTo>
                  <a:lnTo>
                    <a:pt x="2098" y="2239"/>
                  </a:lnTo>
                  <a:lnTo>
                    <a:pt x="2098" y="2239"/>
                  </a:lnTo>
                  <a:lnTo>
                    <a:pt x="2122" y="2236"/>
                  </a:lnTo>
                  <a:lnTo>
                    <a:pt x="2145" y="2230"/>
                  </a:lnTo>
                  <a:lnTo>
                    <a:pt x="2168" y="2222"/>
                  </a:lnTo>
                  <a:lnTo>
                    <a:pt x="2191" y="2213"/>
                  </a:lnTo>
                  <a:lnTo>
                    <a:pt x="2211" y="2200"/>
                  </a:lnTo>
                  <a:lnTo>
                    <a:pt x="2232" y="2188"/>
                  </a:lnTo>
                  <a:lnTo>
                    <a:pt x="2249" y="2171"/>
                  </a:lnTo>
                  <a:lnTo>
                    <a:pt x="2266" y="2153"/>
                  </a:lnTo>
                  <a:lnTo>
                    <a:pt x="2266" y="2153"/>
                  </a:lnTo>
                  <a:lnTo>
                    <a:pt x="2276" y="2142"/>
                  </a:lnTo>
                  <a:lnTo>
                    <a:pt x="2285" y="2128"/>
                  </a:lnTo>
                  <a:lnTo>
                    <a:pt x="2293" y="2115"/>
                  </a:lnTo>
                  <a:lnTo>
                    <a:pt x="2300" y="2101"/>
                  </a:lnTo>
                  <a:lnTo>
                    <a:pt x="2307" y="2085"/>
                  </a:lnTo>
                  <a:lnTo>
                    <a:pt x="2313" y="2070"/>
                  </a:lnTo>
                  <a:lnTo>
                    <a:pt x="2317" y="2055"/>
                  </a:lnTo>
                  <a:lnTo>
                    <a:pt x="2321" y="2039"/>
                  </a:lnTo>
                  <a:lnTo>
                    <a:pt x="2321" y="2039"/>
                  </a:lnTo>
                  <a:lnTo>
                    <a:pt x="2325" y="2016"/>
                  </a:lnTo>
                  <a:lnTo>
                    <a:pt x="2326" y="1992"/>
                  </a:lnTo>
                  <a:lnTo>
                    <a:pt x="2326" y="1992"/>
                  </a:lnTo>
                  <a:lnTo>
                    <a:pt x="2329" y="1946"/>
                  </a:lnTo>
                  <a:lnTo>
                    <a:pt x="2331" y="1900"/>
                  </a:lnTo>
                  <a:lnTo>
                    <a:pt x="2334" y="1807"/>
                  </a:lnTo>
                  <a:lnTo>
                    <a:pt x="2334" y="1807"/>
                  </a:lnTo>
                  <a:lnTo>
                    <a:pt x="2336" y="1662"/>
                  </a:lnTo>
                  <a:lnTo>
                    <a:pt x="2339" y="1516"/>
                  </a:lnTo>
                  <a:lnTo>
                    <a:pt x="2339" y="1516"/>
                  </a:lnTo>
                  <a:lnTo>
                    <a:pt x="2340" y="1330"/>
                  </a:lnTo>
                  <a:lnTo>
                    <a:pt x="2341" y="1143"/>
                  </a:lnTo>
                  <a:lnTo>
                    <a:pt x="2341" y="1143"/>
                  </a:lnTo>
                  <a:lnTo>
                    <a:pt x="2341" y="710"/>
                  </a:lnTo>
                  <a:lnTo>
                    <a:pt x="2341" y="710"/>
                  </a:lnTo>
                  <a:lnTo>
                    <a:pt x="2340" y="242"/>
                  </a:lnTo>
                  <a:lnTo>
                    <a:pt x="2340" y="242"/>
                  </a:lnTo>
                  <a:lnTo>
                    <a:pt x="2339" y="8"/>
                  </a:lnTo>
                  <a:lnTo>
                    <a:pt x="2339" y="8"/>
                  </a:lnTo>
                  <a:lnTo>
                    <a:pt x="2337" y="5"/>
                  </a:lnTo>
                  <a:lnTo>
                    <a:pt x="2336" y="3"/>
                  </a:lnTo>
                  <a:lnTo>
                    <a:pt x="2334" y="2"/>
                  </a:lnTo>
                  <a:lnTo>
                    <a:pt x="2331" y="0"/>
                  </a:lnTo>
                  <a:lnTo>
                    <a:pt x="2329" y="2"/>
                  </a:lnTo>
                  <a:lnTo>
                    <a:pt x="2326" y="3"/>
                  </a:lnTo>
                  <a:lnTo>
                    <a:pt x="2323" y="5"/>
                  </a:lnTo>
                  <a:lnTo>
                    <a:pt x="2323" y="8"/>
                  </a:lnTo>
                  <a:lnTo>
                    <a:pt x="2323" y="8"/>
                  </a:lnTo>
                  <a:lnTo>
                    <a:pt x="2325" y="480"/>
                  </a:lnTo>
                  <a:lnTo>
                    <a:pt x="2325" y="480"/>
                  </a:lnTo>
                  <a:lnTo>
                    <a:pt x="2326" y="930"/>
                  </a:lnTo>
                  <a:lnTo>
                    <a:pt x="2326" y="930"/>
                  </a:lnTo>
                  <a:lnTo>
                    <a:pt x="2325" y="1331"/>
                  </a:lnTo>
                  <a:lnTo>
                    <a:pt x="2325" y="1331"/>
                  </a:lnTo>
                  <a:lnTo>
                    <a:pt x="2323" y="1499"/>
                  </a:lnTo>
                  <a:lnTo>
                    <a:pt x="2321" y="1665"/>
                  </a:lnTo>
                  <a:lnTo>
                    <a:pt x="2321" y="1665"/>
                  </a:lnTo>
                  <a:lnTo>
                    <a:pt x="2320" y="1786"/>
                  </a:lnTo>
                  <a:lnTo>
                    <a:pt x="2316" y="1908"/>
                  </a:lnTo>
                  <a:lnTo>
                    <a:pt x="2316" y="1908"/>
                  </a:lnTo>
                  <a:lnTo>
                    <a:pt x="2313" y="1972"/>
                  </a:lnTo>
                  <a:lnTo>
                    <a:pt x="2311" y="2004"/>
                  </a:lnTo>
                  <a:lnTo>
                    <a:pt x="2307" y="2033"/>
                  </a:lnTo>
                  <a:lnTo>
                    <a:pt x="2307" y="2033"/>
                  </a:lnTo>
                  <a:lnTo>
                    <a:pt x="2303" y="2048"/>
                  </a:lnTo>
                  <a:lnTo>
                    <a:pt x="2299" y="2062"/>
                  </a:lnTo>
                  <a:lnTo>
                    <a:pt x="2294" y="2076"/>
                  </a:lnTo>
                  <a:lnTo>
                    <a:pt x="2289" y="2089"/>
                  </a:lnTo>
                  <a:lnTo>
                    <a:pt x="2283" y="2103"/>
                  </a:lnTo>
                  <a:lnTo>
                    <a:pt x="2275" y="2116"/>
                  </a:lnTo>
                  <a:lnTo>
                    <a:pt x="2266" y="2128"/>
                  </a:lnTo>
                  <a:lnTo>
                    <a:pt x="2257" y="2139"/>
                  </a:lnTo>
                  <a:lnTo>
                    <a:pt x="2248" y="2151"/>
                  </a:lnTo>
                  <a:lnTo>
                    <a:pt x="2238" y="2161"/>
                  </a:lnTo>
                  <a:lnTo>
                    <a:pt x="2226" y="2171"/>
                  </a:lnTo>
                  <a:lnTo>
                    <a:pt x="2215" y="2180"/>
                  </a:lnTo>
                  <a:lnTo>
                    <a:pt x="2203" y="2188"/>
                  </a:lnTo>
                  <a:lnTo>
                    <a:pt x="2191" y="2195"/>
                  </a:lnTo>
                  <a:lnTo>
                    <a:pt x="2177" y="2202"/>
                  </a:lnTo>
                  <a:lnTo>
                    <a:pt x="2164" y="2208"/>
                  </a:lnTo>
                  <a:lnTo>
                    <a:pt x="2164" y="2208"/>
                  </a:lnTo>
                  <a:lnTo>
                    <a:pt x="2143" y="2214"/>
                  </a:lnTo>
                  <a:lnTo>
                    <a:pt x="2122" y="2220"/>
                  </a:lnTo>
                  <a:lnTo>
                    <a:pt x="2101" y="2223"/>
                  </a:lnTo>
                  <a:lnTo>
                    <a:pt x="2080" y="2225"/>
                  </a:lnTo>
                  <a:lnTo>
                    <a:pt x="2080" y="2225"/>
                  </a:lnTo>
                  <a:lnTo>
                    <a:pt x="2017" y="2225"/>
                  </a:lnTo>
                  <a:lnTo>
                    <a:pt x="2017" y="2225"/>
                  </a:lnTo>
                  <a:lnTo>
                    <a:pt x="1886" y="2225"/>
                  </a:lnTo>
                  <a:lnTo>
                    <a:pt x="1886" y="2225"/>
                  </a:lnTo>
                  <a:lnTo>
                    <a:pt x="1702" y="2225"/>
                  </a:lnTo>
                  <a:lnTo>
                    <a:pt x="1702" y="2225"/>
                  </a:lnTo>
                  <a:lnTo>
                    <a:pt x="1481" y="2225"/>
                  </a:lnTo>
                  <a:lnTo>
                    <a:pt x="1481" y="2225"/>
                  </a:lnTo>
                  <a:lnTo>
                    <a:pt x="1240" y="2225"/>
                  </a:lnTo>
                  <a:lnTo>
                    <a:pt x="1240" y="2225"/>
                  </a:lnTo>
                  <a:lnTo>
                    <a:pt x="992" y="2225"/>
                  </a:lnTo>
                  <a:lnTo>
                    <a:pt x="992" y="2225"/>
                  </a:lnTo>
                  <a:lnTo>
                    <a:pt x="759" y="2225"/>
                  </a:lnTo>
                  <a:lnTo>
                    <a:pt x="759" y="2225"/>
                  </a:lnTo>
                  <a:lnTo>
                    <a:pt x="551" y="2225"/>
                  </a:lnTo>
                  <a:lnTo>
                    <a:pt x="551" y="2225"/>
                  </a:lnTo>
                  <a:lnTo>
                    <a:pt x="387" y="2225"/>
                  </a:lnTo>
                  <a:lnTo>
                    <a:pt x="387" y="2225"/>
                  </a:lnTo>
                  <a:lnTo>
                    <a:pt x="282" y="2225"/>
                  </a:lnTo>
                  <a:lnTo>
                    <a:pt x="282" y="2225"/>
                  </a:lnTo>
                  <a:lnTo>
                    <a:pt x="231" y="2225"/>
                  </a:lnTo>
                  <a:lnTo>
                    <a:pt x="231" y="2225"/>
                  </a:lnTo>
                  <a:lnTo>
                    <a:pt x="198" y="2225"/>
                  </a:lnTo>
                  <a:lnTo>
                    <a:pt x="164" y="2222"/>
                  </a:lnTo>
                  <a:lnTo>
                    <a:pt x="146" y="2220"/>
                  </a:lnTo>
                  <a:lnTo>
                    <a:pt x="129" y="2217"/>
                  </a:lnTo>
                  <a:lnTo>
                    <a:pt x="113" y="2212"/>
                  </a:lnTo>
                  <a:lnTo>
                    <a:pt x="97" y="2206"/>
                  </a:lnTo>
                  <a:lnTo>
                    <a:pt x="97" y="2206"/>
                  </a:lnTo>
                  <a:lnTo>
                    <a:pt x="87" y="2200"/>
                  </a:lnTo>
                  <a:lnTo>
                    <a:pt x="76" y="2193"/>
                  </a:lnTo>
                  <a:lnTo>
                    <a:pt x="67" y="2185"/>
                  </a:lnTo>
                  <a:lnTo>
                    <a:pt x="58" y="2177"/>
                  </a:lnTo>
                  <a:lnTo>
                    <a:pt x="58" y="2177"/>
                  </a:lnTo>
                  <a:lnTo>
                    <a:pt x="51" y="2171"/>
                  </a:lnTo>
                  <a:lnTo>
                    <a:pt x="46" y="2163"/>
                  </a:lnTo>
                  <a:lnTo>
                    <a:pt x="37" y="2148"/>
                  </a:lnTo>
                  <a:lnTo>
                    <a:pt x="31" y="2131"/>
                  </a:lnTo>
                  <a:lnTo>
                    <a:pt x="26" y="2113"/>
                  </a:lnTo>
                  <a:lnTo>
                    <a:pt x="26" y="2113"/>
                  </a:lnTo>
                  <a:lnTo>
                    <a:pt x="22" y="2097"/>
                  </a:lnTo>
                  <a:lnTo>
                    <a:pt x="18" y="2079"/>
                  </a:lnTo>
                  <a:lnTo>
                    <a:pt x="17" y="2061"/>
                  </a:lnTo>
                  <a:lnTo>
                    <a:pt x="16" y="2044"/>
                  </a:lnTo>
                  <a:lnTo>
                    <a:pt x="16" y="2044"/>
                  </a:lnTo>
                  <a:lnTo>
                    <a:pt x="17" y="1900"/>
                  </a:lnTo>
                  <a:lnTo>
                    <a:pt x="17" y="1900"/>
                  </a:lnTo>
                  <a:lnTo>
                    <a:pt x="16" y="1897"/>
                  </a:lnTo>
                  <a:lnTo>
                    <a:pt x="14" y="1895"/>
                  </a:lnTo>
                  <a:lnTo>
                    <a:pt x="12" y="1894"/>
                  </a:lnTo>
                  <a:lnTo>
                    <a:pt x="9" y="1892"/>
                  </a:lnTo>
                  <a:lnTo>
                    <a:pt x="6" y="1894"/>
                  </a:lnTo>
                  <a:lnTo>
                    <a:pt x="3" y="1895"/>
                  </a:lnTo>
                  <a:lnTo>
                    <a:pt x="2" y="1897"/>
                  </a:lnTo>
                  <a:lnTo>
                    <a:pt x="2" y="1900"/>
                  </a:lnTo>
                  <a:lnTo>
                    <a:pt x="2" y="19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7" name="Freeform 146">
              <a:extLst>
                <a:ext uri="{FF2B5EF4-FFF2-40B4-BE49-F238E27FC236}">
                  <a16:creationId xmlns:a16="http://schemas.microsoft.com/office/drawing/2014/main" id="{79DF93BC-55ED-710B-E76A-9B8AEAB6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05"/>
              <a:ext cx="5" cy="102"/>
            </a:xfrm>
            <a:custGeom>
              <a:avLst/>
              <a:gdLst>
                <a:gd name="T0" fmla="*/ 0 w 15"/>
                <a:gd name="T1" fmla="*/ 8 h 308"/>
                <a:gd name="T2" fmla="*/ 0 w 15"/>
                <a:gd name="T3" fmla="*/ 8 h 308"/>
                <a:gd name="T4" fmla="*/ 0 w 15"/>
                <a:gd name="T5" fmla="*/ 301 h 308"/>
                <a:gd name="T6" fmla="*/ 0 w 15"/>
                <a:gd name="T7" fmla="*/ 301 h 308"/>
                <a:gd name="T8" fmla="*/ 0 w 15"/>
                <a:gd name="T9" fmla="*/ 305 h 308"/>
                <a:gd name="T10" fmla="*/ 1 w 15"/>
                <a:gd name="T11" fmla="*/ 306 h 308"/>
                <a:gd name="T12" fmla="*/ 4 w 15"/>
                <a:gd name="T13" fmla="*/ 308 h 308"/>
                <a:gd name="T14" fmla="*/ 8 w 15"/>
                <a:gd name="T15" fmla="*/ 308 h 308"/>
                <a:gd name="T16" fmla="*/ 10 w 15"/>
                <a:gd name="T17" fmla="*/ 308 h 308"/>
                <a:gd name="T18" fmla="*/ 13 w 15"/>
                <a:gd name="T19" fmla="*/ 306 h 308"/>
                <a:gd name="T20" fmla="*/ 14 w 15"/>
                <a:gd name="T21" fmla="*/ 305 h 308"/>
                <a:gd name="T22" fmla="*/ 15 w 15"/>
                <a:gd name="T23" fmla="*/ 301 h 308"/>
                <a:gd name="T24" fmla="*/ 15 w 15"/>
                <a:gd name="T25" fmla="*/ 301 h 308"/>
                <a:gd name="T26" fmla="*/ 15 w 15"/>
                <a:gd name="T27" fmla="*/ 8 h 308"/>
                <a:gd name="T28" fmla="*/ 15 w 15"/>
                <a:gd name="T29" fmla="*/ 8 h 308"/>
                <a:gd name="T30" fmla="*/ 15 w 15"/>
                <a:gd name="T31" fmla="*/ 4 h 308"/>
                <a:gd name="T32" fmla="*/ 13 w 15"/>
                <a:gd name="T33" fmla="*/ 3 h 308"/>
                <a:gd name="T34" fmla="*/ 10 w 15"/>
                <a:gd name="T35" fmla="*/ 0 h 308"/>
                <a:gd name="T36" fmla="*/ 8 w 15"/>
                <a:gd name="T37" fmla="*/ 0 h 308"/>
                <a:gd name="T38" fmla="*/ 5 w 15"/>
                <a:gd name="T39" fmla="*/ 0 h 308"/>
                <a:gd name="T40" fmla="*/ 3 w 15"/>
                <a:gd name="T41" fmla="*/ 3 h 308"/>
                <a:gd name="T42" fmla="*/ 1 w 15"/>
                <a:gd name="T43" fmla="*/ 4 h 308"/>
                <a:gd name="T44" fmla="*/ 0 w 15"/>
                <a:gd name="T45" fmla="*/ 8 h 308"/>
                <a:gd name="T46" fmla="*/ 0 w 15"/>
                <a:gd name="T47" fmla="*/ 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" h="308">
                  <a:moveTo>
                    <a:pt x="0" y="8"/>
                  </a:moveTo>
                  <a:lnTo>
                    <a:pt x="0" y="8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0" y="305"/>
                  </a:lnTo>
                  <a:lnTo>
                    <a:pt x="1" y="306"/>
                  </a:lnTo>
                  <a:lnTo>
                    <a:pt x="4" y="308"/>
                  </a:lnTo>
                  <a:lnTo>
                    <a:pt x="8" y="308"/>
                  </a:lnTo>
                  <a:lnTo>
                    <a:pt x="10" y="308"/>
                  </a:lnTo>
                  <a:lnTo>
                    <a:pt x="13" y="306"/>
                  </a:lnTo>
                  <a:lnTo>
                    <a:pt x="14" y="305"/>
                  </a:lnTo>
                  <a:lnTo>
                    <a:pt x="15" y="301"/>
                  </a:lnTo>
                  <a:lnTo>
                    <a:pt x="15" y="301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8" name="Freeform 147">
              <a:extLst>
                <a:ext uri="{FF2B5EF4-FFF2-40B4-BE49-F238E27FC236}">
                  <a16:creationId xmlns:a16="http://schemas.microsoft.com/office/drawing/2014/main" id="{71F0E293-5DD2-72DC-ED0A-242BCA27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670"/>
              <a:ext cx="6" cy="62"/>
            </a:xfrm>
            <a:custGeom>
              <a:avLst/>
              <a:gdLst>
                <a:gd name="T0" fmla="*/ 2 w 17"/>
                <a:gd name="T1" fmla="*/ 7 h 184"/>
                <a:gd name="T2" fmla="*/ 2 w 17"/>
                <a:gd name="T3" fmla="*/ 7 h 184"/>
                <a:gd name="T4" fmla="*/ 0 w 17"/>
                <a:gd name="T5" fmla="*/ 177 h 184"/>
                <a:gd name="T6" fmla="*/ 0 w 17"/>
                <a:gd name="T7" fmla="*/ 177 h 184"/>
                <a:gd name="T8" fmla="*/ 2 w 17"/>
                <a:gd name="T9" fmla="*/ 180 h 184"/>
                <a:gd name="T10" fmla="*/ 3 w 17"/>
                <a:gd name="T11" fmla="*/ 183 h 184"/>
                <a:gd name="T12" fmla="*/ 5 w 17"/>
                <a:gd name="T13" fmla="*/ 184 h 184"/>
                <a:gd name="T14" fmla="*/ 8 w 17"/>
                <a:gd name="T15" fmla="*/ 184 h 184"/>
                <a:gd name="T16" fmla="*/ 10 w 17"/>
                <a:gd name="T17" fmla="*/ 184 h 184"/>
                <a:gd name="T18" fmla="*/ 13 w 17"/>
                <a:gd name="T19" fmla="*/ 183 h 184"/>
                <a:gd name="T20" fmla="*/ 16 w 17"/>
                <a:gd name="T21" fmla="*/ 180 h 184"/>
                <a:gd name="T22" fmla="*/ 16 w 17"/>
                <a:gd name="T23" fmla="*/ 177 h 184"/>
                <a:gd name="T24" fmla="*/ 16 w 17"/>
                <a:gd name="T25" fmla="*/ 177 h 184"/>
                <a:gd name="T26" fmla="*/ 17 w 17"/>
                <a:gd name="T27" fmla="*/ 7 h 184"/>
                <a:gd name="T28" fmla="*/ 17 w 17"/>
                <a:gd name="T29" fmla="*/ 7 h 184"/>
                <a:gd name="T30" fmla="*/ 16 w 17"/>
                <a:gd name="T31" fmla="*/ 4 h 184"/>
                <a:gd name="T32" fmla="*/ 14 w 17"/>
                <a:gd name="T33" fmla="*/ 1 h 184"/>
                <a:gd name="T34" fmla="*/ 12 w 17"/>
                <a:gd name="T35" fmla="*/ 0 h 184"/>
                <a:gd name="T36" fmla="*/ 9 w 17"/>
                <a:gd name="T37" fmla="*/ 0 h 184"/>
                <a:gd name="T38" fmla="*/ 5 w 17"/>
                <a:gd name="T39" fmla="*/ 0 h 184"/>
                <a:gd name="T40" fmla="*/ 3 w 17"/>
                <a:gd name="T41" fmla="*/ 1 h 184"/>
                <a:gd name="T42" fmla="*/ 2 w 17"/>
                <a:gd name="T43" fmla="*/ 4 h 184"/>
                <a:gd name="T44" fmla="*/ 2 w 17"/>
                <a:gd name="T45" fmla="*/ 7 h 184"/>
                <a:gd name="T46" fmla="*/ 2 w 17"/>
                <a:gd name="T47" fmla="*/ 7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184">
                  <a:moveTo>
                    <a:pt x="2" y="7"/>
                  </a:moveTo>
                  <a:lnTo>
                    <a:pt x="2" y="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80"/>
                  </a:lnTo>
                  <a:lnTo>
                    <a:pt x="3" y="183"/>
                  </a:lnTo>
                  <a:lnTo>
                    <a:pt x="5" y="184"/>
                  </a:lnTo>
                  <a:lnTo>
                    <a:pt x="8" y="184"/>
                  </a:lnTo>
                  <a:lnTo>
                    <a:pt x="10" y="184"/>
                  </a:lnTo>
                  <a:lnTo>
                    <a:pt x="13" y="183"/>
                  </a:lnTo>
                  <a:lnTo>
                    <a:pt x="16" y="180"/>
                  </a:lnTo>
                  <a:lnTo>
                    <a:pt x="16" y="177"/>
                  </a:lnTo>
                  <a:lnTo>
                    <a:pt x="16" y="17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4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79" name="Freeform 148">
              <a:extLst>
                <a:ext uri="{FF2B5EF4-FFF2-40B4-BE49-F238E27FC236}">
                  <a16:creationId xmlns:a16="http://schemas.microsoft.com/office/drawing/2014/main" id="{C987DA60-FEF9-9D7C-4849-D56C894B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552"/>
              <a:ext cx="23" cy="75"/>
            </a:xfrm>
            <a:custGeom>
              <a:avLst/>
              <a:gdLst>
                <a:gd name="T0" fmla="*/ 16 w 69"/>
                <a:gd name="T1" fmla="*/ 216 h 224"/>
                <a:gd name="T2" fmla="*/ 16 w 69"/>
                <a:gd name="T3" fmla="*/ 216 h 224"/>
                <a:gd name="T4" fmla="*/ 17 w 69"/>
                <a:gd name="T5" fmla="*/ 203 h 224"/>
                <a:gd name="T6" fmla="*/ 18 w 69"/>
                <a:gd name="T7" fmla="*/ 191 h 224"/>
                <a:gd name="T8" fmla="*/ 25 w 69"/>
                <a:gd name="T9" fmla="*/ 166 h 224"/>
                <a:gd name="T10" fmla="*/ 32 w 69"/>
                <a:gd name="T11" fmla="*/ 141 h 224"/>
                <a:gd name="T12" fmla="*/ 39 w 69"/>
                <a:gd name="T13" fmla="*/ 116 h 224"/>
                <a:gd name="T14" fmla="*/ 39 w 69"/>
                <a:gd name="T15" fmla="*/ 116 h 224"/>
                <a:gd name="T16" fmla="*/ 45 w 69"/>
                <a:gd name="T17" fmla="*/ 88 h 224"/>
                <a:gd name="T18" fmla="*/ 51 w 69"/>
                <a:gd name="T19" fmla="*/ 61 h 224"/>
                <a:gd name="T20" fmla="*/ 59 w 69"/>
                <a:gd name="T21" fmla="*/ 36 h 224"/>
                <a:gd name="T22" fmla="*/ 69 w 69"/>
                <a:gd name="T23" fmla="*/ 9 h 224"/>
                <a:gd name="T24" fmla="*/ 69 w 69"/>
                <a:gd name="T25" fmla="*/ 9 h 224"/>
                <a:gd name="T26" fmla="*/ 69 w 69"/>
                <a:gd name="T27" fmla="*/ 5 h 224"/>
                <a:gd name="T28" fmla="*/ 68 w 69"/>
                <a:gd name="T29" fmla="*/ 3 h 224"/>
                <a:gd name="T30" fmla="*/ 67 w 69"/>
                <a:gd name="T31" fmla="*/ 1 h 224"/>
                <a:gd name="T32" fmla="*/ 64 w 69"/>
                <a:gd name="T33" fmla="*/ 0 h 224"/>
                <a:gd name="T34" fmla="*/ 62 w 69"/>
                <a:gd name="T35" fmla="*/ 0 h 224"/>
                <a:gd name="T36" fmla="*/ 58 w 69"/>
                <a:gd name="T37" fmla="*/ 0 h 224"/>
                <a:gd name="T38" fmla="*/ 55 w 69"/>
                <a:gd name="T39" fmla="*/ 3 h 224"/>
                <a:gd name="T40" fmla="*/ 54 w 69"/>
                <a:gd name="T41" fmla="*/ 5 h 224"/>
                <a:gd name="T42" fmla="*/ 54 w 69"/>
                <a:gd name="T43" fmla="*/ 5 h 224"/>
                <a:gd name="T44" fmla="*/ 45 w 69"/>
                <a:gd name="T45" fmla="*/ 32 h 224"/>
                <a:gd name="T46" fmla="*/ 36 w 69"/>
                <a:gd name="T47" fmla="*/ 59 h 224"/>
                <a:gd name="T48" fmla="*/ 36 w 69"/>
                <a:gd name="T49" fmla="*/ 59 h 224"/>
                <a:gd name="T50" fmla="*/ 30 w 69"/>
                <a:gd name="T51" fmla="*/ 87 h 224"/>
                <a:gd name="T52" fmla="*/ 23 w 69"/>
                <a:gd name="T53" fmla="*/ 114 h 224"/>
                <a:gd name="T54" fmla="*/ 23 w 69"/>
                <a:gd name="T55" fmla="*/ 114 h 224"/>
                <a:gd name="T56" fmla="*/ 17 w 69"/>
                <a:gd name="T57" fmla="*/ 139 h 224"/>
                <a:gd name="T58" fmla="*/ 9 w 69"/>
                <a:gd name="T59" fmla="*/ 165 h 224"/>
                <a:gd name="T60" fmla="*/ 3 w 69"/>
                <a:gd name="T61" fmla="*/ 191 h 224"/>
                <a:gd name="T62" fmla="*/ 2 w 69"/>
                <a:gd name="T63" fmla="*/ 203 h 224"/>
                <a:gd name="T64" fmla="*/ 0 w 69"/>
                <a:gd name="T65" fmla="*/ 216 h 224"/>
                <a:gd name="T66" fmla="*/ 0 w 69"/>
                <a:gd name="T67" fmla="*/ 216 h 224"/>
                <a:gd name="T68" fmla="*/ 0 w 69"/>
                <a:gd name="T69" fmla="*/ 220 h 224"/>
                <a:gd name="T70" fmla="*/ 2 w 69"/>
                <a:gd name="T71" fmla="*/ 221 h 224"/>
                <a:gd name="T72" fmla="*/ 4 w 69"/>
                <a:gd name="T73" fmla="*/ 223 h 224"/>
                <a:gd name="T74" fmla="*/ 7 w 69"/>
                <a:gd name="T75" fmla="*/ 224 h 224"/>
                <a:gd name="T76" fmla="*/ 11 w 69"/>
                <a:gd name="T77" fmla="*/ 223 h 224"/>
                <a:gd name="T78" fmla="*/ 13 w 69"/>
                <a:gd name="T79" fmla="*/ 221 h 224"/>
                <a:gd name="T80" fmla="*/ 14 w 69"/>
                <a:gd name="T81" fmla="*/ 220 h 224"/>
                <a:gd name="T82" fmla="*/ 16 w 69"/>
                <a:gd name="T83" fmla="*/ 216 h 224"/>
                <a:gd name="T84" fmla="*/ 16 w 69"/>
                <a:gd name="T85" fmla="*/ 21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" h="224">
                  <a:moveTo>
                    <a:pt x="16" y="216"/>
                  </a:moveTo>
                  <a:lnTo>
                    <a:pt x="16" y="216"/>
                  </a:lnTo>
                  <a:lnTo>
                    <a:pt x="17" y="203"/>
                  </a:lnTo>
                  <a:lnTo>
                    <a:pt x="18" y="191"/>
                  </a:lnTo>
                  <a:lnTo>
                    <a:pt x="25" y="166"/>
                  </a:lnTo>
                  <a:lnTo>
                    <a:pt x="32" y="141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45" y="88"/>
                  </a:lnTo>
                  <a:lnTo>
                    <a:pt x="51" y="61"/>
                  </a:lnTo>
                  <a:lnTo>
                    <a:pt x="59" y="36"/>
                  </a:lnTo>
                  <a:lnTo>
                    <a:pt x="69" y="9"/>
                  </a:lnTo>
                  <a:lnTo>
                    <a:pt x="69" y="9"/>
                  </a:lnTo>
                  <a:lnTo>
                    <a:pt x="69" y="5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5" y="3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45" y="32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0" y="87"/>
                  </a:lnTo>
                  <a:lnTo>
                    <a:pt x="23" y="114"/>
                  </a:lnTo>
                  <a:lnTo>
                    <a:pt x="23" y="114"/>
                  </a:lnTo>
                  <a:lnTo>
                    <a:pt x="17" y="139"/>
                  </a:lnTo>
                  <a:lnTo>
                    <a:pt x="9" y="165"/>
                  </a:lnTo>
                  <a:lnTo>
                    <a:pt x="3" y="191"/>
                  </a:lnTo>
                  <a:lnTo>
                    <a:pt x="2" y="203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0" y="220"/>
                  </a:lnTo>
                  <a:lnTo>
                    <a:pt x="2" y="221"/>
                  </a:lnTo>
                  <a:lnTo>
                    <a:pt x="4" y="223"/>
                  </a:lnTo>
                  <a:lnTo>
                    <a:pt x="7" y="224"/>
                  </a:lnTo>
                  <a:lnTo>
                    <a:pt x="11" y="223"/>
                  </a:lnTo>
                  <a:lnTo>
                    <a:pt x="13" y="221"/>
                  </a:lnTo>
                  <a:lnTo>
                    <a:pt x="14" y="220"/>
                  </a:lnTo>
                  <a:lnTo>
                    <a:pt x="16" y="216"/>
                  </a:lnTo>
                  <a:lnTo>
                    <a:pt x="16" y="2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0" name="Freeform 149">
              <a:extLst>
                <a:ext uri="{FF2B5EF4-FFF2-40B4-BE49-F238E27FC236}">
                  <a16:creationId xmlns:a16="http://schemas.microsoft.com/office/drawing/2014/main" id="{0748B35B-833C-8B0F-209E-7515D983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321"/>
              <a:ext cx="80" cy="9"/>
            </a:xfrm>
            <a:custGeom>
              <a:avLst/>
              <a:gdLst>
                <a:gd name="T0" fmla="*/ 236 w 240"/>
                <a:gd name="T1" fmla="*/ 11 h 27"/>
                <a:gd name="T2" fmla="*/ 236 w 240"/>
                <a:gd name="T3" fmla="*/ 11 h 27"/>
                <a:gd name="T4" fmla="*/ 224 w 240"/>
                <a:gd name="T5" fmla="*/ 6 h 27"/>
                <a:gd name="T6" fmla="*/ 212 w 240"/>
                <a:gd name="T7" fmla="*/ 3 h 27"/>
                <a:gd name="T8" fmla="*/ 199 w 240"/>
                <a:gd name="T9" fmla="*/ 0 h 27"/>
                <a:gd name="T10" fmla="*/ 185 w 240"/>
                <a:gd name="T11" fmla="*/ 0 h 27"/>
                <a:gd name="T12" fmla="*/ 158 w 240"/>
                <a:gd name="T13" fmla="*/ 2 h 27"/>
                <a:gd name="T14" fmla="*/ 133 w 240"/>
                <a:gd name="T15" fmla="*/ 3 h 27"/>
                <a:gd name="T16" fmla="*/ 133 w 240"/>
                <a:gd name="T17" fmla="*/ 3 h 27"/>
                <a:gd name="T18" fmla="*/ 103 w 240"/>
                <a:gd name="T19" fmla="*/ 4 h 27"/>
                <a:gd name="T20" fmla="*/ 74 w 240"/>
                <a:gd name="T21" fmla="*/ 7 h 27"/>
                <a:gd name="T22" fmla="*/ 74 w 240"/>
                <a:gd name="T23" fmla="*/ 7 h 27"/>
                <a:gd name="T24" fmla="*/ 41 w 240"/>
                <a:gd name="T25" fmla="*/ 11 h 27"/>
                <a:gd name="T26" fmla="*/ 24 w 240"/>
                <a:gd name="T27" fmla="*/ 12 h 27"/>
                <a:gd name="T28" fmla="*/ 7 w 240"/>
                <a:gd name="T29" fmla="*/ 12 h 27"/>
                <a:gd name="T30" fmla="*/ 7 w 240"/>
                <a:gd name="T31" fmla="*/ 12 h 27"/>
                <a:gd name="T32" fmla="*/ 4 w 240"/>
                <a:gd name="T33" fmla="*/ 12 h 27"/>
                <a:gd name="T34" fmla="*/ 2 w 240"/>
                <a:gd name="T35" fmla="*/ 13 h 27"/>
                <a:gd name="T36" fmla="*/ 1 w 240"/>
                <a:gd name="T37" fmla="*/ 16 h 27"/>
                <a:gd name="T38" fmla="*/ 0 w 240"/>
                <a:gd name="T39" fmla="*/ 18 h 27"/>
                <a:gd name="T40" fmla="*/ 1 w 240"/>
                <a:gd name="T41" fmla="*/ 22 h 27"/>
                <a:gd name="T42" fmla="*/ 2 w 240"/>
                <a:gd name="T43" fmla="*/ 25 h 27"/>
                <a:gd name="T44" fmla="*/ 4 w 240"/>
                <a:gd name="T45" fmla="*/ 26 h 27"/>
                <a:gd name="T46" fmla="*/ 7 w 240"/>
                <a:gd name="T47" fmla="*/ 27 h 27"/>
                <a:gd name="T48" fmla="*/ 7 w 240"/>
                <a:gd name="T49" fmla="*/ 27 h 27"/>
                <a:gd name="T50" fmla="*/ 24 w 240"/>
                <a:gd name="T51" fmla="*/ 27 h 27"/>
                <a:gd name="T52" fmla="*/ 39 w 240"/>
                <a:gd name="T53" fmla="*/ 26 h 27"/>
                <a:gd name="T54" fmla="*/ 71 w 240"/>
                <a:gd name="T55" fmla="*/ 22 h 27"/>
                <a:gd name="T56" fmla="*/ 71 w 240"/>
                <a:gd name="T57" fmla="*/ 22 h 27"/>
                <a:gd name="T58" fmla="*/ 99 w 240"/>
                <a:gd name="T59" fmla="*/ 20 h 27"/>
                <a:gd name="T60" fmla="*/ 129 w 240"/>
                <a:gd name="T61" fmla="*/ 18 h 27"/>
                <a:gd name="T62" fmla="*/ 129 w 240"/>
                <a:gd name="T63" fmla="*/ 18 h 27"/>
                <a:gd name="T64" fmla="*/ 154 w 240"/>
                <a:gd name="T65" fmla="*/ 17 h 27"/>
                <a:gd name="T66" fmla="*/ 180 w 240"/>
                <a:gd name="T67" fmla="*/ 16 h 27"/>
                <a:gd name="T68" fmla="*/ 180 w 240"/>
                <a:gd name="T69" fmla="*/ 16 h 27"/>
                <a:gd name="T70" fmla="*/ 193 w 240"/>
                <a:gd name="T71" fmla="*/ 16 h 27"/>
                <a:gd name="T72" fmla="*/ 205 w 240"/>
                <a:gd name="T73" fmla="*/ 17 h 27"/>
                <a:gd name="T74" fmla="*/ 217 w 240"/>
                <a:gd name="T75" fmla="*/ 20 h 27"/>
                <a:gd name="T76" fmla="*/ 228 w 240"/>
                <a:gd name="T77" fmla="*/ 25 h 27"/>
                <a:gd name="T78" fmla="*/ 228 w 240"/>
                <a:gd name="T79" fmla="*/ 25 h 27"/>
                <a:gd name="T80" fmla="*/ 232 w 240"/>
                <a:gd name="T81" fmla="*/ 25 h 27"/>
                <a:gd name="T82" fmla="*/ 235 w 240"/>
                <a:gd name="T83" fmla="*/ 25 h 27"/>
                <a:gd name="T84" fmla="*/ 237 w 240"/>
                <a:gd name="T85" fmla="*/ 24 h 27"/>
                <a:gd name="T86" fmla="*/ 238 w 240"/>
                <a:gd name="T87" fmla="*/ 21 h 27"/>
                <a:gd name="T88" fmla="*/ 240 w 240"/>
                <a:gd name="T89" fmla="*/ 18 h 27"/>
                <a:gd name="T90" fmla="*/ 240 w 240"/>
                <a:gd name="T91" fmla="*/ 16 h 27"/>
                <a:gd name="T92" fmla="*/ 238 w 240"/>
                <a:gd name="T93" fmla="*/ 13 h 27"/>
                <a:gd name="T94" fmla="*/ 236 w 240"/>
                <a:gd name="T95" fmla="*/ 11 h 27"/>
                <a:gd name="T96" fmla="*/ 236 w 240"/>
                <a:gd name="T97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27">
                  <a:moveTo>
                    <a:pt x="236" y="11"/>
                  </a:moveTo>
                  <a:lnTo>
                    <a:pt x="236" y="11"/>
                  </a:lnTo>
                  <a:lnTo>
                    <a:pt x="224" y="6"/>
                  </a:lnTo>
                  <a:lnTo>
                    <a:pt x="212" y="3"/>
                  </a:lnTo>
                  <a:lnTo>
                    <a:pt x="199" y="0"/>
                  </a:lnTo>
                  <a:lnTo>
                    <a:pt x="185" y="0"/>
                  </a:lnTo>
                  <a:lnTo>
                    <a:pt x="158" y="2"/>
                  </a:lnTo>
                  <a:lnTo>
                    <a:pt x="133" y="3"/>
                  </a:lnTo>
                  <a:lnTo>
                    <a:pt x="133" y="3"/>
                  </a:lnTo>
                  <a:lnTo>
                    <a:pt x="103" y="4"/>
                  </a:lnTo>
                  <a:lnTo>
                    <a:pt x="74" y="7"/>
                  </a:lnTo>
                  <a:lnTo>
                    <a:pt x="74" y="7"/>
                  </a:lnTo>
                  <a:lnTo>
                    <a:pt x="41" y="11"/>
                  </a:lnTo>
                  <a:lnTo>
                    <a:pt x="24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18"/>
                  </a:lnTo>
                  <a:lnTo>
                    <a:pt x="1" y="22"/>
                  </a:lnTo>
                  <a:lnTo>
                    <a:pt x="2" y="25"/>
                  </a:lnTo>
                  <a:lnTo>
                    <a:pt x="4" y="26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24" y="27"/>
                  </a:lnTo>
                  <a:lnTo>
                    <a:pt x="39" y="26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99" y="20"/>
                  </a:lnTo>
                  <a:lnTo>
                    <a:pt x="129" y="18"/>
                  </a:lnTo>
                  <a:lnTo>
                    <a:pt x="129" y="18"/>
                  </a:lnTo>
                  <a:lnTo>
                    <a:pt x="154" y="17"/>
                  </a:lnTo>
                  <a:lnTo>
                    <a:pt x="180" y="16"/>
                  </a:lnTo>
                  <a:lnTo>
                    <a:pt x="180" y="16"/>
                  </a:lnTo>
                  <a:lnTo>
                    <a:pt x="193" y="16"/>
                  </a:lnTo>
                  <a:lnTo>
                    <a:pt x="205" y="17"/>
                  </a:lnTo>
                  <a:lnTo>
                    <a:pt x="217" y="20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32" y="25"/>
                  </a:lnTo>
                  <a:lnTo>
                    <a:pt x="235" y="25"/>
                  </a:lnTo>
                  <a:lnTo>
                    <a:pt x="237" y="24"/>
                  </a:lnTo>
                  <a:lnTo>
                    <a:pt x="238" y="21"/>
                  </a:lnTo>
                  <a:lnTo>
                    <a:pt x="240" y="18"/>
                  </a:lnTo>
                  <a:lnTo>
                    <a:pt x="240" y="16"/>
                  </a:lnTo>
                  <a:lnTo>
                    <a:pt x="238" y="13"/>
                  </a:lnTo>
                  <a:lnTo>
                    <a:pt x="236" y="11"/>
                  </a:lnTo>
                  <a:lnTo>
                    <a:pt x="23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1" name="Freeform 150">
              <a:extLst>
                <a:ext uri="{FF2B5EF4-FFF2-40B4-BE49-F238E27FC236}">
                  <a16:creationId xmlns:a16="http://schemas.microsoft.com/office/drawing/2014/main" id="{DE7ABF75-39E1-433F-DD2F-C42B57859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2640"/>
              <a:ext cx="84" cy="518"/>
            </a:xfrm>
            <a:custGeom>
              <a:avLst/>
              <a:gdLst>
                <a:gd name="T0" fmla="*/ 53 w 251"/>
                <a:gd name="T1" fmla="*/ 1544 h 1552"/>
                <a:gd name="T2" fmla="*/ 50 w 251"/>
                <a:gd name="T3" fmla="*/ 1458 h 1552"/>
                <a:gd name="T4" fmla="*/ 43 w 251"/>
                <a:gd name="T5" fmla="*/ 1374 h 1552"/>
                <a:gd name="T6" fmla="*/ 26 w 251"/>
                <a:gd name="T7" fmla="*/ 1247 h 1552"/>
                <a:gd name="T8" fmla="*/ 22 w 251"/>
                <a:gd name="T9" fmla="*/ 1205 h 1552"/>
                <a:gd name="T10" fmla="*/ 18 w 251"/>
                <a:gd name="T11" fmla="*/ 1120 h 1552"/>
                <a:gd name="T12" fmla="*/ 17 w 251"/>
                <a:gd name="T13" fmla="*/ 1033 h 1552"/>
                <a:gd name="T14" fmla="*/ 16 w 251"/>
                <a:gd name="T15" fmla="*/ 857 h 1552"/>
                <a:gd name="T16" fmla="*/ 18 w 251"/>
                <a:gd name="T17" fmla="*/ 781 h 1552"/>
                <a:gd name="T18" fmla="*/ 30 w 251"/>
                <a:gd name="T19" fmla="*/ 629 h 1552"/>
                <a:gd name="T20" fmla="*/ 40 w 251"/>
                <a:gd name="T21" fmla="*/ 553 h 1552"/>
                <a:gd name="T22" fmla="*/ 68 w 251"/>
                <a:gd name="T23" fmla="*/ 415 h 1552"/>
                <a:gd name="T24" fmla="*/ 86 w 251"/>
                <a:gd name="T25" fmla="*/ 347 h 1552"/>
                <a:gd name="T26" fmla="*/ 106 w 251"/>
                <a:gd name="T27" fmla="*/ 281 h 1552"/>
                <a:gd name="T28" fmla="*/ 118 w 251"/>
                <a:gd name="T29" fmla="*/ 249 h 1552"/>
                <a:gd name="T30" fmla="*/ 145 w 251"/>
                <a:gd name="T31" fmla="*/ 186 h 1552"/>
                <a:gd name="T32" fmla="*/ 174 w 251"/>
                <a:gd name="T33" fmla="*/ 125 h 1552"/>
                <a:gd name="T34" fmla="*/ 210 w 251"/>
                <a:gd name="T35" fmla="*/ 66 h 1552"/>
                <a:gd name="T36" fmla="*/ 229 w 251"/>
                <a:gd name="T37" fmla="*/ 39 h 1552"/>
                <a:gd name="T38" fmla="*/ 249 w 251"/>
                <a:gd name="T39" fmla="*/ 14 h 1552"/>
                <a:gd name="T40" fmla="*/ 251 w 251"/>
                <a:gd name="T41" fmla="*/ 7 h 1552"/>
                <a:gd name="T42" fmla="*/ 248 w 251"/>
                <a:gd name="T43" fmla="*/ 2 h 1552"/>
                <a:gd name="T44" fmla="*/ 244 w 251"/>
                <a:gd name="T45" fmla="*/ 0 h 1552"/>
                <a:gd name="T46" fmla="*/ 239 w 251"/>
                <a:gd name="T47" fmla="*/ 2 h 1552"/>
                <a:gd name="T48" fmla="*/ 217 w 251"/>
                <a:gd name="T49" fmla="*/ 29 h 1552"/>
                <a:gd name="T50" fmla="*/ 179 w 251"/>
                <a:gd name="T51" fmla="*/ 85 h 1552"/>
                <a:gd name="T52" fmla="*/ 147 w 251"/>
                <a:gd name="T53" fmla="*/ 145 h 1552"/>
                <a:gd name="T54" fmla="*/ 118 w 251"/>
                <a:gd name="T55" fmla="*/ 207 h 1552"/>
                <a:gd name="T56" fmla="*/ 106 w 251"/>
                <a:gd name="T57" fmla="*/ 239 h 1552"/>
                <a:gd name="T58" fmla="*/ 82 w 251"/>
                <a:gd name="T59" fmla="*/ 305 h 1552"/>
                <a:gd name="T60" fmla="*/ 63 w 251"/>
                <a:gd name="T61" fmla="*/ 373 h 1552"/>
                <a:gd name="T62" fmla="*/ 46 w 251"/>
                <a:gd name="T63" fmla="*/ 442 h 1552"/>
                <a:gd name="T64" fmla="*/ 32 w 251"/>
                <a:gd name="T65" fmla="*/ 512 h 1552"/>
                <a:gd name="T66" fmla="*/ 12 w 251"/>
                <a:gd name="T67" fmla="*/ 658 h 1552"/>
                <a:gd name="T68" fmla="*/ 2 w 251"/>
                <a:gd name="T69" fmla="*/ 806 h 1552"/>
                <a:gd name="T70" fmla="*/ 0 w 251"/>
                <a:gd name="T71" fmla="*/ 895 h 1552"/>
                <a:gd name="T72" fmla="*/ 2 w 251"/>
                <a:gd name="T73" fmla="*/ 984 h 1552"/>
                <a:gd name="T74" fmla="*/ 3 w 251"/>
                <a:gd name="T75" fmla="*/ 1072 h 1552"/>
                <a:gd name="T76" fmla="*/ 4 w 251"/>
                <a:gd name="T77" fmla="*/ 1159 h 1552"/>
                <a:gd name="T78" fmla="*/ 7 w 251"/>
                <a:gd name="T79" fmla="*/ 1203 h 1552"/>
                <a:gd name="T80" fmla="*/ 22 w 251"/>
                <a:gd name="T81" fmla="*/ 1330 h 1552"/>
                <a:gd name="T82" fmla="*/ 31 w 251"/>
                <a:gd name="T83" fmla="*/ 1416 h 1552"/>
                <a:gd name="T84" fmla="*/ 37 w 251"/>
                <a:gd name="T85" fmla="*/ 1502 h 1552"/>
                <a:gd name="T86" fmla="*/ 37 w 251"/>
                <a:gd name="T87" fmla="*/ 1544 h 1552"/>
                <a:gd name="T88" fmla="*/ 37 w 251"/>
                <a:gd name="T89" fmla="*/ 1547 h 1552"/>
                <a:gd name="T90" fmla="*/ 41 w 251"/>
                <a:gd name="T91" fmla="*/ 1550 h 1552"/>
                <a:gd name="T92" fmla="*/ 48 w 251"/>
                <a:gd name="T93" fmla="*/ 1550 h 1552"/>
                <a:gd name="T94" fmla="*/ 51 w 251"/>
                <a:gd name="T95" fmla="*/ 1547 h 1552"/>
                <a:gd name="T96" fmla="*/ 53 w 251"/>
                <a:gd name="T97" fmla="*/ 1544 h 1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1" h="1552">
                  <a:moveTo>
                    <a:pt x="53" y="1544"/>
                  </a:moveTo>
                  <a:lnTo>
                    <a:pt x="53" y="1544"/>
                  </a:lnTo>
                  <a:lnTo>
                    <a:pt x="53" y="1502"/>
                  </a:lnTo>
                  <a:lnTo>
                    <a:pt x="50" y="1458"/>
                  </a:lnTo>
                  <a:lnTo>
                    <a:pt x="46" y="1416"/>
                  </a:lnTo>
                  <a:lnTo>
                    <a:pt x="43" y="1374"/>
                  </a:lnTo>
                  <a:lnTo>
                    <a:pt x="31" y="1290"/>
                  </a:lnTo>
                  <a:lnTo>
                    <a:pt x="26" y="1247"/>
                  </a:lnTo>
                  <a:lnTo>
                    <a:pt x="22" y="1205"/>
                  </a:lnTo>
                  <a:lnTo>
                    <a:pt x="22" y="1205"/>
                  </a:lnTo>
                  <a:lnTo>
                    <a:pt x="20" y="1163"/>
                  </a:lnTo>
                  <a:lnTo>
                    <a:pt x="18" y="1120"/>
                  </a:lnTo>
                  <a:lnTo>
                    <a:pt x="17" y="1033"/>
                  </a:lnTo>
                  <a:lnTo>
                    <a:pt x="17" y="1033"/>
                  </a:lnTo>
                  <a:lnTo>
                    <a:pt x="16" y="946"/>
                  </a:lnTo>
                  <a:lnTo>
                    <a:pt x="16" y="857"/>
                  </a:lnTo>
                  <a:lnTo>
                    <a:pt x="16" y="857"/>
                  </a:lnTo>
                  <a:lnTo>
                    <a:pt x="18" y="781"/>
                  </a:lnTo>
                  <a:lnTo>
                    <a:pt x="22" y="704"/>
                  </a:lnTo>
                  <a:lnTo>
                    <a:pt x="30" y="629"/>
                  </a:lnTo>
                  <a:lnTo>
                    <a:pt x="40" y="553"/>
                  </a:lnTo>
                  <a:lnTo>
                    <a:pt x="40" y="553"/>
                  </a:lnTo>
                  <a:lnTo>
                    <a:pt x="53" y="484"/>
                  </a:lnTo>
                  <a:lnTo>
                    <a:pt x="68" y="415"/>
                  </a:lnTo>
                  <a:lnTo>
                    <a:pt x="76" y="382"/>
                  </a:lnTo>
                  <a:lnTo>
                    <a:pt x="86" y="347"/>
                  </a:lnTo>
                  <a:lnTo>
                    <a:pt x="96" y="314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18" y="249"/>
                  </a:lnTo>
                  <a:lnTo>
                    <a:pt x="131" y="217"/>
                  </a:lnTo>
                  <a:lnTo>
                    <a:pt x="145" y="186"/>
                  </a:lnTo>
                  <a:lnTo>
                    <a:pt x="159" y="156"/>
                  </a:lnTo>
                  <a:lnTo>
                    <a:pt x="174" y="125"/>
                  </a:lnTo>
                  <a:lnTo>
                    <a:pt x="192" y="96"/>
                  </a:lnTo>
                  <a:lnTo>
                    <a:pt x="210" y="66"/>
                  </a:lnTo>
                  <a:lnTo>
                    <a:pt x="229" y="39"/>
                  </a:lnTo>
                  <a:lnTo>
                    <a:pt x="229" y="39"/>
                  </a:lnTo>
                  <a:lnTo>
                    <a:pt x="249" y="14"/>
                  </a:lnTo>
                  <a:lnTo>
                    <a:pt x="249" y="14"/>
                  </a:lnTo>
                  <a:lnTo>
                    <a:pt x="251" y="11"/>
                  </a:lnTo>
                  <a:lnTo>
                    <a:pt x="251" y="7"/>
                  </a:lnTo>
                  <a:lnTo>
                    <a:pt x="251" y="5"/>
                  </a:lnTo>
                  <a:lnTo>
                    <a:pt x="248" y="2"/>
                  </a:lnTo>
                  <a:lnTo>
                    <a:pt x="247" y="1"/>
                  </a:lnTo>
                  <a:lnTo>
                    <a:pt x="244" y="0"/>
                  </a:lnTo>
                  <a:lnTo>
                    <a:pt x="240" y="1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17" y="29"/>
                  </a:lnTo>
                  <a:lnTo>
                    <a:pt x="198" y="57"/>
                  </a:lnTo>
                  <a:lnTo>
                    <a:pt x="179" y="85"/>
                  </a:lnTo>
                  <a:lnTo>
                    <a:pt x="163" y="115"/>
                  </a:lnTo>
                  <a:lnTo>
                    <a:pt x="147" y="145"/>
                  </a:lnTo>
                  <a:lnTo>
                    <a:pt x="132" y="176"/>
                  </a:lnTo>
                  <a:lnTo>
                    <a:pt x="118" y="207"/>
                  </a:lnTo>
                  <a:lnTo>
                    <a:pt x="106" y="239"/>
                  </a:lnTo>
                  <a:lnTo>
                    <a:pt x="106" y="239"/>
                  </a:lnTo>
                  <a:lnTo>
                    <a:pt x="94" y="272"/>
                  </a:lnTo>
                  <a:lnTo>
                    <a:pt x="82" y="305"/>
                  </a:lnTo>
                  <a:lnTo>
                    <a:pt x="72" y="340"/>
                  </a:lnTo>
                  <a:lnTo>
                    <a:pt x="63" y="373"/>
                  </a:lnTo>
                  <a:lnTo>
                    <a:pt x="54" y="408"/>
                  </a:lnTo>
                  <a:lnTo>
                    <a:pt x="46" y="442"/>
                  </a:lnTo>
                  <a:lnTo>
                    <a:pt x="32" y="512"/>
                  </a:lnTo>
                  <a:lnTo>
                    <a:pt x="32" y="512"/>
                  </a:lnTo>
                  <a:lnTo>
                    <a:pt x="21" y="585"/>
                  </a:lnTo>
                  <a:lnTo>
                    <a:pt x="12" y="658"/>
                  </a:lnTo>
                  <a:lnTo>
                    <a:pt x="6" y="732"/>
                  </a:lnTo>
                  <a:lnTo>
                    <a:pt x="2" y="806"/>
                  </a:lnTo>
                  <a:lnTo>
                    <a:pt x="2" y="806"/>
                  </a:lnTo>
                  <a:lnTo>
                    <a:pt x="0" y="895"/>
                  </a:lnTo>
                  <a:lnTo>
                    <a:pt x="2" y="984"/>
                  </a:lnTo>
                  <a:lnTo>
                    <a:pt x="2" y="984"/>
                  </a:lnTo>
                  <a:lnTo>
                    <a:pt x="3" y="1072"/>
                  </a:lnTo>
                  <a:lnTo>
                    <a:pt x="3" y="1072"/>
                  </a:lnTo>
                  <a:lnTo>
                    <a:pt x="3" y="1116"/>
                  </a:lnTo>
                  <a:lnTo>
                    <a:pt x="4" y="1159"/>
                  </a:lnTo>
                  <a:lnTo>
                    <a:pt x="4" y="1159"/>
                  </a:lnTo>
                  <a:lnTo>
                    <a:pt x="7" y="1203"/>
                  </a:lnTo>
                  <a:lnTo>
                    <a:pt x="11" y="1245"/>
                  </a:lnTo>
                  <a:lnTo>
                    <a:pt x="22" y="1330"/>
                  </a:lnTo>
                  <a:lnTo>
                    <a:pt x="27" y="1374"/>
                  </a:lnTo>
                  <a:lnTo>
                    <a:pt x="31" y="1416"/>
                  </a:lnTo>
                  <a:lnTo>
                    <a:pt x="35" y="1460"/>
                  </a:lnTo>
                  <a:lnTo>
                    <a:pt x="37" y="1502"/>
                  </a:lnTo>
                  <a:lnTo>
                    <a:pt x="37" y="1502"/>
                  </a:lnTo>
                  <a:lnTo>
                    <a:pt x="37" y="1544"/>
                  </a:lnTo>
                  <a:lnTo>
                    <a:pt x="37" y="1544"/>
                  </a:lnTo>
                  <a:lnTo>
                    <a:pt x="37" y="1547"/>
                  </a:lnTo>
                  <a:lnTo>
                    <a:pt x="39" y="1549"/>
                  </a:lnTo>
                  <a:lnTo>
                    <a:pt x="41" y="1550"/>
                  </a:lnTo>
                  <a:lnTo>
                    <a:pt x="44" y="1552"/>
                  </a:lnTo>
                  <a:lnTo>
                    <a:pt x="48" y="1550"/>
                  </a:lnTo>
                  <a:lnTo>
                    <a:pt x="50" y="1549"/>
                  </a:lnTo>
                  <a:lnTo>
                    <a:pt x="51" y="1547"/>
                  </a:lnTo>
                  <a:lnTo>
                    <a:pt x="53" y="1544"/>
                  </a:lnTo>
                  <a:lnTo>
                    <a:pt x="53" y="15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2" name="Freeform 151">
              <a:extLst>
                <a:ext uri="{FF2B5EF4-FFF2-40B4-BE49-F238E27FC236}">
                  <a16:creationId xmlns:a16="http://schemas.microsoft.com/office/drawing/2014/main" id="{0C439FFB-F97A-E982-9898-17938D35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" y="3267"/>
              <a:ext cx="170" cy="36"/>
            </a:xfrm>
            <a:custGeom>
              <a:avLst/>
              <a:gdLst>
                <a:gd name="T0" fmla="*/ 13 w 510"/>
                <a:gd name="T1" fmla="*/ 78 h 109"/>
                <a:gd name="T2" fmla="*/ 54 w 510"/>
                <a:gd name="T3" fmla="*/ 49 h 109"/>
                <a:gd name="T4" fmla="*/ 99 w 510"/>
                <a:gd name="T5" fmla="*/ 30 h 109"/>
                <a:gd name="T6" fmla="*/ 147 w 510"/>
                <a:gd name="T7" fmla="*/ 19 h 109"/>
                <a:gd name="T8" fmla="*/ 197 w 510"/>
                <a:gd name="T9" fmla="*/ 17 h 109"/>
                <a:gd name="T10" fmla="*/ 224 w 510"/>
                <a:gd name="T11" fmla="*/ 18 h 109"/>
                <a:gd name="T12" fmla="*/ 275 w 510"/>
                <a:gd name="T13" fmla="*/ 24 h 109"/>
                <a:gd name="T14" fmla="*/ 326 w 510"/>
                <a:gd name="T15" fmla="*/ 37 h 109"/>
                <a:gd name="T16" fmla="*/ 376 w 510"/>
                <a:gd name="T17" fmla="*/ 53 h 109"/>
                <a:gd name="T18" fmla="*/ 400 w 510"/>
                <a:gd name="T19" fmla="*/ 63 h 109"/>
                <a:gd name="T20" fmla="*/ 450 w 510"/>
                <a:gd name="T21" fmla="*/ 83 h 109"/>
                <a:gd name="T22" fmla="*/ 498 w 510"/>
                <a:gd name="T23" fmla="*/ 108 h 109"/>
                <a:gd name="T24" fmla="*/ 505 w 510"/>
                <a:gd name="T25" fmla="*/ 109 h 109"/>
                <a:gd name="T26" fmla="*/ 508 w 510"/>
                <a:gd name="T27" fmla="*/ 105 h 109"/>
                <a:gd name="T28" fmla="*/ 510 w 510"/>
                <a:gd name="T29" fmla="*/ 99 h 109"/>
                <a:gd name="T30" fmla="*/ 506 w 510"/>
                <a:gd name="T31" fmla="*/ 95 h 109"/>
                <a:gd name="T32" fmla="*/ 460 w 510"/>
                <a:gd name="T33" fmla="*/ 72 h 109"/>
                <a:gd name="T34" fmla="*/ 388 w 510"/>
                <a:gd name="T35" fmla="*/ 41 h 109"/>
                <a:gd name="T36" fmla="*/ 339 w 510"/>
                <a:gd name="T37" fmla="*/ 24 h 109"/>
                <a:gd name="T38" fmla="*/ 314 w 510"/>
                <a:gd name="T39" fmla="*/ 18 h 109"/>
                <a:gd name="T40" fmla="*/ 262 w 510"/>
                <a:gd name="T41" fmla="*/ 7 h 109"/>
                <a:gd name="T42" fmla="*/ 210 w 510"/>
                <a:gd name="T43" fmla="*/ 1 h 109"/>
                <a:gd name="T44" fmla="*/ 156 w 510"/>
                <a:gd name="T45" fmla="*/ 3 h 109"/>
                <a:gd name="T46" fmla="*/ 104 w 510"/>
                <a:gd name="T47" fmla="*/ 12 h 109"/>
                <a:gd name="T48" fmla="*/ 90 w 510"/>
                <a:gd name="T49" fmla="*/ 16 h 109"/>
                <a:gd name="T50" fmla="*/ 63 w 510"/>
                <a:gd name="T51" fmla="*/ 27 h 109"/>
                <a:gd name="T52" fmla="*/ 37 w 510"/>
                <a:gd name="T53" fmla="*/ 41 h 109"/>
                <a:gd name="T54" fmla="*/ 13 w 510"/>
                <a:gd name="T55" fmla="*/ 58 h 109"/>
                <a:gd name="T56" fmla="*/ 3 w 510"/>
                <a:gd name="T57" fmla="*/ 67 h 109"/>
                <a:gd name="T58" fmla="*/ 0 w 510"/>
                <a:gd name="T59" fmla="*/ 73 h 109"/>
                <a:gd name="T60" fmla="*/ 3 w 510"/>
                <a:gd name="T61" fmla="*/ 78 h 109"/>
                <a:gd name="T62" fmla="*/ 8 w 510"/>
                <a:gd name="T63" fmla="*/ 81 h 109"/>
                <a:gd name="T64" fmla="*/ 13 w 510"/>
                <a:gd name="T65" fmla="*/ 7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0" h="109">
                  <a:moveTo>
                    <a:pt x="13" y="78"/>
                  </a:moveTo>
                  <a:lnTo>
                    <a:pt x="13" y="78"/>
                  </a:lnTo>
                  <a:lnTo>
                    <a:pt x="34" y="62"/>
                  </a:lnTo>
                  <a:lnTo>
                    <a:pt x="54" y="49"/>
                  </a:lnTo>
                  <a:lnTo>
                    <a:pt x="76" y="37"/>
                  </a:lnTo>
                  <a:lnTo>
                    <a:pt x="99" y="30"/>
                  </a:lnTo>
                  <a:lnTo>
                    <a:pt x="123" y="23"/>
                  </a:lnTo>
                  <a:lnTo>
                    <a:pt x="147" y="19"/>
                  </a:lnTo>
                  <a:lnTo>
                    <a:pt x="173" y="17"/>
                  </a:lnTo>
                  <a:lnTo>
                    <a:pt x="197" y="17"/>
                  </a:lnTo>
                  <a:lnTo>
                    <a:pt x="197" y="17"/>
                  </a:lnTo>
                  <a:lnTo>
                    <a:pt x="224" y="18"/>
                  </a:lnTo>
                  <a:lnTo>
                    <a:pt x="249" y="21"/>
                  </a:lnTo>
                  <a:lnTo>
                    <a:pt x="275" y="24"/>
                  </a:lnTo>
                  <a:lnTo>
                    <a:pt x="300" y="31"/>
                  </a:lnTo>
                  <a:lnTo>
                    <a:pt x="326" y="37"/>
                  </a:lnTo>
                  <a:lnTo>
                    <a:pt x="351" y="45"/>
                  </a:lnTo>
                  <a:lnTo>
                    <a:pt x="376" y="5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25" y="73"/>
                  </a:lnTo>
                  <a:lnTo>
                    <a:pt x="450" y="83"/>
                  </a:lnTo>
                  <a:lnTo>
                    <a:pt x="498" y="108"/>
                  </a:lnTo>
                  <a:lnTo>
                    <a:pt x="498" y="108"/>
                  </a:lnTo>
                  <a:lnTo>
                    <a:pt x="501" y="109"/>
                  </a:lnTo>
                  <a:lnTo>
                    <a:pt x="505" y="109"/>
                  </a:lnTo>
                  <a:lnTo>
                    <a:pt x="506" y="106"/>
                  </a:lnTo>
                  <a:lnTo>
                    <a:pt x="508" y="105"/>
                  </a:lnTo>
                  <a:lnTo>
                    <a:pt x="510" y="102"/>
                  </a:lnTo>
                  <a:lnTo>
                    <a:pt x="510" y="99"/>
                  </a:lnTo>
                  <a:lnTo>
                    <a:pt x="508" y="96"/>
                  </a:lnTo>
                  <a:lnTo>
                    <a:pt x="506" y="95"/>
                  </a:lnTo>
                  <a:lnTo>
                    <a:pt x="506" y="95"/>
                  </a:lnTo>
                  <a:lnTo>
                    <a:pt x="460" y="72"/>
                  </a:lnTo>
                  <a:lnTo>
                    <a:pt x="413" y="50"/>
                  </a:lnTo>
                  <a:lnTo>
                    <a:pt x="388" y="41"/>
                  </a:lnTo>
                  <a:lnTo>
                    <a:pt x="364" y="32"/>
                  </a:lnTo>
                  <a:lnTo>
                    <a:pt x="339" y="24"/>
                  </a:lnTo>
                  <a:lnTo>
                    <a:pt x="314" y="18"/>
                  </a:lnTo>
                  <a:lnTo>
                    <a:pt x="314" y="18"/>
                  </a:lnTo>
                  <a:lnTo>
                    <a:pt x="289" y="12"/>
                  </a:lnTo>
                  <a:lnTo>
                    <a:pt x="262" y="7"/>
                  </a:lnTo>
                  <a:lnTo>
                    <a:pt x="236" y="4"/>
                  </a:lnTo>
                  <a:lnTo>
                    <a:pt x="210" y="1"/>
                  </a:lnTo>
                  <a:lnTo>
                    <a:pt x="183" y="0"/>
                  </a:lnTo>
                  <a:lnTo>
                    <a:pt x="156" y="3"/>
                  </a:lnTo>
                  <a:lnTo>
                    <a:pt x="129" y="5"/>
                  </a:lnTo>
                  <a:lnTo>
                    <a:pt x="104" y="12"/>
                  </a:lnTo>
                  <a:lnTo>
                    <a:pt x="104" y="12"/>
                  </a:lnTo>
                  <a:lnTo>
                    <a:pt x="90" y="16"/>
                  </a:lnTo>
                  <a:lnTo>
                    <a:pt x="76" y="21"/>
                  </a:lnTo>
                  <a:lnTo>
                    <a:pt x="63" y="27"/>
                  </a:lnTo>
                  <a:lnTo>
                    <a:pt x="50" y="33"/>
                  </a:lnTo>
                  <a:lnTo>
                    <a:pt x="37" y="41"/>
                  </a:lnTo>
                  <a:lnTo>
                    <a:pt x="26" y="49"/>
                  </a:lnTo>
                  <a:lnTo>
                    <a:pt x="13" y="58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8"/>
                  </a:lnTo>
                  <a:lnTo>
                    <a:pt x="5" y="79"/>
                  </a:lnTo>
                  <a:lnTo>
                    <a:pt x="8" y="81"/>
                  </a:lnTo>
                  <a:lnTo>
                    <a:pt x="11" y="79"/>
                  </a:lnTo>
                  <a:lnTo>
                    <a:pt x="13" y="78"/>
                  </a:lnTo>
                  <a:lnTo>
                    <a:pt x="13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3" name="Freeform 152">
              <a:extLst>
                <a:ext uri="{FF2B5EF4-FFF2-40B4-BE49-F238E27FC236}">
                  <a16:creationId xmlns:a16="http://schemas.microsoft.com/office/drawing/2014/main" id="{C06EA7D7-1308-7EC6-E4C5-EA32F7AD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" y="3308"/>
              <a:ext cx="161" cy="101"/>
            </a:xfrm>
            <a:custGeom>
              <a:avLst/>
              <a:gdLst>
                <a:gd name="T0" fmla="*/ 3 w 481"/>
                <a:gd name="T1" fmla="*/ 14 h 305"/>
                <a:gd name="T2" fmla="*/ 3 w 481"/>
                <a:gd name="T3" fmla="*/ 14 h 305"/>
                <a:gd name="T4" fmla="*/ 53 w 481"/>
                <a:gd name="T5" fmla="*/ 37 h 305"/>
                <a:gd name="T6" fmla="*/ 102 w 481"/>
                <a:gd name="T7" fmla="*/ 57 h 305"/>
                <a:gd name="T8" fmla="*/ 151 w 481"/>
                <a:gd name="T9" fmla="*/ 78 h 305"/>
                <a:gd name="T10" fmla="*/ 201 w 481"/>
                <a:gd name="T11" fmla="*/ 98 h 305"/>
                <a:gd name="T12" fmla="*/ 201 w 481"/>
                <a:gd name="T13" fmla="*/ 98 h 305"/>
                <a:gd name="T14" fmla="*/ 251 w 481"/>
                <a:gd name="T15" fmla="*/ 121 h 305"/>
                <a:gd name="T16" fmla="*/ 274 w 481"/>
                <a:gd name="T17" fmla="*/ 134 h 305"/>
                <a:gd name="T18" fmla="*/ 298 w 481"/>
                <a:gd name="T19" fmla="*/ 147 h 305"/>
                <a:gd name="T20" fmla="*/ 321 w 481"/>
                <a:gd name="T21" fmla="*/ 161 h 305"/>
                <a:gd name="T22" fmla="*/ 344 w 481"/>
                <a:gd name="T23" fmla="*/ 175 h 305"/>
                <a:gd name="T24" fmla="*/ 366 w 481"/>
                <a:gd name="T25" fmla="*/ 191 h 305"/>
                <a:gd name="T26" fmla="*/ 386 w 481"/>
                <a:gd name="T27" fmla="*/ 208 h 305"/>
                <a:gd name="T28" fmla="*/ 386 w 481"/>
                <a:gd name="T29" fmla="*/ 208 h 305"/>
                <a:gd name="T30" fmla="*/ 409 w 481"/>
                <a:gd name="T31" fmla="*/ 228 h 305"/>
                <a:gd name="T32" fmla="*/ 430 w 481"/>
                <a:gd name="T33" fmla="*/ 251 h 305"/>
                <a:gd name="T34" fmla="*/ 449 w 481"/>
                <a:gd name="T35" fmla="*/ 276 h 305"/>
                <a:gd name="T36" fmla="*/ 465 w 481"/>
                <a:gd name="T37" fmla="*/ 301 h 305"/>
                <a:gd name="T38" fmla="*/ 465 w 481"/>
                <a:gd name="T39" fmla="*/ 301 h 305"/>
                <a:gd name="T40" fmla="*/ 468 w 481"/>
                <a:gd name="T41" fmla="*/ 304 h 305"/>
                <a:gd name="T42" fmla="*/ 471 w 481"/>
                <a:gd name="T43" fmla="*/ 305 h 305"/>
                <a:gd name="T44" fmla="*/ 473 w 481"/>
                <a:gd name="T45" fmla="*/ 305 h 305"/>
                <a:gd name="T46" fmla="*/ 476 w 481"/>
                <a:gd name="T47" fmla="*/ 304 h 305"/>
                <a:gd name="T48" fmla="*/ 478 w 481"/>
                <a:gd name="T49" fmla="*/ 303 h 305"/>
                <a:gd name="T50" fmla="*/ 479 w 481"/>
                <a:gd name="T51" fmla="*/ 300 h 305"/>
                <a:gd name="T52" fmla="*/ 481 w 481"/>
                <a:gd name="T53" fmla="*/ 297 h 305"/>
                <a:gd name="T54" fmla="*/ 479 w 481"/>
                <a:gd name="T55" fmla="*/ 294 h 305"/>
                <a:gd name="T56" fmla="*/ 479 w 481"/>
                <a:gd name="T57" fmla="*/ 294 h 305"/>
                <a:gd name="T58" fmla="*/ 464 w 481"/>
                <a:gd name="T59" fmla="*/ 271 h 305"/>
                <a:gd name="T60" fmla="*/ 448 w 481"/>
                <a:gd name="T61" fmla="*/ 249 h 305"/>
                <a:gd name="T62" fmla="*/ 430 w 481"/>
                <a:gd name="T63" fmla="*/ 228 h 305"/>
                <a:gd name="T64" fmla="*/ 409 w 481"/>
                <a:gd name="T65" fmla="*/ 209 h 305"/>
                <a:gd name="T66" fmla="*/ 389 w 481"/>
                <a:gd name="T67" fmla="*/ 190 h 305"/>
                <a:gd name="T68" fmla="*/ 368 w 481"/>
                <a:gd name="T69" fmla="*/ 173 h 305"/>
                <a:gd name="T70" fmla="*/ 345 w 481"/>
                <a:gd name="T71" fmla="*/ 158 h 305"/>
                <a:gd name="T72" fmla="*/ 322 w 481"/>
                <a:gd name="T73" fmla="*/ 143 h 305"/>
                <a:gd name="T74" fmla="*/ 322 w 481"/>
                <a:gd name="T75" fmla="*/ 143 h 305"/>
                <a:gd name="T76" fmla="*/ 298 w 481"/>
                <a:gd name="T77" fmla="*/ 129 h 305"/>
                <a:gd name="T78" fmla="*/ 274 w 481"/>
                <a:gd name="T79" fmla="*/ 116 h 305"/>
                <a:gd name="T80" fmla="*/ 224 w 481"/>
                <a:gd name="T81" fmla="*/ 92 h 305"/>
                <a:gd name="T82" fmla="*/ 173 w 481"/>
                <a:gd name="T83" fmla="*/ 70 h 305"/>
                <a:gd name="T84" fmla="*/ 122 w 481"/>
                <a:gd name="T85" fmla="*/ 48 h 305"/>
                <a:gd name="T86" fmla="*/ 122 w 481"/>
                <a:gd name="T87" fmla="*/ 48 h 305"/>
                <a:gd name="T88" fmla="*/ 67 w 481"/>
                <a:gd name="T89" fmla="*/ 25 h 305"/>
                <a:gd name="T90" fmla="*/ 11 w 481"/>
                <a:gd name="T91" fmla="*/ 1 h 305"/>
                <a:gd name="T92" fmla="*/ 11 w 481"/>
                <a:gd name="T93" fmla="*/ 1 h 305"/>
                <a:gd name="T94" fmla="*/ 8 w 481"/>
                <a:gd name="T95" fmla="*/ 0 h 305"/>
                <a:gd name="T96" fmla="*/ 5 w 481"/>
                <a:gd name="T97" fmla="*/ 1 h 305"/>
                <a:gd name="T98" fmla="*/ 2 w 481"/>
                <a:gd name="T99" fmla="*/ 2 h 305"/>
                <a:gd name="T100" fmla="*/ 1 w 481"/>
                <a:gd name="T101" fmla="*/ 5 h 305"/>
                <a:gd name="T102" fmla="*/ 0 w 481"/>
                <a:gd name="T103" fmla="*/ 7 h 305"/>
                <a:gd name="T104" fmla="*/ 0 w 481"/>
                <a:gd name="T105" fmla="*/ 10 h 305"/>
                <a:gd name="T106" fmla="*/ 1 w 481"/>
                <a:gd name="T107" fmla="*/ 12 h 305"/>
                <a:gd name="T108" fmla="*/ 3 w 481"/>
                <a:gd name="T109" fmla="*/ 14 h 305"/>
                <a:gd name="T110" fmla="*/ 3 w 481"/>
                <a:gd name="T111" fmla="*/ 1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81" h="305">
                  <a:moveTo>
                    <a:pt x="3" y="14"/>
                  </a:moveTo>
                  <a:lnTo>
                    <a:pt x="3" y="14"/>
                  </a:lnTo>
                  <a:lnTo>
                    <a:pt x="53" y="37"/>
                  </a:lnTo>
                  <a:lnTo>
                    <a:pt x="102" y="57"/>
                  </a:lnTo>
                  <a:lnTo>
                    <a:pt x="151" y="78"/>
                  </a:lnTo>
                  <a:lnTo>
                    <a:pt x="201" y="98"/>
                  </a:lnTo>
                  <a:lnTo>
                    <a:pt x="201" y="98"/>
                  </a:lnTo>
                  <a:lnTo>
                    <a:pt x="251" y="121"/>
                  </a:lnTo>
                  <a:lnTo>
                    <a:pt x="274" y="134"/>
                  </a:lnTo>
                  <a:lnTo>
                    <a:pt x="298" y="147"/>
                  </a:lnTo>
                  <a:lnTo>
                    <a:pt x="321" y="161"/>
                  </a:lnTo>
                  <a:lnTo>
                    <a:pt x="344" y="175"/>
                  </a:lnTo>
                  <a:lnTo>
                    <a:pt x="366" y="191"/>
                  </a:lnTo>
                  <a:lnTo>
                    <a:pt x="386" y="208"/>
                  </a:lnTo>
                  <a:lnTo>
                    <a:pt x="386" y="208"/>
                  </a:lnTo>
                  <a:lnTo>
                    <a:pt x="409" y="228"/>
                  </a:lnTo>
                  <a:lnTo>
                    <a:pt x="430" y="251"/>
                  </a:lnTo>
                  <a:lnTo>
                    <a:pt x="449" y="276"/>
                  </a:lnTo>
                  <a:lnTo>
                    <a:pt x="465" y="301"/>
                  </a:lnTo>
                  <a:lnTo>
                    <a:pt x="465" y="301"/>
                  </a:lnTo>
                  <a:lnTo>
                    <a:pt x="468" y="304"/>
                  </a:lnTo>
                  <a:lnTo>
                    <a:pt x="471" y="305"/>
                  </a:lnTo>
                  <a:lnTo>
                    <a:pt x="473" y="305"/>
                  </a:lnTo>
                  <a:lnTo>
                    <a:pt x="476" y="304"/>
                  </a:lnTo>
                  <a:lnTo>
                    <a:pt x="478" y="303"/>
                  </a:lnTo>
                  <a:lnTo>
                    <a:pt x="479" y="300"/>
                  </a:lnTo>
                  <a:lnTo>
                    <a:pt x="481" y="297"/>
                  </a:lnTo>
                  <a:lnTo>
                    <a:pt x="479" y="294"/>
                  </a:lnTo>
                  <a:lnTo>
                    <a:pt x="479" y="294"/>
                  </a:lnTo>
                  <a:lnTo>
                    <a:pt x="464" y="271"/>
                  </a:lnTo>
                  <a:lnTo>
                    <a:pt x="448" y="249"/>
                  </a:lnTo>
                  <a:lnTo>
                    <a:pt x="430" y="228"/>
                  </a:lnTo>
                  <a:lnTo>
                    <a:pt x="409" y="209"/>
                  </a:lnTo>
                  <a:lnTo>
                    <a:pt x="389" y="190"/>
                  </a:lnTo>
                  <a:lnTo>
                    <a:pt x="368" y="173"/>
                  </a:lnTo>
                  <a:lnTo>
                    <a:pt x="345" y="158"/>
                  </a:lnTo>
                  <a:lnTo>
                    <a:pt x="322" y="143"/>
                  </a:lnTo>
                  <a:lnTo>
                    <a:pt x="322" y="143"/>
                  </a:lnTo>
                  <a:lnTo>
                    <a:pt x="298" y="129"/>
                  </a:lnTo>
                  <a:lnTo>
                    <a:pt x="274" y="116"/>
                  </a:lnTo>
                  <a:lnTo>
                    <a:pt x="224" y="92"/>
                  </a:lnTo>
                  <a:lnTo>
                    <a:pt x="173" y="70"/>
                  </a:lnTo>
                  <a:lnTo>
                    <a:pt x="122" y="48"/>
                  </a:lnTo>
                  <a:lnTo>
                    <a:pt x="122" y="48"/>
                  </a:lnTo>
                  <a:lnTo>
                    <a:pt x="67" y="25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4" name="Freeform 153">
              <a:extLst>
                <a:ext uri="{FF2B5EF4-FFF2-40B4-BE49-F238E27FC236}">
                  <a16:creationId xmlns:a16="http://schemas.microsoft.com/office/drawing/2014/main" id="{4A5ADBAD-AB7D-B1D5-580F-CDCAFC83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6" y="4097"/>
              <a:ext cx="5" cy="223"/>
            </a:xfrm>
            <a:custGeom>
              <a:avLst/>
              <a:gdLst>
                <a:gd name="T0" fmla="*/ 0 w 16"/>
                <a:gd name="T1" fmla="*/ 8 h 670"/>
                <a:gd name="T2" fmla="*/ 0 w 16"/>
                <a:gd name="T3" fmla="*/ 8 h 670"/>
                <a:gd name="T4" fmla="*/ 0 w 16"/>
                <a:gd name="T5" fmla="*/ 263 h 670"/>
                <a:gd name="T6" fmla="*/ 0 w 16"/>
                <a:gd name="T7" fmla="*/ 263 h 670"/>
                <a:gd name="T8" fmla="*/ 0 w 16"/>
                <a:gd name="T9" fmla="*/ 519 h 670"/>
                <a:gd name="T10" fmla="*/ 0 w 16"/>
                <a:gd name="T11" fmla="*/ 519 h 670"/>
                <a:gd name="T12" fmla="*/ 0 w 16"/>
                <a:gd name="T13" fmla="*/ 664 h 670"/>
                <a:gd name="T14" fmla="*/ 0 w 16"/>
                <a:gd name="T15" fmla="*/ 664 h 670"/>
                <a:gd name="T16" fmla="*/ 0 w 16"/>
                <a:gd name="T17" fmla="*/ 666 h 670"/>
                <a:gd name="T18" fmla="*/ 3 w 16"/>
                <a:gd name="T19" fmla="*/ 669 h 670"/>
                <a:gd name="T20" fmla="*/ 5 w 16"/>
                <a:gd name="T21" fmla="*/ 670 h 670"/>
                <a:gd name="T22" fmla="*/ 8 w 16"/>
                <a:gd name="T23" fmla="*/ 670 h 670"/>
                <a:gd name="T24" fmla="*/ 11 w 16"/>
                <a:gd name="T25" fmla="*/ 670 h 670"/>
                <a:gd name="T26" fmla="*/ 13 w 16"/>
                <a:gd name="T27" fmla="*/ 669 h 670"/>
                <a:gd name="T28" fmla="*/ 14 w 16"/>
                <a:gd name="T29" fmla="*/ 666 h 670"/>
                <a:gd name="T30" fmla="*/ 16 w 16"/>
                <a:gd name="T31" fmla="*/ 664 h 670"/>
                <a:gd name="T32" fmla="*/ 16 w 16"/>
                <a:gd name="T33" fmla="*/ 664 h 670"/>
                <a:gd name="T34" fmla="*/ 16 w 16"/>
                <a:gd name="T35" fmla="*/ 408 h 670"/>
                <a:gd name="T36" fmla="*/ 16 w 16"/>
                <a:gd name="T37" fmla="*/ 408 h 670"/>
                <a:gd name="T38" fmla="*/ 16 w 16"/>
                <a:gd name="T39" fmla="*/ 152 h 670"/>
                <a:gd name="T40" fmla="*/ 16 w 16"/>
                <a:gd name="T41" fmla="*/ 152 h 670"/>
                <a:gd name="T42" fmla="*/ 16 w 16"/>
                <a:gd name="T43" fmla="*/ 8 h 670"/>
                <a:gd name="T44" fmla="*/ 16 w 16"/>
                <a:gd name="T45" fmla="*/ 8 h 670"/>
                <a:gd name="T46" fmla="*/ 14 w 16"/>
                <a:gd name="T47" fmla="*/ 5 h 670"/>
                <a:gd name="T48" fmla="*/ 13 w 16"/>
                <a:gd name="T49" fmla="*/ 3 h 670"/>
                <a:gd name="T50" fmla="*/ 11 w 16"/>
                <a:gd name="T51" fmla="*/ 1 h 670"/>
                <a:gd name="T52" fmla="*/ 8 w 16"/>
                <a:gd name="T53" fmla="*/ 0 h 670"/>
                <a:gd name="T54" fmla="*/ 5 w 16"/>
                <a:gd name="T55" fmla="*/ 1 h 670"/>
                <a:gd name="T56" fmla="*/ 3 w 16"/>
                <a:gd name="T57" fmla="*/ 3 h 670"/>
                <a:gd name="T58" fmla="*/ 0 w 16"/>
                <a:gd name="T59" fmla="*/ 5 h 670"/>
                <a:gd name="T60" fmla="*/ 0 w 16"/>
                <a:gd name="T61" fmla="*/ 8 h 670"/>
                <a:gd name="T62" fmla="*/ 0 w 16"/>
                <a:gd name="T63" fmla="*/ 8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" h="670">
                  <a:moveTo>
                    <a:pt x="0" y="8"/>
                  </a:moveTo>
                  <a:lnTo>
                    <a:pt x="0" y="8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0" y="519"/>
                  </a:lnTo>
                  <a:lnTo>
                    <a:pt x="0" y="519"/>
                  </a:lnTo>
                  <a:lnTo>
                    <a:pt x="0" y="664"/>
                  </a:lnTo>
                  <a:lnTo>
                    <a:pt x="0" y="664"/>
                  </a:lnTo>
                  <a:lnTo>
                    <a:pt x="0" y="666"/>
                  </a:lnTo>
                  <a:lnTo>
                    <a:pt x="3" y="669"/>
                  </a:lnTo>
                  <a:lnTo>
                    <a:pt x="5" y="670"/>
                  </a:lnTo>
                  <a:lnTo>
                    <a:pt x="8" y="670"/>
                  </a:lnTo>
                  <a:lnTo>
                    <a:pt x="11" y="670"/>
                  </a:lnTo>
                  <a:lnTo>
                    <a:pt x="13" y="669"/>
                  </a:lnTo>
                  <a:lnTo>
                    <a:pt x="14" y="666"/>
                  </a:lnTo>
                  <a:lnTo>
                    <a:pt x="16" y="664"/>
                  </a:lnTo>
                  <a:lnTo>
                    <a:pt x="16" y="664"/>
                  </a:lnTo>
                  <a:lnTo>
                    <a:pt x="16" y="408"/>
                  </a:lnTo>
                  <a:lnTo>
                    <a:pt x="16" y="408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5" name="Freeform 154">
              <a:extLst>
                <a:ext uri="{FF2B5EF4-FFF2-40B4-BE49-F238E27FC236}">
                  <a16:creationId xmlns:a16="http://schemas.microsoft.com/office/drawing/2014/main" id="{102E3A03-5C37-EDC5-4F6F-F394321CE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763"/>
              <a:ext cx="933" cy="202"/>
            </a:xfrm>
            <a:custGeom>
              <a:avLst/>
              <a:gdLst>
                <a:gd name="T0" fmla="*/ 32 w 2797"/>
                <a:gd name="T1" fmla="*/ 49 h 607"/>
                <a:gd name="T2" fmla="*/ 130 w 2797"/>
                <a:gd name="T3" fmla="*/ 162 h 607"/>
                <a:gd name="T4" fmla="*/ 239 w 2797"/>
                <a:gd name="T5" fmla="*/ 265 h 607"/>
                <a:gd name="T6" fmla="*/ 308 w 2797"/>
                <a:gd name="T7" fmla="*/ 324 h 607"/>
                <a:gd name="T8" fmla="*/ 407 w 2797"/>
                <a:gd name="T9" fmla="*/ 400 h 607"/>
                <a:gd name="T10" fmla="*/ 514 w 2797"/>
                <a:gd name="T11" fmla="*/ 464 h 607"/>
                <a:gd name="T12" fmla="*/ 590 w 2797"/>
                <a:gd name="T13" fmla="*/ 499 h 607"/>
                <a:gd name="T14" fmla="*/ 708 w 2797"/>
                <a:gd name="T15" fmla="*/ 536 h 607"/>
                <a:gd name="T16" fmla="*/ 871 w 2797"/>
                <a:gd name="T17" fmla="*/ 570 h 607"/>
                <a:gd name="T18" fmla="*/ 1019 w 2797"/>
                <a:gd name="T19" fmla="*/ 593 h 607"/>
                <a:gd name="T20" fmla="*/ 1168 w 2797"/>
                <a:gd name="T21" fmla="*/ 604 h 607"/>
                <a:gd name="T22" fmla="*/ 1340 w 2797"/>
                <a:gd name="T23" fmla="*/ 607 h 607"/>
                <a:gd name="T24" fmla="*/ 1511 w 2797"/>
                <a:gd name="T25" fmla="*/ 600 h 607"/>
                <a:gd name="T26" fmla="*/ 1773 w 2797"/>
                <a:gd name="T27" fmla="*/ 581 h 607"/>
                <a:gd name="T28" fmla="*/ 1930 w 2797"/>
                <a:gd name="T29" fmla="*/ 561 h 607"/>
                <a:gd name="T30" fmla="*/ 2027 w 2797"/>
                <a:gd name="T31" fmla="*/ 543 h 607"/>
                <a:gd name="T32" fmla="*/ 2318 w 2797"/>
                <a:gd name="T33" fmla="*/ 473 h 607"/>
                <a:gd name="T34" fmla="*/ 2494 w 2797"/>
                <a:gd name="T35" fmla="*/ 419 h 607"/>
                <a:gd name="T36" fmla="*/ 2669 w 2797"/>
                <a:gd name="T37" fmla="*/ 359 h 607"/>
                <a:gd name="T38" fmla="*/ 2784 w 2797"/>
                <a:gd name="T39" fmla="*/ 314 h 607"/>
                <a:gd name="T40" fmla="*/ 2794 w 2797"/>
                <a:gd name="T41" fmla="*/ 309 h 607"/>
                <a:gd name="T42" fmla="*/ 2797 w 2797"/>
                <a:gd name="T43" fmla="*/ 300 h 607"/>
                <a:gd name="T44" fmla="*/ 2790 w 2797"/>
                <a:gd name="T45" fmla="*/ 295 h 607"/>
                <a:gd name="T46" fmla="*/ 2740 w 2797"/>
                <a:gd name="T47" fmla="*/ 315 h 607"/>
                <a:gd name="T48" fmla="*/ 2501 w 2797"/>
                <a:gd name="T49" fmla="*/ 400 h 607"/>
                <a:gd name="T50" fmla="*/ 2312 w 2797"/>
                <a:gd name="T51" fmla="*/ 457 h 607"/>
                <a:gd name="T52" fmla="*/ 2033 w 2797"/>
                <a:gd name="T53" fmla="*/ 526 h 607"/>
                <a:gd name="T54" fmla="*/ 1934 w 2797"/>
                <a:gd name="T55" fmla="*/ 544 h 607"/>
                <a:gd name="T56" fmla="*/ 1833 w 2797"/>
                <a:gd name="T57" fmla="*/ 559 h 607"/>
                <a:gd name="T58" fmla="*/ 1620 w 2797"/>
                <a:gd name="T59" fmla="*/ 577 h 607"/>
                <a:gd name="T60" fmla="*/ 1454 w 2797"/>
                <a:gd name="T61" fmla="*/ 588 h 607"/>
                <a:gd name="T62" fmla="*/ 1205 w 2797"/>
                <a:gd name="T63" fmla="*/ 590 h 607"/>
                <a:gd name="T64" fmla="*/ 1038 w 2797"/>
                <a:gd name="T65" fmla="*/ 579 h 607"/>
                <a:gd name="T66" fmla="*/ 956 w 2797"/>
                <a:gd name="T67" fmla="*/ 568 h 607"/>
                <a:gd name="T68" fmla="*/ 800 w 2797"/>
                <a:gd name="T69" fmla="*/ 540 h 607"/>
                <a:gd name="T70" fmla="*/ 677 w 2797"/>
                <a:gd name="T71" fmla="*/ 513 h 607"/>
                <a:gd name="T72" fmla="*/ 597 w 2797"/>
                <a:gd name="T73" fmla="*/ 487 h 607"/>
                <a:gd name="T74" fmla="*/ 485 w 2797"/>
                <a:gd name="T75" fmla="*/ 430 h 607"/>
                <a:gd name="T76" fmla="*/ 379 w 2797"/>
                <a:gd name="T77" fmla="*/ 361 h 607"/>
                <a:gd name="T78" fmla="*/ 301 w 2797"/>
                <a:gd name="T79" fmla="*/ 300 h 607"/>
                <a:gd name="T80" fmla="*/ 172 w 2797"/>
                <a:gd name="T81" fmla="*/ 182 h 607"/>
                <a:gd name="T82" fmla="*/ 55 w 2797"/>
                <a:gd name="T83" fmla="*/ 53 h 607"/>
                <a:gd name="T84" fmla="*/ 14 w 2797"/>
                <a:gd name="T85" fmla="*/ 3 h 607"/>
                <a:gd name="T86" fmla="*/ 9 w 2797"/>
                <a:gd name="T87" fmla="*/ 0 h 607"/>
                <a:gd name="T88" fmla="*/ 1 w 2797"/>
                <a:gd name="T89" fmla="*/ 3 h 607"/>
                <a:gd name="T90" fmla="*/ 1 w 2797"/>
                <a:gd name="T91" fmla="*/ 11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97" h="607">
                  <a:moveTo>
                    <a:pt x="1" y="11"/>
                  </a:moveTo>
                  <a:lnTo>
                    <a:pt x="1" y="11"/>
                  </a:lnTo>
                  <a:lnTo>
                    <a:pt x="32" y="49"/>
                  </a:lnTo>
                  <a:lnTo>
                    <a:pt x="64" y="88"/>
                  </a:lnTo>
                  <a:lnTo>
                    <a:pt x="97" y="125"/>
                  </a:lnTo>
                  <a:lnTo>
                    <a:pt x="130" y="162"/>
                  </a:lnTo>
                  <a:lnTo>
                    <a:pt x="166" y="198"/>
                  </a:lnTo>
                  <a:lnTo>
                    <a:pt x="202" y="232"/>
                  </a:lnTo>
                  <a:lnTo>
                    <a:pt x="239" y="265"/>
                  </a:lnTo>
                  <a:lnTo>
                    <a:pt x="276" y="297"/>
                  </a:lnTo>
                  <a:lnTo>
                    <a:pt x="276" y="297"/>
                  </a:lnTo>
                  <a:lnTo>
                    <a:pt x="308" y="324"/>
                  </a:lnTo>
                  <a:lnTo>
                    <a:pt x="340" y="350"/>
                  </a:lnTo>
                  <a:lnTo>
                    <a:pt x="373" y="375"/>
                  </a:lnTo>
                  <a:lnTo>
                    <a:pt x="407" y="400"/>
                  </a:lnTo>
                  <a:lnTo>
                    <a:pt x="442" y="423"/>
                  </a:lnTo>
                  <a:lnTo>
                    <a:pt x="477" y="444"/>
                  </a:lnTo>
                  <a:lnTo>
                    <a:pt x="514" y="464"/>
                  </a:lnTo>
                  <a:lnTo>
                    <a:pt x="551" y="483"/>
                  </a:lnTo>
                  <a:lnTo>
                    <a:pt x="551" y="483"/>
                  </a:lnTo>
                  <a:lnTo>
                    <a:pt x="590" y="499"/>
                  </a:lnTo>
                  <a:lnTo>
                    <a:pt x="628" y="513"/>
                  </a:lnTo>
                  <a:lnTo>
                    <a:pt x="668" y="526"/>
                  </a:lnTo>
                  <a:lnTo>
                    <a:pt x="708" y="536"/>
                  </a:lnTo>
                  <a:lnTo>
                    <a:pt x="748" y="547"/>
                  </a:lnTo>
                  <a:lnTo>
                    <a:pt x="789" y="554"/>
                  </a:lnTo>
                  <a:lnTo>
                    <a:pt x="871" y="570"/>
                  </a:lnTo>
                  <a:lnTo>
                    <a:pt x="871" y="570"/>
                  </a:lnTo>
                  <a:lnTo>
                    <a:pt x="945" y="583"/>
                  </a:lnTo>
                  <a:lnTo>
                    <a:pt x="1019" y="593"/>
                  </a:lnTo>
                  <a:lnTo>
                    <a:pt x="1094" y="599"/>
                  </a:lnTo>
                  <a:lnTo>
                    <a:pt x="1168" y="604"/>
                  </a:lnTo>
                  <a:lnTo>
                    <a:pt x="1168" y="604"/>
                  </a:lnTo>
                  <a:lnTo>
                    <a:pt x="1211" y="606"/>
                  </a:lnTo>
                  <a:lnTo>
                    <a:pt x="1255" y="607"/>
                  </a:lnTo>
                  <a:lnTo>
                    <a:pt x="1340" y="607"/>
                  </a:lnTo>
                  <a:lnTo>
                    <a:pt x="1426" y="604"/>
                  </a:lnTo>
                  <a:lnTo>
                    <a:pt x="1511" y="600"/>
                  </a:lnTo>
                  <a:lnTo>
                    <a:pt x="1511" y="600"/>
                  </a:lnTo>
                  <a:lnTo>
                    <a:pt x="1617" y="594"/>
                  </a:lnTo>
                  <a:lnTo>
                    <a:pt x="1722" y="586"/>
                  </a:lnTo>
                  <a:lnTo>
                    <a:pt x="1773" y="581"/>
                  </a:lnTo>
                  <a:lnTo>
                    <a:pt x="1825" y="575"/>
                  </a:lnTo>
                  <a:lnTo>
                    <a:pt x="1878" y="568"/>
                  </a:lnTo>
                  <a:lnTo>
                    <a:pt x="1930" y="561"/>
                  </a:lnTo>
                  <a:lnTo>
                    <a:pt x="1930" y="561"/>
                  </a:lnTo>
                  <a:lnTo>
                    <a:pt x="1978" y="552"/>
                  </a:lnTo>
                  <a:lnTo>
                    <a:pt x="2027" y="543"/>
                  </a:lnTo>
                  <a:lnTo>
                    <a:pt x="2125" y="521"/>
                  </a:lnTo>
                  <a:lnTo>
                    <a:pt x="2221" y="498"/>
                  </a:lnTo>
                  <a:lnTo>
                    <a:pt x="2318" y="473"/>
                  </a:lnTo>
                  <a:lnTo>
                    <a:pt x="2318" y="473"/>
                  </a:lnTo>
                  <a:lnTo>
                    <a:pt x="2435" y="437"/>
                  </a:lnTo>
                  <a:lnTo>
                    <a:pt x="2494" y="419"/>
                  </a:lnTo>
                  <a:lnTo>
                    <a:pt x="2553" y="400"/>
                  </a:lnTo>
                  <a:lnTo>
                    <a:pt x="2612" y="379"/>
                  </a:lnTo>
                  <a:lnTo>
                    <a:pt x="2669" y="359"/>
                  </a:lnTo>
                  <a:lnTo>
                    <a:pt x="2728" y="336"/>
                  </a:lnTo>
                  <a:lnTo>
                    <a:pt x="2784" y="314"/>
                  </a:lnTo>
                  <a:lnTo>
                    <a:pt x="2784" y="314"/>
                  </a:lnTo>
                  <a:lnTo>
                    <a:pt x="2792" y="310"/>
                  </a:lnTo>
                  <a:lnTo>
                    <a:pt x="2792" y="310"/>
                  </a:lnTo>
                  <a:lnTo>
                    <a:pt x="2794" y="309"/>
                  </a:lnTo>
                  <a:lnTo>
                    <a:pt x="2797" y="306"/>
                  </a:lnTo>
                  <a:lnTo>
                    <a:pt x="2797" y="304"/>
                  </a:lnTo>
                  <a:lnTo>
                    <a:pt x="2797" y="300"/>
                  </a:lnTo>
                  <a:lnTo>
                    <a:pt x="2795" y="297"/>
                  </a:lnTo>
                  <a:lnTo>
                    <a:pt x="2793" y="296"/>
                  </a:lnTo>
                  <a:lnTo>
                    <a:pt x="2790" y="295"/>
                  </a:lnTo>
                  <a:lnTo>
                    <a:pt x="2788" y="296"/>
                  </a:lnTo>
                  <a:lnTo>
                    <a:pt x="2788" y="296"/>
                  </a:lnTo>
                  <a:lnTo>
                    <a:pt x="2740" y="315"/>
                  </a:lnTo>
                  <a:lnTo>
                    <a:pt x="2693" y="333"/>
                  </a:lnTo>
                  <a:lnTo>
                    <a:pt x="2598" y="368"/>
                  </a:lnTo>
                  <a:lnTo>
                    <a:pt x="2501" y="400"/>
                  </a:lnTo>
                  <a:lnTo>
                    <a:pt x="2404" y="430"/>
                  </a:lnTo>
                  <a:lnTo>
                    <a:pt x="2404" y="430"/>
                  </a:lnTo>
                  <a:lnTo>
                    <a:pt x="2312" y="457"/>
                  </a:lnTo>
                  <a:lnTo>
                    <a:pt x="2220" y="483"/>
                  </a:lnTo>
                  <a:lnTo>
                    <a:pt x="2127" y="506"/>
                  </a:lnTo>
                  <a:lnTo>
                    <a:pt x="2033" y="526"/>
                  </a:lnTo>
                  <a:lnTo>
                    <a:pt x="2033" y="526"/>
                  </a:lnTo>
                  <a:lnTo>
                    <a:pt x="1984" y="535"/>
                  </a:lnTo>
                  <a:lnTo>
                    <a:pt x="1934" y="544"/>
                  </a:lnTo>
                  <a:lnTo>
                    <a:pt x="1883" y="552"/>
                  </a:lnTo>
                  <a:lnTo>
                    <a:pt x="1833" y="559"/>
                  </a:lnTo>
                  <a:lnTo>
                    <a:pt x="1833" y="559"/>
                  </a:lnTo>
                  <a:lnTo>
                    <a:pt x="1779" y="565"/>
                  </a:lnTo>
                  <a:lnTo>
                    <a:pt x="1727" y="570"/>
                  </a:lnTo>
                  <a:lnTo>
                    <a:pt x="1620" y="577"/>
                  </a:lnTo>
                  <a:lnTo>
                    <a:pt x="1620" y="577"/>
                  </a:lnTo>
                  <a:lnTo>
                    <a:pt x="1537" y="583"/>
                  </a:lnTo>
                  <a:lnTo>
                    <a:pt x="1454" y="588"/>
                  </a:lnTo>
                  <a:lnTo>
                    <a:pt x="1371" y="590"/>
                  </a:lnTo>
                  <a:lnTo>
                    <a:pt x="1288" y="591"/>
                  </a:lnTo>
                  <a:lnTo>
                    <a:pt x="1205" y="590"/>
                  </a:lnTo>
                  <a:lnTo>
                    <a:pt x="1121" y="586"/>
                  </a:lnTo>
                  <a:lnTo>
                    <a:pt x="1080" y="583"/>
                  </a:lnTo>
                  <a:lnTo>
                    <a:pt x="1038" y="579"/>
                  </a:lnTo>
                  <a:lnTo>
                    <a:pt x="997" y="574"/>
                  </a:lnTo>
                  <a:lnTo>
                    <a:pt x="956" y="568"/>
                  </a:lnTo>
                  <a:lnTo>
                    <a:pt x="956" y="568"/>
                  </a:lnTo>
                  <a:lnTo>
                    <a:pt x="878" y="556"/>
                  </a:lnTo>
                  <a:lnTo>
                    <a:pt x="800" y="540"/>
                  </a:lnTo>
                  <a:lnTo>
                    <a:pt x="800" y="540"/>
                  </a:lnTo>
                  <a:lnTo>
                    <a:pt x="760" y="533"/>
                  </a:lnTo>
                  <a:lnTo>
                    <a:pt x="717" y="524"/>
                  </a:lnTo>
                  <a:lnTo>
                    <a:pt x="677" y="513"/>
                  </a:lnTo>
                  <a:lnTo>
                    <a:pt x="637" y="501"/>
                  </a:lnTo>
                  <a:lnTo>
                    <a:pt x="637" y="501"/>
                  </a:lnTo>
                  <a:lnTo>
                    <a:pt x="597" y="487"/>
                  </a:lnTo>
                  <a:lnTo>
                    <a:pt x="559" y="470"/>
                  </a:lnTo>
                  <a:lnTo>
                    <a:pt x="521" y="451"/>
                  </a:lnTo>
                  <a:lnTo>
                    <a:pt x="485" y="430"/>
                  </a:lnTo>
                  <a:lnTo>
                    <a:pt x="449" y="409"/>
                  </a:lnTo>
                  <a:lnTo>
                    <a:pt x="414" y="386"/>
                  </a:lnTo>
                  <a:lnTo>
                    <a:pt x="379" y="361"/>
                  </a:lnTo>
                  <a:lnTo>
                    <a:pt x="346" y="336"/>
                  </a:lnTo>
                  <a:lnTo>
                    <a:pt x="346" y="336"/>
                  </a:lnTo>
                  <a:lnTo>
                    <a:pt x="301" y="300"/>
                  </a:lnTo>
                  <a:lnTo>
                    <a:pt x="257" y="262"/>
                  </a:lnTo>
                  <a:lnTo>
                    <a:pt x="215" y="223"/>
                  </a:lnTo>
                  <a:lnTo>
                    <a:pt x="172" y="182"/>
                  </a:lnTo>
                  <a:lnTo>
                    <a:pt x="132" y="140"/>
                  </a:lnTo>
                  <a:lnTo>
                    <a:pt x="93" y="98"/>
                  </a:lnTo>
                  <a:lnTo>
                    <a:pt x="55" y="53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6" name="Freeform 155">
              <a:extLst>
                <a:ext uri="{FF2B5EF4-FFF2-40B4-BE49-F238E27FC236}">
                  <a16:creationId xmlns:a16="http://schemas.microsoft.com/office/drawing/2014/main" id="{29403DF6-479F-AE3A-9653-2609936B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677"/>
              <a:ext cx="213" cy="41"/>
            </a:xfrm>
            <a:custGeom>
              <a:avLst/>
              <a:gdLst>
                <a:gd name="T0" fmla="*/ 634 w 637"/>
                <a:gd name="T1" fmla="*/ 112 h 124"/>
                <a:gd name="T2" fmla="*/ 609 w 637"/>
                <a:gd name="T3" fmla="*/ 94 h 124"/>
                <a:gd name="T4" fmla="*/ 582 w 637"/>
                <a:gd name="T5" fmla="*/ 77 h 124"/>
                <a:gd name="T6" fmla="*/ 517 w 637"/>
                <a:gd name="T7" fmla="*/ 44 h 124"/>
                <a:gd name="T8" fmla="*/ 446 w 637"/>
                <a:gd name="T9" fmla="*/ 18 h 124"/>
                <a:gd name="T10" fmla="*/ 425 w 637"/>
                <a:gd name="T11" fmla="*/ 13 h 124"/>
                <a:gd name="T12" fmla="*/ 379 w 637"/>
                <a:gd name="T13" fmla="*/ 5 h 124"/>
                <a:gd name="T14" fmla="*/ 356 w 637"/>
                <a:gd name="T15" fmla="*/ 2 h 124"/>
                <a:gd name="T16" fmla="*/ 305 w 637"/>
                <a:gd name="T17" fmla="*/ 0 h 124"/>
                <a:gd name="T18" fmla="*/ 252 w 637"/>
                <a:gd name="T19" fmla="*/ 3 h 124"/>
                <a:gd name="T20" fmla="*/ 209 w 637"/>
                <a:gd name="T21" fmla="*/ 7 h 124"/>
                <a:gd name="T22" fmla="*/ 122 w 637"/>
                <a:gd name="T23" fmla="*/ 21 h 124"/>
                <a:gd name="T24" fmla="*/ 80 w 637"/>
                <a:gd name="T25" fmla="*/ 31 h 124"/>
                <a:gd name="T26" fmla="*/ 23 w 637"/>
                <a:gd name="T27" fmla="*/ 49 h 124"/>
                <a:gd name="T28" fmla="*/ 4 w 637"/>
                <a:gd name="T29" fmla="*/ 57 h 124"/>
                <a:gd name="T30" fmla="*/ 0 w 637"/>
                <a:gd name="T31" fmla="*/ 60 h 124"/>
                <a:gd name="T32" fmla="*/ 1 w 637"/>
                <a:gd name="T33" fmla="*/ 67 h 124"/>
                <a:gd name="T34" fmla="*/ 2 w 637"/>
                <a:gd name="T35" fmla="*/ 69 h 124"/>
                <a:gd name="T36" fmla="*/ 9 w 637"/>
                <a:gd name="T37" fmla="*/ 71 h 124"/>
                <a:gd name="T38" fmla="*/ 11 w 637"/>
                <a:gd name="T39" fmla="*/ 69 h 124"/>
                <a:gd name="T40" fmla="*/ 14 w 637"/>
                <a:gd name="T41" fmla="*/ 68 h 124"/>
                <a:gd name="T42" fmla="*/ 25 w 637"/>
                <a:gd name="T43" fmla="*/ 64 h 124"/>
                <a:gd name="T44" fmla="*/ 70 w 637"/>
                <a:gd name="T45" fmla="*/ 50 h 124"/>
                <a:gd name="T46" fmla="*/ 108 w 637"/>
                <a:gd name="T47" fmla="*/ 40 h 124"/>
                <a:gd name="T48" fmla="*/ 189 w 637"/>
                <a:gd name="T49" fmla="*/ 25 h 124"/>
                <a:gd name="T50" fmla="*/ 228 w 637"/>
                <a:gd name="T51" fmla="*/ 19 h 124"/>
                <a:gd name="T52" fmla="*/ 301 w 637"/>
                <a:gd name="T53" fmla="*/ 16 h 124"/>
                <a:gd name="T54" fmla="*/ 349 w 637"/>
                <a:gd name="T55" fmla="*/ 17 h 124"/>
                <a:gd name="T56" fmla="*/ 398 w 637"/>
                <a:gd name="T57" fmla="*/ 23 h 124"/>
                <a:gd name="T58" fmla="*/ 422 w 637"/>
                <a:gd name="T59" fmla="*/ 28 h 124"/>
                <a:gd name="T60" fmla="*/ 494 w 637"/>
                <a:gd name="T61" fmla="*/ 51 h 124"/>
                <a:gd name="T62" fmla="*/ 563 w 637"/>
                <a:gd name="T63" fmla="*/ 83 h 124"/>
                <a:gd name="T64" fmla="*/ 586 w 637"/>
                <a:gd name="T65" fmla="*/ 96 h 124"/>
                <a:gd name="T66" fmla="*/ 609 w 637"/>
                <a:gd name="T67" fmla="*/ 112 h 124"/>
                <a:gd name="T68" fmla="*/ 620 w 637"/>
                <a:gd name="T69" fmla="*/ 120 h 124"/>
                <a:gd name="T70" fmla="*/ 623 w 637"/>
                <a:gd name="T71" fmla="*/ 122 h 124"/>
                <a:gd name="T72" fmla="*/ 624 w 637"/>
                <a:gd name="T73" fmla="*/ 123 h 124"/>
                <a:gd name="T74" fmla="*/ 629 w 637"/>
                <a:gd name="T75" fmla="*/ 124 h 124"/>
                <a:gd name="T76" fmla="*/ 634 w 637"/>
                <a:gd name="T77" fmla="*/ 122 h 124"/>
                <a:gd name="T78" fmla="*/ 637 w 637"/>
                <a:gd name="T79" fmla="*/ 117 h 124"/>
                <a:gd name="T80" fmla="*/ 634 w 637"/>
                <a:gd name="T81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7" h="124">
                  <a:moveTo>
                    <a:pt x="634" y="112"/>
                  </a:moveTo>
                  <a:lnTo>
                    <a:pt x="634" y="112"/>
                  </a:lnTo>
                  <a:lnTo>
                    <a:pt x="621" y="103"/>
                  </a:lnTo>
                  <a:lnTo>
                    <a:pt x="609" y="94"/>
                  </a:lnTo>
                  <a:lnTo>
                    <a:pt x="582" y="77"/>
                  </a:lnTo>
                  <a:lnTo>
                    <a:pt x="582" y="77"/>
                  </a:lnTo>
                  <a:lnTo>
                    <a:pt x="550" y="59"/>
                  </a:lnTo>
                  <a:lnTo>
                    <a:pt x="517" y="44"/>
                  </a:lnTo>
                  <a:lnTo>
                    <a:pt x="482" y="30"/>
                  </a:lnTo>
                  <a:lnTo>
                    <a:pt x="446" y="18"/>
                  </a:lnTo>
                  <a:lnTo>
                    <a:pt x="446" y="18"/>
                  </a:lnTo>
                  <a:lnTo>
                    <a:pt x="425" y="13"/>
                  </a:lnTo>
                  <a:lnTo>
                    <a:pt x="402" y="8"/>
                  </a:lnTo>
                  <a:lnTo>
                    <a:pt x="379" y="5"/>
                  </a:lnTo>
                  <a:lnTo>
                    <a:pt x="356" y="2"/>
                  </a:lnTo>
                  <a:lnTo>
                    <a:pt x="356" y="2"/>
                  </a:lnTo>
                  <a:lnTo>
                    <a:pt x="330" y="0"/>
                  </a:lnTo>
                  <a:lnTo>
                    <a:pt x="305" y="0"/>
                  </a:lnTo>
                  <a:lnTo>
                    <a:pt x="278" y="2"/>
                  </a:lnTo>
                  <a:lnTo>
                    <a:pt x="252" y="3"/>
                  </a:lnTo>
                  <a:lnTo>
                    <a:pt x="252" y="3"/>
                  </a:lnTo>
                  <a:lnTo>
                    <a:pt x="209" y="7"/>
                  </a:lnTo>
                  <a:lnTo>
                    <a:pt x="166" y="13"/>
                  </a:lnTo>
                  <a:lnTo>
                    <a:pt x="122" y="21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42" y="42"/>
                  </a:lnTo>
                  <a:lnTo>
                    <a:pt x="23" y="4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5" y="71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48" y="57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108" y="40"/>
                  </a:lnTo>
                  <a:lnTo>
                    <a:pt x="148" y="31"/>
                  </a:lnTo>
                  <a:lnTo>
                    <a:pt x="189" y="25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77" y="17"/>
                  </a:lnTo>
                  <a:lnTo>
                    <a:pt x="301" y="16"/>
                  </a:lnTo>
                  <a:lnTo>
                    <a:pt x="325" y="16"/>
                  </a:lnTo>
                  <a:lnTo>
                    <a:pt x="349" y="17"/>
                  </a:lnTo>
                  <a:lnTo>
                    <a:pt x="374" y="19"/>
                  </a:lnTo>
                  <a:lnTo>
                    <a:pt x="398" y="23"/>
                  </a:lnTo>
                  <a:lnTo>
                    <a:pt x="422" y="28"/>
                  </a:lnTo>
                  <a:lnTo>
                    <a:pt x="422" y="28"/>
                  </a:lnTo>
                  <a:lnTo>
                    <a:pt x="458" y="39"/>
                  </a:lnTo>
                  <a:lnTo>
                    <a:pt x="494" y="51"/>
                  </a:lnTo>
                  <a:lnTo>
                    <a:pt x="528" y="66"/>
                  </a:lnTo>
                  <a:lnTo>
                    <a:pt x="563" y="83"/>
                  </a:lnTo>
                  <a:lnTo>
                    <a:pt x="563" y="83"/>
                  </a:lnTo>
                  <a:lnTo>
                    <a:pt x="586" y="96"/>
                  </a:lnTo>
                  <a:lnTo>
                    <a:pt x="609" y="112"/>
                  </a:lnTo>
                  <a:lnTo>
                    <a:pt x="609" y="112"/>
                  </a:lnTo>
                  <a:lnTo>
                    <a:pt x="620" y="120"/>
                  </a:lnTo>
                  <a:lnTo>
                    <a:pt x="620" y="120"/>
                  </a:lnTo>
                  <a:lnTo>
                    <a:pt x="621" y="120"/>
                  </a:lnTo>
                  <a:lnTo>
                    <a:pt x="623" y="122"/>
                  </a:lnTo>
                  <a:lnTo>
                    <a:pt x="624" y="123"/>
                  </a:lnTo>
                  <a:lnTo>
                    <a:pt x="624" y="123"/>
                  </a:lnTo>
                  <a:lnTo>
                    <a:pt x="626" y="124"/>
                  </a:lnTo>
                  <a:lnTo>
                    <a:pt x="629" y="124"/>
                  </a:lnTo>
                  <a:lnTo>
                    <a:pt x="633" y="124"/>
                  </a:lnTo>
                  <a:lnTo>
                    <a:pt x="634" y="122"/>
                  </a:lnTo>
                  <a:lnTo>
                    <a:pt x="637" y="119"/>
                  </a:lnTo>
                  <a:lnTo>
                    <a:pt x="637" y="117"/>
                  </a:lnTo>
                  <a:lnTo>
                    <a:pt x="637" y="114"/>
                  </a:lnTo>
                  <a:lnTo>
                    <a:pt x="634" y="112"/>
                  </a:lnTo>
                  <a:lnTo>
                    <a:pt x="634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7" name="Freeform 156">
              <a:extLst>
                <a:ext uri="{FF2B5EF4-FFF2-40B4-BE49-F238E27FC236}">
                  <a16:creationId xmlns:a16="http://schemas.microsoft.com/office/drawing/2014/main" id="{4D6CF5A1-CDA1-6C86-0341-72394544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712"/>
              <a:ext cx="234" cy="46"/>
            </a:xfrm>
            <a:custGeom>
              <a:avLst/>
              <a:gdLst>
                <a:gd name="T0" fmla="*/ 9 w 702"/>
                <a:gd name="T1" fmla="*/ 71 h 138"/>
                <a:gd name="T2" fmla="*/ 75 w 702"/>
                <a:gd name="T3" fmla="*/ 48 h 138"/>
                <a:gd name="T4" fmla="*/ 143 w 702"/>
                <a:gd name="T5" fmla="*/ 31 h 138"/>
                <a:gd name="T6" fmla="*/ 212 w 702"/>
                <a:gd name="T7" fmla="*/ 21 h 138"/>
                <a:gd name="T8" fmla="*/ 281 w 702"/>
                <a:gd name="T9" fmla="*/ 16 h 138"/>
                <a:gd name="T10" fmla="*/ 317 w 702"/>
                <a:gd name="T11" fmla="*/ 17 h 138"/>
                <a:gd name="T12" fmla="*/ 387 w 702"/>
                <a:gd name="T13" fmla="*/ 22 h 138"/>
                <a:gd name="T14" fmla="*/ 456 w 702"/>
                <a:gd name="T15" fmla="*/ 34 h 138"/>
                <a:gd name="T16" fmla="*/ 523 w 702"/>
                <a:gd name="T17" fmla="*/ 52 h 138"/>
                <a:gd name="T18" fmla="*/ 555 w 702"/>
                <a:gd name="T19" fmla="*/ 63 h 138"/>
                <a:gd name="T20" fmla="*/ 626 w 702"/>
                <a:gd name="T21" fmla="*/ 96 h 138"/>
                <a:gd name="T22" fmla="*/ 692 w 702"/>
                <a:gd name="T23" fmla="*/ 137 h 138"/>
                <a:gd name="T24" fmla="*/ 694 w 702"/>
                <a:gd name="T25" fmla="*/ 138 h 138"/>
                <a:gd name="T26" fmla="*/ 700 w 702"/>
                <a:gd name="T27" fmla="*/ 137 h 138"/>
                <a:gd name="T28" fmla="*/ 702 w 702"/>
                <a:gd name="T29" fmla="*/ 132 h 138"/>
                <a:gd name="T30" fmla="*/ 701 w 702"/>
                <a:gd name="T31" fmla="*/ 126 h 138"/>
                <a:gd name="T32" fmla="*/ 700 w 702"/>
                <a:gd name="T33" fmla="*/ 123 h 138"/>
                <a:gd name="T34" fmla="*/ 640 w 702"/>
                <a:gd name="T35" fmla="*/ 86 h 138"/>
                <a:gd name="T36" fmla="*/ 577 w 702"/>
                <a:gd name="T37" fmla="*/ 55 h 138"/>
                <a:gd name="T38" fmla="*/ 511 w 702"/>
                <a:gd name="T39" fmla="*/ 32 h 138"/>
                <a:gd name="T40" fmla="*/ 442 w 702"/>
                <a:gd name="T41" fmla="*/ 14 h 138"/>
                <a:gd name="T42" fmla="*/ 407 w 702"/>
                <a:gd name="T43" fmla="*/ 9 h 138"/>
                <a:gd name="T44" fmla="*/ 336 w 702"/>
                <a:gd name="T45" fmla="*/ 2 h 138"/>
                <a:gd name="T46" fmla="*/ 264 w 702"/>
                <a:gd name="T47" fmla="*/ 2 h 138"/>
                <a:gd name="T48" fmla="*/ 193 w 702"/>
                <a:gd name="T49" fmla="*/ 7 h 138"/>
                <a:gd name="T50" fmla="*/ 157 w 702"/>
                <a:gd name="T51" fmla="*/ 13 h 138"/>
                <a:gd name="T52" fmla="*/ 79 w 702"/>
                <a:gd name="T53" fmla="*/ 30 h 138"/>
                <a:gd name="T54" fmla="*/ 5 w 702"/>
                <a:gd name="T55" fmla="*/ 57 h 138"/>
                <a:gd name="T56" fmla="*/ 3 w 702"/>
                <a:gd name="T57" fmla="*/ 58 h 138"/>
                <a:gd name="T58" fmla="*/ 0 w 702"/>
                <a:gd name="T59" fmla="*/ 63 h 138"/>
                <a:gd name="T60" fmla="*/ 1 w 702"/>
                <a:gd name="T61" fmla="*/ 69 h 138"/>
                <a:gd name="T62" fmla="*/ 7 w 702"/>
                <a:gd name="T63" fmla="*/ 72 h 138"/>
                <a:gd name="T64" fmla="*/ 9 w 702"/>
                <a:gd name="T65" fmla="*/ 7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2" h="138">
                  <a:moveTo>
                    <a:pt x="9" y="71"/>
                  </a:moveTo>
                  <a:lnTo>
                    <a:pt x="9" y="71"/>
                  </a:lnTo>
                  <a:lnTo>
                    <a:pt x="42" y="59"/>
                  </a:lnTo>
                  <a:lnTo>
                    <a:pt x="75" y="48"/>
                  </a:lnTo>
                  <a:lnTo>
                    <a:pt x="109" y="39"/>
                  </a:lnTo>
                  <a:lnTo>
                    <a:pt x="143" y="31"/>
                  </a:lnTo>
                  <a:lnTo>
                    <a:pt x="178" y="25"/>
                  </a:lnTo>
                  <a:lnTo>
                    <a:pt x="212" y="21"/>
                  </a:lnTo>
                  <a:lnTo>
                    <a:pt x="246" y="17"/>
                  </a:lnTo>
                  <a:lnTo>
                    <a:pt x="281" y="16"/>
                  </a:lnTo>
                  <a:lnTo>
                    <a:pt x="281" y="16"/>
                  </a:lnTo>
                  <a:lnTo>
                    <a:pt x="317" y="17"/>
                  </a:lnTo>
                  <a:lnTo>
                    <a:pt x="351" y="18"/>
                  </a:lnTo>
                  <a:lnTo>
                    <a:pt x="387" y="22"/>
                  </a:lnTo>
                  <a:lnTo>
                    <a:pt x="421" y="27"/>
                  </a:lnTo>
                  <a:lnTo>
                    <a:pt x="456" y="34"/>
                  </a:lnTo>
                  <a:lnTo>
                    <a:pt x="489" y="41"/>
                  </a:lnTo>
                  <a:lnTo>
                    <a:pt x="523" y="52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91" y="78"/>
                  </a:lnTo>
                  <a:lnTo>
                    <a:pt x="626" y="96"/>
                  </a:lnTo>
                  <a:lnTo>
                    <a:pt x="660" y="115"/>
                  </a:lnTo>
                  <a:lnTo>
                    <a:pt x="692" y="137"/>
                  </a:lnTo>
                  <a:lnTo>
                    <a:pt x="692" y="137"/>
                  </a:lnTo>
                  <a:lnTo>
                    <a:pt x="694" y="138"/>
                  </a:lnTo>
                  <a:lnTo>
                    <a:pt x="697" y="138"/>
                  </a:lnTo>
                  <a:lnTo>
                    <a:pt x="700" y="137"/>
                  </a:lnTo>
                  <a:lnTo>
                    <a:pt x="701" y="135"/>
                  </a:lnTo>
                  <a:lnTo>
                    <a:pt x="702" y="132"/>
                  </a:lnTo>
                  <a:lnTo>
                    <a:pt x="702" y="130"/>
                  </a:lnTo>
                  <a:lnTo>
                    <a:pt x="701" y="126"/>
                  </a:lnTo>
                  <a:lnTo>
                    <a:pt x="700" y="123"/>
                  </a:lnTo>
                  <a:lnTo>
                    <a:pt x="700" y="123"/>
                  </a:lnTo>
                  <a:lnTo>
                    <a:pt x="670" y="104"/>
                  </a:lnTo>
                  <a:lnTo>
                    <a:pt x="640" y="86"/>
                  </a:lnTo>
                  <a:lnTo>
                    <a:pt x="609" y="69"/>
                  </a:lnTo>
                  <a:lnTo>
                    <a:pt x="577" y="55"/>
                  </a:lnTo>
                  <a:lnTo>
                    <a:pt x="544" y="43"/>
                  </a:lnTo>
                  <a:lnTo>
                    <a:pt x="511" y="32"/>
                  </a:lnTo>
                  <a:lnTo>
                    <a:pt x="476" y="22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07" y="9"/>
                  </a:lnTo>
                  <a:lnTo>
                    <a:pt x="372" y="4"/>
                  </a:lnTo>
                  <a:lnTo>
                    <a:pt x="336" y="2"/>
                  </a:lnTo>
                  <a:lnTo>
                    <a:pt x="300" y="0"/>
                  </a:lnTo>
                  <a:lnTo>
                    <a:pt x="264" y="2"/>
                  </a:lnTo>
                  <a:lnTo>
                    <a:pt x="229" y="3"/>
                  </a:lnTo>
                  <a:lnTo>
                    <a:pt x="193" y="7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18" y="21"/>
                  </a:lnTo>
                  <a:lnTo>
                    <a:pt x="79" y="30"/>
                  </a:lnTo>
                  <a:lnTo>
                    <a:pt x="42" y="43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9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8" name="Freeform 157">
              <a:extLst>
                <a:ext uri="{FF2B5EF4-FFF2-40B4-BE49-F238E27FC236}">
                  <a16:creationId xmlns:a16="http://schemas.microsoft.com/office/drawing/2014/main" id="{3FA12EBA-88C6-0AB5-B13D-09F81FBFD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799"/>
              <a:ext cx="93" cy="335"/>
            </a:xfrm>
            <a:custGeom>
              <a:avLst/>
              <a:gdLst>
                <a:gd name="T0" fmla="*/ 176 w 281"/>
                <a:gd name="T1" fmla="*/ 21 h 1004"/>
                <a:gd name="T2" fmla="*/ 192 w 281"/>
                <a:gd name="T3" fmla="*/ 50 h 1004"/>
                <a:gd name="T4" fmla="*/ 204 w 281"/>
                <a:gd name="T5" fmla="*/ 95 h 1004"/>
                <a:gd name="T6" fmla="*/ 209 w 281"/>
                <a:gd name="T7" fmla="*/ 147 h 1004"/>
                <a:gd name="T8" fmla="*/ 208 w 281"/>
                <a:gd name="T9" fmla="*/ 200 h 1004"/>
                <a:gd name="T10" fmla="*/ 203 w 281"/>
                <a:gd name="T11" fmla="*/ 275 h 1004"/>
                <a:gd name="T12" fmla="*/ 198 w 281"/>
                <a:gd name="T13" fmla="*/ 320 h 1004"/>
                <a:gd name="T14" fmla="*/ 173 w 281"/>
                <a:gd name="T15" fmla="*/ 403 h 1004"/>
                <a:gd name="T16" fmla="*/ 144 w 281"/>
                <a:gd name="T17" fmla="*/ 468 h 1004"/>
                <a:gd name="T18" fmla="*/ 93 w 281"/>
                <a:gd name="T19" fmla="*/ 561 h 1004"/>
                <a:gd name="T20" fmla="*/ 25 w 281"/>
                <a:gd name="T21" fmla="*/ 683 h 1004"/>
                <a:gd name="T22" fmla="*/ 13 w 281"/>
                <a:gd name="T23" fmla="*/ 714 h 1004"/>
                <a:gd name="T24" fmla="*/ 1 w 281"/>
                <a:gd name="T25" fmla="*/ 761 h 1004"/>
                <a:gd name="T26" fmla="*/ 1 w 281"/>
                <a:gd name="T27" fmla="*/ 811 h 1004"/>
                <a:gd name="T28" fmla="*/ 7 w 281"/>
                <a:gd name="T29" fmla="*/ 843 h 1004"/>
                <a:gd name="T30" fmla="*/ 25 w 281"/>
                <a:gd name="T31" fmla="*/ 889 h 1004"/>
                <a:gd name="T32" fmla="*/ 55 w 281"/>
                <a:gd name="T33" fmla="*/ 930 h 1004"/>
                <a:gd name="T34" fmla="*/ 74 w 281"/>
                <a:gd name="T35" fmla="*/ 947 h 1004"/>
                <a:gd name="T36" fmla="*/ 107 w 281"/>
                <a:gd name="T37" fmla="*/ 967 h 1004"/>
                <a:gd name="T38" fmla="*/ 168 w 281"/>
                <a:gd name="T39" fmla="*/ 985 h 1004"/>
                <a:gd name="T40" fmla="*/ 245 w 281"/>
                <a:gd name="T41" fmla="*/ 997 h 1004"/>
                <a:gd name="T42" fmla="*/ 274 w 281"/>
                <a:gd name="T43" fmla="*/ 1004 h 1004"/>
                <a:gd name="T44" fmla="*/ 281 w 281"/>
                <a:gd name="T45" fmla="*/ 997 h 1004"/>
                <a:gd name="T46" fmla="*/ 278 w 281"/>
                <a:gd name="T47" fmla="*/ 990 h 1004"/>
                <a:gd name="T48" fmla="*/ 249 w 281"/>
                <a:gd name="T49" fmla="*/ 983 h 1004"/>
                <a:gd name="T50" fmla="*/ 170 w 281"/>
                <a:gd name="T51" fmla="*/ 969 h 1004"/>
                <a:gd name="T52" fmla="*/ 112 w 281"/>
                <a:gd name="T53" fmla="*/ 953 h 1004"/>
                <a:gd name="T54" fmla="*/ 80 w 281"/>
                <a:gd name="T55" fmla="*/ 933 h 1004"/>
                <a:gd name="T56" fmla="*/ 58 w 281"/>
                <a:gd name="T57" fmla="*/ 910 h 1004"/>
                <a:gd name="T58" fmla="*/ 33 w 281"/>
                <a:gd name="T59" fmla="*/ 869 h 1004"/>
                <a:gd name="T60" fmla="*/ 19 w 281"/>
                <a:gd name="T61" fmla="*/ 825 h 1004"/>
                <a:gd name="T62" fmla="*/ 15 w 281"/>
                <a:gd name="T63" fmla="*/ 792 h 1004"/>
                <a:gd name="T64" fmla="*/ 20 w 281"/>
                <a:gd name="T65" fmla="*/ 743 h 1004"/>
                <a:gd name="T66" fmla="*/ 35 w 281"/>
                <a:gd name="T67" fmla="*/ 697 h 1004"/>
                <a:gd name="T68" fmla="*/ 51 w 281"/>
                <a:gd name="T69" fmla="*/ 665 h 1004"/>
                <a:gd name="T70" fmla="*/ 103 w 281"/>
                <a:gd name="T71" fmla="*/ 577 h 1004"/>
                <a:gd name="T72" fmla="*/ 170 w 281"/>
                <a:gd name="T73" fmla="*/ 451 h 1004"/>
                <a:gd name="T74" fmla="*/ 195 w 281"/>
                <a:gd name="T75" fmla="*/ 386 h 1004"/>
                <a:gd name="T76" fmla="*/ 213 w 281"/>
                <a:gd name="T77" fmla="*/ 320 h 1004"/>
                <a:gd name="T78" fmla="*/ 222 w 281"/>
                <a:gd name="T79" fmla="*/ 212 h 1004"/>
                <a:gd name="T80" fmla="*/ 224 w 281"/>
                <a:gd name="T81" fmla="*/ 160 h 1004"/>
                <a:gd name="T82" fmla="*/ 221 w 281"/>
                <a:gd name="T83" fmla="*/ 108 h 1004"/>
                <a:gd name="T84" fmla="*/ 209 w 281"/>
                <a:gd name="T85" fmla="*/ 50 h 1004"/>
                <a:gd name="T86" fmla="*/ 192 w 281"/>
                <a:gd name="T87" fmla="*/ 18 h 1004"/>
                <a:gd name="T88" fmla="*/ 178 w 281"/>
                <a:gd name="T89" fmla="*/ 1 h 1004"/>
                <a:gd name="T90" fmla="*/ 173 w 281"/>
                <a:gd name="T91" fmla="*/ 0 h 1004"/>
                <a:gd name="T92" fmla="*/ 166 w 281"/>
                <a:gd name="T93" fmla="*/ 4 h 1004"/>
                <a:gd name="T94" fmla="*/ 168 w 281"/>
                <a:gd name="T95" fmla="*/ 13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1" h="1004">
                  <a:moveTo>
                    <a:pt x="168" y="13"/>
                  </a:moveTo>
                  <a:lnTo>
                    <a:pt x="168" y="13"/>
                  </a:lnTo>
                  <a:lnTo>
                    <a:pt x="176" y="21"/>
                  </a:lnTo>
                  <a:lnTo>
                    <a:pt x="182" y="30"/>
                  </a:lnTo>
                  <a:lnTo>
                    <a:pt x="187" y="40"/>
                  </a:lnTo>
                  <a:lnTo>
                    <a:pt x="192" y="50"/>
                  </a:lnTo>
                  <a:lnTo>
                    <a:pt x="196" y="62"/>
                  </a:lnTo>
                  <a:lnTo>
                    <a:pt x="199" y="72"/>
                  </a:lnTo>
                  <a:lnTo>
                    <a:pt x="204" y="95"/>
                  </a:lnTo>
                  <a:lnTo>
                    <a:pt x="204" y="95"/>
                  </a:lnTo>
                  <a:lnTo>
                    <a:pt x="207" y="120"/>
                  </a:lnTo>
                  <a:lnTo>
                    <a:pt x="209" y="147"/>
                  </a:lnTo>
                  <a:lnTo>
                    <a:pt x="209" y="173"/>
                  </a:lnTo>
                  <a:lnTo>
                    <a:pt x="208" y="200"/>
                  </a:lnTo>
                  <a:lnTo>
                    <a:pt x="208" y="20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3" y="275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198" y="320"/>
                  </a:lnTo>
                  <a:lnTo>
                    <a:pt x="194" y="336"/>
                  </a:lnTo>
                  <a:lnTo>
                    <a:pt x="185" y="370"/>
                  </a:lnTo>
                  <a:lnTo>
                    <a:pt x="173" y="403"/>
                  </a:lnTo>
                  <a:lnTo>
                    <a:pt x="159" y="436"/>
                  </a:lnTo>
                  <a:lnTo>
                    <a:pt x="159" y="436"/>
                  </a:lnTo>
                  <a:lnTo>
                    <a:pt x="144" y="468"/>
                  </a:lnTo>
                  <a:lnTo>
                    <a:pt x="129" y="499"/>
                  </a:lnTo>
                  <a:lnTo>
                    <a:pt x="93" y="561"/>
                  </a:lnTo>
                  <a:lnTo>
                    <a:pt x="93" y="561"/>
                  </a:lnTo>
                  <a:lnTo>
                    <a:pt x="57" y="621"/>
                  </a:lnTo>
                  <a:lnTo>
                    <a:pt x="41" y="651"/>
                  </a:lnTo>
                  <a:lnTo>
                    <a:pt x="25" y="683"/>
                  </a:lnTo>
                  <a:lnTo>
                    <a:pt x="25" y="683"/>
                  </a:lnTo>
                  <a:lnTo>
                    <a:pt x="19" y="698"/>
                  </a:lnTo>
                  <a:lnTo>
                    <a:pt x="13" y="714"/>
                  </a:lnTo>
                  <a:lnTo>
                    <a:pt x="9" y="729"/>
                  </a:lnTo>
                  <a:lnTo>
                    <a:pt x="5" y="745"/>
                  </a:lnTo>
                  <a:lnTo>
                    <a:pt x="1" y="761"/>
                  </a:lnTo>
                  <a:lnTo>
                    <a:pt x="0" y="777"/>
                  </a:lnTo>
                  <a:lnTo>
                    <a:pt x="0" y="794"/>
                  </a:lnTo>
                  <a:lnTo>
                    <a:pt x="1" y="811"/>
                  </a:lnTo>
                  <a:lnTo>
                    <a:pt x="1" y="811"/>
                  </a:lnTo>
                  <a:lnTo>
                    <a:pt x="4" y="826"/>
                  </a:lnTo>
                  <a:lnTo>
                    <a:pt x="7" y="843"/>
                  </a:lnTo>
                  <a:lnTo>
                    <a:pt x="13" y="858"/>
                  </a:lnTo>
                  <a:lnTo>
                    <a:pt x="18" y="875"/>
                  </a:lnTo>
                  <a:lnTo>
                    <a:pt x="25" y="889"/>
                  </a:lnTo>
                  <a:lnTo>
                    <a:pt x="34" y="904"/>
                  </a:lnTo>
                  <a:lnTo>
                    <a:pt x="43" y="917"/>
                  </a:lnTo>
                  <a:lnTo>
                    <a:pt x="55" y="930"/>
                  </a:lnTo>
                  <a:lnTo>
                    <a:pt x="55" y="930"/>
                  </a:lnTo>
                  <a:lnTo>
                    <a:pt x="64" y="939"/>
                  </a:lnTo>
                  <a:lnTo>
                    <a:pt x="74" y="947"/>
                  </a:lnTo>
                  <a:lnTo>
                    <a:pt x="84" y="954"/>
                  </a:lnTo>
                  <a:lnTo>
                    <a:pt x="95" y="960"/>
                  </a:lnTo>
                  <a:lnTo>
                    <a:pt x="107" y="967"/>
                  </a:lnTo>
                  <a:lnTo>
                    <a:pt x="118" y="970"/>
                  </a:lnTo>
                  <a:lnTo>
                    <a:pt x="143" y="978"/>
                  </a:lnTo>
                  <a:lnTo>
                    <a:pt x="168" y="985"/>
                  </a:lnTo>
                  <a:lnTo>
                    <a:pt x="194" y="990"/>
                  </a:lnTo>
                  <a:lnTo>
                    <a:pt x="245" y="997"/>
                  </a:lnTo>
                  <a:lnTo>
                    <a:pt x="245" y="997"/>
                  </a:lnTo>
                  <a:lnTo>
                    <a:pt x="270" y="1004"/>
                  </a:lnTo>
                  <a:lnTo>
                    <a:pt x="270" y="1004"/>
                  </a:lnTo>
                  <a:lnTo>
                    <a:pt x="274" y="1004"/>
                  </a:lnTo>
                  <a:lnTo>
                    <a:pt x="277" y="1002"/>
                  </a:lnTo>
                  <a:lnTo>
                    <a:pt x="279" y="1000"/>
                  </a:lnTo>
                  <a:lnTo>
                    <a:pt x="281" y="997"/>
                  </a:lnTo>
                  <a:lnTo>
                    <a:pt x="281" y="995"/>
                  </a:lnTo>
                  <a:lnTo>
                    <a:pt x="279" y="992"/>
                  </a:lnTo>
                  <a:lnTo>
                    <a:pt x="278" y="990"/>
                  </a:lnTo>
                  <a:lnTo>
                    <a:pt x="275" y="988"/>
                  </a:lnTo>
                  <a:lnTo>
                    <a:pt x="275" y="988"/>
                  </a:lnTo>
                  <a:lnTo>
                    <a:pt x="249" y="983"/>
                  </a:lnTo>
                  <a:lnTo>
                    <a:pt x="223" y="978"/>
                  </a:lnTo>
                  <a:lnTo>
                    <a:pt x="170" y="969"/>
                  </a:lnTo>
                  <a:lnTo>
                    <a:pt x="170" y="969"/>
                  </a:lnTo>
                  <a:lnTo>
                    <a:pt x="147" y="964"/>
                  </a:lnTo>
                  <a:lnTo>
                    <a:pt x="122" y="956"/>
                  </a:lnTo>
                  <a:lnTo>
                    <a:pt x="112" y="953"/>
                  </a:lnTo>
                  <a:lnTo>
                    <a:pt x="101" y="946"/>
                  </a:lnTo>
                  <a:lnTo>
                    <a:pt x="90" y="940"/>
                  </a:lnTo>
                  <a:lnTo>
                    <a:pt x="80" y="933"/>
                  </a:lnTo>
                  <a:lnTo>
                    <a:pt x="80" y="933"/>
                  </a:lnTo>
                  <a:lnTo>
                    <a:pt x="69" y="922"/>
                  </a:lnTo>
                  <a:lnTo>
                    <a:pt x="58" y="910"/>
                  </a:lnTo>
                  <a:lnTo>
                    <a:pt x="48" y="898"/>
                  </a:lnTo>
                  <a:lnTo>
                    <a:pt x="41" y="884"/>
                  </a:lnTo>
                  <a:lnTo>
                    <a:pt x="33" y="869"/>
                  </a:lnTo>
                  <a:lnTo>
                    <a:pt x="27" y="855"/>
                  </a:lnTo>
                  <a:lnTo>
                    <a:pt x="21" y="840"/>
                  </a:lnTo>
                  <a:lnTo>
                    <a:pt x="19" y="825"/>
                  </a:lnTo>
                  <a:lnTo>
                    <a:pt x="19" y="825"/>
                  </a:lnTo>
                  <a:lnTo>
                    <a:pt x="16" y="808"/>
                  </a:lnTo>
                  <a:lnTo>
                    <a:pt x="15" y="792"/>
                  </a:lnTo>
                  <a:lnTo>
                    <a:pt x="15" y="775"/>
                  </a:lnTo>
                  <a:lnTo>
                    <a:pt x="18" y="760"/>
                  </a:lnTo>
                  <a:lnTo>
                    <a:pt x="20" y="743"/>
                  </a:lnTo>
                  <a:lnTo>
                    <a:pt x="24" y="728"/>
                  </a:lnTo>
                  <a:lnTo>
                    <a:pt x="29" y="712"/>
                  </a:lnTo>
                  <a:lnTo>
                    <a:pt x="35" y="697"/>
                  </a:lnTo>
                  <a:lnTo>
                    <a:pt x="35" y="697"/>
                  </a:lnTo>
                  <a:lnTo>
                    <a:pt x="43" y="680"/>
                  </a:lnTo>
                  <a:lnTo>
                    <a:pt x="51" y="665"/>
                  </a:lnTo>
                  <a:lnTo>
                    <a:pt x="67" y="636"/>
                  </a:lnTo>
                  <a:lnTo>
                    <a:pt x="103" y="577"/>
                  </a:lnTo>
                  <a:lnTo>
                    <a:pt x="103" y="577"/>
                  </a:lnTo>
                  <a:lnTo>
                    <a:pt x="138" y="514"/>
                  </a:lnTo>
                  <a:lnTo>
                    <a:pt x="154" y="48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84" y="420"/>
                  </a:lnTo>
                  <a:lnTo>
                    <a:pt x="195" y="386"/>
                  </a:lnTo>
                  <a:lnTo>
                    <a:pt x="205" y="353"/>
                  </a:lnTo>
                  <a:lnTo>
                    <a:pt x="213" y="320"/>
                  </a:lnTo>
                  <a:lnTo>
                    <a:pt x="213" y="320"/>
                  </a:lnTo>
                  <a:lnTo>
                    <a:pt x="217" y="293"/>
                  </a:lnTo>
                  <a:lnTo>
                    <a:pt x="219" y="266"/>
                  </a:lnTo>
                  <a:lnTo>
                    <a:pt x="222" y="212"/>
                  </a:lnTo>
                  <a:lnTo>
                    <a:pt x="222" y="212"/>
                  </a:lnTo>
                  <a:lnTo>
                    <a:pt x="223" y="187"/>
                  </a:lnTo>
                  <a:lnTo>
                    <a:pt x="224" y="160"/>
                  </a:lnTo>
                  <a:lnTo>
                    <a:pt x="223" y="134"/>
                  </a:lnTo>
                  <a:lnTo>
                    <a:pt x="221" y="108"/>
                  </a:lnTo>
                  <a:lnTo>
                    <a:pt x="221" y="108"/>
                  </a:lnTo>
                  <a:lnTo>
                    <a:pt x="218" y="85"/>
                  </a:lnTo>
                  <a:lnTo>
                    <a:pt x="212" y="62"/>
                  </a:lnTo>
                  <a:lnTo>
                    <a:pt x="209" y="50"/>
                  </a:lnTo>
                  <a:lnTo>
                    <a:pt x="204" y="39"/>
                  </a:lnTo>
                  <a:lnTo>
                    <a:pt x="199" y="28"/>
                  </a:lnTo>
                  <a:lnTo>
                    <a:pt x="192" y="18"/>
                  </a:lnTo>
                  <a:lnTo>
                    <a:pt x="192" y="18"/>
                  </a:lnTo>
                  <a:lnTo>
                    <a:pt x="186" y="9"/>
                  </a:lnTo>
                  <a:lnTo>
                    <a:pt x="178" y="1"/>
                  </a:lnTo>
                  <a:lnTo>
                    <a:pt x="178" y="1"/>
                  </a:lnTo>
                  <a:lnTo>
                    <a:pt x="176" y="0"/>
                  </a:lnTo>
                  <a:lnTo>
                    <a:pt x="173" y="0"/>
                  </a:lnTo>
                  <a:lnTo>
                    <a:pt x="170" y="0"/>
                  </a:lnTo>
                  <a:lnTo>
                    <a:pt x="168" y="1"/>
                  </a:lnTo>
                  <a:lnTo>
                    <a:pt x="166" y="4"/>
                  </a:lnTo>
                  <a:lnTo>
                    <a:pt x="166" y="7"/>
                  </a:lnTo>
                  <a:lnTo>
                    <a:pt x="166" y="10"/>
                  </a:lnTo>
                  <a:lnTo>
                    <a:pt x="168" y="13"/>
                  </a:lnTo>
                  <a:lnTo>
                    <a:pt x="16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89" name="Freeform 158">
              <a:extLst>
                <a:ext uri="{FF2B5EF4-FFF2-40B4-BE49-F238E27FC236}">
                  <a16:creationId xmlns:a16="http://schemas.microsoft.com/office/drawing/2014/main" id="{EF0F447B-EA04-42BD-FFA3-8222A32B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939"/>
              <a:ext cx="53" cy="149"/>
            </a:xfrm>
            <a:custGeom>
              <a:avLst/>
              <a:gdLst>
                <a:gd name="T0" fmla="*/ 25 w 159"/>
                <a:gd name="T1" fmla="*/ 126 h 446"/>
                <a:gd name="T2" fmla="*/ 32 w 159"/>
                <a:gd name="T3" fmla="*/ 100 h 446"/>
                <a:gd name="T4" fmla="*/ 44 w 159"/>
                <a:gd name="T5" fmla="*/ 76 h 446"/>
                <a:gd name="T6" fmla="*/ 51 w 159"/>
                <a:gd name="T7" fmla="*/ 62 h 446"/>
                <a:gd name="T8" fmla="*/ 72 w 159"/>
                <a:gd name="T9" fmla="*/ 35 h 446"/>
                <a:gd name="T10" fmla="*/ 83 w 159"/>
                <a:gd name="T11" fmla="*/ 24 h 446"/>
                <a:gd name="T12" fmla="*/ 99 w 159"/>
                <a:gd name="T13" fmla="*/ 16 h 446"/>
                <a:gd name="T14" fmla="*/ 109 w 159"/>
                <a:gd name="T15" fmla="*/ 15 h 446"/>
                <a:gd name="T16" fmla="*/ 119 w 159"/>
                <a:gd name="T17" fmla="*/ 17 h 446"/>
                <a:gd name="T18" fmla="*/ 124 w 159"/>
                <a:gd name="T19" fmla="*/ 21 h 446"/>
                <a:gd name="T20" fmla="*/ 132 w 159"/>
                <a:gd name="T21" fmla="*/ 31 h 446"/>
                <a:gd name="T22" fmla="*/ 137 w 159"/>
                <a:gd name="T23" fmla="*/ 43 h 446"/>
                <a:gd name="T24" fmla="*/ 142 w 159"/>
                <a:gd name="T25" fmla="*/ 70 h 446"/>
                <a:gd name="T26" fmla="*/ 143 w 159"/>
                <a:gd name="T27" fmla="*/ 99 h 446"/>
                <a:gd name="T28" fmla="*/ 138 w 159"/>
                <a:gd name="T29" fmla="*/ 158 h 446"/>
                <a:gd name="T30" fmla="*/ 132 w 159"/>
                <a:gd name="T31" fmla="*/ 187 h 446"/>
                <a:gd name="T32" fmla="*/ 119 w 159"/>
                <a:gd name="T33" fmla="*/ 219 h 446"/>
                <a:gd name="T34" fmla="*/ 101 w 159"/>
                <a:gd name="T35" fmla="*/ 246 h 446"/>
                <a:gd name="T36" fmla="*/ 79 w 159"/>
                <a:gd name="T37" fmla="*/ 273 h 446"/>
                <a:gd name="T38" fmla="*/ 58 w 159"/>
                <a:gd name="T39" fmla="*/ 297 h 446"/>
                <a:gd name="T40" fmla="*/ 33 w 159"/>
                <a:gd name="T41" fmla="*/ 325 h 446"/>
                <a:gd name="T42" fmla="*/ 14 w 159"/>
                <a:gd name="T43" fmla="*/ 356 h 446"/>
                <a:gd name="T44" fmla="*/ 7 w 159"/>
                <a:gd name="T45" fmla="*/ 377 h 446"/>
                <a:gd name="T46" fmla="*/ 0 w 159"/>
                <a:gd name="T47" fmla="*/ 418 h 446"/>
                <a:gd name="T48" fmla="*/ 0 w 159"/>
                <a:gd name="T49" fmla="*/ 438 h 446"/>
                <a:gd name="T50" fmla="*/ 3 w 159"/>
                <a:gd name="T51" fmla="*/ 443 h 446"/>
                <a:gd name="T52" fmla="*/ 8 w 159"/>
                <a:gd name="T53" fmla="*/ 446 h 446"/>
                <a:gd name="T54" fmla="*/ 13 w 159"/>
                <a:gd name="T55" fmla="*/ 443 h 446"/>
                <a:gd name="T56" fmla="*/ 16 w 159"/>
                <a:gd name="T57" fmla="*/ 438 h 446"/>
                <a:gd name="T58" fmla="*/ 14 w 159"/>
                <a:gd name="T59" fmla="*/ 419 h 446"/>
                <a:gd name="T60" fmla="*/ 21 w 159"/>
                <a:gd name="T61" fmla="*/ 382 h 446"/>
                <a:gd name="T62" fmla="*/ 28 w 159"/>
                <a:gd name="T63" fmla="*/ 364 h 446"/>
                <a:gd name="T64" fmla="*/ 45 w 159"/>
                <a:gd name="T65" fmla="*/ 336 h 446"/>
                <a:gd name="T66" fmla="*/ 67 w 159"/>
                <a:gd name="T67" fmla="*/ 310 h 446"/>
                <a:gd name="T68" fmla="*/ 91 w 159"/>
                <a:gd name="T69" fmla="*/ 283 h 446"/>
                <a:gd name="T70" fmla="*/ 114 w 159"/>
                <a:gd name="T71" fmla="*/ 255 h 446"/>
                <a:gd name="T72" fmla="*/ 132 w 159"/>
                <a:gd name="T73" fmla="*/ 226 h 446"/>
                <a:gd name="T74" fmla="*/ 146 w 159"/>
                <a:gd name="T75" fmla="*/ 193 h 446"/>
                <a:gd name="T76" fmla="*/ 152 w 159"/>
                <a:gd name="T77" fmla="*/ 162 h 446"/>
                <a:gd name="T78" fmla="*/ 159 w 159"/>
                <a:gd name="T79" fmla="*/ 115 h 446"/>
                <a:gd name="T80" fmla="*/ 159 w 159"/>
                <a:gd name="T81" fmla="*/ 83 h 446"/>
                <a:gd name="T82" fmla="*/ 157 w 159"/>
                <a:gd name="T83" fmla="*/ 67 h 446"/>
                <a:gd name="T84" fmla="*/ 151 w 159"/>
                <a:gd name="T85" fmla="*/ 37 h 446"/>
                <a:gd name="T86" fmla="*/ 146 w 159"/>
                <a:gd name="T87" fmla="*/ 24 h 446"/>
                <a:gd name="T88" fmla="*/ 137 w 159"/>
                <a:gd name="T89" fmla="*/ 11 h 446"/>
                <a:gd name="T90" fmla="*/ 130 w 159"/>
                <a:gd name="T91" fmla="*/ 7 h 446"/>
                <a:gd name="T92" fmla="*/ 119 w 159"/>
                <a:gd name="T93" fmla="*/ 1 h 446"/>
                <a:gd name="T94" fmla="*/ 105 w 159"/>
                <a:gd name="T95" fmla="*/ 0 h 446"/>
                <a:gd name="T96" fmla="*/ 92 w 159"/>
                <a:gd name="T97" fmla="*/ 2 h 446"/>
                <a:gd name="T98" fmla="*/ 86 w 159"/>
                <a:gd name="T99" fmla="*/ 5 h 446"/>
                <a:gd name="T100" fmla="*/ 70 w 159"/>
                <a:gd name="T101" fmla="*/ 15 h 446"/>
                <a:gd name="T102" fmla="*/ 56 w 159"/>
                <a:gd name="T103" fmla="*/ 29 h 446"/>
                <a:gd name="T104" fmla="*/ 35 w 159"/>
                <a:gd name="T105" fmla="*/ 61 h 446"/>
                <a:gd name="T106" fmla="*/ 27 w 159"/>
                <a:gd name="T107" fmla="*/ 75 h 446"/>
                <a:gd name="T108" fmla="*/ 13 w 159"/>
                <a:gd name="T109" fmla="*/ 106 h 446"/>
                <a:gd name="T110" fmla="*/ 9 w 159"/>
                <a:gd name="T111" fmla="*/ 122 h 446"/>
                <a:gd name="T112" fmla="*/ 12 w 159"/>
                <a:gd name="T113" fmla="*/ 129 h 446"/>
                <a:gd name="T114" fmla="*/ 16 w 159"/>
                <a:gd name="T115" fmla="*/ 131 h 446"/>
                <a:gd name="T116" fmla="*/ 22 w 159"/>
                <a:gd name="T117" fmla="*/ 131 h 446"/>
                <a:gd name="T118" fmla="*/ 25 w 159"/>
                <a:gd name="T119" fmla="*/ 1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9" h="446">
                  <a:moveTo>
                    <a:pt x="25" y="126"/>
                  </a:moveTo>
                  <a:lnTo>
                    <a:pt x="25" y="126"/>
                  </a:lnTo>
                  <a:lnTo>
                    <a:pt x="27" y="113"/>
                  </a:lnTo>
                  <a:lnTo>
                    <a:pt x="32" y="100"/>
                  </a:lnTo>
                  <a:lnTo>
                    <a:pt x="37" y="88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51" y="62"/>
                  </a:lnTo>
                  <a:lnTo>
                    <a:pt x="62" y="48"/>
                  </a:lnTo>
                  <a:lnTo>
                    <a:pt x="72" y="35"/>
                  </a:lnTo>
                  <a:lnTo>
                    <a:pt x="83" y="24"/>
                  </a:lnTo>
                  <a:lnTo>
                    <a:pt x="83" y="24"/>
                  </a:lnTo>
                  <a:lnTo>
                    <a:pt x="93" y="19"/>
                  </a:lnTo>
                  <a:lnTo>
                    <a:pt x="99" y="16"/>
                  </a:lnTo>
                  <a:lnTo>
                    <a:pt x="104" y="15"/>
                  </a:lnTo>
                  <a:lnTo>
                    <a:pt x="109" y="15"/>
                  </a:lnTo>
                  <a:lnTo>
                    <a:pt x="114" y="15"/>
                  </a:lnTo>
                  <a:lnTo>
                    <a:pt x="119" y="17"/>
                  </a:lnTo>
                  <a:lnTo>
                    <a:pt x="124" y="21"/>
                  </a:lnTo>
                  <a:lnTo>
                    <a:pt x="124" y="21"/>
                  </a:lnTo>
                  <a:lnTo>
                    <a:pt x="128" y="25"/>
                  </a:lnTo>
                  <a:lnTo>
                    <a:pt x="132" y="31"/>
                  </a:lnTo>
                  <a:lnTo>
                    <a:pt x="136" y="37"/>
                  </a:lnTo>
                  <a:lnTo>
                    <a:pt x="137" y="43"/>
                  </a:lnTo>
                  <a:lnTo>
                    <a:pt x="141" y="57"/>
                  </a:lnTo>
                  <a:lnTo>
                    <a:pt x="142" y="70"/>
                  </a:lnTo>
                  <a:lnTo>
                    <a:pt x="142" y="70"/>
                  </a:lnTo>
                  <a:lnTo>
                    <a:pt x="143" y="99"/>
                  </a:lnTo>
                  <a:lnTo>
                    <a:pt x="142" y="129"/>
                  </a:lnTo>
                  <a:lnTo>
                    <a:pt x="138" y="15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25" y="204"/>
                  </a:lnTo>
                  <a:lnTo>
                    <a:pt x="119" y="219"/>
                  </a:lnTo>
                  <a:lnTo>
                    <a:pt x="110" y="233"/>
                  </a:lnTo>
                  <a:lnTo>
                    <a:pt x="101" y="246"/>
                  </a:lnTo>
                  <a:lnTo>
                    <a:pt x="91" y="260"/>
                  </a:lnTo>
                  <a:lnTo>
                    <a:pt x="79" y="273"/>
                  </a:lnTo>
                  <a:lnTo>
                    <a:pt x="58" y="297"/>
                  </a:lnTo>
                  <a:lnTo>
                    <a:pt x="58" y="297"/>
                  </a:lnTo>
                  <a:lnTo>
                    <a:pt x="45" y="311"/>
                  </a:lnTo>
                  <a:lnTo>
                    <a:pt x="33" y="325"/>
                  </a:lnTo>
                  <a:lnTo>
                    <a:pt x="23" y="341"/>
                  </a:lnTo>
                  <a:lnTo>
                    <a:pt x="14" y="356"/>
                  </a:lnTo>
                  <a:lnTo>
                    <a:pt x="14" y="356"/>
                  </a:lnTo>
                  <a:lnTo>
                    <a:pt x="7" y="377"/>
                  </a:lnTo>
                  <a:lnTo>
                    <a:pt x="2" y="396"/>
                  </a:lnTo>
                  <a:lnTo>
                    <a:pt x="0" y="418"/>
                  </a:lnTo>
                  <a:lnTo>
                    <a:pt x="0" y="438"/>
                  </a:lnTo>
                  <a:lnTo>
                    <a:pt x="0" y="438"/>
                  </a:lnTo>
                  <a:lnTo>
                    <a:pt x="0" y="442"/>
                  </a:lnTo>
                  <a:lnTo>
                    <a:pt x="3" y="443"/>
                  </a:lnTo>
                  <a:lnTo>
                    <a:pt x="5" y="444"/>
                  </a:lnTo>
                  <a:lnTo>
                    <a:pt x="8" y="446"/>
                  </a:lnTo>
                  <a:lnTo>
                    <a:pt x="11" y="444"/>
                  </a:lnTo>
                  <a:lnTo>
                    <a:pt x="13" y="443"/>
                  </a:lnTo>
                  <a:lnTo>
                    <a:pt x="14" y="442"/>
                  </a:lnTo>
                  <a:lnTo>
                    <a:pt x="16" y="438"/>
                  </a:lnTo>
                  <a:lnTo>
                    <a:pt x="16" y="438"/>
                  </a:lnTo>
                  <a:lnTo>
                    <a:pt x="14" y="419"/>
                  </a:lnTo>
                  <a:lnTo>
                    <a:pt x="17" y="401"/>
                  </a:lnTo>
                  <a:lnTo>
                    <a:pt x="21" y="382"/>
                  </a:lnTo>
                  <a:lnTo>
                    <a:pt x="28" y="364"/>
                  </a:lnTo>
                  <a:lnTo>
                    <a:pt x="28" y="364"/>
                  </a:lnTo>
                  <a:lnTo>
                    <a:pt x="36" y="350"/>
                  </a:lnTo>
                  <a:lnTo>
                    <a:pt x="45" y="336"/>
                  </a:lnTo>
                  <a:lnTo>
                    <a:pt x="56" y="323"/>
                  </a:lnTo>
                  <a:lnTo>
                    <a:pt x="67" y="310"/>
                  </a:lnTo>
                  <a:lnTo>
                    <a:pt x="67" y="310"/>
                  </a:lnTo>
                  <a:lnTo>
                    <a:pt x="91" y="283"/>
                  </a:lnTo>
                  <a:lnTo>
                    <a:pt x="102" y="269"/>
                  </a:lnTo>
                  <a:lnTo>
                    <a:pt x="114" y="255"/>
                  </a:lnTo>
                  <a:lnTo>
                    <a:pt x="123" y="241"/>
                  </a:lnTo>
                  <a:lnTo>
                    <a:pt x="132" y="226"/>
                  </a:lnTo>
                  <a:lnTo>
                    <a:pt x="139" y="210"/>
                  </a:lnTo>
                  <a:lnTo>
                    <a:pt x="146" y="193"/>
                  </a:lnTo>
                  <a:lnTo>
                    <a:pt x="146" y="193"/>
                  </a:lnTo>
                  <a:lnTo>
                    <a:pt x="152" y="162"/>
                  </a:lnTo>
                  <a:lnTo>
                    <a:pt x="157" y="130"/>
                  </a:lnTo>
                  <a:lnTo>
                    <a:pt x="159" y="115"/>
                  </a:lnTo>
                  <a:lnTo>
                    <a:pt x="159" y="98"/>
                  </a:lnTo>
                  <a:lnTo>
                    <a:pt x="159" y="83"/>
                  </a:lnTo>
                  <a:lnTo>
                    <a:pt x="157" y="67"/>
                  </a:lnTo>
                  <a:lnTo>
                    <a:pt x="157" y="67"/>
                  </a:lnTo>
                  <a:lnTo>
                    <a:pt x="155" y="52"/>
                  </a:lnTo>
                  <a:lnTo>
                    <a:pt x="151" y="37"/>
                  </a:lnTo>
                  <a:lnTo>
                    <a:pt x="148" y="30"/>
                  </a:lnTo>
                  <a:lnTo>
                    <a:pt x="146" y="24"/>
                  </a:lnTo>
                  <a:lnTo>
                    <a:pt x="141" y="17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0" y="7"/>
                  </a:lnTo>
                  <a:lnTo>
                    <a:pt x="125" y="3"/>
                  </a:lnTo>
                  <a:lnTo>
                    <a:pt x="119" y="1"/>
                  </a:lnTo>
                  <a:lnTo>
                    <a:pt x="113" y="0"/>
                  </a:lnTo>
                  <a:lnTo>
                    <a:pt x="105" y="0"/>
                  </a:lnTo>
                  <a:lnTo>
                    <a:pt x="99" y="1"/>
                  </a:lnTo>
                  <a:lnTo>
                    <a:pt x="92" y="2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77" y="10"/>
                  </a:lnTo>
                  <a:lnTo>
                    <a:pt x="70" y="15"/>
                  </a:lnTo>
                  <a:lnTo>
                    <a:pt x="63" y="21"/>
                  </a:lnTo>
                  <a:lnTo>
                    <a:pt x="56" y="29"/>
                  </a:lnTo>
                  <a:lnTo>
                    <a:pt x="45" y="44"/>
                  </a:lnTo>
                  <a:lnTo>
                    <a:pt x="35" y="61"/>
                  </a:lnTo>
                  <a:lnTo>
                    <a:pt x="35" y="61"/>
                  </a:lnTo>
                  <a:lnTo>
                    <a:pt x="27" y="75"/>
                  </a:lnTo>
                  <a:lnTo>
                    <a:pt x="19" y="90"/>
                  </a:lnTo>
                  <a:lnTo>
                    <a:pt x="13" y="106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6"/>
                  </a:lnTo>
                  <a:lnTo>
                    <a:pt x="12" y="129"/>
                  </a:lnTo>
                  <a:lnTo>
                    <a:pt x="13" y="130"/>
                  </a:lnTo>
                  <a:lnTo>
                    <a:pt x="16" y="131"/>
                  </a:lnTo>
                  <a:lnTo>
                    <a:pt x="19" y="132"/>
                  </a:lnTo>
                  <a:lnTo>
                    <a:pt x="22" y="131"/>
                  </a:lnTo>
                  <a:lnTo>
                    <a:pt x="23" y="130"/>
                  </a:lnTo>
                  <a:lnTo>
                    <a:pt x="25" y="126"/>
                  </a:lnTo>
                  <a:lnTo>
                    <a:pt x="25" y="1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0" name="Freeform 159">
              <a:extLst>
                <a:ext uri="{FF2B5EF4-FFF2-40B4-BE49-F238E27FC236}">
                  <a16:creationId xmlns:a16="http://schemas.microsoft.com/office/drawing/2014/main" id="{11A10AFF-1B72-9200-0B1F-3B55C148C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220"/>
              <a:ext cx="322" cy="125"/>
            </a:xfrm>
            <a:custGeom>
              <a:avLst/>
              <a:gdLst>
                <a:gd name="T0" fmla="*/ 968 w 968"/>
                <a:gd name="T1" fmla="*/ 97 h 377"/>
                <a:gd name="T2" fmla="*/ 964 w 968"/>
                <a:gd name="T3" fmla="*/ 113 h 377"/>
                <a:gd name="T4" fmla="*/ 954 w 968"/>
                <a:gd name="T5" fmla="*/ 133 h 377"/>
                <a:gd name="T6" fmla="*/ 937 w 968"/>
                <a:gd name="T7" fmla="*/ 153 h 377"/>
                <a:gd name="T8" fmla="*/ 889 w 968"/>
                <a:gd name="T9" fmla="*/ 198 h 377"/>
                <a:gd name="T10" fmla="*/ 821 w 968"/>
                <a:gd name="T11" fmla="*/ 245 h 377"/>
                <a:gd name="T12" fmla="*/ 742 w 968"/>
                <a:gd name="T13" fmla="*/ 290 h 377"/>
                <a:gd name="T14" fmla="*/ 654 w 968"/>
                <a:gd name="T15" fmla="*/ 328 h 377"/>
                <a:gd name="T16" fmla="*/ 563 w 968"/>
                <a:gd name="T17" fmla="*/ 358 h 377"/>
                <a:gd name="T18" fmla="*/ 519 w 968"/>
                <a:gd name="T19" fmla="*/ 368 h 377"/>
                <a:gd name="T20" fmla="*/ 474 w 968"/>
                <a:gd name="T21" fmla="*/ 374 h 377"/>
                <a:gd name="T22" fmla="*/ 432 w 968"/>
                <a:gd name="T23" fmla="*/ 377 h 377"/>
                <a:gd name="T24" fmla="*/ 411 w 968"/>
                <a:gd name="T25" fmla="*/ 375 h 377"/>
                <a:gd name="T26" fmla="*/ 371 w 968"/>
                <a:gd name="T27" fmla="*/ 370 h 377"/>
                <a:gd name="T28" fmla="*/ 330 w 968"/>
                <a:gd name="T29" fmla="*/ 359 h 377"/>
                <a:gd name="T30" fmla="*/ 290 w 968"/>
                <a:gd name="T31" fmla="*/ 344 h 377"/>
                <a:gd name="T32" fmla="*/ 252 w 968"/>
                <a:gd name="T33" fmla="*/ 324 h 377"/>
                <a:gd name="T34" fmla="*/ 215 w 968"/>
                <a:gd name="T35" fmla="*/ 301 h 377"/>
                <a:gd name="T36" fmla="*/ 164 w 968"/>
                <a:gd name="T37" fmla="*/ 262 h 377"/>
                <a:gd name="T38" fmla="*/ 104 w 968"/>
                <a:gd name="T39" fmla="*/ 205 h 377"/>
                <a:gd name="T40" fmla="*/ 55 w 968"/>
                <a:gd name="T41" fmla="*/ 147 h 377"/>
                <a:gd name="T42" fmla="*/ 21 w 968"/>
                <a:gd name="T43" fmla="*/ 93 h 377"/>
                <a:gd name="T44" fmla="*/ 6 w 968"/>
                <a:gd name="T45" fmla="*/ 57 h 377"/>
                <a:gd name="T46" fmla="*/ 0 w 968"/>
                <a:gd name="T47" fmla="*/ 38 h 377"/>
                <a:gd name="T48" fmla="*/ 0 w 968"/>
                <a:gd name="T49" fmla="*/ 29 h 377"/>
                <a:gd name="T50" fmla="*/ 2 w 968"/>
                <a:gd name="T51" fmla="*/ 16 h 377"/>
                <a:gd name="T52" fmla="*/ 9 w 968"/>
                <a:gd name="T53" fmla="*/ 7 h 377"/>
                <a:gd name="T54" fmla="*/ 21 w 968"/>
                <a:gd name="T55" fmla="*/ 2 h 377"/>
                <a:gd name="T56" fmla="*/ 36 w 968"/>
                <a:gd name="T57" fmla="*/ 0 h 377"/>
                <a:gd name="T58" fmla="*/ 78 w 968"/>
                <a:gd name="T59" fmla="*/ 3 h 377"/>
                <a:gd name="T60" fmla="*/ 133 w 968"/>
                <a:gd name="T61" fmla="*/ 15 h 377"/>
                <a:gd name="T62" fmla="*/ 234 w 968"/>
                <a:gd name="T63" fmla="*/ 38 h 377"/>
                <a:gd name="T64" fmla="*/ 309 w 968"/>
                <a:gd name="T65" fmla="*/ 53 h 377"/>
                <a:gd name="T66" fmla="*/ 391 w 968"/>
                <a:gd name="T67" fmla="*/ 62 h 377"/>
                <a:gd name="T68" fmla="*/ 432 w 968"/>
                <a:gd name="T69" fmla="*/ 64 h 377"/>
                <a:gd name="T70" fmla="*/ 519 w 968"/>
                <a:gd name="T71" fmla="*/ 61 h 377"/>
                <a:gd name="T72" fmla="*/ 699 w 968"/>
                <a:gd name="T73" fmla="*/ 52 h 377"/>
                <a:gd name="T74" fmla="*/ 821 w 968"/>
                <a:gd name="T75" fmla="*/ 48 h 377"/>
                <a:gd name="T76" fmla="*/ 889 w 968"/>
                <a:gd name="T77" fmla="*/ 52 h 377"/>
                <a:gd name="T78" fmla="*/ 927 w 968"/>
                <a:gd name="T79" fmla="*/ 58 h 377"/>
                <a:gd name="T80" fmla="*/ 946 w 968"/>
                <a:gd name="T81" fmla="*/ 66 h 377"/>
                <a:gd name="T82" fmla="*/ 960 w 968"/>
                <a:gd name="T83" fmla="*/ 76 h 377"/>
                <a:gd name="T84" fmla="*/ 967 w 968"/>
                <a:gd name="T85" fmla="*/ 89 h 377"/>
                <a:gd name="T86" fmla="*/ 968 w 968"/>
                <a:gd name="T87" fmla="*/ 9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8" h="377">
                  <a:moveTo>
                    <a:pt x="968" y="97"/>
                  </a:moveTo>
                  <a:lnTo>
                    <a:pt x="968" y="97"/>
                  </a:lnTo>
                  <a:lnTo>
                    <a:pt x="967" y="104"/>
                  </a:lnTo>
                  <a:lnTo>
                    <a:pt x="964" y="113"/>
                  </a:lnTo>
                  <a:lnTo>
                    <a:pt x="960" y="122"/>
                  </a:lnTo>
                  <a:lnTo>
                    <a:pt x="954" y="133"/>
                  </a:lnTo>
                  <a:lnTo>
                    <a:pt x="946" y="143"/>
                  </a:lnTo>
                  <a:lnTo>
                    <a:pt x="937" y="153"/>
                  </a:lnTo>
                  <a:lnTo>
                    <a:pt x="916" y="175"/>
                  </a:lnTo>
                  <a:lnTo>
                    <a:pt x="889" y="198"/>
                  </a:lnTo>
                  <a:lnTo>
                    <a:pt x="857" y="221"/>
                  </a:lnTo>
                  <a:lnTo>
                    <a:pt x="821" y="245"/>
                  </a:lnTo>
                  <a:lnTo>
                    <a:pt x="783" y="268"/>
                  </a:lnTo>
                  <a:lnTo>
                    <a:pt x="742" y="290"/>
                  </a:lnTo>
                  <a:lnTo>
                    <a:pt x="699" y="310"/>
                  </a:lnTo>
                  <a:lnTo>
                    <a:pt x="654" y="328"/>
                  </a:lnTo>
                  <a:lnTo>
                    <a:pt x="609" y="345"/>
                  </a:lnTo>
                  <a:lnTo>
                    <a:pt x="563" y="358"/>
                  </a:lnTo>
                  <a:lnTo>
                    <a:pt x="540" y="364"/>
                  </a:lnTo>
                  <a:lnTo>
                    <a:pt x="519" y="368"/>
                  </a:lnTo>
                  <a:lnTo>
                    <a:pt x="496" y="372"/>
                  </a:lnTo>
                  <a:lnTo>
                    <a:pt x="474" y="374"/>
                  </a:lnTo>
                  <a:lnTo>
                    <a:pt x="452" y="377"/>
                  </a:lnTo>
                  <a:lnTo>
                    <a:pt x="432" y="377"/>
                  </a:lnTo>
                  <a:lnTo>
                    <a:pt x="432" y="377"/>
                  </a:lnTo>
                  <a:lnTo>
                    <a:pt x="411" y="375"/>
                  </a:lnTo>
                  <a:lnTo>
                    <a:pt x="391" y="374"/>
                  </a:lnTo>
                  <a:lnTo>
                    <a:pt x="371" y="370"/>
                  </a:lnTo>
                  <a:lnTo>
                    <a:pt x="350" y="365"/>
                  </a:lnTo>
                  <a:lnTo>
                    <a:pt x="330" y="359"/>
                  </a:lnTo>
                  <a:lnTo>
                    <a:pt x="309" y="351"/>
                  </a:lnTo>
                  <a:lnTo>
                    <a:pt x="290" y="344"/>
                  </a:lnTo>
                  <a:lnTo>
                    <a:pt x="271" y="335"/>
                  </a:lnTo>
                  <a:lnTo>
                    <a:pt x="252" y="324"/>
                  </a:lnTo>
                  <a:lnTo>
                    <a:pt x="234" y="313"/>
                  </a:lnTo>
                  <a:lnTo>
                    <a:pt x="215" y="301"/>
                  </a:lnTo>
                  <a:lnTo>
                    <a:pt x="198" y="289"/>
                  </a:lnTo>
                  <a:lnTo>
                    <a:pt x="164" y="262"/>
                  </a:lnTo>
                  <a:lnTo>
                    <a:pt x="133" y="234"/>
                  </a:lnTo>
                  <a:lnTo>
                    <a:pt x="104" y="205"/>
                  </a:lnTo>
                  <a:lnTo>
                    <a:pt x="78" y="176"/>
                  </a:lnTo>
                  <a:lnTo>
                    <a:pt x="55" y="147"/>
                  </a:lnTo>
                  <a:lnTo>
                    <a:pt x="36" y="119"/>
                  </a:lnTo>
                  <a:lnTo>
                    <a:pt x="21" y="93"/>
                  </a:lnTo>
                  <a:lnTo>
                    <a:pt x="9" y="69"/>
                  </a:lnTo>
                  <a:lnTo>
                    <a:pt x="6" y="57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2" y="16"/>
                  </a:lnTo>
                  <a:lnTo>
                    <a:pt x="6" y="11"/>
                  </a:lnTo>
                  <a:lnTo>
                    <a:pt x="9" y="7"/>
                  </a:lnTo>
                  <a:lnTo>
                    <a:pt x="15" y="5"/>
                  </a:lnTo>
                  <a:lnTo>
                    <a:pt x="21" y="2"/>
                  </a:lnTo>
                  <a:lnTo>
                    <a:pt x="29" y="1"/>
                  </a:lnTo>
                  <a:lnTo>
                    <a:pt x="36" y="0"/>
                  </a:lnTo>
                  <a:lnTo>
                    <a:pt x="55" y="1"/>
                  </a:lnTo>
                  <a:lnTo>
                    <a:pt x="78" y="3"/>
                  </a:lnTo>
                  <a:lnTo>
                    <a:pt x="104" y="9"/>
                  </a:lnTo>
                  <a:lnTo>
                    <a:pt x="133" y="15"/>
                  </a:lnTo>
                  <a:lnTo>
                    <a:pt x="198" y="30"/>
                  </a:lnTo>
                  <a:lnTo>
                    <a:pt x="234" y="38"/>
                  </a:lnTo>
                  <a:lnTo>
                    <a:pt x="271" y="46"/>
                  </a:lnTo>
                  <a:lnTo>
                    <a:pt x="309" y="53"/>
                  </a:lnTo>
                  <a:lnTo>
                    <a:pt x="350" y="58"/>
                  </a:lnTo>
                  <a:lnTo>
                    <a:pt x="391" y="62"/>
                  </a:lnTo>
                  <a:lnTo>
                    <a:pt x="432" y="64"/>
                  </a:lnTo>
                  <a:lnTo>
                    <a:pt x="432" y="64"/>
                  </a:lnTo>
                  <a:lnTo>
                    <a:pt x="474" y="62"/>
                  </a:lnTo>
                  <a:lnTo>
                    <a:pt x="519" y="61"/>
                  </a:lnTo>
                  <a:lnTo>
                    <a:pt x="609" y="56"/>
                  </a:lnTo>
                  <a:lnTo>
                    <a:pt x="699" y="52"/>
                  </a:lnTo>
                  <a:lnTo>
                    <a:pt x="783" y="48"/>
                  </a:lnTo>
                  <a:lnTo>
                    <a:pt x="821" y="48"/>
                  </a:lnTo>
                  <a:lnTo>
                    <a:pt x="857" y="50"/>
                  </a:lnTo>
                  <a:lnTo>
                    <a:pt x="889" y="52"/>
                  </a:lnTo>
                  <a:lnTo>
                    <a:pt x="916" y="56"/>
                  </a:lnTo>
                  <a:lnTo>
                    <a:pt x="927" y="58"/>
                  </a:lnTo>
                  <a:lnTo>
                    <a:pt x="937" y="62"/>
                  </a:lnTo>
                  <a:lnTo>
                    <a:pt x="946" y="66"/>
                  </a:lnTo>
                  <a:lnTo>
                    <a:pt x="954" y="71"/>
                  </a:lnTo>
                  <a:lnTo>
                    <a:pt x="960" y="76"/>
                  </a:lnTo>
                  <a:lnTo>
                    <a:pt x="964" y="83"/>
                  </a:lnTo>
                  <a:lnTo>
                    <a:pt x="967" y="89"/>
                  </a:lnTo>
                  <a:lnTo>
                    <a:pt x="968" y="97"/>
                  </a:lnTo>
                  <a:lnTo>
                    <a:pt x="968" y="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1" name="Freeform 160">
              <a:extLst>
                <a:ext uri="{FF2B5EF4-FFF2-40B4-BE49-F238E27FC236}">
                  <a16:creationId xmlns:a16="http://schemas.microsoft.com/office/drawing/2014/main" id="{3742C203-C063-885C-693A-AB04124D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217"/>
              <a:ext cx="328" cy="131"/>
            </a:xfrm>
            <a:custGeom>
              <a:avLst/>
              <a:gdLst>
                <a:gd name="T0" fmla="*/ 966 w 983"/>
                <a:gd name="T1" fmla="*/ 115 h 392"/>
                <a:gd name="T2" fmla="*/ 943 w 983"/>
                <a:gd name="T3" fmla="*/ 151 h 392"/>
                <a:gd name="T4" fmla="*/ 895 w 983"/>
                <a:gd name="T5" fmla="*/ 197 h 392"/>
                <a:gd name="T6" fmla="*/ 827 w 983"/>
                <a:gd name="T7" fmla="*/ 245 h 392"/>
                <a:gd name="T8" fmla="*/ 721 w 983"/>
                <a:gd name="T9" fmla="*/ 303 h 392"/>
                <a:gd name="T10" fmla="*/ 635 w 983"/>
                <a:gd name="T11" fmla="*/ 337 h 392"/>
                <a:gd name="T12" fmla="*/ 544 w 983"/>
                <a:gd name="T13" fmla="*/ 364 h 392"/>
                <a:gd name="T14" fmla="*/ 427 w 983"/>
                <a:gd name="T15" fmla="*/ 377 h 392"/>
                <a:gd name="T16" fmla="*/ 367 w 983"/>
                <a:gd name="T17" fmla="*/ 368 h 392"/>
                <a:gd name="T18" fmla="*/ 255 w 983"/>
                <a:gd name="T19" fmla="*/ 321 h 392"/>
                <a:gd name="T20" fmla="*/ 182 w 983"/>
                <a:gd name="T21" fmla="*/ 270 h 392"/>
                <a:gd name="T22" fmla="*/ 101 w 983"/>
                <a:gd name="T23" fmla="*/ 192 h 392"/>
                <a:gd name="T24" fmla="*/ 51 w 983"/>
                <a:gd name="T25" fmla="*/ 124 h 392"/>
                <a:gd name="T26" fmla="*/ 18 w 983"/>
                <a:gd name="T27" fmla="*/ 55 h 392"/>
                <a:gd name="T28" fmla="*/ 15 w 983"/>
                <a:gd name="T29" fmla="*/ 32 h 392"/>
                <a:gd name="T30" fmla="*/ 23 w 983"/>
                <a:gd name="T31" fmla="*/ 20 h 392"/>
                <a:gd name="T32" fmla="*/ 42 w 983"/>
                <a:gd name="T33" fmla="*/ 15 h 392"/>
                <a:gd name="T34" fmla="*/ 106 w 983"/>
                <a:gd name="T35" fmla="*/ 23 h 392"/>
                <a:gd name="T36" fmla="*/ 232 w 983"/>
                <a:gd name="T37" fmla="*/ 52 h 392"/>
                <a:gd name="T38" fmla="*/ 387 w 983"/>
                <a:gd name="T39" fmla="*/ 77 h 392"/>
                <a:gd name="T40" fmla="*/ 528 w 983"/>
                <a:gd name="T41" fmla="*/ 77 h 392"/>
                <a:gd name="T42" fmla="*/ 730 w 983"/>
                <a:gd name="T43" fmla="*/ 66 h 392"/>
                <a:gd name="T44" fmla="*/ 875 w 983"/>
                <a:gd name="T45" fmla="*/ 65 h 392"/>
                <a:gd name="T46" fmla="*/ 938 w 983"/>
                <a:gd name="T47" fmla="*/ 77 h 392"/>
                <a:gd name="T48" fmla="*/ 961 w 983"/>
                <a:gd name="T49" fmla="*/ 88 h 392"/>
                <a:gd name="T50" fmla="*/ 967 w 983"/>
                <a:gd name="T51" fmla="*/ 100 h 392"/>
                <a:gd name="T52" fmla="*/ 970 w 983"/>
                <a:gd name="T53" fmla="*/ 110 h 392"/>
                <a:gd name="T54" fmla="*/ 980 w 983"/>
                <a:gd name="T55" fmla="*/ 110 h 392"/>
                <a:gd name="T56" fmla="*/ 983 w 983"/>
                <a:gd name="T57" fmla="*/ 97 h 392"/>
                <a:gd name="T58" fmla="*/ 967 w 983"/>
                <a:gd name="T59" fmla="*/ 74 h 392"/>
                <a:gd name="T60" fmla="*/ 938 w 983"/>
                <a:gd name="T61" fmla="*/ 60 h 392"/>
                <a:gd name="T62" fmla="*/ 861 w 983"/>
                <a:gd name="T63" fmla="*/ 50 h 392"/>
                <a:gd name="T64" fmla="*/ 731 w 983"/>
                <a:gd name="T65" fmla="*/ 50 h 392"/>
                <a:gd name="T66" fmla="*/ 459 w 983"/>
                <a:gd name="T67" fmla="*/ 63 h 392"/>
                <a:gd name="T68" fmla="*/ 339 w 983"/>
                <a:gd name="T69" fmla="*/ 56 h 392"/>
                <a:gd name="T70" fmla="*/ 227 w 983"/>
                <a:gd name="T71" fmla="*/ 36 h 392"/>
                <a:gd name="T72" fmla="*/ 76 w 983"/>
                <a:gd name="T73" fmla="*/ 3 h 392"/>
                <a:gd name="T74" fmla="*/ 27 w 983"/>
                <a:gd name="T75" fmla="*/ 3 h 392"/>
                <a:gd name="T76" fmla="*/ 2 w 983"/>
                <a:gd name="T77" fmla="*/ 20 h 392"/>
                <a:gd name="T78" fmla="*/ 0 w 983"/>
                <a:gd name="T79" fmla="*/ 43 h 392"/>
                <a:gd name="T80" fmla="*/ 14 w 983"/>
                <a:gd name="T81" fmla="*/ 91 h 392"/>
                <a:gd name="T82" fmla="*/ 51 w 983"/>
                <a:gd name="T83" fmla="*/ 152 h 392"/>
                <a:gd name="T84" fmla="*/ 103 w 983"/>
                <a:gd name="T85" fmla="*/ 217 h 392"/>
                <a:gd name="T86" fmla="*/ 170 w 983"/>
                <a:gd name="T87" fmla="*/ 279 h 392"/>
                <a:gd name="T88" fmla="*/ 276 w 983"/>
                <a:gd name="T89" fmla="*/ 350 h 392"/>
                <a:gd name="T90" fmla="*/ 365 w 983"/>
                <a:gd name="T91" fmla="*/ 383 h 392"/>
                <a:gd name="T92" fmla="*/ 457 w 983"/>
                <a:gd name="T93" fmla="*/ 392 h 392"/>
                <a:gd name="T94" fmla="*/ 579 w 983"/>
                <a:gd name="T95" fmla="*/ 372 h 392"/>
                <a:gd name="T96" fmla="*/ 670 w 983"/>
                <a:gd name="T97" fmla="*/ 341 h 392"/>
                <a:gd name="T98" fmla="*/ 787 w 983"/>
                <a:gd name="T99" fmla="*/ 285 h 392"/>
                <a:gd name="T100" fmla="*/ 865 w 983"/>
                <a:gd name="T101" fmla="*/ 238 h 392"/>
                <a:gd name="T102" fmla="*/ 928 w 983"/>
                <a:gd name="T103" fmla="*/ 188 h 392"/>
                <a:gd name="T104" fmla="*/ 976 w 983"/>
                <a:gd name="T105" fmla="*/ 130 h 392"/>
                <a:gd name="T106" fmla="*/ 983 w 983"/>
                <a:gd name="T107" fmla="*/ 105 h 392"/>
                <a:gd name="T108" fmla="*/ 978 w 983"/>
                <a:gd name="T109" fmla="*/ 97 h 392"/>
                <a:gd name="T110" fmla="*/ 969 w 983"/>
                <a:gd name="T111" fmla="*/ 101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83" h="392">
                  <a:moveTo>
                    <a:pt x="967" y="105"/>
                  </a:moveTo>
                  <a:lnTo>
                    <a:pt x="967" y="105"/>
                  </a:lnTo>
                  <a:lnTo>
                    <a:pt x="967" y="109"/>
                  </a:lnTo>
                  <a:lnTo>
                    <a:pt x="966" y="115"/>
                  </a:lnTo>
                  <a:lnTo>
                    <a:pt x="961" y="125"/>
                  </a:lnTo>
                  <a:lnTo>
                    <a:pt x="961" y="125"/>
                  </a:lnTo>
                  <a:lnTo>
                    <a:pt x="953" y="138"/>
                  </a:lnTo>
                  <a:lnTo>
                    <a:pt x="943" y="151"/>
                  </a:lnTo>
                  <a:lnTo>
                    <a:pt x="943" y="151"/>
                  </a:lnTo>
                  <a:lnTo>
                    <a:pt x="928" y="167"/>
                  </a:lnTo>
                  <a:lnTo>
                    <a:pt x="911" y="183"/>
                  </a:lnTo>
                  <a:lnTo>
                    <a:pt x="895" y="197"/>
                  </a:lnTo>
                  <a:lnTo>
                    <a:pt x="877" y="211"/>
                  </a:lnTo>
                  <a:lnTo>
                    <a:pt x="877" y="211"/>
                  </a:lnTo>
                  <a:lnTo>
                    <a:pt x="852" y="229"/>
                  </a:lnTo>
                  <a:lnTo>
                    <a:pt x="827" y="245"/>
                  </a:lnTo>
                  <a:lnTo>
                    <a:pt x="801" y="261"/>
                  </a:lnTo>
                  <a:lnTo>
                    <a:pt x="775" y="276"/>
                  </a:lnTo>
                  <a:lnTo>
                    <a:pt x="748" y="290"/>
                  </a:lnTo>
                  <a:lnTo>
                    <a:pt x="721" y="303"/>
                  </a:lnTo>
                  <a:lnTo>
                    <a:pt x="693" y="316"/>
                  </a:lnTo>
                  <a:lnTo>
                    <a:pt x="665" y="327"/>
                  </a:lnTo>
                  <a:lnTo>
                    <a:pt x="665" y="327"/>
                  </a:lnTo>
                  <a:lnTo>
                    <a:pt x="635" y="337"/>
                  </a:lnTo>
                  <a:lnTo>
                    <a:pt x="605" y="348"/>
                  </a:lnTo>
                  <a:lnTo>
                    <a:pt x="574" y="357"/>
                  </a:lnTo>
                  <a:lnTo>
                    <a:pt x="544" y="364"/>
                  </a:lnTo>
                  <a:lnTo>
                    <a:pt x="544" y="364"/>
                  </a:lnTo>
                  <a:lnTo>
                    <a:pt x="515" y="371"/>
                  </a:lnTo>
                  <a:lnTo>
                    <a:pt x="486" y="375"/>
                  </a:lnTo>
                  <a:lnTo>
                    <a:pt x="457" y="377"/>
                  </a:lnTo>
                  <a:lnTo>
                    <a:pt x="427" y="377"/>
                  </a:lnTo>
                  <a:lnTo>
                    <a:pt x="427" y="377"/>
                  </a:lnTo>
                  <a:lnTo>
                    <a:pt x="412" y="376"/>
                  </a:lnTo>
                  <a:lnTo>
                    <a:pt x="397" y="375"/>
                  </a:lnTo>
                  <a:lnTo>
                    <a:pt x="367" y="368"/>
                  </a:lnTo>
                  <a:lnTo>
                    <a:pt x="338" y="359"/>
                  </a:lnTo>
                  <a:lnTo>
                    <a:pt x="310" y="349"/>
                  </a:lnTo>
                  <a:lnTo>
                    <a:pt x="282" y="336"/>
                  </a:lnTo>
                  <a:lnTo>
                    <a:pt x="255" y="321"/>
                  </a:lnTo>
                  <a:lnTo>
                    <a:pt x="230" y="304"/>
                  </a:lnTo>
                  <a:lnTo>
                    <a:pt x="204" y="286"/>
                  </a:lnTo>
                  <a:lnTo>
                    <a:pt x="204" y="286"/>
                  </a:lnTo>
                  <a:lnTo>
                    <a:pt x="182" y="270"/>
                  </a:lnTo>
                  <a:lnTo>
                    <a:pt x="161" y="252"/>
                  </a:lnTo>
                  <a:lnTo>
                    <a:pt x="140" y="233"/>
                  </a:lnTo>
                  <a:lnTo>
                    <a:pt x="120" y="212"/>
                  </a:lnTo>
                  <a:lnTo>
                    <a:pt x="101" y="192"/>
                  </a:lnTo>
                  <a:lnTo>
                    <a:pt x="83" y="170"/>
                  </a:lnTo>
                  <a:lnTo>
                    <a:pt x="66" y="147"/>
                  </a:lnTo>
                  <a:lnTo>
                    <a:pt x="51" y="124"/>
                  </a:lnTo>
                  <a:lnTo>
                    <a:pt x="51" y="124"/>
                  </a:lnTo>
                  <a:lnTo>
                    <a:pt x="41" y="107"/>
                  </a:lnTo>
                  <a:lnTo>
                    <a:pt x="32" y="91"/>
                  </a:lnTo>
                  <a:lnTo>
                    <a:pt x="23" y="73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5" y="43"/>
                  </a:lnTo>
                  <a:lnTo>
                    <a:pt x="14" y="37"/>
                  </a:lnTo>
                  <a:lnTo>
                    <a:pt x="15" y="32"/>
                  </a:lnTo>
                  <a:lnTo>
                    <a:pt x="15" y="32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3" y="20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34" y="17"/>
                  </a:lnTo>
                  <a:lnTo>
                    <a:pt x="42" y="15"/>
                  </a:lnTo>
                  <a:lnTo>
                    <a:pt x="59" y="17"/>
                  </a:lnTo>
                  <a:lnTo>
                    <a:pt x="59" y="17"/>
                  </a:lnTo>
                  <a:lnTo>
                    <a:pt x="82" y="19"/>
                  </a:lnTo>
                  <a:lnTo>
                    <a:pt x="106" y="23"/>
                  </a:lnTo>
                  <a:lnTo>
                    <a:pt x="106" y="23"/>
                  </a:lnTo>
                  <a:lnTo>
                    <a:pt x="168" y="38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70" y="60"/>
                  </a:lnTo>
                  <a:lnTo>
                    <a:pt x="309" y="68"/>
                  </a:lnTo>
                  <a:lnTo>
                    <a:pt x="348" y="73"/>
                  </a:lnTo>
                  <a:lnTo>
                    <a:pt x="387" y="77"/>
                  </a:lnTo>
                  <a:lnTo>
                    <a:pt x="387" y="77"/>
                  </a:lnTo>
                  <a:lnTo>
                    <a:pt x="422" y="78"/>
                  </a:lnTo>
                  <a:lnTo>
                    <a:pt x="458" y="79"/>
                  </a:lnTo>
                  <a:lnTo>
                    <a:pt x="528" y="77"/>
                  </a:lnTo>
                  <a:lnTo>
                    <a:pt x="528" y="77"/>
                  </a:lnTo>
                  <a:lnTo>
                    <a:pt x="596" y="73"/>
                  </a:lnTo>
                  <a:lnTo>
                    <a:pt x="662" y="69"/>
                  </a:lnTo>
                  <a:lnTo>
                    <a:pt x="730" y="66"/>
                  </a:lnTo>
                  <a:lnTo>
                    <a:pt x="796" y="64"/>
                  </a:lnTo>
                  <a:lnTo>
                    <a:pt x="796" y="64"/>
                  </a:lnTo>
                  <a:lnTo>
                    <a:pt x="849" y="64"/>
                  </a:lnTo>
                  <a:lnTo>
                    <a:pt x="875" y="65"/>
                  </a:lnTo>
                  <a:lnTo>
                    <a:pt x="901" y="68"/>
                  </a:lnTo>
                  <a:lnTo>
                    <a:pt x="901" y="68"/>
                  </a:lnTo>
                  <a:lnTo>
                    <a:pt x="920" y="72"/>
                  </a:lnTo>
                  <a:lnTo>
                    <a:pt x="938" y="77"/>
                  </a:lnTo>
                  <a:lnTo>
                    <a:pt x="938" y="77"/>
                  </a:lnTo>
                  <a:lnTo>
                    <a:pt x="951" y="82"/>
                  </a:lnTo>
                  <a:lnTo>
                    <a:pt x="956" y="84"/>
                  </a:lnTo>
                  <a:lnTo>
                    <a:pt x="961" y="88"/>
                  </a:lnTo>
                  <a:lnTo>
                    <a:pt x="961" y="88"/>
                  </a:lnTo>
                  <a:lnTo>
                    <a:pt x="963" y="92"/>
                  </a:lnTo>
                  <a:lnTo>
                    <a:pt x="966" y="96"/>
                  </a:lnTo>
                  <a:lnTo>
                    <a:pt x="967" y="100"/>
                  </a:lnTo>
                  <a:lnTo>
                    <a:pt x="967" y="105"/>
                  </a:lnTo>
                  <a:lnTo>
                    <a:pt x="967" y="105"/>
                  </a:lnTo>
                  <a:lnTo>
                    <a:pt x="969" y="107"/>
                  </a:lnTo>
                  <a:lnTo>
                    <a:pt x="970" y="110"/>
                  </a:lnTo>
                  <a:lnTo>
                    <a:pt x="972" y="111"/>
                  </a:lnTo>
                  <a:lnTo>
                    <a:pt x="975" y="111"/>
                  </a:lnTo>
                  <a:lnTo>
                    <a:pt x="978" y="111"/>
                  </a:lnTo>
                  <a:lnTo>
                    <a:pt x="980" y="110"/>
                  </a:lnTo>
                  <a:lnTo>
                    <a:pt x="983" y="107"/>
                  </a:lnTo>
                  <a:lnTo>
                    <a:pt x="983" y="105"/>
                  </a:lnTo>
                  <a:lnTo>
                    <a:pt x="983" y="105"/>
                  </a:lnTo>
                  <a:lnTo>
                    <a:pt x="983" y="97"/>
                  </a:lnTo>
                  <a:lnTo>
                    <a:pt x="980" y="89"/>
                  </a:lnTo>
                  <a:lnTo>
                    <a:pt x="976" y="84"/>
                  </a:lnTo>
                  <a:lnTo>
                    <a:pt x="972" y="78"/>
                  </a:lnTo>
                  <a:lnTo>
                    <a:pt x="967" y="74"/>
                  </a:lnTo>
                  <a:lnTo>
                    <a:pt x="961" y="70"/>
                  </a:lnTo>
                  <a:lnTo>
                    <a:pt x="948" y="64"/>
                  </a:lnTo>
                  <a:lnTo>
                    <a:pt x="948" y="64"/>
                  </a:lnTo>
                  <a:lnTo>
                    <a:pt x="938" y="60"/>
                  </a:lnTo>
                  <a:lnTo>
                    <a:pt x="926" y="58"/>
                  </a:lnTo>
                  <a:lnTo>
                    <a:pt x="906" y="54"/>
                  </a:lnTo>
                  <a:lnTo>
                    <a:pt x="883" y="51"/>
                  </a:lnTo>
                  <a:lnTo>
                    <a:pt x="861" y="50"/>
                  </a:lnTo>
                  <a:lnTo>
                    <a:pt x="861" y="50"/>
                  </a:lnTo>
                  <a:lnTo>
                    <a:pt x="829" y="49"/>
                  </a:lnTo>
                  <a:lnTo>
                    <a:pt x="796" y="49"/>
                  </a:lnTo>
                  <a:lnTo>
                    <a:pt x="731" y="50"/>
                  </a:lnTo>
                  <a:lnTo>
                    <a:pt x="601" y="58"/>
                  </a:lnTo>
                  <a:lnTo>
                    <a:pt x="601" y="58"/>
                  </a:lnTo>
                  <a:lnTo>
                    <a:pt x="531" y="61"/>
                  </a:lnTo>
                  <a:lnTo>
                    <a:pt x="459" y="63"/>
                  </a:lnTo>
                  <a:lnTo>
                    <a:pt x="459" y="63"/>
                  </a:lnTo>
                  <a:lnTo>
                    <a:pt x="420" y="63"/>
                  </a:lnTo>
                  <a:lnTo>
                    <a:pt x="380" y="60"/>
                  </a:lnTo>
                  <a:lnTo>
                    <a:pt x="339" y="56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63" y="43"/>
                  </a:lnTo>
                  <a:lnTo>
                    <a:pt x="227" y="36"/>
                  </a:lnTo>
                  <a:lnTo>
                    <a:pt x="154" y="19"/>
                  </a:lnTo>
                  <a:lnTo>
                    <a:pt x="154" y="19"/>
                  </a:lnTo>
                  <a:lnTo>
                    <a:pt x="102" y="6"/>
                  </a:lnTo>
                  <a:lnTo>
                    <a:pt x="76" y="3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4" y="1"/>
                  </a:lnTo>
                  <a:lnTo>
                    <a:pt x="27" y="3"/>
                  </a:lnTo>
                  <a:lnTo>
                    <a:pt x="19" y="5"/>
                  </a:lnTo>
                  <a:lnTo>
                    <a:pt x="13" y="9"/>
                  </a:lnTo>
                  <a:lnTo>
                    <a:pt x="7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1" y="52"/>
                  </a:lnTo>
                  <a:lnTo>
                    <a:pt x="2" y="60"/>
                  </a:lnTo>
                  <a:lnTo>
                    <a:pt x="7" y="7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25" y="112"/>
                  </a:lnTo>
                  <a:lnTo>
                    <a:pt x="38" y="133"/>
                  </a:lnTo>
                  <a:lnTo>
                    <a:pt x="51" y="152"/>
                  </a:lnTo>
                  <a:lnTo>
                    <a:pt x="66" y="171"/>
                  </a:lnTo>
                  <a:lnTo>
                    <a:pt x="66" y="171"/>
                  </a:lnTo>
                  <a:lnTo>
                    <a:pt x="84" y="194"/>
                  </a:lnTo>
                  <a:lnTo>
                    <a:pt x="103" y="217"/>
                  </a:lnTo>
                  <a:lnTo>
                    <a:pt x="125" y="238"/>
                  </a:lnTo>
                  <a:lnTo>
                    <a:pt x="145" y="258"/>
                  </a:lnTo>
                  <a:lnTo>
                    <a:pt x="145" y="258"/>
                  </a:lnTo>
                  <a:lnTo>
                    <a:pt x="170" y="279"/>
                  </a:lnTo>
                  <a:lnTo>
                    <a:pt x="195" y="299"/>
                  </a:lnTo>
                  <a:lnTo>
                    <a:pt x="221" y="317"/>
                  </a:lnTo>
                  <a:lnTo>
                    <a:pt x="247" y="335"/>
                  </a:lnTo>
                  <a:lnTo>
                    <a:pt x="276" y="350"/>
                  </a:lnTo>
                  <a:lnTo>
                    <a:pt x="305" y="363"/>
                  </a:lnTo>
                  <a:lnTo>
                    <a:pt x="334" y="375"/>
                  </a:lnTo>
                  <a:lnTo>
                    <a:pt x="365" y="383"/>
                  </a:lnTo>
                  <a:lnTo>
                    <a:pt x="365" y="383"/>
                  </a:lnTo>
                  <a:lnTo>
                    <a:pt x="380" y="386"/>
                  </a:lnTo>
                  <a:lnTo>
                    <a:pt x="396" y="389"/>
                  </a:lnTo>
                  <a:lnTo>
                    <a:pt x="426" y="391"/>
                  </a:lnTo>
                  <a:lnTo>
                    <a:pt x="457" y="392"/>
                  </a:lnTo>
                  <a:lnTo>
                    <a:pt x="487" y="390"/>
                  </a:lnTo>
                  <a:lnTo>
                    <a:pt x="519" y="385"/>
                  </a:lnTo>
                  <a:lnTo>
                    <a:pt x="550" y="380"/>
                  </a:lnTo>
                  <a:lnTo>
                    <a:pt x="579" y="372"/>
                  </a:lnTo>
                  <a:lnTo>
                    <a:pt x="610" y="363"/>
                  </a:lnTo>
                  <a:lnTo>
                    <a:pt x="610" y="363"/>
                  </a:lnTo>
                  <a:lnTo>
                    <a:pt x="641" y="353"/>
                  </a:lnTo>
                  <a:lnTo>
                    <a:pt x="670" y="341"/>
                  </a:lnTo>
                  <a:lnTo>
                    <a:pt x="701" y="329"/>
                  </a:lnTo>
                  <a:lnTo>
                    <a:pt x="730" y="316"/>
                  </a:lnTo>
                  <a:lnTo>
                    <a:pt x="759" y="300"/>
                  </a:lnTo>
                  <a:lnTo>
                    <a:pt x="787" y="285"/>
                  </a:lnTo>
                  <a:lnTo>
                    <a:pt x="815" y="270"/>
                  </a:lnTo>
                  <a:lnTo>
                    <a:pt x="844" y="252"/>
                  </a:lnTo>
                  <a:lnTo>
                    <a:pt x="844" y="252"/>
                  </a:lnTo>
                  <a:lnTo>
                    <a:pt x="865" y="238"/>
                  </a:lnTo>
                  <a:lnTo>
                    <a:pt x="887" y="222"/>
                  </a:lnTo>
                  <a:lnTo>
                    <a:pt x="909" y="206"/>
                  </a:lnTo>
                  <a:lnTo>
                    <a:pt x="928" y="188"/>
                  </a:lnTo>
                  <a:lnTo>
                    <a:pt x="928" y="188"/>
                  </a:lnTo>
                  <a:lnTo>
                    <a:pt x="942" y="175"/>
                  </a:lnTo>
                  <a:lnTo>
                    <a:pt x="955" y="161"/>
                  </a:lnTo>
                  <a:lnTo>
                    <a:pt x="966" y="146"/>
                  </a:lnTo>
                  <a:lnTo>
                    <a:pt x="976" y="130"/>
                  </a:lnTo>
                  <a:lnTo>
                    <a:pt x="976" y="130"/>
                  </a:lnTo>
                  <a:lnTo>
                    <a:pt x="981" y="118"/>
                  </a:lnTo>
                  <a:lnTo>
                    <a:pt x="983" y="111"/>
                  </a:lnTo>
                  <a:lnTo>
                    <a:pt x="983" y="105"/>
                  </a:lnTo>
                  <a:lnTo>
                    <a:pt x="983" y="105"/>
                  </a:lnTo>
                  <a:lnTo>
                    <a:pt x="983" y="101"/>
                  </a:lnTo>
                  <a:lnTo>
                    <a:pt x="980" y="98"/>
                  </a:lnTo>
                  <a:lnTo>
                    <a:pt x="978" y="97"/>
                  </a:lnTo>
                  <a:lnTo>
                    <a:pt x="975" y="97"/>
                  </a:lnTo>
                  <a:lnTo>
                    <a:pt x="972" y="97"/>
                  </a:lnTo>
                  <a:lnTo>
                    <a:pt x="970" y="98"/>
                  </a:lnTo>
                  <a:lnTo>
                    <a:pt x="969" y="101"/>
                  </a:lnTo>
                  <a:lnTo>
                    <a:pt x="967" y="105"/>
                  </a:lnTo>
                  <a:lnTo>
                    <a:pt x="967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2" name="Freeform 161">
              <a:extLst>
                <a:ext uri="{FF2B5EF4-FFF2-40B4-BE49-F238E27FC236}">
                  <a16:creationId xmlns:a16="http://schemas.microsoft.com/office/drawing/2014/main" id="{60DCB612-1F2E-958F-CBB3-3FEE4D5B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790"/>
              <a:ext cx="55" cy="112"/>
            </a:xfrm>
            <a:custGeom>
              <a:avLst/>
              <a:gdLst>
                <a:gd name="T0" fmla="*/ 165 w 165"/>
                <a:gd name="T1" fmla="*/ 168 h 334"/>
                <a:gd name="T2" fmla="*/ 162 w 165"/>
                <a:gd name="T3" fmla="*/ 201 h 334"/>
                <a:gd name="T4" fmla="*/ 159 w 165"/>
                <a:gd name="T5" fmla="*/ 232 h 334"/>
                <a:gd name="T6" fmla="*/ 151 w 165"/>
                <a:gd name="T7" fmla="*/ 260 h 334"/>
                <a:gd name="T8" fmla="*/ 141 w 165"/>
                <a:gd name="T9" fmla="*/ 285 h 334"/>
                <a:gd name="T10" fmla="*/ 128 w 165"/>
                <a:gd name="T11" fmla="*/ 305 h 334"/>
                <a:gd name="T12" fmla="*/ 115 w 165"/>
                <a:gd name="T13" fmla="*/ 320 h 334"/>
                <a:gd name="T14" fmla="*/ 99 w 165"/>
                <a:gd name="T15" fmla="*/ 330 h 334"/>
                <a:gd name="T16" fmla="*/ 83 w 165"/>
                <a:gd name="T17" fmla="*/ 334 h 334"/>
                <a:gd name="T18" fmla="*/ 74 w 165"/>
                <a:gd name="T19" fmla="*/ 333 h 334"/>
                <a:gd name="T20" fmla="*/ 58 w 165"/>
                <a:gd name="T21" fmla="*/ 326 h 334"/>
                <a:gd name="T22" fmla="*/ 44 w 165"/>
                <a:gd name="T23" fmla="*/ 314 h 334"/>
                <a:gd name="T24" fmla="*/ 31 w 165"/>
                <a:gd name="T25" fmla="*/ 296 h 334"/>
                <a:gd name="T26" fmla="*/ 19 w 165"/>
                <a:gd name="T27" fmla="*/ 273 h 334"/>
                <a:gd name="T28" fmla="*/ 10 w 165"/>
                <a:gd name="T29" fmla="*/ 247 h 334"/>
                <a:gd name="T30" fmla="*/ 4 w 165"/>
                <a:gd name="T31" fmla="*/ 216 h 334"/>
                <a:gd name="T32" fmla="*/ 2 w 165"/>
                <a:gd name="T33" fmla="*/ 184 h 334"/>
                <a:gd name="T34" fmla="*/ 0 w 165"/>
                <a:gd name="T35" fmla="*/ 168 h 334"/>
                <a:gd name="T36" fmla="*/ 3 w 165"/>
                <a:gd name="T37" fmla="*/ 133 h 334"/>
                <a:gd name="T38" fmla="*/ 7 w 165"/>
                <a:gd name="T39" fmla="*/ 103 h 334"/>
                <a:gd name="T40" fmla="*/ 14 w 165"/>
                <a:gd name="T41" fmla="*/ 75 h 334"/>
                <a:gd name="T42" fmla="*/ 25 w 165"/>
                <a:gd name="T43" fmla="*/ 50 h 334"/>
                <a:gd name="T44" fmla="*/ 37 w 165"/>
                <a:gd name="T45" fmla="*/ 30 h 334"/>
                <a:gd name="T46" fmla="*/ 51 w 165"/>
                <a:gd name="T47" fmla="*/ 14 h 334"/>
                <a:gd name="T48" fmla="*/ 67 w 165"/>
                <a:gd name="T49" fmla="*/ 4 h 334"/>
                <a:gd name="T50" fmla="*/ 83 w 165"/>
                <a:gd name="T51" fmla="*/ 0 h 334"/>
                <a:gd name="T52" fmla="*/ 91 w 165"/>
                <a:gd name="T53" fmla="*/ 2 h 334"/>
                <a:gd name="T54" fmla="*/ 107 w 165"/>
                <a:gd name="T55" fmla="*/ 8 h 334"/>
                <a:gd name="T56" fmla="*/ 122 w 165"/>
                <a:gd name="T57" fmla="*/ 21 h 334"/>
                <a:gd name="T58" fmla="*/ 134 w 165"/>
                <a:gd name="T59" fmla="*/ 39 h 334"/>
                <a:gd name="T60" fmla="*/ 146 w 165"/>
                <a:gd name="T61" fmla="*/ 62 h 334"/>
                <a:gd name="T62" fmla="*/ 155 w 165"/>
                <a:gd name="T63" fmla="*/ 89 h 334"/>
                <a:gd name="T64" fmla="*/ 161 w 165"/>
                <a:gd name="T65" fmla="*/ 118 h 334"/>
                <a:gd name="T66" fmla="*/ 164 w 165"/>
                <a:gd name="T67" fmla="*/ 150 h 334"/>
                <a:gd name="T68" fmla="*/ 165 w 165"/>
                <a:gd name="T69" fmla="*/ 168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5" h="334">
                  <a:moveTo>
                    <a:pt x="165" y="168"/>
                  </a:moveTo>
                  <a:lnTo>
                    <a:pt x="165" y="168"/>
                  </a:lnTo>
                  <a:lnTo>
                    <a:pt x="164" y="184"/>
                  </a:lnTo>
                  <a:lnTo>
                    <a:pt x="162" y="201"/>
                  </a:lnTo>
                  <a:lnTo>
                    <a:pt x="161" y="216"/>
                  </a:lnTo>
                  <a:lnTo>
                    <a:pt x="159" y="232"/>
                  </a:lnTo>
                  <a:lnTo>
                    <a:pt x="155" y="247"/>
                  </a:lnTo>
                  <a:lnTo>
                    <a:pt x="151" y="260"/>
                  </a:lnTo>
                  <a:lnTo>
                    <a:pt x="146" y="273"/>
                  </a:lnTo>
                  <a:lnTo>
                    <a:pt x="141" y="285"/>
                  </a:lnTo>
                  <a:lnTo>
                    <a:pt x="134" y="296"/>
                  </a:lnTo>
                  <a:lnTo>
                    <a:pt x="128" y="305"/>
                  </a:lnTo>
                  <a:lnTo>
                    <a:pt x="122" y="314"/>
                  </a:lnTo>
                  <a:lnTo>
                    <a:pt x="115" y="320"/>
                  </a:lnTo>
                  <a:lnTo>
                    <a:pt x="107" y="326"/>
                  </a:lnTo>
                  <a:lnTo>
                    <a:pt x="99" y="330"/>
                  </a:lnTo>
                  <a:lnTo>
                    <a:pt x="91" y="333"/>
                  </a:lnTo>
                  <a:lnTo>
                    <a:pt x="83" y="334"/>
                  </a:lnTo>
                  <a:lnTo>
                    <a:pt x="83" y="334"/>
                  </a:lnTo>
                  <a:lnTo>
                    <a:pt x="74" y="333"/>
                  </a:lnTo>
                  <a:lnTo>
                    <a:pt x="67" y="330"/>
                  </a:lnTo>
                  <a:lnTo>
                    <a:pt x="58" y="326"/>
                  </a:lnTo>
                  <a:lnTo>
                    <a:pt x="51" y="320"/>
                  </a:lnTo>
                  <a:lnTo>
                    <a:pt x="44" y="314"/>
                  </a:lnTo>
                  <a:lnTo>
                    <a:pt x="37" y="305"/>
                  </a:lnTo>
                  <a:lnTo>
                    <a:pt x="31" y="296"/>
                  </a:lnTo>
                  <a:lnTo>
                    <a:pt x="25" y="285"/>
                  </a:lnTo>
                  <a:lnTo>
                    <a:pt x="19" y="273"/>
                  </a:lnTo>
                  <a:lnTo>
                    <a:pt x="14" y="260"/>
                  </a:lnTo>
                  <a:lnTo>
                    <a:pt x="10" y="247"/>
                  </a:lnTo>
                  <a:lnTo>
                    <a:pt x="7" y="232"/>
                  </a:lnTo>
                  <a:lnTo>
                    <a:pt x="4" y="216"/>
                  </a:lnTo>
                  <a:lnTo>
                    <a:pt x="3" y="201"/>
                  </a:lnTo>
                  <a:lnTo>
                    <a:pt x="2" y="184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50"/>
                  </a:lnTo>
                  <a:lnTo>
                    <a:pt x="3" y="133"/>
                  </a:lnTo>
                  <a:lnTo>
                    <a:pt x="4" y="118"/>
                  </a:lnTo>
                  <a:lnTo>
                    <a:pt x="7" y="103"/>
                  </a:lnTo>
                  <a:lnTo>
                    <a:pt x="10" y="89"/>
                  </a:lnTo>
                  <a:lnTo>
                    <a:pt x="14" y="75"/>
                  </a:lnTo>
                  <a:lnTo>
                    <a:pt x="19" y="62"/>
                  </a:lnTo>
                  <a:lnTo>
                    <a:pt x="25" y="50"/>
                  </a:lnTo>
                  <a:lnTo>
                    <a:pt x="31" y="39"/>
                  </a:lnTo>
                  <a:lnTo>
                    <a:pt x="37" y="30"/>
                  </a:lnTo>
                  <a:lnTo>
                    <a:pt x="44" y="21"/>
                  </a:lnTo>
                  <a:lnTo>
                    <a:pt x="51" y="14"/>
                  </a:lnTo>
                  <a:lnTo>
                    <a:pt x="58" y="8"/>
                  </a:lnTo>
                  <a:lnTo>
                    <a:pt x="67" y="4"/>
                  </a:lnTo>
                  <a:lnTo>
                    <a:pt x="74" y="2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7" y="8"/>
                  </a:lnTo>
                  <a:lnTo>
                    <a:pt x="115" y="14"/>
                  </a:lnTo>
                  <a:lnTo>
                    <a:pt x="122" y="21"/>
                  </a:lnTo>
                  <a:lnTo>
                    <a:pt x="128" y="30"/>
                  </a:lnTo>
                  <a:lnTo>
                    <a:pt x="134" y="39"/>
                  </a:lnTo>
                  <a:lnTo>
                    <a:pt x="141" y="50"/>
                  </a:lnTo>
                  <a:lnTo>
                    <a:pt x="146" y="62"/>
                  </a:lnTo>
                  <a:lnTo>
                    <a:pt x="151" y="75"/>
                  </a:lnTo>
                  <a:lnTo>
                    <a:pt x="155" y="89"/>
                  </a:lnTo>
                  <a:lnTo>
                    <a:pt x="159" y="103"/>
                  </a:lnTo>
                  <a:lnTo>
                    <a:pt x="161" y="118"/>
                  </a:lnTo>
                  <a:lnTo>
                    <a:pt x="162" y="133"/>
                  </a:lnTo>
                  <a:lnTo>
                    <a:pt x="164" y="150"/>
                  </a:lnTo>
                  <a:lnTo>
                    <a:pt x="165" y="168"/>
                  </a:lnTo>
                  <a:lnTo>
                    <a:pt x="165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3" name="Freeform 162">
              <a:extLst>
                <a:ext uri="{FF2B5EF4-FFF2-40B4-BE49-F238E27FC236}">
                  <a16:creationId xmlns:a16="http://schemas.microsoft.com/office/drawing/2014/main" id="{67F8E091-C67B-C45A-72EE-D7982730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800"/>
              <a:ext cx="55" cy="111"/>
            </a:xfrm>
            <a:custGeom>
              <a:avLst/>
              <a:gdLst>
                <a:gd name="T0" fmla="*/ 163 w 163"/>
                <a:gd name="T1" fmla="*/ 166 h 332"/>
                <a:gd name="T2" fmla="*/ 162 w 163"/>
                <a:gd name="T3" fmla="*/ 199 h 332"/>
                <a:gd name="T4" fmla="*/ 157 w 163"/>
                <a:gd name="T5" fmla="*/ 231 h 332"/>
                <a:gd name="T6" fmla="*/ 149 w 163"/>
                <a:gd name="T7" fmla="*/ 259 h 332"/>
                <a:gd name="T8" fmla="*/ 139 w 163"/>
                <a:gd name="T9" fmla="*/ 284 h 332"/>
                <a:gd name="T10" fmla="*/ 127 w 163"/>
                <a:gd name="T11" fmla="*/ 304 h 332"/>
                <a:gd name="T12" fmla="*/ 113 w 163"/>
                <a:gd name="T13" fmla="*/ 319 h 332"/>
                <a:gd name="T14" fmla="*/ 98 w 163"/>
                <a:gd name="T15" fmla="*/ 328 h 332"/>
                <a:gd name="T16" fmla="*/ 81 w 163"/>
                <a:gd name="T17" fmla="*/ 332 h 332"/>
                <a:gd name="T18" fmla="*/ 72 w 163"/>
                <a:gd name="T19" fmla="*/ 331 h 332"/>
                <a:gd name="T20" fmla="*/ 57 w 163"/>
                <a:gd name="T21" fmla="*/ 324 h 332"/>
                <a:gd name="T22" fmla="*/ 42 w 163"/>
                <a:gd name="T23" fmla="*/ 312 h 332"/>
                <a:gd name="T24" fmla="*/ 29 w 163"/>
                <a:gd name="T25" fmla="*/ 294 h 332"/>
                <a:gd name="T26" fmla="*/ 17 w 163"/>
                <a:gd name="T27" fmla="*/ 272 h 332"/>
                <a:gd name="T28" fmla="*/ 8 w 163"/>
                <a:gd name="T29" fmla="*/ 245 h 332"/>
                <a:gd name="T30" fmla="*/ 2 w 163"/>
                <a:gd name="T31" fmla="*/ 216 h 332"/>
                <a:gd name="T32" fmla="*/ 0 w 163"/>
                <a:gd name="T33" fmla="*/ 183 h 332"/>
                <a:gd name="T34" fmla="*/ 0 w 163"/>
                <a:gd name="T35" fmla="*/ 166 h 332"/>
                <a:gd name="T36" fmla="*/ 1 w 163"/>
                <a:gd name="T37" fmla="*/ 133 h 332"/>
                <a:gd name="T38" fmla="*/ 6 w 163"/>
                <a:gd name="T39" fmla="*/ 101 h 332"/>
                <a:gd name="T40" fmla="*/ 12 w 163"/>
                <a:gd name="T41" fmla="*/ 73 h 332"/>
                <a:gd name="T42" fmla="*/ 23 w 163"/>
                <a:gd name="T43" fmla="*/ 48 h 332"/>
                <a:gd name="T44" fmla="*/ 35 w 163"/>
                <a:gd name="T45" fmla="*/ 28 h 332"/>
                <a:gd name="T46" fmla="*/ 49 w 163"/>
                <a:gd name="T47" fmla="*/ 13 h 332"/>
                <a:gd name="T48" fmla="*/ 65 w 163"/>
                <a:gd name="T49" fmla="*/ 2 h 332"/>
                <a:gd name="T50" fmla="*/ 81 w 163"/>
                <a:gd name="T51" fmla="*/ 0 h 332"/>
                <a:gd name="T52" fmla="*/ 89 w 163"/>
                <a:gd name="T53" fmla="*/ 0 h 332"/>
                <a:gd name="T54" fmla="*/ 105 w 163"/>
                <a:gd name="T55" fmla="*/ 7 h 332"/>
                <a:gd name="T56" fmla="*/ 120 w 163"/>
                <a:gd name="T57" fmla="*/ 19 h 332"/>
                <a:gd name="T58" fmla="*/ 132 w 163"/>
                <a:gd name="T59" fmla="*/ 37 h 332"/>
                <a:gd name="T60" fmla="*/ 144 w 163"/>
                <a:gd name="T61" fmla="*/ 60 h 332"/>
                <a:gd name="T62" fmla="*/ 153 w 163"/>
                <a:gd name="T63" fmla="*/ 87 h 332"/>
                <a:gd name="T64" fmla="*/ 159 w 163"/>
                <a:gd name="T65" fmla="*/ 116 h 332"/>
                <a:gd name="T66" fmla="*/ 162 w 163"/>
                <a:gd name="T67" fmla="*/ 149 h 332"/>
                <a:gd name="T68" fmla="*/ 163 w 163"/>
                <a:gd name="T69" fmla="*/ 166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3" h="332">
                  <a:moveTo>
                    <a:pt x="163" y="166"/>
                  </a:moveTo>
                  <a:lnTo>
                    <a:pt x="163" y="166"/>
                  </a:lnTo>
                  <a:lnTo>
                    <a:pt x="162" y="183"/>
                  </a:lnTo>
                  <a:lnTo>
                    <a:pt x="162" y="199"/>
                  </a:lnTo>
                  <a:lnTo>
                    <a:pt x="159" y="216"/>
                  </a:lnTo>
                  <a:lnTo>
                    <a:pt x="157" y="231"/>
                  </a:lnTo>
                  <a:lnTo>
                    <a:pt x="153" y="245"/>
                  </a:lnTo>
                  <a:lnTo>
                    <a:pt x="149" y="259"/>
                  </a:lnTo>
                  <a:lnTo>
                    <a:pt x="144" y="272"/>
                  </a:lnTo>
                  <a:lnTo>
                    <a:pt x="139" y="284"/>
                  </a:lnTo>
                  <a:lnTo>
                    <a:pt x="132" y="294"/>
                  </a:lnTo>
                  <a:lnTo>
                    <a:pt x="127" y="304"/>
                  </a:lnTo>
                  <a:lnTo>
                    <a:pt x="120" y="312"/>
                  </a:lnTo>
                  <a:lnTo>
                    <a:pt x="113" y="319"/>
                  </a:lnTo>
                  <a:lnTo>
                    <a:pt x="105" y="324"/>
                  </a:lnTo>
                  <a:lnTo>
                    <a:pt x="98" y="328"/>
                  </a:lnTo>
                  <a:lnTo>
                    <a:pt x="89" y="331"/>
                  </a:lnTo>
                  <a:lnTo>
                    <a:pt x="81" y="332"/>
                  </a:lnTo>
                  <a:lnTo>
                    <a:pt x="81" y="332"/>
                  </a:lnTo>
                  <a:lnTo>
                    <a:pt x="72" y="331"/>
                  </a:lnTo>
                  <a:lnTo>
                    <a:pt x="65" y="328"/>
                  </a:lnTo>
                  <a:lnTo>
                    <a:pt x="57" y="324"/>
                  </a:lnTo>
                  <a:lnTo>
                    <a:pt x="49" y="319"/>
                  </a:lnTo>
                  <a:lnTo>
                    <a:pt x="42" y="312"/>
                  </a:lnTo>
                  <a:lnTo>
                    <a:pt x="35" y="304"/>
                  </a:lnTo>
                  <a:lnTo>
                    <a:pt x="29" y="294"/>
                  </a:lnTo>
                  <a:lnTo>
                    <a:pt x="23" y="284"/>
                  </a:lnTo>
                  <a:lnTo>
                    <a:pt x="17" y="272"/>
                  </a:lnTo>
                  <a:lnTo>
                    <a:pt x="12" y="259"/>
                  </a:lnTo>
                  <a:lnTo>
                    <a:pt x="8" y="245"/>
                  </a:lnTo>
                  <a:lnTo>
                    <a:pt x="6" y="231"/>
                  </a:lnTo>
                  <a:lnTo>
                    <a:pt x="2" y="216"/>
                  </a:lnTo>
                  <a:lnTo>
                    <a:pt x="1" y="199"/>
                  </a:lnTo>
                  <a:lnTo>
                    <a:pt x="0" y="183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0" y="149"/>
                  </a:lnTo>
                  <a:lnTo>
                    <a:pt x="1" y="133"/>
                  </a:lnTo>
                  <a:lnTo>
                    <a:pt x="2" y="116"/>
                  </a:lnTo>
                  <a:lnTo>
                    <a:pt x="6" y="101"/>
                  </a:lnTo>
                  <a:lnTo>
                    <a:pt x="8" y="87"/>
                  </a:lnTo>
                  <a:lnTo>
                    <a:pt x="12" y="73"/>
                  </a:lnTo>
                  <a:lnTo>
                    <a:pt x="17" y="60"/>
                  </a:lnTo>
                  <a:lnTo>
                    <a:pt x="23" y="48"/>
                  </a:lnTo>
                  <a:lnTo>
                    <a:pt x="29" y="37"/>
                  </a:lnTo>
                  <a:lnTo>
                    <a:pt x="35" y="28"/>
                  </a:lnTo>
                  <a:lnTo>
                    <a:pt x="42" y="19"/>
                  </a:lnTo>
                  <a:lnTo>
                    <a:pt x="49" y="13"/>
                  </a:lnTo>
                  <a:lnTo>
                    <a:pt x="57" y="7"/>
                  </a:lnTo>
                  <a:lnTo>
                    <a:pt x="65" y="2"/>
                  </a:lnTo>
                  <a:lnTo>
                    <a:pt x="72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8" y="2"/>
                  </a:lnTo>
                  <a:lnTo>
                    <a:pt x="105" y="7"/>
                  </a:lnTo>
                  <a:lnTo>
                    <a:pt x="113" y="13"/>
                  </a:lnTo>
                  <a:lnTo>
                    <a:pt x="120" y="19"/>
                  </a:lnTo>
                  <a:lnTo>
                    <a:pt x="127" y="28"/>
                  </a:lnTo>
                  <a:lnTo>
                    <a:pt x="132" y="37"/>
                  </a:lnTo>
                  <a:lnTo>
                    <a:pt x="139" y="48"/>
                  </a:lnTo>
                  <a:lnTo>
                    <a:pt x="144" y="60"/>
                  </a:lnTo>
                  <a:lnTo>
                    <a:pt x="149" y="73"/>
                  </a:lnTo>
                  <a:lnTo>
                    <a:pt x="153" y="87"/>
                  </a:lnTo>
                  <a:lnTo>
                    <a:pt x="157" y="101"/>
                  </a:lnTo>
                  <a:lnTo>
                    <a:pt x="159" y="116"/>
                  </a:lnTo>
                  <a:lnTo>
                    <a:pt x="162" y="133"/>
                  </a:lnTo>
                  <a:lnTo>
                    <a:pt x="162" y="149"/>
                  </a:lnTo>
                  <a:lnTo>
                    <a:pt x="163" y="166"/>
                  </a:lnTo>
                  <a:lnTo>
                    <a:pt x="163" y="1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4" name="Freeform 163">
              <a:extLst>
                <a:ext uri="{FF2B5EF4-FFF2-40B4-BE49-F238E27FC236}">
                  <a16:creationId xmlns:a16="http://schemas.microsoft.com/office/drawing/2014/main" id="{CC09D690-BD47-905C-D3B2-485A3954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35"/>
              <a:ext cx="162" cy="230"/>
            </a:xfrm>
            <a:custGeom>
              <a:avLst/>
              <a:gdLst>
                <a:gd name="T0" fmla="*/ 472 w 486"/>
                <a:gd name="T1" fmla="*/ 3 h 690"/>
                <a:gd name="T2" fmla="*/ 410 w 486"/>
                <a:gd name="T3" fmla="*/ 55 h 690"/>
                <a:gd name="T4" fmla="*/ 351 w 486"/>
                <a:gd name="T5" fmla="*/ 111 h 690"/>
                <a:gd name="T6" fmla="*/ 296 w 486"/>
                <a:gd name="T7" fmla="*/ 171 h 690"/>
                <a:gd name="T8" fmla="*/ 245 w 486"/>
                <a:gd name="T9" fmla="*/ 235 h 690"/>
                <a:gd name="T10" fmla="*/ 221 w 486"/>
                <a:gd name="T11" fmla="*/ 267 h 690"/>
                <a:gd name="T12" fmla="*/ 175 w 486"/>
                <a:gd name="T13" fmla="*/ 335 h 690"/>
                <a:gd name="T14" fmla="*/ 133 w 486"/>
                <a:gd name="T15" fmla="*/ 405 h 690"/>
                <a:gd name="T16" fmla="*/ 93 w 486"/>
                <a:gd name="T17" fmla="*/ 477 h 690"/>
                <a:gd name="T18" fmla="*/ 74 w 486"/>
                <a:gd name="T19" fmla="*/ 513 h 690"/>
                <a:gd name="T20" fmla="*/ 36 w 486"/>
                <a:gd name="T21" fmla="*/ 596 h 690"/>
                <a:gd name="T22" fmla="*/ 0 w 486"/>
                <a:gd name="T23" fmla="*/ 680 h 690"/>
                <a:gd name="T24" fmla="*/ 0 w 486"/>
                <a:gd name="T25" fmla="*/ 684 h 690"/>
                <a:gd name="T26" fmla="*/ 2 w 486"/>
                <a:gd name="T27" fmla="*/ 688 h 690"/>
                <a:gd name="T28" fmla="*/ 7 w 486"/>
                <a:gd name="T29" fmla="*/ 690 h 690"/>
                <a:gd name="T30" fmla="*/ 14 w 486"/>
                <a:gd name="T31" fmla="*/ 688 h 690"/>
                <a:gd name="T32" fmla="*/ 15 w 486"/>
                <a:gd name="T33" fmla="*/ 685 h 690"/>
                <a:gd name="T34" fmla="*/ 46 w 486"/>
                <a:gd name="T35" fmla="*/ 610 h 690"/>
                <a:gd name="T36" fmla="*/ 80 w 486"/>
                <a:gd name="T37" fmla="*/ 536 h 690"/>
                <a:gd name="T38" fmla="*/ 116 w 486"/>
                <a:gd name="T39" fmla="*/ 464 h 690"/>
                <a:gd name="T40" fmla="*/ 157 w 486"/>
                <a:gd name="T41" fmla="*/ 394 h 690"/>
                <a:gd name="T42" fmla="*/ 177 w 486"/>
                <a:gd name="T43" fmla="*/ 359 h 690"/>
                <a:gd name="T44" fmla="*/ 222 w 486"/>
                <a:gd name="T45" fmla="*/ 292 h 690"/>
                <a:gd name="T46" fmla="*/ 270 w 486"/>
                <a:gd name="T47" fmla="*/ 228 h 690"/>
                <a:gd name="T48" fmla="*/ 323 w 486"/>
                <a:gd name="T49" fmla="*/ 165 h 690"/>
                <a:gd name="T50" fmla="*/ 350 w 486"/>
                <a:gd name="T51" fmla="*/ 136 h 690"/>
                <a:gd name="T52" fmla="*/ 413 w 486"/>
                <a:gd name="T53" fmla="*/ 72 h 690"/>
                <a:gd name="T54" fmla="*/ 484 w 486"/>
                <a:gd name="T55" fmla="*/ 13 h 690"/>
                <a:gd name="T56" fmla="*/ 485 w 486"/>
                <a:gd name="T57" fmla="*/ 10 h 690"/>
                <a:gd name="T58" fmla="*/ 485 w 486"/>
                <a:gd name="T59" fmla="*/ 5 h 690"/>
                <a:gd name="T60" fmla="*/ 481 w 486"/>
                <a:gd name="T61" fmla="*/ 1 h 690"/>
                <a:gd name="T62" fmla="*/ 476 w 486"/>
                <a:gd name="T63" fmla="*/ 1 h 690"/>
                <a:gd name="T64" fmla="*/ 472 w 486"/>
                <a:gd name="T65" fmla="*/ 3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6" h="690">
                  <a:moveTo>
                    <a:pt x="472" y="3"/>
                  </a:moveTo>
                  <a:lnTo>
                    <a:pt x="472" y="3"/>
                  </a:lnTo>
                  <a:lnTo>
                    <a:pt x="440" y="28"/>
                  </a:lnTo>
                  <a:lnTo>
                    <a:pt x="410" y="55"/>
                  </a:lnTo>
                  <a:lnTo>
                    <a:pt x="380" y="83"/>
                  </a:lnTo>
                  <a:lnTo>
                    <a:pt x="351" y="111"/>
                  </a:lnTo>
                  <a:lnTo>
                    <a:pt x="324" y="141"/>
                  </a:lnTo>
                  <a:lnTo>
                    <a:pt x="296" y="171"/>
                  </a:lnTo>
                  <a:lnTo>
                    <a:pt x="270" y="203"/>
                  </a:lnTo>
                  <a:lnTo>
                    <a:pt x="245" y="235"/>
                  </a:lnTo>
                  <a:lnTo>
                    <a:pt x="245" y="235"/>
                  </a:lnTo>
                  <a:lnTo>
                    <a:pt x="221" y="267"/>
                  </a:lnTo>
                  <a:lnTo>
                    <a:pt x="198" y="301"/>
                  </a:lnTo>
                  <a:lnTo>
                    <a:pt x="175" y="335"/>
                  </a:lnTo>
                  <a:lnTo>
                    <a:pt x="153" y="370"/>
                  </a:lnTo>
                  <a:lnTo>
                    <a:pt x="133" y="405"/>
                  </a:lnTo>
                  <a:lnTo>
                    <a:pt x="112" y="440"/>
                  </a:lnTo>
                  <a:lnTo>
                    <a:pt x="93" y="477"/>
                  </a:lnTo>
                  <a:lnTo>
                    <a:pt x="74" y="513"/>
                  </a:lnTo>
                  <a:lnTo>
                    <a:pt x="74" y="513"/>
                  </a:lnTo>
                  <a:lnTo>
                    <a:pt x="55" y="554"/>
                  </a:lnTo>
                  <a:lnTo>
                    <a:pt x="36" y="596"/>
                  </a:lnTo>
                  <a:lnTo>
                    <a:pt x="18" y="638"/>
                  </a:lnTo>
                  <a:lnTo>
                    <a:pt x="0" y="680"/>
                  </a:lnTo>
                  <a:lnTo>
                    <a:pt x="0" y="680"/>
                  </a:lnTo>
                  <a:lnTo>
                    <a:pt x="0" y="684"/>
                  </a:lnTo>
                  <a:lnTo>
                    <a:pt x="1" y="687"/>
                  </a:lnTo>
                  <a:lnTo>
                    <a:pt x="2" y="688"/>
                  </a:lnTo>
                  <a:lnTo>
                    <a:pt x="5" y="689"/>
                  </a:lnTo>
                  <a:lnTo>
                    <a:pt x="7" y="690"/>
                  </a:lnTo>
                  <a:lnTo>
                    <a:pt x="11" y="689"/>
                  </a:lnTo>
                  <a:lnTo>
                    <a:pt x="14" y="688"/>
                  </a:lnTo>
                  <a:lnTo>
                    <a:pt x="15" y="685"/>
                  </a:lnTo>
                  <a:lnTo>
                    <a:pt x="15" y="685"/>
                  </a:lnTo>
                  <a:lnTo>
                    <a:pt x="30" y="647"/>
                  </a:lnTo>
                  <a:lnTo>
                    <a:pt x="46" y="610"/>
                  </a:lnTo>
                  <a:lnTo>
                    <a:pt x="62" y="573"/>
                  </a:lnTo>
                  <a:lnTo>
                    <a:pt x="80" y="536"/>
                  </a:lnTo>
                  <a:lnTo>
                    <a:pt x="98" y="500"/>
                  </a:lnTo>
                  <a:lnTo>
                    <a:pt x="116" y="464"/>
                  </a:lnTo>
                  <a:lnTo>
                    <a:pt x="136" y="428"/>
                  </a:lnTo>
                  <a:lnTo>
                    <a:pt x="157" y="394"/>
                  </a:lnTo>
                  <a:lnTo>
                    <a:pt x="157" y="394"/>
                  </a:lnTo>
                  <a:lnTo>
                    <a:pt x="177" y="359"/>
                  </a:lnTo>
                  <a:lnTo>
                    <a:pt x="199" y="325"/>
                  </a:lnTo>
                  <a:lnTo>
                    <a:pt x="222" y="292"/>
                  </a:lnTo>
                  <a:lnTo>
                    <a:pt x="246" y="260"/>
                  </a:lnTo>
                  <a:lnTo>
                    <a:pt x="270" y="228"/>
                  </a:lnTo>
                  <a:lnTo>
                    <a:pt x="296" y="196"/>
                  </a:lnTo>
                  <a:lnTo>
                    <a:pt x="323" y="165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81" y="104"/>
                  </a:lnTo>
                  <a:lnTo>
                    <a:pt x="413" y="72"/>
                  </a:lnTo>
                  <a:lnTo>
                    <a:pt x="448" y="42"/>
                  </a:lnTo>
                  <a:lnTo>
                    <a:pt x="484" y="13"/>
                  </a:lnTo>
                  <a:lnTo>
                    <a:pt x="484" y="13"/>
                  </a:lnTo>
                  <a:lnTo>
                    <a:pt x="485" y="10"/>
                  </a:lnTo>
                  <a:lnTo>
                    <a:pt x="486" y="8"/>
                  </a:lnTo>
                  <a:lnTo>
                    <a:pt x="485" y="5"/>
                  </a:lnTo>
                  <a:lnTo>
                    <a:pt x="484" y="3"/>
                  </a:lnTo>
                  <a:lnTo>
                    <a:pt x="481" y="1"/>
                  </a:lnTo>
                  <a:lnTo>
                    <a:pt x="478" y="0"/>
                  </a:lnTo>
                  <a:lnTo>
                    <a:pt x="476" y="1"/>
                  </a:lnTo>
                  <a:lnTo>
                    <a:pt x="472" y="3"/>
                  </a:lnTo>
                  <a:lnTo>
                    <a:pt x="47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5" name="Freeform 164">
              <a:extLst>
                <a:ext uri="{FF2B5EF4-FFF2-40B4-BE49-F238E27FC236}">
                  <a16:creationId xmlns:a16="http://schemas.microsoft.com/office/drawing/2014/main" id="{72B4DB87-E622-0A5B-F310-A1D799069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410"/>
              <a:ext cx="170" cy="252"/>
            </a:xfrm>
            <a:custGeom>
              <a:avLst/>
              <a:gdLst>
                <a:gd name="T0" fmla="*/ 0 w 508"/>
                <a:gd name="T1" fmla="*/ 7 h 756"/>
                <a:gd name="T2" fmla="*/ 3 w 508"/>
                <a:gd name="T3" fmla="*/ 52 h 756"/>
                <a:gd name="T4" fmla="*/ 10 w 508"/>
                <a:gd name="T5" fmla="*/ 95 h 756"/>
                <a:gd name="T6" fmla="*/ 20 w 508"/>
                <a:gd name="T7" fmla="*/ 139 h 756"/>
                <a:gd name="T8" fmla="*/ 48 w 508"/>
                <a:gd name="T9" fmla="*/ 223 h 756"/>
                <a:gd name="T10" fmla="*/ 87 w 508"/>
                <a:gd name="T11" fmla="*/ 305 h 756"/>
                <a:gd name="T12" fmla="*/ 108 w 508"/>
                <a:gd name="T13" fmla="*/ 343 h 756"/>
                <a:gd name="T14" fmla="*/ 158 w 508"/>
                <a:gd name="T15" fmla="*/ 424 h 756"/>
                <a:gd name="T16" fmla="*/ 216 w 508"/>
                <a:gd name="T17" fmla="*/ 499 h 756"/>
                <a:gd name="T18" fmla="*/ 278 w 508"/>
                <a:gd name="T19" fmla="*/ 570 h 756"/>
                <a:gd name="T20" fmla="*/ 345 w 508"/>
                <a:gd name="T21" fmla="*/ 636 h 756"/>
                <a:gd name="T22" fmla="*/ 382 w 508"/>
                <a:gd name="T23" fmla="*/ 668 h 756"/>
                <a:gd name="T24" fmla="*/ 457 w 508"/>
                <a:gd name="T25" fmla="*/ 728 h 756"/>
                <a:gd name="T26" fmla="*/ 497 w 508"/>
                <a:gd name="T27" fmla="*/ 755 h 756"/>
                <a:gd name="T28" fmla="*/ 503 w 508"/>
                <a:gd name="T29" fmla="*/ 756 h 756"/>
                <a:gd name="T30" fmla="*/ 507 w 508"/>
                <a:gd name="T31" fmla="*/ 752 h 756"/>
                <a:gd name="T32" fmla="*/ 508 w 508"/>
                <a:gd name="T33" fmla="*/ 747 h 756"/>
                <a:gd name="T34" fmla="*/ 504 w 508"/>
                <a:gd name="T35" fmla="*/ 742 h 756"/>
                <a:gd name="T36" fmla="*/ 468 w 508"/>
                <a:gd name="T37" fmla="*/ 717 h 756"/>
                <a:gd name="T38" fmla="*/ 398 w 508"/>
                <a:gd name="T39" fmla="*/ 663 h 756"/>
                <a:gd name="T40" fmla="*/ 333 w 508"/>
                <a:gd name="T41" fmla="*/ 604 h 756"/>
                <a:gd name="T42" fmla="*/ 272 w 508"/>
                <a:gd name="T43" fmla="*/ 540 h 756"/>
                <a:gd name="T44" fmla="*/ 243 w 508"/>
                <a:gd name="T45" fmla="*/ 508 h 756"/>
                <a:gd name="T46" fmla="*/ 186 w 508"/>
                <a:gd name="T47" fmla="*/ 435 h 756"/>
                <a:gd name="T48" fmla="*/ 135 w 508"/>
                <a:gd name="T49" fmla="*/ 360 h 756"/>
                <a:gd name="T50" fmla="*/ 91 w 508"/>
                <a:gd name="T51" fmla="*/ 279 h 756"/>
                <a:gd name="T52" fmla="*/ 54 w 508"/>
                <a:gd name="T53" fmla="*/ 195 h 756"/>
                <a:gd name="T54" fmla="*/ 46 w 508"/>
                <a:gd name="T55" fmla="*/ 172 h 756"/>
                <a:gd name="T56" fmla="*/ 32 w 508"/>
                <a:gd name="T57" fmla="*/ 126 h 756"/>
                <a:gd name="T58" fmla="*/ 23 w 508"/>
                <a:gd name="T59" fmla="*/ 79 h 756"/>
                <a:gd name="T60" fmla="*/ 17 w 508"/>
                <a:gd name="T61" fmla="*/ 30 h 756"/>
                <a:gd name="T62" fmla="*/ 15 w 508"/>
                <a:gd name="T63" fmla="*/ 7 h 756"/>
                <a:gd name="T64" fmla="*/ 13 w 508"/>
                <a:gd name="T65" fmla="*/ 1 h 756"/>
                <a:gd name="T66" fmla="*/ 6 w 508"/>
                <a:gd name="T67" fmla="*/ 0 h 756"/>
                <a:gd name="T68" fmla="*/ 1 w 508"/>
                <a:gd name="T69" fmla="*/ 1 h 756"/>
                <a:gd name="T70" fmla="*/ 0 w 508"/>
                <a:gd name="T71" fmla="*/ 7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08" h="756">
                  <a:moveTo>
                    <a:pt x="0" y="7"/>
                  </a:moveTo>
                  <a:lnTo>
                    <a:pt x="0" y="7"/>
                  </a:lnTo>
                  <a:lnTo>
                    <a:pt x="1" y="29"/>
                  </a:lnTo>
                  <a:lnTo>
                    <a:pt x="3" y="52"/>
                  </a:lnTo>
                  <a:lnTo>
                    <a:pt x="6" y="74"/>
                  </a:lnTo>
                  <a:lnTo>
                    <a:pt x="10" y="95"/>
                  </a:lnTo>
                  <a:lnTo>
                    <a:pt x="14" y="117"/>
                  </a:lnTo>
                  <a:lnTo>
                    <a:pt x="20" y="139"/>
                  </a:lnTo>
                  <a:lnTo>
                    <a:pt x="33" y="182"/>
                  </a:lnTo>
                  <a:lnTo>
                    <a:pt x="48" y="223"/>
                  </a:lnTo>
                  <a:lnTo>
                    <a:pt x="66" y="265"/>
                  </a:lnTo>
                  <a:lnTo>
                    <a:pt x="87" y="305"/>
                  </a:lnTo>
                  <a:lnTo>
                    <a:pt x="108" y="343"/>
                  </a:lnTo>
                  <a:lnTo>
                    <a:pt x="108" y="343"/>
                  </a:lnTo>
                  <a:lnTo>
                    <a:pt x="133" y="384"/>
                  </a:lnTo>
                  <a:lnTo>
                    <a:pt x="158" y="424"/>
                  </a:lnTo>
                  <a:lnTo>
                    <a:pt x="186" y="462"/>
                  </a:lnTo>
                  <a:lnTo>
                    <a:pt x="216" y="499"/>
                  </a:lnTo>
                  <a:lnTo>
                    <a:pt x="246" y="535"/>
                  </a:lnTo>
                  <a:lnTo>
                    <a:pt x="278" y="570"/>
                  </a:lnTo>
                  <a:lnTo>
                    <a:pt x="311" y="604"/>
                  </a:lnTo>
                  <a:lnTo>
                    <a:pt x="345" y="636"/>
                  </a:lnTo>
                  <a:lnTo>
                    <a:pt x="345" y="636"/>
                  </a:lnTo>
                  <a:lnTo>
                    <a:pt x="382" y="668"/>
                  </a:lnTo>
                  <a:lnTo>
                    <a:pt x="419" y="699"/>
                  </a:lnTo>
                  <a:lnTo>
                    <a:pt x="457" y="728"/>
                  </a:lnTo>
                  <a:lnTo>
                    <a:pt x="497" y="755"/>
                  </a:lnTo>
                  <a:lnTo>
                    <a:pt x="497" y="755"/>
                  </a:lnTo>
                  <a:lnTo>
                    <a:pt x="500" y="756"/>
                  </a:lnTo>
                  <a:lnTo>
                    <a:pt x="503" y="756"/>
                  </a:lnTo>
                  <a:lnTo>
                    <a:pt x="505" y="755"/>
                  </a:lnTo>
                  <a:lnTo>
                    <a:pt x="507" y="752"/>
                  </a:lnTo>
                  <a:lnTo>
                    <a:pt x="508" y="750"/>
                  </a:lnTo>
                  <a:lnTo>
                    <a:pt x="508" y="747"/>
                  </a:lnTo>
                  <a:lnTo>
                    <a:pt x="507" y="744"/>
                  </a:lnTo>
                  <a:lnTo>
                    <a:pt x="504" y="742"/>
                  </a:lnTo>
                  <a:lnTo>
                    <a:pt x="504" y="742"/>
                  </a:lnTo>
                  <a:lnTo>
                    <a:pt x="468" y="717"/>
                  </a:lnTo>
                  <a:lnTo>
                    <a:pt x="433" y="691"/>
                  </a:lnTo>
                  <a:lnTo>
                    <a:pt x="398" y="663"/>
                  </a:lnTo>
                  <a:lnTo>
                    <a:pt x="365" y="635"/>
                  </a:lnTo>
                  <a:lnTo>
                    <a:pt x="333" y="604"/>
                  </a:lnTo>
                  <a:lnTo>
                    <a:pt x="302" y="573"/>
                  </a:lnTo>
                  <a:lnTo>
                    <a:pt x="272" y="540"/>
                  </a:lnTo>
                  <a:lnTo>
                    <a:pt x="243" y="508"/>
                  </a:lnTo>
                  <a:lnTo>
                    <a:pt x="243" y="508"/>
                  </a:lnTo>
                  <a:lnTo>
                    <a:pt x="214" y="472"/>
                  </a:lnTo>
                  <a:lnTo>
                    <a:pt x="186" y="435"/>
                  </a:lnTo>
                  <a:lnTo>
                    <a:pt x="160" y="398"/>
                  </a:lnTo>
                  <a:lnTo>
                    <a:pt x="135" y="360"/>
                  </a:lnTo>
                  <a:lnTo>
                    <a:pt x="111" y="320"/>
                  </a:lnTo>
                  <a:lnTo>
                    <a:pt x="91" y="279"/>
                  </a:lnTo>
                  <a:lnTo>
                    <a:pt x="70" y="237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46" y="172"/>
                  </a:lnTo>
                  <a:lnTo>
                    <a:pt x="38" y="149"/>
                  </a:lnTo>
                  <a:lnTo>
                    <a:pt x="32" y="126"/>
                  </a:lnTo>
                  <a:lnTo>
                    <a:pt x="27" y="102"/>
                  </a:lnTo>
                  <a:lnTo>
                    <a:pt x="23" y="79"/>
                  </a:lnTo>
                  <a:lnTo>
                    <a:pt x="19" y="54"/>
                  </a:lnTo>
                  <a:lnTo>
                    <a:pt x="17" y="30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6" name="Freeform 165">
              <a:extLst>
                <a:ext uri="{FF2B5EF4-FFF2-40B4-BE49-F238E27FC236}">
                  <a16:creationId xmlns:a16="http://schemas.microsoft.com/office/drawing/2014/main" id="{58BA80D4-0283-FDAE-3C12-9B3EDC61C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1297"/>
              <a:ext cx="109" cy="437"/>
            </a:xfrm>
            <a:custGeom>
              <a:avLst/>
              <a:gdLst>
                <a:gd name="T0" fmla="*/ 5 w 329"/>
                <a:gd name="T1" fmla="*/ 8 h 1313"/>
                <a:gd name="T2" fmla="*/ 0 w 329"/>
                <a:gd name="T3" fmla="*/ 215 h 1313"/>
                <a:gd name="T4" fmla="*/ 0 w 329"/>
                <a:gd name="T5" fmla="*/ 283 h 1313"/>
                <a:gd name="T6" fmla="*/ 2 w 329"/>
                <a:gd name="T7" fmla="*/ 421 h 1313"/>
                <a:gd name="T8" fmla="*/ 13 w 329"/>
                <a:gd name="T9" fmla="*/ 557 h 1313"/>
                <a:gd name="T10" fmla="*/ 17 w 329"/>
                <a:gd name="T11" fmla="*/ 591 h 1313"/>
                <a:gd name="T12" fmla="*/ 27 w 329"/>
                <a:gd name="T13" fmla="*/ 660 h 1313"/>
                <a:gd name="T14" fmla="*/ 41 w 329"/>
                <a:gd name="T15" fmla="*/ 726 h 1313"/>
                <a:gd name="T16" fmla="*/ 59 w 329"/>
                <a:gd name="T17" fmla="*/ 793 h 1313"/>
                <a:gd name="T18" fmla="*/ 69 w 329"/>
                <a:gd name="T19" fmla="*/ 826 h 1313"/>
                <a:gd name="T20" fmla="*/ 114 w 329"/>
                <a:gd name="T21" fmla="*/ 945 h 1313"/>
                <a:gd name="T22" fmla="*/ 167 w 329"/>
                <a:gd name="T23" fmla="*/ 1061 h 1313"/>
                <a:gd name="T24" fmla="*/ 196 w 329"/>
                <a:gd name="T25" fmla="*/ 1119 h 1313"/>
                <a:gd name="T26" fmla="*/ 262 w 329"/>
                <a:gd name="T27" fmla="*/ 1229 h 1313"/>
                <a:gd name="T28" fmla="*/ 296 w 329"/>
                <a:gd name="T29" fmla="*/ 1282 h 1313"/>
                <a:gd name="T30" fmla="*/ 314 w 329"/>
                <a:gd name="T31" fmla="*/ 1309 h 1313"/>
                <a:gd name="T32" fmla="*/ 320 w 329"/>
                <a:gd name="T33" fmla="*/ 1313 h 1313"/>
                <a:gd name="T34" fmla="*/ 325 w 329"/>
                <a:gd name="T35" fmla="*/ 1312 h 1313"/>
                <a:gd name="T36" fmla="*/ 329 w 329"/>
                <a:gd name="T37" fmla="*/ 1308 h 1313"/>
                <a:gd name="T38" fmla="*/ 328 w 329"/>
                <a:gd name="T39" fmla="*/ 1301 h 1313"/>
                <a:gd name="T40" fmla="*/ 292 w 329"/>
                <a:gd name="T41" fmla="*/ 1249 h 1313"/>
                <a:gd name="T42" fmla="*/ 226 w 329"/>
                <a:gd name="T43" fmla="*/ 1139 h 1313"/>
                <a:gd name="T44" fmla="*/ 195 w 329"/>
                <a:gd name="T45" fmla="*/ 1083 h 1313"/>
                <a:gd name="T46" fmla="*/ 140 w 329"/>
                <a:gd name="T47" fmla="*/ 969 h 1313"/>
                <a:gd name="T48" fmla="*/ 94 w 329"/>
                <a:gd name="T49" fmla="*/ 851 h 1313"/>
                <a:gd name="T50" fmla="*/ 83 w 329"/>
                <a:gd name="T51" fmla="*/ 819 h 1313"/>
                <a:gd name="T52" fmla="*/ 64 w 329"/>
                <a:gd name="T53" fmla="*/ 753 h 1313"/>
                <a:gd name="T54" fmla="*/ 48 w 329"/>
                <a:gd name="T55" fmla="*/ 688 h 1313"/>
                <a:gd name="T56" fmla="*/ 36 w 329"/>
                <a:gd name="T57" fmla="*/ 620 h 1313"/>
                <a:gd name="T58" fmla="*/ 31 w 329"/>
                <a:gd name="T59" fmla="*/ 587 h 1313"/>
                <a:gd name="T60" fmla="*/ 19 w 329"/>
                <a:gd name="T61" fmla="*/ 451 h 1313"/>
                <a:gd name="T62" fmla="*/ 15 w 329"/>
                <a:gd name="T63" fmla="*/ 315 h 1313"/>
                <a:gd name="T64" fmla="*/ 15 w 329"/>
                <a:gd name="T65" fmla="*/ 247 h 1313"/>
                <a:gd name="T66" fmla="*/ 19 w 329"/>
                <a:gd name="T67" fmla="*/ 42 h 1313"/>
                <a:gd name="T68" fmla="*/ 20 w 329"/>
                <a:gd name="T69" fmla="*/ 8 h 1313"/>
                <a:gd name="T70" fmla="*/ 19 w 329"/>
                <a:gd name="T71" fmla="*/ 5 h 1313"/>
                <a:gd name="T72" fmla="*/ 15 w 329"/>
                <a:gd name="T73" fmla="*/ 1 h 1313"/>
                <a:gd name="T74" fmla="*/ 10 w 329"/>
                <a:gd name="T75" fmla="*/ 1 h 1313"/>
                <a:gd name="T76" fmla="*/ 5 w 329"/>
                <a:gd name="T77" fmla="*/ 5 h 1313"/>
                <a:gd name="T78" fmla="*/ 5 w 329"/>
                <a:gd name="T79" fmla="*/ 8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9" h="1313">
                  <a:moveTo>
                    <a:pt x="5" y="8"/>
                  </a:moveTo>
                  <a:lnTo>
                    <a:pt x="5" y="8"/>
                  </a:lnTo>
                  <a:lnTo>
                    <a:pt x="1" y="146"/>
                  </a:lnTo>
                  <a:lnTo>
                    <a:pt x="0" y="215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0" y="352"/>
                  </a:lnTo>
                  <a:lnTo>
                    <a:pt x="2" y="421"/>
                  </a:lnTo>
                  <a:lnTo>
                    <a:pt x="6" y="488"/>
                  </a:lnTo>
                  <a:lnTo>
                    <a:pt x="13" y="557"/>
                  </a:lnTo>
                  <a:lnTo>
                    <a:pt x="13" y="557"/>
                  </a:lnTo>
                  <a:lnTo>
                    <a:pt x="17" y="591"/>
                  </a:lnTo>
                  <a:lnTo>
                    <a:pt x="22" y="625"/>
                  </a:lnTo>
                  <a:lnTo>
                    <a:pt x="27" y="660"/>
                  </a:lnTo>
                  <a:lnTo>
                    <a:pt x="33" y="693"/>
                  </a:lnTo>
                  <a:lnTo>
                    <a:pt x="41" y="726"/>
                  </a:lnTo>
                  <a:lnTo>
                    <a:pt x="50" y="759"/>
                  </a:lnTo>
                  <a:lnTo>
                    <a:pt x="59" y="793"/>
                  </a:lnTo>
                  <a:lnTo>
                    <a:pt x="69" y="826"/>
                  </a:lnTo>
                  <a:lnTo>
                    <a:pt x="69" y="826"/>
                  </a:lnTo>
                  <a:lnTo>
                    <a:pt x="91" y="886"/>
                  </a:lnTo>
                  <a:lnTo>
                    <a:pt x="114" y="945"/>
                  </a:lnTo>
                  <a:lnTo>
                    <a:pt x="139" y="1004"/>
                  </a:lnTo>
                  <a:lnTo>
                    <a:pt x="167" y="1061"/>
                  </a:lnTo>
                  <a:lnTo>
                    <a:pt x="167" y="1061"/>
                  </a:lnTo>
                  <a:lnTo>
                    <a:pt x="196" y="1119"/>
                  </a:lnTo>
                  <a:lnTo>
                    <a:pt x="227" y="1174"/>
                  </a:lnTo>
                  <a:lnTo>
                    <a:pt x="262" y="1229"/>
                  </a:lnTo>
                  <a:lnTo>
                    <a:pt x="296" y="1282"/>
                  </a:lnTo>
                  <a:lnTo>
                    <a:pt x="296" y="1282"/>
                  </a:lnTo>
                  <a:lnTo>
                    <a:pt x="314" y="1309"/>
                  </a:lnTo>
                  <a:lnTo>
                    <a:pt x="314" y="1309"/>
                  </a:lnTo>
                  <a:lnTo>
                    <a:pt x="316" y="1312"/>
                  </a:lnTo>
                  <a:lnTo>
                    <a:pt x="320" y="1313"/>
                  </a:lnTo>
                  <a:lnTo>
                    <a:pt x="323" y="1313"/>
                  </a:lnTo>
                  <a:lnTo>
                    <a:pt x="325" y="1312"/>
                  </a:lnTo>
                  <a:lnTo>
                    <a:pt x="328" y="1310"/>
                  </a:lnTo>
                  <a:lnTo>
                    <a:pt x="329" y="1308"/>
                  </a:lnTo>
                  <a:lnTo>
                    <a:pt x="329" y="1305"/>
                  </a:lnTo>
                  <a:lnTo>
                    <a:pt x="328" y="1301"/>
                  </a:lnTo>
                  <a:lnTo>
                    <a:pt x="328" y="1301"/>
                  </a:lnTo>
                  <a:lnTo>
                    <a:pt x="292" y="1249"/>
                  </a:lnTo>
                  <a:lnTo>
                    <a:pt x="258" y="1195"/>
                  </a:lnTo>
                  <a:lnTo>
                    <a:pt x="226" y="1139"/>
                  </a:lnTo>
                  <a:lnTo>
                    <a:pt x="195" y="1083"/>
                  </a:lnTo>
                  <a:lnTo>
                    <a:pt x="195" y="1083"/>
                  </a:lnTo>
                  <a:lnTo>
                    <a:pt x="167" y="1027"/>
                  </a:lnTo>
                  <a:lnTo>
                    <a:pt x="140" y="969"/>
                  </a:lnTo>
                  <a:lnTo>
                    <a:pt x="116" y="910"/>
                  </a:lnTo>
                  <a:lnTo>
                    <a:pt x="94" y="851"/>
                  </a:lnTo>
                  <a:lnTo>
                    <a:pt x="94" y="851"/>
                  </a:lnTo>
                  <a:lnTo>
                    <a:pt x="83" y="819"/>
                  </a:lnTo>
                  <a:lnTo>
                    <a:pt x="73" y="786"/>
                  </a:lnTo>
                  <a:lnTo>
                    <a:pt x="64" y="753"/>
                  </a:lnTo>
                  <a:lnTo>
                    <a:pt x="56" y="721"/>
                  </a:lnTo>
                  <a:lnTo>
                    <a:pt x="48" y="688"/>
                  </a:lnTo>
                  <a:lnTo>
                    <a:pt x="42" y="653"/>
                  </a:lnTo>
                  <a:lnTo>
                    <a:pt x="36" y="620"/>
                  </a:lnTo>
                  <a:lnTo>
                    <a:pt x="31" y="587"/>
                  </a:lnTo>
                  <a:lnTo>
                    <a:pt x="31" y="587"/>
                  </a:lnTo>
                  <a:lnTo>
                    <a:pt x="24" y="519"/>
                  </a:lnTo>
                  <a:lnTo>
                    <a:pt x="19" y="451"/>
                  </a:lnTo>
                  <a:lnTo>
                    <a:pt x="17" y="384"/>
                  </a:lnTo>
                  <a:lnTo>
                    <a:pt x="15" y="315"/>
                  </a:lnTo>
                  <a:lnTo>
                    <a:pt x="15" y="315"/>
                  </a:lnTo>
                  <a:lnTo>
                    <a:pt x="15" y="247"/>
                  </a:lnTo>
                  <a:lnTo>
                    <a:pt x="17" y="179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9" y="5"/>
                  </a:lnTo>
                  <a:lnTo>
                    <a:pt x="18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0" y="1"/>
                  </a:lnTo>
                  <a:lnTo>
                    <a:pt x="8" y="3"/>
                  </a:lnTo>
                  <a:lnTo>
                    <a:pt x="5" y="5"/>
                  </a:lnTo>
                  <a:lnTo>
                    <a:pt x="5" y="8"/>
                  </a:lnTo>
                  <a:lnTo>
                    <a:pt x="5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097" name="Freeform 166">
              <a:extLst>
                <a:ext uri="{FF2B5EF4-FFF2-40B4-BE49-F238E27FC236}">
                  <a16:creationId xmlns:a16="http://schemas.microsoft.com/office/drawing/2014/main" id="{4DAE0D13-8038-4DC1-648B-BFEDA9FB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413"/>
              <a:ext cx="46" cy="293"/>
            </a:xfrm>
            <a:custGeom>
              <a:avLst/>
              <a:gdLst>
                <a:gd name="T0" fmla="*/ 114 w 137"/>
                <a:gd name="T1" fmla="*/ 7 h 879"/>
                <a:gd name="T2" fmla="*/ 119 w 137"/>
                <a:gd name="T3" fmla="*/ 92 h 879"/>
                <a:gd name="T4" fmla="*/ 121 w 137"/>
                <a:gd name="T5" fmla="*/ 176 h 879"/>
                <a:gd name="T6" fmla="*/ 120 w 137"/>
                <a:gd name="T7" fmla="*/ 261 h 879"/>
                <a:gd name="T8" fmla="*/ 116 w 137"/>
                <a:gd name="T9" fmla="*/ 346 h 879"/>
                <a:gd name="T10" fmla="*/ 112 w 137"/>
                <a:gd name="T11" fmla="*/ 390 h 879"/>
                <a:gd name="T12" fmla="*/ 102 w 137"/>
                <a:gd name="T13" fmla="*/ 477 h 879"/>
                <a:gd name="T14" fmla="*/ 89 w 137"/>
                <a:gd name="T15" fmla="*/ 564 h 879"/>
                <a:gd name="T16" fmla="*/ 71 w 137"/>
                <a:gd name="T17" fmla="*/ 649 h 879"/>
                <a:gd name="T18" fmla="*/ 60 w 137"/>
                <a:gd name="T19" fmla="*/ 693 h 879"/>
                <a:gd name="T20" fmla="*/ 34 w 137"/>
                <a:gd name="T21" fmla="*/ 781 h 879"/>
                <a:gd name="T22" fmla="*/ 0 w 137"/>
                <a:gd name="T23" fmla="*/ 868 h 879"/>
                <a:gd name="T24" fmla="*/ 0 w 137"/>
                <a:gd name="T25" fmla="*/ 872 h 879"/>
                <a:gd name="T26" fmla="*/ 3 w 137"/>
                <a:gd name="T27" fmla="*/ 877 h 879"/>
                <a:gd name="T28" fmla="*/ 6 w 137"/>
                <a:gd name="T29" fmla="*/ 879 h 879"/>
                <a:gd name="T30" fmla="*/ 12 w 137"/>
                <a:gd name="T31" fmla="*/ 879 h 879"/>
                <a:gd name="T32" fmla="*/ 14 w 137"/>
                <a:gd name="T33" fmla="*/ 875 h 879"/>
                <a:gd name="T34" fmla="*/ 45 w 137"/>
                <a:gd name="T35" fmla="*/ 796 h 879"/>
                <a:gd name="T36" fmla="*/ 70 w 137"/>
                <a:gd name="T37" fmla="*/ 714 h 879"/>
                <a:gd name="T38" fmla="*/ 91 w 137"/>
                <a:gd name="T39" fmla="*/ 631 h 879"/>
                <a:gd name="T40" fmla="*/ 107 w 137"/>
                <a:gd name="T41" fmla="*/ 547 h 879"/>
                <a:gd name="T42" fmla="*/ 115 w 137"/>
                <a:gd name="T43" fmla="*/ 503 h 879"/>
                <a:gd name="T44" fmla="*/ 125 w 137"/>
                <a:gd name="T45" fmla="*/ 415 h 879"/>
                <a:gd name="T46" fmla="*/ 133 w 137"/>
                <a:gd name="T47" fmla="*/ 327 h 879"/>
                <a:gd name="T48" fmla="*/ 137 w 137"/>
                <a:gd name="T49" fmla="*/ 239 h 879"/>
                <a:gd name="T50" fmla="*/ 137 w 137"/>
                <a:gd name="T51" fmla="*/ 195 h 879"/>
                <a:gd name="T52" fmla="*/ 135 w 137"/>
                <a:gd name="T53" fmla="*/ 101 h 879"/>
                <a:gd name="T54" fmla="*/ 129 w 137"/>
                <a:gd name="T55" fmla="*/ 7 h 879"/>
                <a:gd name="T56" fmla="*/ 128 w 137"/>
                <a:gd name="T57" fmla="*/ 4 h 879"/>
                <a:gd name="T58" fmla="*/ 124 w 137"/>
                <a:gd name="T59" fmla="*/ 0 h 879"/>
                <a:gd name="T60" fmla="*/ 117 w 137"/>
                <a:gd name="T61" fmla="*/ 0 h 879"/>
                <a:gd name="T62" fmla="*/ 114 w 137"/>
                <a:gd name="T63" fmla="*/ 4 h 879"/>
                <a:gd name="T64" fmla="*/ 114 w 137"/>
                <a:gd name="T65" fmla="*/ 7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7" h="879">
                  <a:moveTo>
                    <a:pt x="114" y="7"/>
                  </a:moveTo>
                  <a:lnTo>
                    <a:pt x="114" y="7"/>
                  </a:lnTo>
                  <a:lnTo>
                    <a:pt x="116" y="50"/>
                  </a:lnTo>
                  <a:lnTo>
                    <a:pt x="119" y="92"/>
                  </a:lnTo>
                  <a:lnTo>
                    <a:pt x="121" y="134"/>
                  </a:lnTo>
                  <a:lnTo>
                    <a:pt x="121" y="176"/>
                  </a:lnTo>
                  <a:lnTo>
                    <a:pt x="121" y="218"/>
                  </a:lnTo>
                  <a:lnTo>
                    <a:pt x="120" y="261"/>
                  </a:lnTo>
                  <a:lnTo>
                    <a:pt x="119" y="303"/>
                  </a:lnTo>
                  <a:lnTo>
                    <a:pt x="116" y="346"/>
                  </a:lnTo>
                  <a:lnTo>
                    <a:pt x="116" y="346"/>
                  </a:lnTo>
                  <a:lnTo>
                    <a:pt x="112" y="390"/>
                  </a:lnTo>
                  <a:lnTo>
                    <a:pt x="109" y="433"/>
                  </a:lnTo>
                  <a:lnTo>
                    <a:pt x="102" y="477"/>
                  </a:lnTo>
                  <a:lnTo>
                    <a:pt x="96" y="520"/>
                  </a:lnTo>
                  <a:lnTo>
                    <a:pt x="89" y="564"/>
                  </a:lnTo>
                  <a:lnTo>
                    <a:pt x="80" y="607"/>
                  </a:lnTo>
                  <a:lnTo>
                    <a:pt x="71" y="649"/>
                  </a:lnTo>
                  <a:lnTo>
                    <a:pt x="60" y="693"/>
                  </a:lnTo>
                  <a:lnTo>
                    <a:pt x="60" y="693"/>
                  </a:lnTo>
                  <a:lnTo>
                    <a:pt x="49" y="737"/>
                  </a:lnTo>
                  <a:lnTo>
                    <a:pt x="34" y="781"/>
                  </a:lnTo>
                  <a:lnTo>
                    <a:pt x="18" y="826"/>
                  </a:lnTo>
                  <a:lnTo>
                    <a:pt x="0" y="868"/>
                  </a:lnTo>
                  <a:lnTo>
                    <a:pt x="0" y="868"/>
                  </a:lnTo>
                  <a:lnTo>
                    <a:pt x="0" y="872"/>
                  </a:lnTo>
                  <a:lnTo>
                    <a:pt x="0" y="874"/>
                  </a:lnTo>
                  <a:lnTo>
                    <a:pt x="3" y="877"/>
                  </a:lnTo>
                  <a:lnTo>
                    <a:pt x="4" y="879"/>
                  </a:lnTo>
                  <a:lnTo>
                    <a:pt x="6" y="879"/>
                  </a:lnTo>
                  <a:lnTo>
                    <a:pt x="10" y="879"/>
                  </a:lnTo>
                  <a:lnTo>
                    <a:pt x="12" y="879"/>
                  </a:lnTo>
                  <a:lnTo>
                    <a:pt x="14" y="875"/>
                  </a:lnTo>
                  <a:lnTo>
                    <a:pt x="14" y="875"/>
                  </a:lnTo>
                  <a:lnTo>
                    <a:pt x="31" y="836"/>
                  </a:lnTo>
                  <a:lnTo>
                    <a:pt x="45" y="796"/>
                  </a:lnTo>
                  <a:lnTo>
                    <a:pt x="59" y="755"/>
                  </a:lnTo>
                  <a:lnTo>
                    <a:pt x="70" y="714"/>
                  </a:lnTo>
                  <a:lnTo>
                    <a:pt x="82" y="672"/>
                  </a:lnTo>
                  <a:lnTo>
                    <a:pt x="91" y="631"/>
                  </a:lnTo>
                  <a:lnTo>
                    <a:pt x="100" y="589"/>
                  </a:lnTo>
                  <a:lnTo>
                    <a:pt x="107" y="547"/>
                  </a:lnTo>
                  <a:lnTo>
                    <a:pt x="107" y="547"/>
                  </a:lnTo>
                  <a:lnTo>
                    <a:pt x="115" y="503"/>
                  </a:lnTo>
                  <a:lnTo>
                    <a:pt x="120" y="460"/>
                  </a:lnTo>
                  <a:lnTo>
                    <a:pt x="125" y="415"/>
                  </a:lnTo>
                  <a:lnTo>
                    <a:pt x="129" y="372"/>
                  </a:lnTo>
                  <a:lnTo>
                    <a:pt x="133" y="327"/>
                  </a:lnTo>
                  <a:lnTo>
                    <a:pt x="135" y="284"/>
                  </a:lnTo>
                  <a:lnTo>
                    <a:pt x="137" y="239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48"/>
                  </a:lnTo>
                  <a:lnTo>
                    <a:pt x="135" y="101"/>
                  </a:lnTo>
                  <a:lnTo>
                    <a:pt x="133" y="53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28" y="4"/>
                  </a:lnTo>
                  <a:lnTo>
                    <a:pt x="126" y="1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5" y="1"/>
                  </a:lnTo>
                  <a:lnTo>
                    <a:pt x="114" y="4"/>
                  </a:lnTo>
                  <a:lnTo>
                    <a:pt x="114" y="7"/>
                  </a:lnTo>
                  <a:lnTo>
                    <a:pt x="114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BB5F6770-3760-B19F-AC3C-9A11C3FD4EDA}"/>
              </a:ext>
            </a:extLst>
          </p:cNvPr>
          <p:cNvSpPr txBox="1"/>
          <p:nvPr/>
        </p:nvSpPr>
        <p:spPr>
          <a:xfrm>
            <a:off x="506514" y="2257108"/>
            <a:ext cx="4574444" cy="1292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603500" algn="l"/>
              </a:tabLst>
              <a:defRPr/>
            </a:pPr>
            <a:r>
              <a:rPr lang="en-US" altLang="ko-KR" sz="5400" i="1" kern="0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DMUsic:</a:t>
            </a:r>
            <a:endParaRPr kumimoji="0" lang="en-US" altLang="ko-KR" sz="5400" b="0" i="1" u="none" strike="noStrike" kern="0" cap="none" spc="0" normalizeH="0" baseline="0" noProof="0" dirty="0">
              <a:ln w="9525">
                <a:noFill/>
              </a:ln>
              <a:solidFill>
                <a:prstClr val="white"/>
              </a:solidFill>
              <a:effectLst/>
              <a:uLnTx/>
              <a:uFillTx/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603500" algn="l"/>
              </a:tabLst>
              <a:defRPr/>
            </a:pPr>
            <a:r>
              <a:rPr lang="ko-KR" altLang="en-US" sz="2400" kern="0" dirty="0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음악을 발견하고 공유하세요</a:t>
            </a:r>
            <a:endParaRPr kumimoji="0" lang="en-US" altLang="ko-KR" sz="2400" b="0" i="0" u="none" strike="noStrike" kern="0" cap="none" spc="0" normalizeH="0" baseline="0" noProof="0" dirty="0">
              <a:ln w="9525">
                <a:noFill/>
              </a:ln>
              <a:solidFill>
                <a:prstClr val="white"/>
              </a:solidFill>
              <a:effectLst/>
              <a:uLnTx/>
              <a:uFillTx/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</p:txBody>
      </p:sp>
      <p:sp>
        <p:nvSpPr>
          <p:cNvPr id="8" name="사각형: 둥근 모서리 105">
            <a:extLst>
              <a:ext uri="{FF2B5EF4-FFF2-40B4-BE49-F238E27FC236}">
                <a16:creationId xmlns:a16="http://schemas.microsoft.com/office/drawing/2014/main" id="{DAA4225E-088C-C709-F73F-368AAB5EBD9A}"/>
              </a:ext>
            </a:extLst>
          </p:cNvPr>
          <p:cNvSpPr/>
          <p:nvPr/>
        </p:nvSpPr>
        <p:spPr>
          <a:xfrm>
            <a:off x="687669" y="3864634"/>
            <a:ext cx="2806029" cy="36432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noFill/>
          </a:ln>
          <a:effectLst>
            <a:outerShdw dist="88900" dir="2700000" algn="tl" rotWithShape="0">
              <a:schemeClr val="tx1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Team. 2</a:t>
            </a:r>
            <a:r>
              <a:rPr lang="ko-KR" altLang="en-US" sz="1400" b="1" dirty="0" err="1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학기때</a:t>
            </a:r>
            <a:r>
              <a:rPr lang="ko-KR" altLang="en-US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</a:t>
            </a:r>
            <a:r>
              <a:rPr lang="ko-KR" altLang="en-US" sz="1400" b="1" dirty="0" err="1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한명</a:t>
            </a:r>
            <a:r>
              <a:rPr lang="ko-KR" altLang="en-US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사라짐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50531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52D8C03-517F-FA5D-0144-B4E74B14F2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6A217C1-4F80-0DE7-B7AD-10813D208AC8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/>
              </a:rPr>
              <a:t>Contents</a:t>
            </a:r>
            <a:r>
              <a:rPr lang="en-US" altLang="ko-KR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/>
              </a:rPr>
              <a:t>.</a:t>
            </a:r>
          </a:p>
        </p:txBody>
      </p:sp>
      <p:grpSp>
        <p:nvGrpSpPr>
          <p:cNvPr id="388" name="Group 4">
            <a:extLst>
              <a:ext uri="{FF2B5EF4-FFF2-40B4-BE49-F238E27FC236}">
                <a16:creationId xmlns:a16="http://schemas.microsoft.com/office/drawing/2014/main" id="{51B10341-FF36-36AB-F3E3-547E9AAE64F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390" name="Freeform 5">
              <a:extLst>
                <a:ext uri="{FF2B5EF4-FFF2-40B4-BE49-F238E27FC236}">
                  <a16:creationId xmlns:a16="http://schemas.microsoft.com/office/drawing/2014/main" id="{18DAE906-1C83-D27E-F8E8-4BA5E330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1" name="Freeform 6">
              <a:extLst>
                <a:ext uri="{FF2B5EF4-FFF2-40B4-BE49-F238E27FC236}">
                  <a16:creationId xmlns:a16="http://schemas.microsoft.com/office/drawing/2014/main" id="{8935C809-CCF8-331D-AEFF-2D08EF44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2" name="Freeform 7">
              <a:extLst>
                <a:ext uri="{FF2B5EF4-FFF2-40B4-BE49-F238E27FC236}">
                  <a16:creationId xmlns:a16="http://schemas.microsoft.com/office/drawing/2014/main" id="{24147B71-FE3D-C86C-64EB-20DDC7B1B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3" name="Freeform 8">
              <a:extLst>
                <a:ext uri="{FF2B5EF4-FFF2-40B4-BE49-F238E27FC236}">
                  <a16:creationId xmlns:a16="http://schemas.microsoft.com/office/drawing/2014/main" id="{E8395897-FAAF-3CB2-4D97-0722F024C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4" name="Freeform 9">
              <a:extLst>
                <a:ext uri="{FF2B5EF4-FFF2-40B4-BE49-F238E27FC236}">
                  <a16:creationId xmlns:a16="http://schemas.microsoft.com/office/drawing/2014/main" id="{3CAF2086-D78E-B521-1FBB-AFF8D6FB2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5" name="Freeform 10">
              <a:extLst>
                <a:ext uri="{FF2B5EF4-FFF2-40B4-BE49-F238E27FC236}">
                  <a16:creationId xmlns:a16="http://schemas.microsoft.com/office/drawing/2014/main" id="{D76A2CF0-1202-EFA2-30F8-FDC273EF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6" name="Freeform 11">
              <a:extLst>
                <a:ext uri="{FF2B5EF4-FFF2-40B4-BE49-F238E27FC236}">
                  <a16:creationId xmlns:a16="http://schemas.microsoft.com/office/drawing/2014/main" id="{36E51AE9-07B8-2160-537D-E23FA8C1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Freeform 12">
              <a:extLst>
                <a:ext uri="{FF2B5EF4-FFF2-40B4-BE49-F238E27FC236}">
                  <a16:creationId xmlns:a16="http://schemas.microsoft.com/office/drawing/2014/main" id="{0E6E0A97-C35C-D53D-68F2-82173459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8" name="Freeform 13">
              <a:extLst>
                <a:ext uri="{FF2B5EF4-FFF2-40B4-BE49-F238E27FC236}">
                  <a16:creationId xmlns:a16="http://schemas.microsoft.com/office/drawing/2014/main" id="{976DA281-E52E-93F5-9BB9-15B97A0D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9" name="Freeform 14">
              <a:extLst>
                <a:ext uri="{FF2B5EF4-FFF2-40B4-BE49-F238E27FC236}">
                  <a16:creationId xmlns:a16="http://schemas.microsoft.com/office/drawing/2014/main" id="{9DBC5ABC-BDAC-D4EC-1CE3-05D98E143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0" name="Freeform 15">
              <a:extLst>
                <a:ext uri="{FF2B5EF4-FFF2-40B4-BE49-F238E27FC236}">
                  <a16:creationId xmlns:a16="http://schemas.microsoft.com/office/drawing/2014/main" id="{DE2C16D1-BAA7-4E05-9CCD-F1CBF634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1" name="Freeform 16">
              <a:extLst>
                <a:ext uri="{FF2B5EF4-FFF2-40B4-BE49-F238E27FC236}">
                  <a16:creationId xmlns:a16="http://schemas.microsoft.com/office/drawing/2014/main" id="{FBF7E1DD-4407-6C0F-05E7-04C545F0D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2" name="Freeform 17">
              <a:extLst>
                <a:ext uri="{FF2B5EF4-FFF2-40B4-BE49-F238E27FC236}">
                  <a16:creationId xmlns:a16="http://schemas.microsoft.com/office/drawing/2014/main" id="{6931D70F-A0D1-7B4D-6D1E-96408D018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3" name="Freeform 18">
              <a:extLst>
                <a:ext uri="{FF2B5EF4-FFF2-40B4-BE49-F238E27FC236}">
                  <a16:creationId xmlns:a16="http://schemas.microsoft.com/office/drawing/2014/main" id="{02BB1783-65E0-CE38-B5A0-7BCEC227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4" name="Freeform 19">
              <a:extLst>
                <a:ext uri="{FF2B5EF4-FFF2-40B4-BE49-F238E27FC236}">
                  <a16:creationId xmlns:a16="http://schemas.microsoft.com/office/drawing/2014/main" id="{62211DAA-9AD5-85E9-37BE-8FAFF843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5" name="Freeform 20">
              <a:extLst>
                <a:ext uri="{FF2B5EF4-FFF2-40B4-BE49-F238E27FC236}">
                  <a16:creationId xmlns:a16="http://schemas.microsoft.com/office/drawing/2014/main" id="{86E3D2D9-3D9F-34A5-C44A-17A359DD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6" name="Freeform 21">
              <a:extLst>
                <a:ext uri="{FF2B5EF4-FFF2-40B4-BE49-F238E27FC236}">
                  <a16:creationId xmlns:a16="http://schemas.microsoft.com/office/drawing/2014/main" id="{43948C5F-F9E8-81DF-CC2A-A06411B8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7" name="Freeform 22">
              <a:extLst>
                <a:ext uri="{FF2B5EF4-FFF2-40B4-BE49-F238E27FC236}">
                  <a16:creationId xmlns:a16="http://schemas.microsoft.com/office/drawing/2014/main" id="{644085BB-DB75-57D5-B605-2982E1BD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8" name="Freeform 23">
              <a:extLst>
                <a:ext uri="{FF2B5EF4-FFF2-40B4-BE49-F238E27FC236}">
                  <a16:creationId xmlns:a16="http://schemas.microsoft.com/office/drawing/2014/main" id="{4A371989-8545-BF7A-601E-D602885E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9" name="Freeform 24">
              <a:extLst>
                <a:ext uri="{FF2B5EF4-FFF2-40B4-BE49-F238E27FC236}">
                  <a16:creationId xmlns:a16="http://schemas.microsoft.com/office/drawing/2014/main" id="{AEE070EE-26F0-2E28-CC4C-839D95B7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0" name="Freeform 25">
              <a:extLst>
                <a:ext uri="{FF2B5EF4-FFF2-40B4-BE49-F238E27FC236}">
                  <a16:creationId xmlns:a16="http://schemas.microsoft.com/office/drawing/2014/main" id="{A4BE75CA-2FE0-CBDD-93B0-AF6BBC77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1" name="Freeform 26">
              <a:extLst>
                <a:ext uri="{FF2B5EF4-FFF2-40B4-BE49-F238E27FC236}">
                  <a16:creationId xmlns:a16="http://schemas.microsoft.com/office/drawing/2014/main" id="{79167BCD-091F-5387-5E76-EFC8F1BA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2" name="Freeform 27">
              <a:extLst>
                <a:ext uri="{FF2B5EF4-FFF2-40B4-BE49-F238E27FC236}">
                  <a16:creationId xmlns:a16="http://schemas.microsoft.com/office/drawing/2014/main" id="{8E737C02-CA38-416F-6AE5-42AECB62D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3" name="Freeform 28">
              <a:extLst>
                <a:ext uri="{FF2B5EF4-FFF2-40B4-BE49-F238E27FC236}">
                  <a16:creationId xmlns:a16="http://schemas.microsoft.com/office/drawing/2014/main" id="{470A4399-EF18-BBE1-2776-02B3CFF5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4" name="Freeform 29">
              <a:extLst>
                <a:ext uri="{FF2B5EF4-FFF2-40B4-BE49-F238E27FC236}">
                  <a16:creationId xmlns:a16="http://schemas.microsoft.com/office/drawing/2014/main" id="{0DC95ECB-4F2A-6D4D-2FF5-14724221F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5" name="Freeform 30">
              <a:extLst>
                <a:ext uri="{FF2B5EF4-FFF2-40B4-BE49-F238E27FC236}">
                  <a16:creationId xmlns:a16="http://schemas.microsoft.com/office/drawing/2014/main" id="{0D02B20E-36E4-FC66-F1DE-63EE601F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6" name="Freeform 31">
              <a:extLst>
                <a:ext uri="{FF2B5EF4-FFF2-40B4-BE49-F238E27FC236}">
                  <a16:creationId xmlns:a16="http://schemas.microsoft.com/office/drawing/2014/main" id="{5C8DBC8A-CE13-AB42-9A04-F9C2FF49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7" name="Freeform 32">
              <a:extLst>
                <a:ext uri="{FF2B5EF4-FFF2-40B4-BE49-F238E27FC236}">
                  <a16:creationId xmlns:a16="http://schemas.microsoft.com/office/drawing/2014/main" id="{1B3EF8CB-7CD9-55B2-D2F6-B701561DF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8" name="Freeform 33">
              <a:extLst>
                <a:ext uri="{FF2B5EF4-FFF2-40B4-BE49-F238E27FC236}">
                  <a16:creationId xmlns:a16="http://schemas.microsoft.com/office/drawing/2014/main" id="{29FB3550-3F88-BAE3-C566-481DCEF3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9" name="Freeform 34">
              <a:extLst>
                <a:ext uri="{FF2B5EF4-FFF2-40B4-BE49-F238E27FC236}">
                  <a16:creationId xmlns:a16="http://schemas.microsoft.com/office/drawing/2014/main" id="{547607A0-FE8F-C596-AAAE-F4F96A0B9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Freeform 35">
              <a:extLst>
                <a:ext uri="{FF2B5EF4-FFF2-40B4-BE49-F238E27FC236}">
                  <a16:creationId xmlns:a16="http://schemas.microsoft.com/office/drawing/2014/main" id="{4F3E6B0C-728A-5EF0-1CE3-1A67FD16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1" name="Freeform 36">
              <a:extLst>
                <a:ext uri="{FF2B5EF4-FFF2-40B4-BE49-F238E27FC236}">
                  <a16:creationId xmlns:a16="http://schemas.microsoft.com/office/drawing/2014/main" id="{6832167F-38A4-D11D-1C69-895BFA9F1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2" name="Freeform 37">
              <a:extLst>
                <a:ext uri="{FF2B5EF4-FFF2-40B4-BE49-F238E27FC236}">
                  <a16:creationId xmlns:a16="http://schemas.microsoft.com/office/drawing/2014/main" id="{C88C3956-FC0A-DF41-B721-B19843B0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3" name="Freeform 38">
              <a:extLst>
                <a:ext uri="{FF2B5EF4-FFF2-40B4-BE49-F238E27FC236}">
                  <a16:creationId xmlns:a16="http://schemas.microsoft.com/office/drawing/2014/main" id="{2F9B58D9-996E-A085-3908-148EFB8F9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4" name="Freeform 39">
              <a:extLst>
                <a:ext uri="{FF2B5EF4-FFF2-40B4-BE49-F238E27FC236}">
                  <a16:creationId xmlns:a16="http://schemas.microsoft.com/office/drawing/2014/main" id="{909B5714-DC45-23C4-E274-91024DDF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5" name="Freeform 40">
              <a:extLst>
                <a:ext uri="{FF2B5EF4-FFF2-40B4-BE49-F238E27FC236}">
                  <a16:creationId xmlns:a16="http://schemas.microsoft.com/office/drawing/2014/main" id="{624707BF-362F-9C8A-B864-7EF80C13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6" name="Freeform 41">
              <a:extLst>
                <a:ext uri="{FF2B5EF4-FFF2-40B4-BE49-F238E27FC236}">
                  <a16:creationId xmlns:a16="http://schemas.microsoft.com/office/drawing/2014/main" id="{1D8FB8D6-9F9C-51D0-606B-38EA92D7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7" name="Freeform 42">
              <a:extLst>
                <a:ext uri="{FF2B5EF4-FFF2-40B4-BE49-F238E27FC236}">
                  <a16:creationId xmlns:a16="http://schemas.microsoft.com/office/drawing/2014/main" id="{547E6A6B-40E6-EC2A-F9E2-309882E7B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8" name="Freeform 43">
              <a:extLst>
                <a:ext uri="{FF2B5EF4-FFF2-40B4-BE49-F238E27FC236}">
                  <a16:creationId xmlns:a16="http://schemas.microsoft.com/office/drawing/2014/main" id="{762E55AF-BA36-6646-9584-310E0564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9" name="Freeform 44">
              <a:extLst>
                <a:ext uri="{FF2B5EF4-FFF2-40B4-BE49-F238E27FC236}">
                  <a16:creationId xmlns:a16="http://schemas.microsoft.com/office/drawing/2014/main" id="{E6A20545-F56E-C973-C038-79AE2DAA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0" name="Freeform 45">
              <a:extLst>
                <a:ext uri="{FF2B5EF4-FFF2-40B4-BE49-F238E27FC236}">
                  <a16:creationId xmlns:a16="http://schemas.microsoft.com/office/drawing/2014/main" id="{9BC7369F-52CB-D54A-E3D1-106AA062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1" name="Freeform 46">
              <a:extLst>
                <a:ext uri="{FF2B5EF4-FFF2-40B4-BE49-F238E27FC236}">
                  <a16:creationId xmlns:a16="http://schemas.microsoft.com/office/drawing/2014/main" id="{F8969904-0CFC-AD76-13D6-5004C4D4D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2" name="Freeform 47">
              <a:extLst>
                <a:ext uri="{FF2B5EF4-FFF2-40B4-BE49-F238E27FC236}">
                  <a16:creationId xmlns:a16="http://schemas.microsoft.com/office/drawing/2014/main" id="{28989DD8-4AD6-1BE3-22F8-5882E3C63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3" name="Freeform 48">
              <a:extLst>
                <a:ext uri="{FF2B5EF4-FFF2-40B4-BE49-F238E27FC236}">
                  <a16:creationId xmlns:a16="http://schemas.microsoft.com/office/drawing/2014/main" id="{E5AD8655-7A60-711E-723B-A9608212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4" name="Freeform 49">
              <a:extLst>
                <a:ext uri="{FF2B5EF4-FFF2-40B4-BE49-F238E27FC236}">
                  <a16:creationId xmlns:a16="http://schemas.microsoft.com/office/drawing/2014/main" id="{104AE7CF-969F-6C6F-1E23-51C1BB835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5" name="Freeform 50">
              <a:extLst>
                <a:ext uri="{FF2B5EF4-FFF2-40B4-BE49-F238E27FC236}">
                  <a16:creationId xmlns:a16="http://schemas.microsoft.com/office/drawing/2014/main" id="{FCBE47BA-6298-18F9-9321-4E5F463F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6" name="Freeform 51">
              <a:extLst>
                <a:ext uri="{FF2B5EF4-FFF2-40B4-BE49-F238E27FC236}">
                  <a16:creationId xmlns:a16="http://schemas.microsoft.com/office/drawing/2014/main" id="{12EF5875-2FFC-A23D-B808-E59D6094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7" name="Freeform 52">
              <a:extLst>
                <a:ext uri="{FF2B5EF4-FFF2-40B4-BE49-F238E27FC236}">
                  <a16:creationId xmlns:a16="http://schemas.microsoft.com/office/drawing/2014/main" id="{7FA5DE26-55A0-03BA-C479-DEB726B4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8" name="Freeform 53">
              <a:extLst>
                <a:ext uri="{FF2B5EF4-FFF2-40B4-BE49-F238E27FC236}">
                  <a16:creationId xmlns:a16="http://schemas.microsoft.com/office/drawing/2014/main" id="{69C4F040-53ED-253A-4DE6-1E40CD42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9" name="Freeform 54">
              <a:extLst>
                <a:ext uri="{FF2B5EF4-FFF2-40B4-BE49-F238E27FC236}">
                  <a16:creationId xmlns:a16="http://schemas.microsoft.com/office/drawing/2014/main" id="{00E04B0F-8774-2D32-EC84-25FFF0D6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0" name="Freeform 55">
              <a:extLst>
                <a:ext uri="{FF2B5EF4-FFF2-40B4-BE49-F238E27FC236}">
                  <a16:creationId xmlns:a16="http://schemas.microsoft.com/office/drawing/2014/main" id="{8DBC27E0-621C-21B5-B2E3-90A39912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1" name="Freeform 56">
              <a:extLst>
                <a:ext uri="{FF2B5EF4-FFF2-40B4-BE49-F238E27FC236}">
                  <a16:creationId xmlns:a16="http://schemas.microsoft.com/office/drawing/2014/main" id="{B3CE1EED-A0B7-C861-1C53-6DF242B54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2" name="Freeform 57">
              <a:extLst>
                <a:ext uri="{FF2B5EF4-FFF2-40B4-BE49-F238E27FC236}">
                  <a16:creationId xmlns:a16="http://schemas.microsoft.com/office/drawing/2014/main" id="{CFB2C1C3-A5DA-642B-ED0B-F250B95D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3" name="Freeform 58">
              <a:extLst>
                <a:ext uri="{FF2B5EF4-FFF2-40B4-BE49-F238E27FC236}">
                  <a16:creationId xmlns:a16="http://schemas.microsoft.com/office/drawing/2014/main" id="{715CADC6-B3FA-A73F-CC4B-619FF43D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4" name="Freeform 59">
              <a:extLst>
                <a:ext uri="{FF2B5EF4-FFF2-40B4-BE49-F238E27FC236}">
                  <a16:creationId xmlns:a16="http://schemas.microsoft.com/office/drawing/2014/main" id="{30BBF193-79C6-62C1-651C-346024DE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5" name="Freeform 60">
              <a:extLst>
                <a:ext uri="{FF2B5EF4-FFF2-40B4-BE49-F238E27FC236}">
                  <a16:creationId xmlns:a16="http://schemas.microsoft.com/office/drawing/2014/main" id="{9AE720D9-3C6D-8431-BDE2-66D45B5BA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6" name="Freeform 61">
              <a:extLst>
                <a:ext uri="{FF2B5EF4-FFF2-40B4-BE49-F238E27FC236}">
                  <a16:creationId xmlns:a16="http://schemas.microsoft.com/office/drawing/2014/main" id="{4E7DBB2E-5E05-0E6B-7613-E6876958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7" name="Freeform 62">
              <a:extLst>
                <a:ext uri="{FF2B5EF4-FFF2-40B4-BE49-F238E27FC236}">
                  <a16:creationId xmlns:a16="http://schemas.microsoft.com/office/drawing/2014/main" id="{5CBACBA9-E5DA-ED2C-C85D-94AA1FB5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8" name="Freeform 63">
              <a:extLst>
                <a:ext uri="{FF2B5EF4-FFF2-40B4-BE49-F238E27FC236}">
                  <a16:creationId xmlns:a16="http://schemas.microsoft.com/office/drawing/2014/main" id="{DF2F1C0C-2AEF-5F07-8E63-B59A203F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9" name="Freeform 64">
              <a:extLst>
                <a:ext uri="{FF2B5EF4-FFF2-40B4-BE49-F238E27FC236}">
                  <a16:creationId xmlns:a16="http://schemas.microsoft.com/office/drawing/2014/main" id="{E3A8A949-8E4E-87FE-D700-85FE86D23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0" name="Freeform 65">
              <a:extLst>
                <a:ext uri="{FF2B5EF4-FFF2-40B4-BE49-F238E27FC236}">
                  <a16:creationId xmlns:a16="http://schemas.microsoft.com/office/drawing/2014/main" id="{DEE02A16-85DD-1C14-C3CB-2FB6E8F4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1" name="Freeform 66">
              <a:extLst>
                <a:ext uri="{FF2B5EF4-FFF2-40B4-BE49-F238E27FC236}">
                  <a16:creationId xmlns:a16="http://schemas.microsoft.com/office/drawing/2014/main" id="{1D2531E2-157C-5523-9831-31093912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2" name="Freeform 67">
              <a:extLst>
                <a:ext uri="{FF2B5EF4-FFF2-40B4-BE49-F238E27FC236}">
                  <a16:creationId xmlns:a16="http://schemas.microsoft.com/office/drawing/2014/main" id="{7B385665-26B1-FCAC-9265-0A1F27566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3" name="Freeform 68">
              <a:extLst>
                <a:ext uri="{FF2B5EF4-FFF2-40B4-BE49-F238E27FC236}">
                  <a16:creationId xmlns:a16="http://schemas.microsoft.com/office/drawing/2014/main" id="{629708D4-B6EE-491F-8218-B2E78D096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4" name="Freeform 69">
              <a:extLst>
                <a:ext uri="{FF2B5EF4-FFF2-40B4-BE49-F238E27FC236}">
                  <a16:creationId xmlns:a16="http://schemas.microsoft.com/office/drawing/2014/main" id="{DF845493-BD25-5FA6-1002-BE083F86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5" name="Freeform 70">
              <a:extLst>
                <a:ext uri="{FF2B5EF4-FFF2-40B4-BE49-F238E27FC236}">
                  <a16:creationId xmlns:a16="http://schemas.microsoft.com/office/drawing/2014/main" id="{225D933C-762F-7F70-DB2E-9A8726A9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6" name="Freeform 71">
              <a:extLst>
                <a:ext uri="{FF2B5EF4-FFF2-40B4-BE49-F238E27FC236}">
                  <a16:creationId xmlns:a16="http://schemas.microsoft.com/office/drawing/2014/main" id="{2026ACEF-53AD-FD25-0798-543DC99A2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7" name="Freeform 72">
              <a:extLst>
                <a:ext uri="{FF2B5EF4-FFF2-40B4-BE49-F238E27FC236}">
                  <a16:creationId xmlns:a16="http://schemas.microsoft.com/office/drawing/2014/main" id="{281A5B4E-E01A-559A-54B5-5E66BC37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8" name="Freeform 73">
              <a:extLst>
                <a:ext uri="{FF2B5EF4-FFF2-40B4-BE49-F238E27FC236}">
                  <a16:creationId xmlns:a16="http://schemas.microsoft.com/office/drawing/2014/main" id="{0FAA8433-80B8-3CBA-9791-9413490A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9" name="Freeform 74">
              <a:extLst>
                <a:ext uri="{FF2B5EF4-FFF2-40B4-BE49-F238E27FC236}">
                  <a16:creationId xmlns:a16="http://schemas.microsoft.com/office/drawing/2014/main" id="{D232DE00-2E5D-E956-F25A-F7090A478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0" name="Freeform 75">
              <a:extLst>
                <a:ext uri="{FF2B5EF4-FFF2-40B4-BE49-F238E27FC236}">
                  <a16:creationId xmlns:a16="http://schemas.microsoft.com/office/drawing/2014/main" id="{91F5DB2F-D20B-A8E8-A637-BD3E475F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1" name="Freeform 76">
              <a:extLst>
                <a:ext uri="{FF2B5EF4-FFF2-40B4-BE49-F238E27FC236}">
                  <a16:creationId xmlns:a16="http://schemas.microsoft.com/office/drawing/2014/main" id="{4A56BE19-4C2A-5C47-6D6E-E7E262062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2" name="Freeform 77">
              <a:extLst>
                <a:ext uri="{FF2B5EF4-FFF2-40B4-BE49-F238E27FC236}">
                  <a16:creationId xmlns:a16="http://schemas.microsoft.com/office/drawing/2014/main" id="{4ABEC848-1849-7DDC-C2A5-CC73BBA9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3" name="Freeform 78">
              <a:extLst>
                <a:ext uri="{FF2B5EF4-FFF2-40B4-BE49-F238E27FC236}">
                  <a16:creationId xmlns:a16="http://schemas.microsoft.com/office/drawing/2014/main" id="{F3747427-18C2-C5C0-C56E-BD6C6572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4" name="Freeform 79">
              <a:extLst>
                <a:ext uri="{FF2B5EF4-FFF2-40B4-BE49-F238E27FC236}">
                  <a16:creationId xmlns:a16="http://schemas.microsoft.com/office/drawing/2014/main" id="{86F75A4D-7F0B-E6C7-7192-E11EC6D8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5" name="Freeform 80">
              <a:extLst>
                <a:ext uri="{FF2B5EF4-FFF2-40B4-BE49-F238E27FC236}">
                  <a16:creationId xmlns:a16="http://schemas.microsoft.com/office/drawing/2014/main" id="{4792455B-67B0-028D-5C7A-B430AB888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6" name="Freeform 81">
              <a:extLst>
                <a:ext uri="{FF2B5EF4-FFF2-40B4-BE49-F238E27FC236}">
                  <a16:creationId xmlns:a16="http://schemas.microsoft.com/office/drawing/2014/main" id="{D8D1ED90-657F-3363-5231-7F98A31E7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7" name="Freeform 82">
              <a:extLst>
                <a:ext uri="{FF2B5EF4-FFF2-40B4-BE49-F238E27FC236}">
                  <a16:creationId xmlns:a16="http://schemas.microsoft.com/office/drawing/2014/main" id="{6C7A8F16-B2A1-9A93-DDCB-882D97EFC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8" name="Freeform 83">
              <a:extLst>
                <a:ext uri="{FF2B5EF4-FFF2-40B4-BE49-F238E27FC236}">
                  <a16:creationId xmlns:a16="http://schemas.microsoft.com/office/drawing/2014/main" id="{1207ABB7-253C-0794-AD51-17738F27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9" name="Freeform 84">
              <a:extLst>
                <a:ext uri="{FF2B5EF4-FFF2-40B4-BE49-F238E27FC236}">
                  <a16:creationId xmlns:a16="http://schemas.microsoft.com/office/drawing/2014/main" id="{FC601376-563F-4A7F-8BAF-1543ED463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0" name="Freeform 85">
              <a:extLst>
                <a:ext uri="{FF2B5EF4-FFF2-40B4-BE49-F238E27FC236}">
                  <a16:creationId xmlns:a16="http://schemas.microsoft.com/office/drawing/2014/main" id="{C15BD278-E626-D19F-9CB6-9F4A9E4D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1" name="Freeform 86">
              <a:extLst>
                <a:ext uri="{FF2B5EF4-FFF2-40B4-BE49-F238E27FC236}">
                  <a16:creationId xmlns:a16="http://schemas.microsoft.com/office/drawing/2014/main" id="{213F3F58-95A5-3BE9-2432-A61B94D04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2" name="Freeform 87">
              <a:extLst>
                <a:ext uri="{FF2B5EF4-FFF2-40B4-BE49-F238E27FC236}">
                  <a16:creationId xmlns:a16="http://schemas.microsoft.com/office/drawing/2014/main" id="{A0E792D8-E735-9BC9-E00F-755B85BD9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3" name="Freeform 88">
              <a:extLst>
                <a:ext uri="{FF2B5EF4-FFF2-40B4-BE49-F238E27FC236}">
                  <a16:creationId xmlns:a16="http://schemas.microsoft.com/office/drawing/2014/main" id="{72927A29-6922-933A-8F4D-EDF92150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4" name="Freeform 89">
              <a:extLst>
                <a:ext uri="{FF2B5EF4-FFF2-40B4-BE49-F238E27FC236}">
                  <a16:creationId xmlns:a16="http://schemas.microsoft.com/office/drawing/2014/main" id="{2D8FC20F-5806-9574-C31D-8E2D28681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5" name="Freeform 90">
              <a:extLst>
                <a:ext uri="{FF2B5EF4-FFF2-40B4-BE49-F238E27FC236}">
                  <a16:creationId xmlns:a16="http://schemas.microsoft.com/office/drawing/2014/main" id="{A77240DB-801B-B9A6-B73F-44BE4C1FF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6" name="Freeform 91">
              <a:extLst>
                <a:ext uri="{FF2B5EF4-FFF2-40B4-BE49-F238E27FC236}">
                  <a16:creationId xmlns:a16="http://schemas.microsoft.com/office/drawing/2014/main" id="{202143FF-4BD7-830C-4756-C965CA638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7" name="Freeform 92">
              <a:extLst>
                <a:ext uri="{FF2B5EF4-FFF2-40B4-BE49-F238E27FC236}">
                  <a16:creationId xmlns:a16="http://schemas.microsoft.com/office/drawing/2014/main" id="{54F9B5BB-CDF4-D41E-D2F0-111F8A4E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8" name="Freeform 93">
              <a:extLst>
                <a:ext uri="{FF2B5EF4-FFF2-40B4-BE49-F238E27FC236}">
                  <a16:creationId xmlns:a16="http://schemas.microsoft.com/office/drawing/2014/main" id="{E385B6B5-7AD0-BBE8-80BC-576AFDB0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9" name="Freeform 94">
              <a:extLst>
                <a:ext uri="{FF2B5EF4-FFF2-40B4-BE49-F238E27FC236}">
                  <a16:creationId xmlns:a16="http://schemas.microsoft.com/office/drawing/2014/main" id="{601AC658-3334-1359-C8BA-AC44A31ED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0" name="Freeform 95">
              <a:extLst>
                <a:ext uri="{FF2B5EF4-FFF2-40B4-BE49-F238E27FC236}">
                  <a16:creationId xmlns:a16="http://schemas.microsoft.com/office/drawing/2014/main" id="{2F4EB89C-5081-4F03-E2DE-AF7449F1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1" name="Freeform 96">
              <a:extLst>
                <a:ext uri="{FF2B5EF4-FFF2-40B4-BE49-F238E27FC236}">
                  <a16:creationId xmlns:a16="http://schemas.microsoft.com/office/drawing/2014/main" id="{EA13A30A-4169-319A-953F-D0ED41F8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2" name="Freeform 97">
              <a:extLst>
                <a:ext uri="{FF2B5EF4-FFF2-40B4-BE49-F238E27FC236}">
                  <a16:creationId xmlns:a16="http://schemas.microsoft.com/office/drawing/2014/main" id="{287482E2-4103-5513-2797-BDD01A2F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3" name="Freeform 98">
              <a:extLst>
                <a:ext uri="{FF2B5EF4-FFF2-40B4-BE49-F238E27FC236}">
                  <a16:creationId xmlns:a16="http://schemas.microsoft.com/office/drawing/2014/main" id="{616FFD81-FC7F-9991-B8A8-B418F53A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4" name="Freeform 99">
              <a:extLst>
                <a:ext uri="{FF2B5EF4-FFF2-40B4-BE49-F238E27FC236}">
                  <a16:creationId xmlns:a16="http://schemas.microsoft.com/office/drawing/2014/main" id="{B4C01115-F2F5-545C-1071-1D3DA50F1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5" name="Freeform 100">
              <a:extLst>
                <a:ext uri="{FF2B5EF4-FFF2-40B4-BE49-F238E27FC236}">
                  <a16:creationId xmlns:a16="http://schemas.microsoft.com/office/drawing/2014/main" id="{621F8570-B17B-129B-C38A-BFAA24A1E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6" name="Freeform 101">
              <a:extLst>
                <a:ext uri="{FF2B5EF4-FFF2-40B4-BE49-F238E27FC236}">
                  <a16:creationId xmlns:a16="http://schemas.microsoft.com/office/drawing/2014/main" id="{3E65FC5C-6BBF-FBCB-C9E9-E38E6D80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7" name="Freeform 102">
              <a:extLst>
                <a:ext uri="{FF2B5EF4-FFF2-40B4-BE49-F238E27FC236}">
                  <a16:creationId xmlns:a16="http://schemas.microsoft.com/office/drawing/2014/main" id="{9FD5F18C-4574-6EA6-A102-D175B8C09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8" name="Freeform 103">
              <a:extLst>
                <a:ext uri="{FF2B5EF4-FFF2-40B4-BE49-F238E27FC236}">
                  <a16:creationId xmlns:a16="http://schemas.microsoft.com/office/drawing/2014/main" id="{6E9AEE62-854D-8581-DBF0-7F9F0FC2E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9" name="Freeform 104">
              <a:extLst>
                <a:ext uri="{FF2B5EF4-FFF2-40B4-BE49-F238E27FC236}">
                  <a16:creationId xmlns:a16="http://schemas.microsoft.com/office/drawing/2014/main" id="{B9A333AF-45DB-E916-2008-BC5F6AAA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0" name="Freeform 105">
              <a:extLst>
                <a:ext uri="{FF2B5EF4-FFF2-40B4-BE49-F238E27FC236}">
                  <a16:creationId xmlns:a16="http://schemas.microsoft.com/office/drawing/2014/main" id="{815B9200-6C79-1D27-9206-92F67F4B3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1" name="Freeform 106">
              <a:extLst>
                <a:ext uri="{FF2B5EF4-FFF2-40B4-BE49-F238E27FC236}">
                  <a16:creationId xmlns:a16="http://schemas.microsoft.com/office/drawing/2014/main" id="{8054FED2-EB79-43C5-4FFE-60D00CF98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2" name="Freeform 107">
              <a:extLst>
                <a:ext uri="{FF2B5EF4-FFF2-40B4-BE49-F238E27FC236}">
                  <a16:creationId xmlns:a16="http://schemas.microsoft.com/office/drawing/2014/main" id="{99FD67A8-A74E-6CDF-5915-11A25CE74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3" name="Freeform 108">
              <a:extLst>
                <a:ext uri="{FF2B5EF4-FFF2-40B4-BE49-F238E27FC236}">
                  <a16:creationId xmlns:a16="http://schemas.microsoft.com/office/drawing/2014/main" id="{EE43CA8A-987F-2ABA-DB36-FB1C166F3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4" name="Freeform 109">
              <a:extLst>
                <a:ext uri="{FF2B5EF4-FFF2-40B4-BE49-F238E27FC236}">
                  <a16:creationId xmlns:a16="http://schemas.microsoft.com/office/drawing/2014/main" id="{1A246C4B-50E8-684F-1B21-79664525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5" name="Freeform 110">
              <a:extLst>
                <a:ext uri="{FF2B5EF4-FFF2-40B4-BE49-F238E27FC236}">
                  <a16:creationId xmlns:a16="http://schemas.microsoft.com/office/drawing/2014/main" id="{1962AC24-E21C-D8F9-BED1-746CC941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6" name="Freeform 111">
              <a:extLst>
                <a:ext uri="{FF2B5EF4-FFF2-40B4-BE49-F238E27FC236}">
                  <a16:creationId xmlns:a16="http://schemas.microsoft.com/office/drawing/2014/main" id="{1389CDB7-11EB-93D6-465B-59293F949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7" name="Freeform 112">
              <a:extLst>
                <a:ext uri="{FF2B5EF4-FFF2-40B4-BE49-F238E27FC236}">
                  <a16:creationId xmlns:a16="http://schemas.microsoft.com/office/drawing/2014/main" id="{14F07E30-8E6E-8EB4-730E-10585819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8" name="Freeform 113">
              <a:extLst>
                <a:ext uri="{FF2B5EF4-FFF2-40B4-BE49-F238E27FC236}">
                  <a16:creationId xmlns:a16="http://schemas.microsoft.com/office/drawing/2014/main" id="{3DB48BEA-BFE7-9BC0-FD03-526864DC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9" name="Freeform 114">
              <a:extLst>
                <a:ext uri="{FF2B5EF4-FFF2-40B4-BE49-F238E27FC236}">
                  <a16:creationId xmlns:a16="http://schemas.microsoft.com/office/drawing/2014/main" id="{D1DD52FE-E059-77B7-7AA4-7F221272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0" name="Freeform 115">
              <a:extLst>
                <a:ext uri="{FF2B5EF4-FFF2-40B4-BE49-F238E27FC236}">
                  <a16:creationId xmlns:a16="http://schemas.microsoft.com/office/drawing/2014/main" id="{5FF6B61E-371F-F6C4-4DB4-08E9D76B2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1" name="Freeform 116">
              <a:extLst>
                <a:ext uri="{FF2B5EF4-FFF2-40B4-BE49-F238E27FC236}">
                  <a16:creationId xmlns:a16="http://schemas.microsoft.com/office/drawing/2014/main" id="{7C043556-CF38-F09F-BFCE-2D19C0B6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2" name="Freeform 117">
              <a:extLst>
                <a:ext uri="{FF2B5EF4-FFF2-40B4-BE49-F238E27FC236}">
                  <a16:creationId xmlns:a16="http://schemas.microsoft.com/office/drawing/2014/main" id="{B56ED007-E70A-E7AF-A2EC-2967176F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3" name="Freeform 118">
              <a:extLst>
                <a:ext uri="{FF2B5EF4-FFF2-40B4-BE49-F238E27FC236}">
                  <a16:creationId xmlns:a16="http://schemas.microsoft.com/office/drawing/2014/main" id="{967FF8AD-F06F-E9D1-2734-1DA0F4ADA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4" name="Freeform 119">
              <a:extLst>
                <a:ext uri="{FF2B5EF4-FFF2-40B4-BE49-F238E27FC236}">
                  <a16:creationId xmlns:a16="http://schemas.microsoft.com/office/drawing/2014/main" id="{1BAAAD30-FE65-446A-069B-AB148CBE6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5" name="Freeform 120">
              <a:extLst>
                <a:ext uri="{FF2B5EF4-FFF2-40B4-BE49-F238E27FC236}">
                  <a16:creationId xmlns:a16="http://schemas.microsoft.com/office/drawing/2014/main" id="{16A9C9C6-E897-7EEE-EF51-6FDB8DD9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6" name="Freeform 121">
              <a:extLst>
                <a:ext uri="{FF2B5EF4-FFF2-40B4-BE49-F238E27FC236}">
                  <a16:creationId xmlns:a16="http://schemas.microsoft.com/office/drawing/2014/main" id="{0AB7CBB5-0947-1EEF-7487-93E66B08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7" name="Freeform 122">
              <a:extLst>
                <a:ext uri="{FF2B5EF4-FFF2-40B4-BE49-F238E27FC236}">
                  <a16:creationId xmlns:a16="http://schemas.microsoft.com/office/drawing/2014/main" id="{E1FCDD01-6A31-3861-67A1-6813842C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8" name="Freeform 123">
              <a:extLst>
                <a:ext uri="{FF2B5EF4-FFF2-40B4-BE49-F238E27FC236}">
                  <a16:creationId xmlns:a16="http://schemas.microsoft.com/office/drawing/2014/main" id="{37743339-D98C-8A3C-AAFB-AC3544B0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9" name="Freeform 124">
              <a:extLst>
                <a:ext uri="{FF2B5EF4-FFF2-40B4-BE49-F238E27FC236}">
                  <a16:creationId xmlns:a16="http://schemas.microsoft.com/office/drawing/2014/main" id="{01D7BA12-16F4-A2A7-143A-2FD484143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0" name="Freeform 125">
              <a:extLst>
                <a:ext uri="{FF2B5EF4-FFF2-40B4-BE49-F238E27FC236}">
                  <a16:creationId xmlns:a16="http://schemas.microsoft.com/office/drawing/2014/main" id="{E9F99387-0CEE-B42B-B148-098F56451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1" name="Freeform 126">
              <a:extLst>
                <a:ext uri="{FF2B5EF4-FFF2-40B4-BE49-F238E27FC236}">
                  <a16:creationId xmlns:a16="http://schemas.microsoft.com/office/drawing/2014/main" id="{45B01455-1087-F5EB-1948-1DAEA84EB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2" name="Freeform 127">
              <a:extLst>
                <a:ext uri="{FF2B5EF4-FFF2-40B4-BE49-F238E27FC236}">
                  <a16:creationId xmlns:a16="http://schemas.microsoft.com/office/drawing/2014/main" id="{0C097FC5-140F-96A0-8F5A-EED81D99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3" name="Freeform 128">
              <a:extLst>
                <a:ext uri="{FF2B5EF4-FFF2-40B4-BE49-F238E27FC236}">
                  <a16:creationId xmlns:a16="http://schemas.microsoft.com/office/drawing/2014/main" id="{BEB0D054-2929-54F4-E409-0F4405FA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4" name="Freeform 129">
              <a:extLst>
                <a:ext uri="{FF2B5EF4-FFF2-40B4-BE49-F238E27FC236}">
                  <a16:creationId xmlns:a16="http://schemas.microsoft.com/office/drawing/2014/main" id="{303AFDF7-3188-4C2D-A7FE-CDB31FF6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5" name="Freeform 130">
              <a:extLst>
                <a:ext uri="{FF2B5EF4-FFF2-40B4-BE49-F238E27FC236}">
                  <a16:creationId xmlns:a16="http://schemas.microsoft.com/office/drawing/2014/main" id="{FC7C3EA5-428E-9510-1AB5-241F43B3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6" name="Freeform 131">
              <a:extLst>
                <a:ext uri="{FF2B5EF4-FFF2-40B4-BE49-F238E27FC236}">
                  <a16:creationId xmlns:a16="http://schemas.microsoft.com/office/drawing/2014/main" id="{1AB90926-F01F-8A47-D3C4-9D0A1949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7" name="Freeform 132">
              <a:extLst>
                <a:ext uri="{FF2B5EF4-FFF2-40B4-BE49-F238E27FC236}">
                  <a16:creationId xmlns:a16="http://schemas.microsoft.com/office/drawing/2014/main" id="{3F1CC75F-AF42-587E-4E25-8CF861F78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8" name="Freeform 133">
              <a:extLst>
                <a:ext uri="{FF2B5EF4-FFF2-40B4-BE49-F238E27FC236}">
                  <a16:creationId xmlns:a16="http://schemas.microsoft.com/office/drawing/2014/main" id="{A349EE4D-74BB-5E2A-2CF4-87FA16432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9" name="Freeform 134">
              <a:extLst>
                <a:ext uri="{FF2B5EF4-FFF2-40B4-BE49-F238E27FC236}">
                  <a16:creationId xmlns:a16="http://schemas.microsoft.com/office/drawing/2014/main" id="{D9823737-B505-DEBC-F91A-FF2B7F17A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0" name="Freeform 135">
              <a:extLst>
                <a:ext uri="{FF2B5EF4-FFF2-40B4-BE49-F238E27FC236}">
                  <a16:creationId xmlns:a16="http://schemas.microsoft.com/office/drawing/2014/main" id="{6B39A259-276D-B942-289D-E0F9D607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1" name="Freeform 136">
              <a:extLst>
                <a:ext uri="{FF2B5EF4-FFF2-40B4-BE49-F238E27FC236}">
                  <a16:creationId xmlns:a16="http://schemas.microsoft.com/office/drawing/2014/main" id="{AEC76047-F4FE-2F6A-8314-E030E90E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3" name="대각선 방향의 모서리가 둥근 사각형 32">
            <a:extLst>
              <a:ext uri="{FF2B5EF4-FFF2-40B4-BE49-F238E27FC236}">
                <a16:creationId xmlns:a16="http://schemas.microsoft.com/office/drawing/2014/main" id="{EF401C9F-C1C3-4674-5B98-70258D8CDE88}"/>
              </a:ext>
            </a:extLst>
          </p:cNvPr>
          <p:cNvSpPr/>
          <p:nvPr/>
        </p:nvSpPr>
        <p:spPr>
          <a:xfrm flipH="1">
            <a:off x="1084943" y="2424384"/>
            <a:ext cx="2859314" cy="441642"/>
          </a:xfrm>
          <a:prstGeom prst="round2DiagRect">
            <a:avLst>
              <a:gd name="adj1" fmla="val 23031"/>
              <a:gd name="adj2" fmla="val 0"/>
            </a:avLst>
          </a:prstGeom>
          <a:solidFill>
            <a:schemeClr val="bg1"/>
          </a:solidFill>
          <a:ln w="19050">
            <a:solidFill>
              <a:srgbClr val="7030A0"/>
            </a:solidFill>
          </a:ln>
          <a:effectLst>
            <a:outerShdw blurRad="152400" dist="63500" dir="8100000" algn="tr" rotWithShape="0">
              <a:srgbClr val="FF713F">
                <a:alpha val="1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ea typeface="BM HANNA 11yrs old OTF" panose="020B0600000101010101"/>
              </a:rPr>
              <a:t>프로젝트 개요</a:t>
            </a:r>
          </a:p>
        </p:txBody>
      </p:sp>
      <p:sp>
        <p:nvSpPr>
          <p:cNvPr id="4" name="직각 삼각형 3">
            <a:extLst>
              <a:ext uri="{FF2B5EF4-FFF2-40B4-BE49-F238E27FC236}">
                <a16:creationId xmlns:a16="http://schemas.microsoft.com/office/drawing/2014/main" id="{756C12E8-A57C-3B58-46D1-DF3527181124}"/>
              </a:ext>
            </a:extLst>
          </p:cNvPr>
          <p:cNvSpPr/>
          <p:nvPr/>
        </p:nvSpPr>
        <p:spPr>
          <a:xfrm rot="5400000">
            <a:off x="1178959" y="2349416"/>
            <a:ext cx="299099" cy="468085"/>
          </a:xfrm>
          <a:prstGeom prst="rtTriangle">
            <a:avLst/>
          </a:prstGeom>
          <a:solidFill>
            <a:srgbClr val="7030A0"/>
          </a:solidFill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404A535-18C7-B8BD-C9DB-953982C84E86}"/>
              </a:ext>
            </a:extLst>
          </p:cNvPr>
          <p:cNvSpPr/>
          <p:nvPr/>
        </p:nvSpPr>
        <p:spPr>
          <a:xfrm>
            <a:off x="1034087" y="2408031"/>
            <a:ext cx="38343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(1)</a:t>
            </a:r>
            <a:r>
              <a:rPr lang="ko-KR" altLang="en-US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 </a:t>
            </a:r>
          </a:p>
        </p:txBody>
      </p:sp>
      <p:sp>
        <p:nvSpPr>
          <p:cNvPr id="7" name="대각선 방향의 모서리가 둥근 사각형 32">
            <a:extLst>
              <a:ext uri="{FF2B5EF4-FFF2-40B4-BE49-F238E27FC236}">
                <a16:creationId xmlns:a16="http://schemas.microsoft.com/office/drawing/2014/main" id="{0269A587-6B54-6C2E-F924-7358BD44F2C2}"/>
              </a:ext>
            </a:extLst>
          </p:cNvPr>
          <p:cNvSpPr/>
          <p:nvPr/>
        </p:nvSpPr>
        <p:spPr>
          <a:xfrm flipH="1">
            <a:off x="4666343" y="2439747"/>
            <a:ext cx="2859314" cy="441642"/>
          </a:xfrm>
          <a:prstGeom prst="round2DiagRect">
            <a:avLst>
              <a:gd name="adj1" fmla="val 23031"/>
              <a:gd name="adj2" fmla="val 0"/>
            </a:avLst>
          </a:prstGeom>
          <a:solidFill>
            <a:schemeClr val="bg1"/>
          </a:solidFill>
          <a:ln w="19050">
            <a:solidFill>
              <a:srgbClr val="7030A0"/>
            </a:solidFill>
          </a:ln>
          <a:effectLst>
            <a:outerShdw blurRad="152400" dist="63500" dir="8100000" algn="tr" rotWithShape="0">
              <a:srgbClr val="FF713F">
                <a:alpha val="1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ko-KR" altLang="en-US" b="1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프로젝트 목표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/>
            </a:endParaRPr>
          </a:p>
        </p:txBody>
      </p:sp>
      <p:sp>
        <p:nvSpPr>
          <p:cNvPr id="8" name="직각 삼각형 7">
            <a:extLst>
              <a:ext uri="{FF2B5EF4-FFF2-40B4-BE49-F238E27FC236}">
                <a16:creationId xmlns:a16="http://schemas.microsoft.com/office/drawing/2014/main" id="{C1B99B56-A918-6CF4-DB3F-175B11BFBD0C}"/>
              </a:ext>
            </a:extLst>
          </p:cNvPr>
          <p:cNvSpPr/>
          <p:nvPr/>
        </p:nvSpPr>
        <p:spPr>
          <a:xfrm rot="5400000">
            <a:off x="4760359" y="2364779"/>
            <a:ext cx="299099" cy="468085"/>
          </a:xfrm>
          <a:prstGeom prst="rtTriangle">
            <a:avLst/>
          </a:prstGeom>
          <a:solidFill>
            <a:srgbClr val="7030A0"/>
          </a:solidFill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B1DCC8-2957-B8E2-8659-CF140E5A7FEB}"/>
              </a:ext>
            </a:extLst>
          </p:cNvPr>
          <p:cNvSpPr/>
          <p:nvPr/>
        </p:nvSpPr>
        <p:spPr>
          <a:xfrm>
            <a:off x="4835429" y="3103254"/>
            <a:ext cx="2521142" cy="3885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프로젝트 목표</a:t>
            </a:r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096A714-AC5B-0D7A-4FEF-468C9AB74982}"/>
              </a:ext>
            </a:extLst>
          </p:cNvPr>
          <p:cNvSpPr/>
          <p:nvPr/>
        </p:nvSpPr>
        <p:spPr>
          <a:xfrm>
            <a:off x="4615487" y="2423394"/>
            <a:ext cx="40748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(2)</a:t>
            </a:r>
            <a:r>
              <a:rPr lang="ko-KR" altLang="en-US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 </a:t>
            </a:r>
          </a:p>
        </p:txBody>
      </p:sp>
      <p:sp>
        <p:nvSpPr>
          <p:cNvPr id="11" name="대각선 방향의 모서리가 둥근 사각형 32">
            <a:extLst>
              <a:ext uri="{FF2B5EF4-FFF2-40B4-BE49-F238E27FC236}">
                <a16:creationId xmlns:a16="http://schemas.microsoft.com/office/drawing/2014/main" id="{3D649813-93E4-5426-7D64-6B18234E32A5}"/>
              </a:ext>
            </a:extLst>
          </p:cNvPr>
          <p:cNvSpPr/>
          <p:nvPr/>
        </p:nvSpPr>
        <p:spPr>
          <a:xfrm flipH="1">
            <a:off x="8247743" y="2455110"/>
            <a:ext cx="2859314" cy="441642"/>
          </a:xfrm>
          <a:prstGeom prst="round2DiagRect">
            <a:avLst>
              <a:gd name="adj1" fmla="val 23031"/>
              <a:gd name="adj2" fmla="val 0"/>
            </a:avLst>
          </a:prstGeom>
          <a:solidFill>
            <a:schemeClr val="bg1"/>
          </a:solidFill>
          <a:ln w="19050">
            <a:solidFill>
              <a:srgbClr val="7030A0"/>
            </a:solidFill>
          </a:ln>
          <a:effectLst>
            <a:outerShdw blurRad="152400" dist="63500" dir="8100000" algn="tr" rotWithShape="0">
              <a:srgbClr val="FF713F">
                <a:alpha val="1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>
                <a:solidFill>
                  <a:schemeClr val="tx1">
                    <a:lumMod val="75000"/>
                    <a:lumOff val="25000"/>
                  </a:schemeClr>
                </a:solidFill>
                <a:ea typeface="BM HANNA 11yrs old OTF" panose="020B0600000101010101"/>
              </a:rPr>
              <a:t>팀원 소개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ea typeface="BM HANNA 11yrs old OTF" panose="020B0600000101010101"/>
            </a:endParaRPr>
          </a:p>
        </p:txBody>
      </p:sp>
      <p:sp>
        <p:nvSpPr>
          <p:cNvPr id="12" name="직각 삼각형 11">
            <a:extLst>
              <a:ext uri="{FF2B5EF4-FFF2-40B4-BE49-F238E27FC236}">
                <a16:creationId xmlns:a16="http://schemas.microsoft.com/office/drawing/2014/main" id="{FDC3BB01-4DF5-6211-DDFA-C46C2E151BBA}"/>
              </a:ext>
            </a:extLst>
          </p:cNvPr>
          <p:cNvSpPr/>
          <p:nvPr/>
        </p:nvSpPr>
        <p:spPr>
          <a:xfrm rot="5400000">
            <a:off x="8341759" y="2380142"/>
            <a:ext cx="299099" cy="468085"/>
          </a:xfrm>
          <a:prstGeom prst="rtTriangle">
            <a:avLst/>
          </a:prstGeom>
          <a:solidFill>
            <a:srgbClr val="7030A0"/>
          </a:solidFill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D287B37-863C-04FE-AF73-B5432C3631D4}"/>
              </a:ext>
            </a:extLst>
          </p:cNvPr>
          <p:cNvSpPr/>
          <p:nvPr/>
        </p:nvSpPr>
        <p:spPr>
          <a:xfrm>
            <a:off x="8416829" y="3103254"/>
            <a:ext cx="2521142" cy="3885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소개 및 역할</a:t>
            </a:r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4EBBB79-B900-DF08-ED87-49F39FEE3ABB}"/>
              </a:ext>
            </a:extLst>
          </p:cNvPr>
          <p:cNvSpPr/>
          <p:nvPr/>
        </p:nvSpPr>
        <p:spPr>
          <a:xfrm>
            <a:off x="8196887" y="2438757"/>
            <a:ext cx="40267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(3)</a:t>
            </a:r>
            <a:r>
              <a:rPr lang="ko-KR" altLang="en-US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 </a:t>
            </a:r>
          </a:p>
        </p:txBody>
      </p:sp>
      <p:sp>
        <p:nvSpPr>
          <p:cNvPr id="16" name="대각선 방향의 모서리가 둥근 사각형 32">
            <a:extLst>
              <a:ext uri="{FF2B5EF4-FFF2-40B4-BE49-F238E27FC236}">
                <a16:creationId xmlns:a16="http://schemas.microsoft.com/office/drawing/2014/main" id="{3D8A3A2C-713F-0237-07D5-B0C8FE849AD6}"/>
              </a:ext>
            </a:extLst>
          </p:cNvPr>
          <p:cNvSpPr/>
          <p:nvPr/>
        </p:nvSpPr>
        <p:spPr>
          <a:xfrm flipH="1">
            <a:off x="1080226" y="4344875"/>
            <a:ext cx="2859314" cy="441642"/>
          </a:xfrm>
          <a:prstGeom prst="round2DiagRect">
            <a:avLst>
              <a:gd name="adj1" fmla="val 23031"/>
              <a:gd name="adj2" fmla="val 0"/>
            </a:avLst>
          </a:prstGeom>
          <a:solidFill>
            <a:schemeClr val="bg1"/>
          </a:solidFill>
          <a:ln w="19050">
            <a:solidFill>
              <a:srgbClr val="7030A0"/>
            </a:solidFill>
          </a:ln>
          <a:effectLst>
            <a:outerShdw blurRad="152400" dist="63500" dir="8100000" algn="tr" rotWithShape="0">
              <a:srgbClr val="FF713F">
                <a:alpha val="1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>
                <a:solidFill>
                  <a:schemeClr val="tx1">
                    <a:lumMod val="75000"/>
                    <a:lumOff val="25000"/>
                  </a:schemeClr>
                </a:solidFill>
                <a:ea typeface="BM HANNA 11yrs old OTF" panose="020B0600000101010101"/>
              </a:rPr>
              <a:t>시스템 구성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ea typeface="BM HANNA 11yrs old OTF" panose="020B0600000101010101"/>
            </a:endParaRPr>
          </a:p>
        </p:txBody>
      </p:sp>
      <p:sp>
        <p:nvSpPr>
          <p:cNvPr id="17" name="직각 삼각형 3">
            <a:extLst>
              <a:ext uri="{FF2B5EF4-FFF2-40B4-BE49-F238E27FC236}">
                <a16:creationId xmlns:a16="http://schemas.microsoft.com/office/drawing/2014/main" id="{3F2539C8-D047-2A44-A88B-4F5AB9E76BCA}"/>
              </a:ext>
            </a:extLst>
          </p:cNvPr>
          <p:cNvSpPr/>
          <p:nvPr/>
        </p:nvSpPr>
        <p:spPr>
          <a:xfrm rot="5400000">
            <a:off x="1174242" y="4269907"/>
            <a:ext cx="299099" cy="468085"/>
          </a:xfrm>
          <a:prstGeom prst="rtTriangle">
            <a:avLst/>
          </a:prstGeom>
          <a:solidFill>
            <a:srgbClr val="7030A0"/>
          </a:solidFill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4E56D45-B584-8162-8C85-9A487BC08FD6}"/>
              </a:ext>
            </a:extLst>
          </p:cNvPr>
          <p:cNvSpPr/>
          <p:nvPr/>
        </p:nvSpPr>
        <p:spPr>
          <a:xfrm>
            <a:off x="1249312" y="4942406"/>
            <a:ext cx="2521142" cy="3885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구성도 및 데이터테이블</a:t>
            </a:r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B09BFBC-0D00-104F-F22F-8500611726D7}"/>
              </a:ext>
            </a:extLst>
          </p:cNvPr>
          <p:cNvSpPr/>
          <p:nvPr/>
        </p:nvSpPr>
        <p:spPr>
          <a:xfrm>
            <a:off x="1029370" y="4328522"/>
            <a:ext cx="402674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(4)</a:t>
            </a:r>
            <a:r>
              <a:rPr lang="ko-KR" altLang="en-US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 </a:t>
            </a:r>
          </a:p>
        </p:txBody>
      </p:sp>
      <p:sp>
        <p:nvSpPr>
          <p:cNvPr id="20" name="대각선 방향의 모서리가 둥근 사각형 32">
            <a:extLst>
              <a:ext uri="{FF2B5EF4-FFF2-40B4-BE49-F238E27FC236}">
                <a16:creationId xmlns:a16="http://schemas.microsoft.com/office/drawing/2014/main" id="{FD83A28D-EBBB-801E-8A1B-957DC6CFB7A3}"/>
              </a:ext>
            </a:extLst>
          </p:cNvPr>
          <p:cNvSpPr/>
          <p:nvPr/>
        </p:nvSpPr>
        <p:spPr>
          <a:xfrm flipH="1">
            <a:off x="4661626" y="4360238"/>
            <a:ext cx="2859314" cy="441642"/>
          </a:xfrm>
          <a:prstGeom prst="round2DiagRect">
            <a:avLst>
              <a:gd name="adj1" fmla="val 23031"/>
              <a:gd name="adj2" fmla="val 0"/>
            </a:avLst>
          </a:prstGeom>
          <a:solidFill>
            <a:schemeClr val="bg1"/>
          </a:solidFill>
          <a:ln w="19050">
            <a:solidFill>
              <a:srgbClr val="7030A0"/>
            </a:solidFill>
          </a:ln>
          <a:effectLst>
            <a:outerShdw blurRad="152400" dist="63500" dir="8100000" algn="tr" rotWithShape="0">
              <a:srgbClr val="FF713F">
                <a:alpha val="1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ea typeface="BM HANNA 11yrs old OTF" panose="020B0600000101010101"/>
              </a:rPr>
              <a:t>시연 영상</a:t>
            </a:r>
          </a:p>
        </p:txBody>
      </p:sp>
      <p:sp>
        <p:nvSpPr>
          <p:cNvPr id="21" name="직각 삼각형 7">
            <a:extLst>
              <a:ext uri="{FF2B5EF4-FFF2-40B4-BE49-F238E27FC236}">
                <a16:creationId xmlns:a16="http://schemas.microsoft.com/office/drawing/2014/main" id="{DB8BE7B2-877B-CAB7-C5B5-F1DF5474C870}"/>
              </a:ext>
            </a:extLst>
          </p:cNvPr>
          <p:cNvSpPr/>
          <p:nvPr/>
        </p:nvSpPr>
        <p:spPr>
          <a:xfrm rot="5400000">
            <a:off x="4755642" y="4285270"/>
            <a:ext cx="299099" cy="468085"/>
          </a:xfrm>
          <a:prstGeom prst="rtTriangle">
            <a:avLst/>
          </a:prstGeom>
          <a:solidFill>
            <a:srgbClr val="7030A0"/>
          </a:solidFill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A148557-F32D-2286-C1AA-E469D2E949C6}"/>
              </a:ext>
            </a:extLst>
          </p:cNvPr>
          <p:cNvSpPr/>
          <p:nvPr/>
        </p:nvSpPr>
        <p:spPr>
          <a:xfrm>
            <a:off x="4830712" y="5023745"/>
            <a:ext cx="2521142" cy="3885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기능 리스트별 시연 영상</a:t>
            </a:r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03B8422-89B6-F606-8680-316ED693846F}"/>
              </a:ext>
            </a:extLst>
          </p:cNvPr>
          <p:cNvSpPr/>
          <p:nvPr/>
        </p:nvSpPr>
        <p:spPr>
          <a:xfrm>
            <a:off x="4610770" y="4343885"/>
            <a:ext cx="396262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(5)</a:t>
            </a:r>
            <a:r>
              <a:rPr lang="ko-KR" altLang="en-US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 </a:t>
            </a:r>
          </a:p>
        </p:txBody>
      </p:sp>
      <p:sp>
        <p:nvSpPr>
          <p:cNvPr id="24" name="대각선 방향의 모서리가 둥근 사각형 32">
            <a:extLst>
              <a:ext uri="{FF2B5EF4-FFF2-40B4-BE49-F238E27FC236}">
                <a16:creationId xmlns:a16="http://schemas.microsoft.com/office/drawing/2014/main" id="{0485F867-A6E7-B9FA-0C53-0C84893E26CA}"/>
              </a:ext>
            </a:extLst>
          </p:cNvPr>
          <p:cNvSpPr/>
          <p:nvPr/>
        </p:nvSpPr>
        <p:spPr>
          <a:xfrm flipH="1">
            <a:off x="8243026" y="4375601"/>
            <a:ext cx="2859314" cy="441642"/>
          </a:xfrm>
          <a:prstGeom prst="round2DiagRect">
            <a:avLst>
              <a:gd name="adj1" fmla="val 23031"/>
              <a:gd name="adj2" fmla="val 0"/>
            </a:avLst>
          </a:prstGeom>
          <a:solidFill>
            <a:schemeClr val="bg1"/>
          </a:solidFill>
          <a:ln w="19050">
            <a:solidFill>
              <a:srgbClr val="7030A0"/>
            </a:solidFill>
          </a:ln>
          <a:effectLst>
            <a:outerShdw blurRad="152400" dist="63500" dir="8100000" algn="tr" rotWithShape="0">
              <a:srgbClr val="FF713F">
                <a:alpha val="1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ea typeface="BM HANNA 11yrs old OTF" panose="020B0600000101010101"/>
              </a:rPr>
              <a:t>마무리</a:t>
            </a:r>
          </a:p>
        </p:txBody>
      </p:sp>
      <p:sp>
        <p:nvSpPr>
          <p:cNvPr id="25" name="직각 삼각형 11">
            <a:extLst>
              <a:ext uri="{FF2B5EF4-FFF2-40B4-BE49-F238E27FC236}">
                <a16:creationId xmlns:a16="http://schemas.microsoft.com/office/drawing/2014/main" id="{0A37843C-DAD4-BFC0-4D85-9DE373CBA224}"/>
              </a:ext>
            </a:extLst>
          </p:cNvPr>
          <p:cNvSpPr/>
          <p:nvPr/>
        </p:nvSpPr>
        <p:spPr>
          <a:xfrm rot="5400000">
            <a:off x="8337042" y="4300633"/>
            <a:ext cx="299099" cy="468085"/>
          </a:xfrm>
          <a:prstGeom prst="rtTriangle">
            <a:avLst/>
          </a:prstGeom>
          <a:solidFill>
            <a:srgbClr val="7030A0"/>
          </a:solidFill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AF4A7E4-3996-9EE0-558E-06239B581EDB}"/>
              </a:ext>
            </a:extLst>
          </p:cNvPr>
          <p:cNvSpPr/>
          <p:nvPr/>
        </p:nvSpPr>
        <p:spPr>
          <a:xfrm>
            <a:off x="8412112" y="5023745"/>
            <a:ext cx="2521142" cy="3885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en-US" altLang="ko-KR" sz="140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Q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&amp;A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E0D2A5E-D420-4B8B-A8C2-6D9B389C10A5}"/>
              </a:ext>
            </a:extLst>
          </p:cNvPr>
          <p:cNvSpPr/>
          <p:nvPr/>
        </p:nvSpPr>
        <p:spPr>
          <a:xfrm>
            <a:off x="8192170" y="4359248"/>
            <a:ext cx="402674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(6)</a:t>
            </a:r>
            <a:r>
              <a:rPr lang="ko-KR" altLang="en-US" sz="1050" b="1" dirty="0">
                <a:solidFill>
                  <a:schemeClr val="bg1"/>
                </a:solidFill>
                <a:latin typeface="BM JUA OTF" panose="02020603020101020101" pitchFamily="18" charset="-127"/>
                <a:ea typeface="BM JUA OTF" panose="02020603020101020101" pitchFamily="18" charset="-127"/>
              </a:rPr>
              <a:t>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00E2235-F997-0731-44ED-FABBA51B3B21}"/>
              </a:ext>
            </a:extLst>
          </p:cNvPr>
          <p:cNvSpPr/>
          <p:nvPr/>
        </p:nvSpPr>
        <p:spPr>
          <a:xfrm>
            <a:off x="1249312" y="3110513"/>
            <a:ext cx="2521142" cy="3885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/>
              </a:rPr>
              <a:t>프로젝트 개요 및 경쟁분석</a:t>
            </a:r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3005909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DACBA2C8-6467-B1D7-B246-2B624A3F1867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(1)</a:t>
            </a:r>
            <a:r>
              <a:rPr lang="ko-KR" altLang="en-US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프로젝트 개요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6FD3A5B-2335-FA7D-5DCE-8D0B4AE541C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2B6FAEA2-BD21-E963-F5C5-6E714F46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D08209E-AE57-6240-4DEC-E8357065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65F89A4-A1B9-ECD9-5A85-67406242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D48681E-0C26-742D-4A1F-B7661DD91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B3C5812-9AC4-CCA1-ED86-859708FE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CF0C04F-B518-B221-3CDA-B0EC285E1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2E626F0-2404-0DF8-BC5B-B2433B83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DEF3DAA1-D083-BB62-51B3-DD8289E9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E5A89B8-7031-6B0E-3ADE-A65961772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E376E9E-37A9-4955-7C5B-8651AABA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B7EE2DB5-866C-AE07-6054-71677ECA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012B3D2-A3A2-2647-3B5D-8D48286D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2F6B0B46-D940-1380-2C9B-B3E00C2A8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DF30B13-DADE-F1A8-4F0A-406D20A5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927CC497-85E8-6EFD-7C19-EFC0CCE4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7B92CC1-E468-C921-283D-2BB8F9B9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67F95A87-87A4-A635-9C1E-F1883469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9F51B90-EC41-117B-6CFC-ECFB115F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AB7B7E31-9FFC-F67A-82E4-AE04B7CA5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3BADE3AE-4C41-A45D-575A-E67D92ACB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B48B31FE-DBA0-CEEF-A20F-EE245CD0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6C2BCA6-5B83-F2F7-4E09-7A677038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4DD80E59-63E2-F219-9B2D-E1CD38E54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14DEADB3-4AB0-8F82-B023-0BA197C1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C4D80FB-7E38-D4D0-C02E-8DEA22C5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4CDBD334-3922-4FC8-2CD6-4B31F693F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7C0ED9EF-7FFC-C401-F394-070E739F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242CCC76-27B0-9A8B-5C88-B1335517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1E6609A-ACBF-5009-ABE0-6F5D381B8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EDCECA9-F7D8-A52F-CC34-4AE1C05D8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8722542-9294-A347-7269-C9A9EC1E5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F4F1CB84-DAE1-3B2C-78E2-FE7893D4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E8221FC0-8582-D2D7-7F71-87E7B639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505CC56-499B-9B59-5BEE-29FDD76F4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547F796-4814-54A4-9855-37AF3DB8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7C814085-F9CC-CD09-6784-6E125F1FC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7B180B32-5A27-D9D5-19B4-05FD0B41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90D7B317-722C-4278-A03C-15E9AF3B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2EC7862C-E4B0-D93A-6BA5-CE08D70A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29658D4-33FA-B9A2-A479-15BCB2BB0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E387A9F2-4B00-F3C4-B5CD-C25554AE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D2BB245-C47A-4F76-4975-3B1C57FBF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1989DA2-796B-38BA-B965-0199CED10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8EEAD194-7C04-218C-E67B-67F97DBEE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C9BDB61-AA76-5FCC-5536-A3A510FB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7D4F9A-9C79-A2C3-88B4-37F5B01D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D90B786B-F3F1-31FA-D343-DBFEEB7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D290F47-6ABC-6B25-B96A-17FDFCCE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81E2611A-757A-96AA-C7EA-DCC5B841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8CF0CF3-A2D3-0333-C597-01128B92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2C5D2029-FC48-DA39-9AA5-F3854DC2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BD9E7A6E-13B4-467E-6265-242FD100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A42F6BB6-26A6-471D-DEA4-BF7AFAD6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FE1B162-0C9C-F5E4-AC37-E9BC2155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C8BBA1D8-2563-60C7-4C51-1C1502A0E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47CDCAF-4472-BE54-FA55-7147DCFB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46A71B3-C688-9DEF-1224-D60AB149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618FADA6-73D1-E77F-9001-D907B029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5FB644A-A6FB-12B4-DCA6-2B43BA8D4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33CA7E5C-DC9D-4A70-4F18-14CFECE8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460C7C63-C090-7C68-5BE3-CD1748A03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1AFAF51-6F0E-EEC5-D301-E1D8BC2C2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1FE21701-4CD7-78EA-55E5-1A1D9AAC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BBB1C286-9463-318D-D783-181865B4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E4B0944-8D3E-4818-E838-CB8853C3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AEBCAA51-F126-F3E8-EC44-9AEBB8CF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D2ED4AB4-FD60-BA46-5941-87647108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B9A9BECB-1E6D-203B-64BD-FDF37DE2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4CA7B4E-8680-80AB-6315-7DB41946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48F9803-DD4C-1B1D-FCED-847E58EA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6556358E-B39F-02D1-42E3-11366954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594CC03A-F6CA-D1B2-6716-759BCEA1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B602F7A3-C499-A963-CBC5-FFAF23AD1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5FDB6D7-EED6-95CD-C88B-B2A7788EF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7A8E5702-476D-0DE1-716C-F2ADAF214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C8F67CF-D31A-12C6-AF01-B24472BF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D759D8E5-48B5-5C1A-31AE-62EFDCAB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9E9A27E5-F975-9D98-1563-9B9BF7090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B7B006C6-56ED-D02C-6D5B-E2CE1837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C7A4D476-8343-05F0-83E9-DDB1669B9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8AE74224-C355-423C-5385-B247395A8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007BDCE-6C27-E8B4-802E-AA7326A30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2580B76-E9B1-5CED-827F-350AA45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FF42ECAC-6B21-63F3-B005-34687DE3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6F0744A-8355-C87E-2188-83CD71F0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03288ED5-2AAB-EA88-DE7E-65291DA52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CE2DE3A-73E2-FA2E-CF81-92305C95A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4B1569BC-F709-E659-2F47-40FE88259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3E24B0A-CFB5-2035-830F-787520AC3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7B088641-1718-7526-D7B8-DF5CD976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86DBF90-6058-06F0-020F-70A47586E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5DB69A91-8FE3-8EC9-3CCD-9B539490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CD9ED1F-5F5B-EF68-2193-33727C4F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EBF9EA50-4D25-69B8-528B-32446025B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072DC3E4-2EBE-E528-A83D-B3F5D8C8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86B070B-3FB8-D78E-2BCD-43CABC27C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EDEC546D-3242-73DB-59DD-D62D9C60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1564ED9-3325-CF0C-CAE6-BD80A66D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60FD3358-2770-2D73-7DBF-B339DBEC8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2A8A65B5-561E-12CA-0CE4-95FD79B99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5A99CD2-A6E6-0EA5-7887-33595171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1ABCC50-998C-D1F4-26E4-38C3F92B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A3454633-C56D-5EE7-A653-5A242DA2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522AB2C-6E53-0AB3-3D40-BDF484238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16F548F-5C8A-6754-E37A-0AADCB0F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622A0333-992F-DD37-79BC-F462003D6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2CFD217-51C1-052B-0A88-EE85860B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02732CAD-E955-A3D7-6895-33DDB03C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C8833991-9CC6-20D4-C71E-F4ED31AE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584703A-E2FC-DBC3-B0FB-1040A065C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D65C903C-20AD-8A98-9172-D6F7B5BF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8963E7C-44E2-D764-6DA7-473BC99D4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9B65D3CB-A5CB-5C68-0D9C-DFBAFA3F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3071B917-7182-3F04-44B6-0DF72E0C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29AA4FEE-3FC4-62E9-EA3B-B7AB3AE0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4D489F4-2388-6614-DF96-35C3929B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30C707B9-4F72-9559-66FA-4149D031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1BF4593-ECF6-2E95-06B0-9D1DC778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605791B-9C87-2FA6-3F2E-851608AC5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2241AFE8-DA1D-52FA-78DA-5892D1421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11E994B5-0865-7604-0A0B-9FDB60E5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8B90118-E8ED-E1E7-773D-C8CE2998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40B27FC-D5A6-B2F8-02B4-E7EC1A19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BC559EC5-3A12-3539-953F-67086882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983C9446-0E04-7D1E-E0DD-087C2D46C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D2E6827A-86C2-B488-4340-5E5EA8BC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5525B15D-C337-D03E-CCC4-8B80A76E5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B27288EB-5D4B-7A88-33D1-78397910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2BF531AE-F372-46A7-AED7-7E903F00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EE28498-2512-F237-3F2B-EC5A36DD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D4E37C11-DD95-BDDD-A24F-4471E2D6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628B0CD5-7F7A-35A9-7F8D-E6A0E089E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AA628BA9-237B-143C-4549-1FB3894B65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3618" y="1294070"/>
            <a:ext cx="9184764" cy="55639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973084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47CA9A-B0D8-176A-9777-1D062BA347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B33CA573-ED3A-5805-7B84-45E58609D80F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(1)</a:t>
            </a:r>
            <a:r>
              <a:rPr lang="ko-KR" altLang="en-US" sz="105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경쟁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분석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D80500A-2AC7-CB70-EAAC-42B19CDA86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F6AE20C-7CE1-9836-1918-1F878013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7595E5F-B526-7538-A9F5-1C2DFE08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7A0B2043-D6DC-6F0D-A34E-0CAEA297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3105B5F-8569-60EE-CD43-1ABC9EFA8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21DC600-7E61-A240-7998-73BA47E2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EC342FB6-638E-A0CC-3021-92E73BDB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9476BE25-D798-A28B-B58E-4D971C80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A3C0CA75-A3EC-A695-404F-6C3436CD6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F21E84F0-0354-FF38-34FA-9E1E8C23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D167D9FD-43A1-E9B9-351D-9F8509ACF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795C6E4F-85ED-F721-2A96-85F83072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1999E20-804C-5535-2AB4-E94CE0E2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5B5E91F3-75CE-1859-F79C-898E6F87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E3CF533-0658-4C1A-99DA-DFFA6B5B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37BE0DF-B43D-8114-5CA9-3F6734234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EF7EF32B-C3F3-30EC-4449-46A2F5AB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A5A4D150-F76F-CE87-138C-A8408CD5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11EB023F-AD14-2B65-24C2-EC18AB5D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C363881E-222C-0354-4518-1D3B4509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5FD36514-F3CA-3A20-7216-B5E7C03B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EC982B2-FFE4-D3B6-5200-513473668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11FDA18-25E1-4B14-4FA9-1C2056DD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3C2F9238-DB1B-A912-6097-F299E3A3D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CE7C2E4-001B-5FF6-C26A-4F9194CA0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44184A9A-C633-D626-C246-8F91AA061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3B7BE4F5-027A-4F8E-68B8-924B55CA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73D1027A-AC36-E03B-9DE2-50656254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16789441-72F9-92B7-30AE-8E92A163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C3042BB-DC9C-5E63-DEB9-9790C8453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4FF5D1C-7168-51FA-D3F3-AB78C448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E1AE2FCF-8EA7-0075-D991-F339E8A2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05F47093-28FC-F5F8-AA3C-B558FDB8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6DB6B4C9-B48A-22BC-A0E4-56CF1493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4833AF73-5F1B-5EC0-5D52-C27ACE428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11641340-166A-6396-67CD-27415F3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42A993C2-69A4-3B95-20E4-E862E305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F07FC78-FCA3-518C-6F91-EC759BB3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EE7C4CC-6860-A95C-99D2-E810EA13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483A48A4-C2ED-C1D3-23B7-B1FB7F34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396F29F1-C7A2-6586-1CE2-5BAF3ADB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F147DCD-2F84-F29B-41AD-2C97EF03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C3329FCF-E38F-5320-D855-D372A8B9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F68C8BF3-6241-E049-BDFA-02C9E4B8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EA7327C3-8FF9-5310-8044-BE7EBB6B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AA90A41-A7A2-39CB-B1A7-C29B0AA8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C278353-4204-70B4-9E89-FF030FA5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1694581-2FDD-1350-842D-3136BF0A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89853C0B-437D-AE36-AC03-4D47D7D3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9853139-73C3-A904-0C9B-7465B3A2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E681D3E-0078-9608-97DF-A0C34CDD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48B7CAA7-2D22-13F5-82E0-7C463A0C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966329E-2AD9-FB07-B9D7-72C739396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199A0BF2-6289-FE01-646F-115FCE9EF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7E24501C-C073-7CCB-C026-F10BEC03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6AD17F3-0C3B-288A-6EF5-C2051212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81FBFB69-0232-B878-6E71-5A333BB2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3430956C-288C-33E9-EA86-C572A820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41330DCA-4085-AAF5-C20E-B4DF76E0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39A792B4-34EE-17CE-F418-50954873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9052A4D-6F85-281A-E805-817774BD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4A771672-4E90-49EA-BC96-F29D42026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48C6FBD-42D2-8406-7089-7C258C4B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9FB90EA8-36A2-8298-C2EE-1CDC8E6FC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1B07A165-10B7-550B-7EC1-E060C870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68FE3AB8-3E47-B273-F950-B46ED172A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E4F19F38-BD37-DC14-723F-9E6213D7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B9B91F15-D051-1DA5-C713-459A1A3D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9C905423-E3AF-C51F-2219-EEF7D9943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F691F7E1-667F-6097-555A-B94CC22C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C7DADDFB-925A-2821-E5CB-2EEC24766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67857AE-2D8C-BF93-FD78-CD58BB5E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A893085B-993D-F29D-7D8B-0405D5AA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1E9A822C-10AF-85A3-425D-39B4319A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E941D22-AC76-4344-C700-77F6B263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270ECBEE-49C3-DD0A-DDBF-243F1CF28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51AC374-888C-8C9C-8508-FC02F9530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7DADF04-AA98-06A7-71EE-C1433A54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E0D9695-9F71-4957-95D2-99D75DF5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83383A1F-F75F-B3AC-4797-10908DA1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0D18A2D8-E67B-4945-5B84-9C0DC2F0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DD7A40A0-A1EC-38F3-16B2-DCD912D0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ACDAC23C-7645-5283-8C7A-6A345D45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FD74925-A696-F56F-E439-BBA1AB70C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5F902352-3583-ED58-EFA1-61CB4D458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462A29A-BA82-0E13-29EB-7ADA1394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4A0F8C2B-01A7-BCCF-C2D4-F79DADAD4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21AD5D17-8447-CC75-8177-B60BF4F0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BD51BAD-CA07-3985-6684-451E02A9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9A7F8BF-17AF-0A74-BD9F-60EBA6AB2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E2A228F5-311D-E55A-B154-B663146F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913463D7-1360-41F7-815E-9339AA763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60183A69-5304-3B8B-06AE-13C43B2C5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7C8131BF-CBB7-E58B-2BAD-7FE47072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61D20622-2232-6838-3B0C-F808C2F4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6E834FF-B981-528F-515E-10DB6E75A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8DADCBD1-3393-8A73-D51C-1847414F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5AAF789-02D3-C55D-A7B8-6B63FC87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5732938-5624-7E7C-FEB4-BC8049A8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0582270-24F2-CE14-EEFF-FA416AE3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24A0B614-A685-20A3-2BA1-7E158252A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AC765C5-6160-E7E5-7460-348BD250B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8366318-D03A-D2D8-5F83-07C057C5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C56C5B7C-40B6-5A3C-3A76-181E89C8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C153A071-3F8B-402B-A1C7-26833AAA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974C105-2A36-0EDA-B659-5CF243EC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1E48A474-A240-2091-EC1C-A015C1830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D0087378-29E3-256A-A486-1C6167CE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8478B9B2-F0BB-10E7-FD5D-8686AC125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8CBA3F9-4A81-05E1-EE34-3B27C9ED8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C4D81A6A-971A-EB62-58C0-CDFE43075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80D65CD-1832-F823-F43C-04F60895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A3774C78-0F09-B33F-39DF-548C9423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85F16048-2941-5C25-BA70-926E282B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CEF6B1B7-EBB8-6C31-04AB-7F17C0A7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2FE0912F-9B29-7433-30DA-CAED6863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AC7F62C-7840-6CF0-B40F-575FCC628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1638BC8-1EE2-3080-073B-028B8E80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CF8F093-0FBC-E956-9779-819B253B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3BB66941-8253-E434-D32E-E492A671D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C0B0054-490C-30B1-6144-FB45E9BEC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3BF96AEE-2A79-3F2D-176A-75794114B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87D2AE03-96F3-F06E-F154-95432667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C99D489-0D91-7AF5-1B98-D94257D1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D91EB2E-3307-D9C4-772F-6FC0EBDE6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34D4DE76-721E-63E2-E7A2-715E1385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BA572971-FC94-40D6-FC50-42497EC5A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EE680114-0752-11EE-F5F1-F6806F9D5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38FF1620-4E84-0262-A9F7-650A3B11B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297F595C-1AA8-13C7-DC2C-CFFDCACE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2DC915E1-A45F-CFCB-1BB1-EF5E99634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056A2692-783B-6D40-83F0-45DA08C3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80037252-034B-DA95-B63D-1421BCAA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1026" name="Picture 2" descr="스포티파이 테크놀러지 주가 📈 - 실시간 차트 및 종목정보">
            <a:extLst>
              <a:ext uri="{FF2B5EF4-FFF2-40B4-BE49-F238E27FC236}">
                <a16:creationId xmlns:a16="http://schemas.microsoft.com/office/drawing/2014/main" id="{26A3E61C-B19C-FEEB-DAFB-4BA6E184FE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12795" y="2085277"/>
            <a:ext cx="632984" cy="6329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YouTube Music - Google Play 앱">
            <a:extLst>
              <a:ext uri="{FF2B5EF4-FFF2-40B4-BE49-F238E27FC236}">
                <a16:creationId xmlns:a16="http://schemas.microsoft.com/office/drawing/2014/main" id="{B20D355A-E60C-43C4-ED34-45E94455C5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0770" y="2085277"/>
            <a:ext cx="632984" cy="6329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PC에서 Shazam: 음악과 콘서트의 발견 무료 다운로드">
            <a:extLst>
              <a:ext uri="{FF2B5EF4-FFF2-40B4-BE49-F238E27FC236}">
                <a16:creationId xmlns:a16="http://schemas.microsoft.com/office/drawing/2014/main" id="{CAE9FC2A-1BD6-3CC6-5046-7FC619AB4A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4787" y="2108837"/>
            <a:ext cx="578405" cy="5784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61" name="TextBox 1060">
            <a:extLst>
              <a:ext uri="{FF2B5EF4-FFF2-40B4-BE49-F238E27FC236}">
                <a16:creationId xmlns:a16="http://schemas.microsoft.com/office/drawing/2014/main" id="{43D8E468-CA2F-79FA-96FA-FC1EEAA62A87}"/>
              </a:ext>
            </a:extLst>
          </p:cNvPr>
          <p:cNvSpPr txBox="1"/>
          <p:nvPr/>
        </p:nvSpPr>
        <p:spPr>
          <a:xfrm>
            <a:off x="4352661" y="1709698"/>
            <a:ext cx="913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>
                <a:ea typeface="BM HANNA 11yrs old OTF" panose="020B0600000101010101"/>
              </a:rPr>
              <a:t>Spotify</a:t>
            </a:r>
            <a:endParaRPr lang="ko-KR" altLang="en-US">
              <a:ea typeface="BM HANNA 11yrs old OTF" panose="020B0600000101010101"/>
            </a:endParaRPr>
          </a:p>
        </p:txBody>
      </p:sp>
      <p:sp>
        <p:nvSpPr>
          <p:cNvPr id="1062" name="TextBox 1061">
            <a:extLst>
              <a:ext uri="{FF2B5EF4-FFF2-40B4-BE49-F238E27FC236}">
                <a16:creationId xmlns:a16="http://schemas.microsoft.com/office/drawing/2014/main" id="{802170F8-10CE-5CE1-12C1-185E34F06C68}"/>
              </a:ext>
            </a:extLst>
          </p:cNvPr>
          <p:cNvSpPr txBox="1"/>
          <p:nvPr/>
        </p:nvSpPr>
        <p:spPr>
          <a:xfrm>
            <a:off x="7266804" y="1715945"/>
            <a:ext cx="172092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>
                <a:ea typeface="BM HANNA 11yrs old OTF" panose="020B0600000101010101"/>
              </a:rPr>
              <a:t>Youtube music</a:t>
            </a:r>
            <a:endParaRPr lang="ko-KR" altLang="en-US">
              <a:ea typeface="BM HANNA 11yrs old OTF" panose="020B0600000101010101"/>
            </a:endParaRPr>
          </a:p>
        </p:txBody>
      </p:sp>
      <p:sp>
        <p:nvSpPr>
          <p:cNvPr id="1063" name="TextBox 1062">
            <a:extLst>
              <a:ext uri="{FF2B5EF4-FFF2-40B4-BE49-F238E27FC236}">
                <a16:creationId xmlns:a16="http://schemas.microsoft.com/office/drawing/2014/main" id="{77BE1DA6-8CFF-4B8A-6D61-B03EE523881C}"/>
              </a:ext>
            </a:extLst>
          </p:cNvPr>
          <p:cNvSpPr txBox="1"/>
          <p:nvPr/>
        </p:nvSpPr>
        <p:spPr>
          <a:xfrm>
            <a:off x="5950519" y="1715946"/>
            <a:ext cx="9941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>
                <a:ea typeface="BM HANNA 11yrs old OTF" panose="020B0600000101010101"/>
              </a:rPr>
              <a:t>Shazam</a:t>
            </a:r>
            <a:endParaRPr lang="ko-KR" altLang="en-US">
              <a:ea typeface="BM HANNA 11yrs old OTF" panose="020B0600000101010101"/>
            </a:endParaRPr>
          </a:p>
        </p:txBody>
      </p:sp>
      <p:sp>
        <p:nvSpPr>
          <p:cNvPr id="1064" name="직사각형 1063">
            <a:extLst>
              <a:ext uri="{FF2B5EF4-FFF2-40B4-BE49-F238E27FC236}">
                <a16:creationId xmlns:a16="http://schemas.microsoft.com/office/drawing/2014/main" id="{A95C6248-1A0D-ACA8-D8CA-852ACEAAE30C}"/>
              </a:ext>
            </a:extLst>
          </p:cNvPr>
          <p:cNvSpPr/>
          <p:nvPr/>
        </p:nvSpPr>
        <p:spPr>
          <a:xfrm>
            <a:off x="4252144" y="2865862"/>
            <a:ext cx="1114296" cy="3609080"/>
          </a:xfrm>
          <a:prstGeom prst="rect">
            <a:avLst/>
          </a:prstGeom>
          <a:ln>
            <a:solidFill>
              <a:srgbClr val="1FD66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ea typeface="BM HANNA 11yrs old OTF" panose="020B0600000101010101"/>
            </a:endParaRPr>
          </a:p>
        </p:txBody>
      </p:sp>
      <p:sp>
        <p:nvSpPr>
          <p:cNvPr id="1065" name="직사각형 1064">
            <a:extLst>
              <a:ext uri="{FF2B5EF4-FFF2-40B4-BE49-F238E27FC236}">
                <a16:creationId xmlns:a16="http://schemas.microsoft.com/office/drawing/2014/main" id="{BAFC3334-9B44-976B-169A-CD93F20256F7}"/>
              </a:ext>
            </a:extLst>
          </p:cNvPr>
          <p:cNvSpPr/>
          <p:nvPr/>
        </p:nvSpPr>
        <p:spPr>
          <a:xfrm>
            <a:off x="7570114" y="2865862"/>
            <a:ext cx="1114296" cy="3609080"/>
          </a:xfrm>
          <a:prstGeom prst="rect">
            <a:avLst/>
          </a:prstGeom>
          <a:ln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ea typeface="BM HANNA 11yrs old OTF" panose="020B0600000101010101"/>
            </a:endParaRPr>
          </a:p>
        </p:txBody>
      </p:sp>
      <p:sp>
        <p:nvSpPr>
          <p:cNvPr id="1066" name="직사각형 1065">
            <a:extLst>
              <a:ext uri="{FF2B5EF4-FFF2-40B4-BE49-F238E27FC236}">
                <a16:creationId xmlns:a16="http://schemas.microsoft.com/office/drawing/2014/main" id="{F7FF5E1E-BA3E-9D36-CE5B-4DD2752C6CF6}"/>
              </a:ext>
            </a:extLst>
          </p:cNvPr>
          <p:cNvSpPr/>
          <p:nvPr/>
        </p:nvSpPr>
        <p:spPr>
          <a:xfrm>
            <a:off x="5911129" y="2865862"/>
            <a:ext cx="1114296" cy="3609080"/>
          </a:xfrm>
          <a:prstGeom prst="rect">
            <a:avLst/>
          </a:prstGeom>
          <a:ln>
            <a:solidFill>
              <a:srgbClr val="0088FF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ea typeface="BM HANNA 11yrs old OTF" panose="020B0600000101010101"/>
            </a:endParaRPr>
          </a:p>
        </p:txBody>
      </p:sp>
      <p:sp>
        <p:nvSpPr>
          <p:cNvPr id="1068" name="TextBox 1067">
            <a:extLst>
              <a:ext uri="{FF2B5EF4-FFF2-40B4-BE49-F238E27FC236}">
                <a16:creationId xmlns:a16="http://schemas.microsoft.com/office/drawing/2014/main" id="{576E81B2-7479-D11E-785E-35173C60F170}"/>
              </a:ext>
            </a:extLst>
          </p:cNvPr>
          <p:cNvSpPr txBox="1"/>
          <p:nvPr/>
        </p:nvSpPr>
        <p:spPr>
          <a:xfrm>
            <a:off x="2696826" y="3059668"/>
            <a:ext cx="110799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>
                <a:ea typeface="BM HANNA 11yrs old OTF" panose="020B0600000101010101"/>
              </a:rPr>
              <a:t>음악인식</a:t>
            </a:r>
          </a:p>
        </p:txBody>
      </p:sp>
      <p:sp>
        <p:nvSpPr>
          <p:cNvPr id="1069" name="TextBox 1068">
            <a:extLst>
              <a:ext uri="{FF2B5EF4-FFF2-40B4-BE49-F238E27FC236}">
                <a16:creationId xmlns:a16="http://schemas.microsoft.com/office/drawing/2014/main" id="{3BA7C722-9B5C-676C-B40B-2BE23C638D16}"/>
              </a:ext>
            </a:extLst>
          </p:cNvPr>
          <p:cNvSpPr txBox="1"/>
          <p:nvPr/>
        </p:nvSpPr>
        <p:spPr>
          <a:xfrm>
            <a:off x="2696825" y="3615722"/>
            <a:ext cx="110799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dirty="0">
                <a:ea typeface="BM HANNA 11yrs old OTF" panose="020B0600000101010101"/>
              </a:rPr>
              <a:t>음악검색</a:t>
            </a:r>
          </a:p>
        </p:txBody>
      </p:sp>
      <p:sp>
        <p:nvSpPr>
          <p:cNvPr id="1070" name="TextBox 1069">
            <a:extLst>
              <a:ext uri="{FF2B5EF4-FFF2-40B4-BE49-F238E27FC236}">
                <a16:creationId xmlns:a16="http://schemas.microsoft.com/office/drawing/2014/main" id="{5E658B60-0C8D-0515-8B4A-6670F43BBA6C}"/>
              </a:ext>
            </a:extLst>
          </p:cNvPr>
          <p:cNvSpPr txBox="1"/>
          <p:nvPr/>
        </p:nvSpPr>
        <p:spPr>
          <a:xfrm>
            <a:off x="2425118" y="4165598"/>
            <a:ext cx="16514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>
                <a:ea typeface="BM HANNA 11yrs old OTF" panose="020B0600000101010101"/>
              </a:rPr>
              <a:t>음악 상세정보</a:t>
            </a:r>
          </a:p>
        </p:txBody>
      </p:sp>
      <p:sp>
        <p:nvSpPr>
          <p:cNvPr id="1071" name="TextBox 1070">
            <a:extLst>
              <a:ext uri="{FF2B5EF4-FFF2-40B4-BE49-F238E27FC236}">
                <a16:creationId xmlns:a16="http://schemas.microsoft.com/office/drawing/2014/main" id="{1B0DA510-B946-D3FB-0B69-4D1650B5FD32}"/>
              </a:ext>
            </a:extLst>
          </p:cNvPr>
          <p:cNvSpPr txBox="1"/>
          <p:nvPr/>
        </p:nvSpPr>
        <p:spPr>
          <a:xfrm>
            <a:off x="2425116" y="4715474"/>
            <a:ext cx="16514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>
                <a:ea typeface="BM HANNA 11yrs old OTF" panose="020B0600000101010101"/>
              </a:rPr>
              <a:t>관련영상 추천</a:t>
            </a:r>
          </a:p>
        </p:txBody>
      </p:sp>
      <p:sp>
        <p:nvSpPr>
          <p:cNvPr id="1072" name="TextBox 1071">
            <a:extLst>
              <a:ext uri="{FF2B5EF4-FFF2-40B4-BE49-F238E27FC236}">
                <a16:creationId xmlns:a16="http://schemas.microsoft.com/office/drawing/2014/main" id="{BBEA9376-75FF-6DBD-755B-5FA93B5C6919}"/>
              </a:ext>
            </a:extLst>
          </p:cNvPr>
          <p:cNvSpPr txBox="1"/>
          <p:nvPr/>
        </p:nvSpPr>
        <p:spPr>
          <a:xfrm>
            <a:off x="2425117" y="5265350"/>
            <a:ext cx="16514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>
                <a:ea typeface="BM HANNA 11yrs old OTF" panose="020B0600000101010101"/>
              </a:rPr>
              <a:t>관련음악 추천</a:t>
            </a:r>
          </a:p>
        </p:txBody>
      </p:sp>
      <p:sp>
        <p:nvSpPr>
          <p:cNvPr id="1073" name="TextBox 1072">
            <a:extLst>
              <a:ext uri="{FF2B5EF4-FFF2-40B4-BE49-F238E27FC236}">
                <a16:creationId xmlns:a16="http://schemas.microsoft.com/office/drawing/2014/main" id="{DEE05114-D43E-C22A-B1C4-A3691573DCC4}"/>
              </a:ext>
            </a:extLst>
          </p:cNvPr>
          <p:cNvSpPr txBox="1"/>
          <p:nvPr/>
        </p:nvSpPr>
        <p:spPr>
          <a:xfrm>
            <a:off x="2540533" y="5815226"/>
            <a:ext cx="14205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>
                <a:ea typeface="BM HANNA 11yrs old OTF" panose="020B0600000101010101"/>
              </a:rPr>
              <a:t>커버곡 추천</a:t>
            </a:r>
          </a:p>
        </p:txBody>
      </p:sp>
      <p:pic>
        <p:nvPicPr>
          <p:cNvPr id="1076" name="Picture 23">
            <a:extLst>
              <a:ext uri="{FF2B5EF4-FFF2-40B4-BE49-F238E27FC236}">
                <a16:creationId xmlns:a16="http://schemas.microsoft.com/office/drawing/2014/main" id="{2242D9F1-2C33-40F3-1CF2-3E8E0E48D10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03929" y="3044356"/>
            <a:ext cx="374024" cy="385025"/>
          </a:xfrm>
          <a:prstGeom prst="rect">
            <a:avLst/>
          </a:prstGeom>
        </p:spPr>
      </p:pic>
      <p:pic>
        <p:nvPicPr>
          <p:cNvPr id="1077" name="Picture 66">
            <a:extLst>
              <a:ext uri="{FF2B5EF4-FFF2-40B4-BE49-F238E27FC236}">
                <a16:creationId xmlns:a16="http://schemas.microsoft.com/office/drawing/2014/main" id="{8A036B32-DA71-DC8D-E243-CD85E2CF7C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854074" y="2990333"/>
            <a:ext cx="508000" cy="508000"/>
          </a:xfrm>
          <a:prstGeom prst="rect">
            <a:avLst/>
          </a:prstGeom>
        </p:spPr>
      </p:pic>
      <p:pic>
        <p:nvPicPr>
          <p:cNvPr id="1078" name="Picture 23">
            <a:extLst>
              <a:ext uri="{FF2B5EF4-FFF2-40B4-BE49-F238E27FC236}">
                <a16:creationId xmlns:a16="http://schemas.microsoft.com/office/drawing/2014/main" id="{A1E16CB8-0312-F2B2-5927-31EAE011849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42275" y="3607875"/>
            <a:ext cx="374024" cy="385025"/>
          </a:xfrm>
          <a:prstGeom prst="rect">
            <a:avLst/>
          </a:prstGeom>
        </p:spPr>
      </p:pic>
      <p:pic>
        <p:nvPicPr>
          <p:cNvPr id="1079" name="Picture 66">
            <a:extLst>
              <a:ext uri="{FF2B5EF4-FFF2-40B4-BE49-F238E27FC236}">
                <a16:creationId xmlns:a16="http://schemas.microsoft.com/office/drawing/2014/main" id="{6DF8F5C0-9673-952A-18FD-3738284097D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75399" y="2990333"/>
            <a:ext cx="508000" cy="508000"/>
          </a:xfrm>
          <a:prstGeom prst="rect">
            <a:avLst/>
          </a:prstGeom>
        </p:spPr>
      </p:pic>
      <p:pic>
        <p:nvPicPr>
          <p:cNvPr id="1080" name="Picture 23">
            <a:extLst>
              <a:ext uri="{FF2B5EF4-FFF2-40B4-BE49-F238E27FC236}">
                <a16:creationId xmlns:a16="http://schemas.microsoft.com/office/drawing/2014/main" id="{9ECE2E45-B161-100A-FB3D-BC7A25A86D7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42275" y="4157751"/>
            <a:ext cx="374024" cy="385025"/>
          </a:xfrm>
          <a:prstGeom prst="rect">
            <a:avLst/>
          </a:prstGeom>
        </p:spPr>
      </p:pic>
      <p:pic>
        <p:nvPicPr>
          <p:cNvPr id="1081" name="Picture 66">
            <a:extLst>
              <a:ext uri="{FF2B5EF4-FFF2-40B4-BE49-F238E27FC236}">
                <a16:creationId xmlns:a16="http://schemas.microsoft.com/office/drawing/2014/main" id="{2CAECF44-8E7F-66F5-F2F4-D64ABDBD99B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75287" y="4640302"/>
            <a:ext cx="508000" cy="508000"/>
          </a:xfrm>
          <a:prstGeom prst="rect">
            <a:avLst/>
          </a:prstGeom>
        </p:spPr>
      </p:pic>
      <p:pic>
        <p:nvPicPr>
          <p:cNvPr id="1082" name="Picture 23">
            <a:extLst>
              <a:ext uri="{FF2B5EF4-FFF2-40B4-BE49-F238E27FC236}">
                <a16:creationId xmlns:a16="http://schemas.microsoft.com/office/drawing/2014/main" id="{CF1E2719-EF48-DDF3-AC8A-DA04E213CA8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42275" y="5257503"/>
            <a:ext cx="374024" cy="385025"/>
          </a:xfrm>
          <a:prstGeom prst="rect">
            <a:avLst/>
          </a:prstGeom>
        </p:spPr>
      </p:pic>
      <p:pic>
        <p:nvPicPr>
          <p:cNvPr id="1083" name="Picture 66">
            <a:extLst>
              <a:ext uri="{FF2B5EF4-FFF2-40B4-BE49-F238E27FC236}">
                <a16:creationId xmlns:a16="http://schemas.microsoft.com/office/drawing/2014/main" id="{3682AF78-C55E-4478-4BD6-879F9A14CEA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75287" y="5745892"/>
            <a:ext cx="508000" cy="508000"/>
          </a:xfrm>
          <a:prstGeom prst="rect">
            <a:avLst/>
          </a:prstGeom>
        </p:spPr>
      </p:pic>
      <p:pic>
        <p:nvPicPr>
          <p:cNvPr id="1084" name="Picture 23">
            <a:extLst>
              <a:ext uri="{FF2B5EF4-FFF2-40B4-BE49-F238E27FC236}">
                <a16:creationId xmlns:a16="http://schemas.microsoft.com/office/drawing/2014/main" id="{CD998CE2-28C9-7A33-663D-E682DB5F54E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03929" y="3607875"/>
            <a:ext cx="374024" cy="385025"/>
          </a:xfrm>
          <a:prstGeom prst="rect">
            <a:avLst/>
          </a:prstGeom>
        </p:spPr>
      </p:pic>
      <p:pic>
        <p:nvPicPr>
          <p:cNvPr id="1086" name="Picture 23">
            <a:extLst>
              <a:ext uri="{FF2B5EF4-FFF2-40B4-BE49-F238E27FC236}">
                <a16:creationId xmlns:a16="http://schemas.microsoft.com/office/drawing/2014/main" id="{D8831F1C-1941-80FB-1D11-AC205A40E96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03929" y="4157751"/>
            <a:ext cx="374024" cy="385025"/>
          </a:xfrm>
          <a:prstGeom prst="rect">
            <a:avLst/>
          </a:prstGeom>
        </p:spPr>
      </p:pic>
      <p:pic>
        <p:nvPicPr>
          <p:cNvPr id="1087" name="Picture 66">
            <a:extLst>
              <a:ext uri="{FF2B5EF4-FFF2-40B4-BE49-F238E27FC236}">
                <a16:creationId xmlns:a16="http://schemas.microsoft.com/office/drawing/2014/main" id="{84F9F57D-61A9-D15A-4C3B-18F088EF23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36941" y="4640302"/>
            <a:ext cx="508000" cy="508000"/>
          </a:xfrm>
          <a:prstGeom prst="rect">
            <a:avLst/>
          </a:prstGeom>
        </p:spPr>
      </p:pic>
      <p:pic>
        <p:nvPicPr>
          <p:cNvPr id="1088" name="Picture 23">
            <a:extLst>
              <a:ext uri="{FF2B5EF4-FFF2-40B4-BE49-F238E27FC236}">
                <a16:creationId xmlns:a16="http://schemas.microsoft.com/office/drawing/2014/main" id="{B0908AB8-FD8D-5F2A-03F7-61C6695F8A1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03929" y="5257503"/>
            <a:ext cx="374024" cy="385025"/>
          </a:xfrm>
          <a:prstGeom prst="rect">
            <a:avLst/>
          </a:prstGeom>
        </p:spPr>
      </p:pic>
      <p:pic>
        <p:nvPicPr>
          <p:cNvPr id="1089" name="Picture 66">
            <a:extLst>
              <a:ext uri="{FF2B5EF4-FFF2-40B4-BE49-F238E27FC236}">
                <a16:creationId xmlns:a16="http://schemas.microsoft.com/office/drawing/2014/main" id="{89E393AA-AD4A-3FA5-52CA-2BC1F61EC1D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36941" y="5745892"/>
            <a:ext cx="508000" cy="508000"/>
          </a:xfrm>
          <a:prstGeom prst="rect">
            <a:avLst/>
          </a:prstGeom>
        </p:spPr>
      </p:pic>
      <p:pic>
        <p:nvPicPr>
          <p:cNvPr id="1090" name="Picture 23">
            <a:extLst>
              <a:ext uri="{FF2B5EF4-FFF2-40B4-BE49-F238E27FC236}">
                <a16:creationId xmlns:a16="http://schemas.microsoft.com/office/drawing/2014/main" id="{2851FD1D-B1FC-6C51-653A-F54908559D0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0950" y="3607875"/>
            <a:ext cx="374024" cy="385025"/>
          </a:xfrm>
          <a:prstGeom prst="rect">
            <a:avLst/>
          </a:prstGeom>
        </p:spPr>
      </p:pic>
      <p:pic>
        <p:nvPicPr>
          <p:cNvPr id="1092" name="Picture 23">
            <a:extLst>
              <a:ext uri="{FF2B5EF4-FFF2-40B4-BE49-F238E27FC236}">
                <a16:creationId xmlns:a16="http://schemas.microsoft.com/office/drawing/2014/main" id="{79AA8507-0B81-A710-8345-BDA9D41740C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0950" y="4157751"/>
            <a:ext cx="374024" cy="385025"/>
          </a:xfrm>
          <a:prstGeom prst="rect">
            <a:avLst/>
          </a:prstGeom>
        </p:spPr>
      </p:pic>
      <p:pic>
        <p:nvPicPr>
          <p:cNvPr id="1094" name="Picture 23">
            <a:extLst>
              <a:ext uri="{FF2B5EF4-FFF2-40B4-BE49-F238E27FC236}">
                <a16:creationId xmlns:a16="http://schemas.microsoft.com/office/drawing/2014/main" id="{6BE0985F-F552-B5F7-817B-D99B975FAF4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0950" y="5257503"/>
            <a:ext cx="374024" cy="385025"/>
          </a:xfrm>
          <a:prstGeom prst="rect">
            <a:avLst/>
          </a:prstGeom>
        </p:spPr>
      </p:pic>
      <p:pic>
        <p:nvPicPr>
          <p:cNvPr id="1096" name="Picture 23">
            <a:extLst>
              <a:ext uri="{FF2B5EF4-FFF2-40B4-BE49-F238E27FC236}">
                <a16:creationId xmlns:a16="http://schemas.microsoft.com/office/drawing/2014/main" id="{C02A6ED4-FEA7-ED46-7D31-69510F5D6A1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0950" y="4699781"/>
            <a:ext cx="374024" cy="385025"/>
          </a:xfrm>
          <a:prstGeom prst="rect">
            <a:avLst/>
          </a:prstGeom>
        </p:spPr>
      </p:pic>
      <p:pic>
        <p:nvPicPr>
          <p:cNvPr id="1097" name="Picture 23">
            <a:extLst>
              <a:ext uri="{FF2B5EF4-FFF2-40B4-BE49-F238E27FC236}">
                <a16:creationId xmlns:a16="http://schemas.microsoft.com/office/drawing/2014/main" id="{0B056838-045B-84E8-4429-286D47041A6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0950" y="5799533"/>
            <a:ext cx="374024" cy="3850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25930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9D3702-3F6B-8DEF-83D5-366B508078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0B740561-CAA5-8EED-D6CD-5040D98B1E65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(2)</a:t>
            </a:r>
            <a:r>
              <a:rPr lang="ko-KR" altLang="en-US" sz="105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프로젝트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목표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3B41952-6E05-4B85-2E92-E74A3E858A8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6752946-99B3-5291-AED2-C0BD03EB5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73E5857-A14B-C271-92CF-C89FBCF4E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18510AD7-F2AF-5271-B48F-57122EABC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ADDD33F9-3150-85D2-E169-8023FA41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E3C5DF1-38CC-B3B0-2F11-0E11F580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F0E8F2EE-DA8C-4393-6AD6-90FA5D596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A8FBC1C-92A4-A3B9-4E86-D1DF6F70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4AFC559-7AF6-DA42-FAF6-EC1DA92CD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B75D538-EA85-3A3A-CE38-F4E0D9A3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C937706A-30AA-1F39-B87D-B59D95A8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F1E71E1-27BB-BB82-529A-7C2DF879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D3894BB-5590-F619-086F-A0238832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FA6C141-C1E1-EA74-B5D9-94C9F104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83CDD20-46A5-A301-6CA5-83C1FC283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D46AF586-B60D-AD65-ACAF-BD9FD66A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1DAF1912-6A7B-C77B-8588-80401112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CF736F4-9DB1-CEA9-BED7-41CF05076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1D6B2BE-1BA0-CB71-CBDF-4CD1DBB1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87232D0C-2C6F-6744-E15B-3D4225B87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E4A4022B-53FA-F532-CE7D-6266E3BB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195643BE-17B7-9B91-3BCC-6CDC65622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3D96BC2-EDA1-1191-8EEC-BCB0BF56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0FF3E8C5-856D-2AB7-7114-B454AF3A4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3DF74A-D2F3-F1A7-F77B-D2C15740A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AE89D595-F1C5-406F-03EC-9503C440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7FA29690-7E8C-CA20-AEFC-F5918122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5921FB06-C6AB-8FDA-5948-D1468076D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959B3636-67F6-7631-E57D-A5935006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D07352F2-A238-34AE-CF9D-A57EE670F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2C7C502-5757-8731-F752-B0D4BE5E2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40E856F-8285-A690-49DB-022A649F4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F633251-B7DE-DFF5-A037-35BDF13C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B567D6FC-3796-B291-B725-27150CD4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FFCE16FE-430B-9A01-6C1D-42D879EF5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C5B3E656-54A8-A0E6-41F2-91D0B0F0F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61F2F9D6-BBA5-76C2-FA09-E507795E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2FAC17D-0508-4155-727F-6C3C2BD1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60D3EE70-DD0B-57C0-2562-DB0DA7E39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440F8785-58A7-7F96-366D-36B21C0C0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3722BC0-2637-3403-E24E-CA665A17A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B86BC237-CECE-7E28-F43C-0CE0008C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48BFB68-721F-B7A4-39A0-92F83F59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297339EF-DCBC-1459-E311-26983515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01577A56-3385-D584-2140-E4D59038C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24F3548C-2B9A-D988-D701-616663C9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DCB3659-EF6E-F827-7B50-DF8C1250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5225714-5CA1-DD76-7B0B-13C23EA0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E633260F-B9EE-0C3F-92C8-5E65D77A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81505D06-8252-877D-18D7-51FB9BB0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BAFA37E6-669D-3A0B-1D82-629F8696D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25BC6A9E-7A36-44F0-3D97-6A39A376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DC88838-7577-3C8D-F542-94C8453B4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D9D08234-931E-424B-6D9F-E753D937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12B5043E-5EB6-3ED2-55DF-7F880DE3B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F0FE022D-433B-A2D7-56A2-874D233A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360F254-F012-193C-539D-83A640646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0A838E96-A4E9-9AE1-46CA-F6AB3971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4D13E46D-FA65-A90F-05CB-122F0F52F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FE6985D-886C-5DBA-22EB-AFFABB6F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117180F0-95C7-6854-9CBD-8C565B47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D610F39D-A7E2-4294-6961-D59975F2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C9682B82-6D45-4EA0-B9A9-E51834AAF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FA5C697B-8F4F-4C66-980E-F64DAE47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4A4CA49-EC64-8FEF-BE0E-FBE434C85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D3657D4B-A71E-1559-E479-D5055A289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3F244109-CB25-74CE-4D8A-9B2027A0A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DBDAB989-7D8D-98A4-0552-71131CDB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5C3D3D87-5776-2495-96DA-2DB42590F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0E12169-ED56-C9EC-FCA2-D57C5649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22A762E0-98D9-C359-BDC1-814F535C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3818949D-A134-8590-859F-832E3F871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4C165CC9-4D6F-57F0-9598-9D47E2F6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017F3541-E0FB-A521-7904-FE0ADDA3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5431D2C4-4E2C-629E-05BC-A2E8F41D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6875F61-2B7F-C3C8-45A6-AB6A1171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8CEB8402-3330-A7CE-1CD0-7E307B5B1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98987C41-0BE8-C643-6954-3ABC4F5C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2CDF16D0-1B75-F9D3-46EA-668CE2CD6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9072BA09-2291-B711-D768-83FA6D3C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F9019B0-7344-57BD-0737-490A1C0A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67BE0F4F-280B-901B-F940-A09A2424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7DCF3A2-1B38-FD2E-0D0B-0187F4D0C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233779C-AF5C-1167-85B5-890754AD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CC8041D2-2251-B0BB-98E4-AB8A11205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35B1731F-9889-E506-AE20-17A05B5F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4D4B9BE-115C-7512-7F31-175A0E081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746FB2CA-88B0-7141-D0A3-C0073F21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824BF880-8D1F-2121-3216-2CD8991D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51210EAE-929E-C387-D1C9-D979523F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78B3328-DCCB-2083-C8E5-B0EA35C6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4F191A8D-1764-A039-CCDA-C5BBFDCDA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27719238-AFBD-B523-E3F3-A9186C80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2E24298-1EFF-C5E0-FA9B-9FBA6C0EB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06FE31E5-A898-E5D9-AF2F-ECB31DDD7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C0B4C922-93AC-2A00-326A-40B68614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4B752F8-39A7-0D7E-7E56-E64DDFC20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59117276-235E-281C-8504-358B7EFF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394E1F88-DDA0-954C-5386-EB96E410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6D43B8EA-39AE-17CC-73FB-E3C41AEC1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D7B32E5B-E11F-87A6-A9C6-D6D1251D7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D07EC43F-939D-0A5F-EF89-7358C253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228C0F11-EEDE-161C-35E4-B87D0B66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34B0E476-9193-0094-77ED-44726A9D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3F8017FA-7483-8DCD-59D2-2B991C12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A80E42BB-521E-FF0D-C3E8-1FFCFD96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1EEA85D-C50D-9750-ED04-F4F33EE7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60FB2F8B-E63E-7CC5-096B-72F09BBEF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86CFB7D-803D-0ED4-FDDF-11B798ACA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5B901063-04D0-8D34-82B7-21AE2A22C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88C424FF-C269-9E3D-D92D-E986CE0E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67698091-2F01-39FB-9BED-3A0D0507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7459524-F18F-6AAA-FCF2-F5C674FB9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E7152C8D-466B-C103-C483-8C909D574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9E01F95-6EB0-46DC-7EBD-EA7DE57C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BD69645-A8D2-56C1-491F-C3AB7830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6F7CDC8-8FA3-24C9-6E84-576880EE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FBC7DF17-2745-794B-09FD-6132F958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95F11FF3-C2F8-30F0-20A3-9CA0167F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31A4EAD2-1A49-B2AE-B1B3-395EDACE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9A74B637-FEEE-6268-AA2B-9F2B070C0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329552D5-0208-6AD3-947E-83BC8FF9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18A7788-D288-1874-4690-621A5299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B1F344C-D99F-2500-435D-5A0C8FDC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02912EA3-CD1C-BF51-5A80-8E4ECB317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1A7BF9D2-9A59-D47D-6551-00B5E565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19F196E9-DADA-242A-F2C7-C54F0076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A1949DAB-504B-BA04-D2CA-0B8D0EF30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183CD905-2FCB-FDCA-346C-A292E024B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3C775562-43C4-7E1E-CF86-3EF19AC1C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F75745ED-4505-3F9A-0D6E-0D726036B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AD824367-E934-4460-0DDD-963FC510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9813DE3B-761A-D93B-DC4A-4C07D9E38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173" name="그림 172">
            <a:extLst>
              <a:ext uri="{FF2B5EF4-FFF2-40B4-BE49-F238E27FC236}">
                <a16:creationId xmlns:a16="http://schemas.microsoft.com/office/drawing/2014/main" id="{D7469C41-25FC-3F99-8DD8-C2D844697C2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3102" y="2798342"/>
            <a:ext cx="11145795" cy="3519312"/>
          </a:xfrm>
          <a:prstGeom prst="rect">
            <a:avLst/>
          </a:prstGeom>
        </p:spPr>
      </p:pic>
      <p:sp>
        <p:nvSpPr>
          <p:cNvPr id="174" name="TextBox 173">
            <a:extLst>
              <a:ext uri="{FF2B5EF4-FFF2-40B4-BE49-F238E27FC236}">
                <a16:creationId xmlns:a16="http://schemas.microsoft.com/office/drawing/2014/main" id="{738BBCE1-72B0-004D-0774-C980F218BA8B}"/>
              </a:ext>
            </a:extLst>
          </p:cNvPr>
          <p:cNvSpPr txBox="1"/>
          <p:nvPr/>
        </p:nvSpPr>
        <p:spPr>
          <a:xfrm>
            <a:off x="1283512" y="5192421"/>
            <a:ext cx="107753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600" b="1">
                <a:ea typeface="BM HANNA 11yrs old OTF" panose="020B0600000101010101"/>
              </a:rPr>
              <a:t>음악 인식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11982A8A-7FDE-C624-A81B-E39D01181C3D}"/>
              </a:ext>
            </a:extLst>
          </p:cNvPr>
          <p:cNvSpPr txBox="1"/>
          <p:nvPr/>
        </p:nvSpPr>
        <p:spPr>
          <a:xfrm>
            <a:off x="437929" y="5598608"/>
            <a:ext cx="276870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400" dirty="0">
                <a:ea typeface="BM HANNA 11yrs old OTF" panose="020B0600000101010101"/>
              </a:rPr>
              <a:t>음악 및 사용자의 흥얼거림 인식</a:t>
            </a:r>
            <a:endParaRPr lang="en-US" altLang="ko-KR" sz="1400" dirty="0">
              <a:ea typeface="BM HANNA 11yrs old OTF" panose="020B0600000101010101"/>
            </a:endParaRPr>
          </a:p>
          <a:p>
            <a:pPr algn="ctr"/>
            <a:r>
              <a:rPr lang="ko-KR" altLang="en-US" sz="1400" dirty="0">
                <a:ea typeface="BM HANNA 11yrs old OTF" panose="020B0600000101010101"/>
              </a:rPr>
              <a:t>사용자 편의성 극대화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CB3407D-5217-E11E-CA14-9416F29921D5}"/>
              </a:ext>
            </a:extLst>
          </p:cNvPr>
          <p:cNvSpPr txBox="1"/>
          <p:nvPr/>
        </p:nvSpPr>
        <p:spPr>
          <a:xfrm>
            <a:off x="3846492" y="4059718"/>
            <a:ext cx="156004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600" b="1">
                <a:ea typeface="BM HANNA 11yrs old OTF" panose="020B0600000101010101"/>
              </a:rPr>
              <a:t>관련 영상 추천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1F7C0380-B7C6-2AA1-FD8F-8C60A04D1DAD}"/>
              </a:ext>
            </a:extLst>
          </p:cNvPr>
          <p:cNvSpPr txBox="1"/>
          <p:nvPr/>
        </p:nvSpPr>
        <p:spPr>
          <a:xfrm>
            <a:off x="3632492" y="4465905"/>
            <a:ext cx="19880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400" dirty="0">
                <a:ea typeface="BM HANNA 11yrs old OTF" panose="020B0600000101010101"/>
              </a:rPr>
              <a:t>음악의 뮤직비디오 및 </a:t>
            </a:r>
            <a:endParaRPr lang="en-US" altLang="ko-KR" sz="1400" dirty="0">
              <a:ea typeface="BM HANNA 11yrs old OTF" panose="020B0600000101010101"/>
            </a:endParaRPr>
          </a:p>
          <a:p>
            <a:pPr algn="ctr"/>
            <a:r>
              <a:rPr lang="ko-KR" altLang="en-US" sz="1400" dirty="0" err="1">
                <a:ea typeface="BM HANNA 11yrs old OTF" panose="020B0600000101010101"/>
              </a:rPr>
              <a:t>커버곡</a:t>
            </a:r>
            <a:r>
              <a:rPr lang="ko-KR" altLang="en-US" sz="1400" dirty="0">
                <a:ea typeface="BM HANNA 11yrs old OTF" panose="020B0600000101010101"/>
              </a:rPr>
              <a:t> 영상 추천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D7C91627-0117-B99E-37A5-D71805CE8C23}"/>
              </a:ext>
            </a:extLst>
          </p:cNvPr>
          <p:cNvSpPr txBox="1"/>
          <p:nvPr/>
        </p:nvSpPr>
        <p:spPr>
          <a:xfrm>
            <a:off x="6931502" y="3024944"/>
            <a:ext cx="107753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600" b="1">
                <a:ea typeface="BM HANNA 11yrs old OTF" panose="020B0600000101010101"/>
              </a:rPr>
              <a:t>추천 트랙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13F2F53-3496-AE90-9610-58FC9D64ABB4}"/>
              </a:ext>
            </a:extLst>
          </p:cNvPr>
          <p:cNvSpPr txBox="1"/>
          <p:nvPr/>
        </p:nvSpPr>
        <p:spPr>
          <a:xfrm>
            <a:off x="6027414" y="3431131"/>
            <a:ext cx="288572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400" dirty="0">
                <a:ea typeface="BM HANNA 11yrs old OTF" panose="020B0600000101010101"/>
              </a:rPr>
              <a:t>사용자들의 이용 데이터에 기반한</a:t>
            </a:r>
            <a:endParaRPr lang="en-US" altLang="ko-KR" sz="1400" dirty="0">
              <a:ea typeface="BM HANNA 11yrs old OTF" panose="020B0600000101010101"/>
            </a:endParaRPr>
          </a:p>
          <a:p>
            <a:pPr algn="ctr"/>
            <a:r>
              <a:rPr lang="ko-KR" altLang="en-US" sz="1400" dirty="0">
                <a:ea typeface="BM HANNA 11yrs old OTF" panose="020B0600000101010101"/>
              </a:rPr>
              <a:t>맞춤형 추천 트랙 기능 제공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7E064103-F4DC-9D6A-9A35-2BE40517CEFA}"/>
              </a:ext>
            </a:extLst>
          </p:cNvPr>
          <p:cNvSpPr txBox="1"/>
          <p:nvPr/>
        </p:nvSpPr>
        <p:spPr>
          <a:xfrm>
            <a:off x="9556717" y="1868935"/>
            <a:ext cx="141577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600" b="1">
                <a:ea typeface="BM HANNA 11yrs old OTF" panose="020B0600000101010101"/>
              </a:rPr>
              <a:t>플레이리스트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9ABC7B25-B5C9-E6A0-DE3A-DDECD85941B7}"/>
              </a:ext>
            </a:extLst>
          </p:cNvPr>
          <p:cNvSpPr txBox="1"/>
          <p:nvPr/>
        </p:nvSpPr>
        <p:spPr>
          <a:xfrm>
            <a:off x="8942770" y="2275122"/>
            <a:ext cx="264367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400" dirty="0">
                <a:ea typeface="BM HANNA 11yrs old OTF" panose="020B0600000101010101"/>
              </a:rPr>
              <a:t>플레이리스트 사용자화를 통한</a:t>
            </a:r>
            <a:endParaRPr lang="en-US" altLang="ko-KR" sz="1400" dirty="0">
              <a:ea typeface="BM HANNA 11yrs old OTF" panose="020B0600000101010101"/>
            </a:endParaRPr>
          </a:p>
          <a:p>
            <a:pPr algn="ctr"/>
            <a:r>
              <a:rPr lang="ko-KR" altLang="en-US" sz="1400" dirty="0">
                <a:ea typeface="BM HANNA 11yrs old OTF" panose="020B0600000101010101"/>
              </a:rPr>
              <a:t>개인 경험 향상</a:t>
            </a:r>
          </a:p>
        </p:txBody>
      </p:sp>
    </p:spTree>
    <p:extLst>
      <p:ext uri="{BB962C8B-B14F-4D97-AF65-F5344CB8AC3E}">
        <p14:creationId xmlns:p14="http://schemas.microsoft.com/office/powerpoint/2010/main" val="204379094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4A958E-819B-4BE9-16EC-C017269C01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107BE2EF-6741-F0DC-E004-5DBAB4D642BF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(3)</a:t>
            </a:r>
            <a:r>
              <a:rPr lang="ko-KR" altLang="en-US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팀원 소개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89DE487-EB9A-C4D0-869A-D5CFFD9FB92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3603032E-2A4D-4CCF-8E85-AE829EABE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0E851D1-191B-EAD0-5AE5-B0F176685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FE492F4-3A67-8CD6-9C43-05E12246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89FCF05-08E2-6DB0-BBE0-25AE52F6C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DC05FE24-3091-8E41-0CB9-29EAB111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F6B62E13-F7C8-8157-8811-BC644074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89976109-B1BB-F11E-66FB-44A3C0D4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FBED24D-2566-A7DA-6B57-51F55321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18B8C4F-244A-B475-3DA6-35F41648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93694D4B-FCEA-39CA-ED91-DB7DA9A8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B1F9DD8B-1695-CC40-08AD-C8730480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D09D121C-63C7-A28B-591E-8DF15AB60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905082EA-2188-8142-F2B2-D3AE4F777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C8FCF23-EF56-0306-6978-ECB50FA5A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2B7788B-D643-38D5-689C-36E018A07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BADADCE1-B447-9A5C-E986-E45F9466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87D25BF9-57C2-D052-FDEA-AB4B26D93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FC6D80AA-3B4C-9A58-CD18-3FBAE5454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96982E52-EF69-254B-516F-C1216CD3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BAA03125-3C66-C690-3BFB-9ED72CC1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A38BE2E4-46CE-2433-024F-D6E15E757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870534E5-2314-9C57-887B-F7C2A385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704154DC-9390-3B04-8A3A-DEE6DA3E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9357B303-8BB7-8194-F296-4AFBD5E1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518C211B-25FD-A137-59BC-D071767AA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D5958FD3-12ED-8351-15F8-CBC10CD8A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24BDD74-48FE-2967-5759-41B1D7690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2C46984A-4CD3-96FF-20F9-100ECED97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DB5301AA-80BD-40B2-876C-1B3B90A4F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99AB972-104F-D1F1-DCD4-555403C87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D9825E77-B323-B0A7-E2ED-06B6C9094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A13BAB2-99CF-130B-B52C-2C3C51BA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482BF508-9428-3D9B-A351-97F2E67A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DD83C3C4-E47A-5F82-6AB1-575B0FB4A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FF07921-6798-F4DF-B2D5-B95D8A69E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2E28A72A-74A3-31F2-3E50-BD37800E0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7ED236B7-EB7F-217C-B5C1-C6043D94E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532B9E8-4DE7-8106-932D-39A15EAE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738820CE-74E5-AB97-849F-13240A277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2726F5B-999C-419A-2139-6E09C0D1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CFA782E-368F-A929-C44A-B11E700A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08D0218C-F116-D515-D20B-8FC611039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AA4CBD85-D3E4-C508-1AEE-0BF89290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3452AE2-AEB1-D020-A9FF-D286F95BC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EE648733-FB60-F7F9-8BF3-F11F1A77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9FA2E09B-A6A1-784C-5AE2-8F5E5736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FD2F87BE-A487-70C3-88B7-3269A6195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05BCF8A-1490-E01E-E75F-D0905CF1E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AD3C528D-1671-A727-698E-14EA37A2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1B87636D-49E4-0CF1-077B-CED61DE59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F7C36BC3-E9D5-26C0-6D9C-D67FB8532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A421EAE-5C6B-008B-7538-F045EB599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186D50AC-ED7D-3CEA-92E5-3AA320A1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6075805D-C3F1-526E-B4CB-85A208BD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4A626C20-C7FD-B413-6855-E01100CA8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77A84F6-52E0-12B3-FA4C-8415E97E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2F5BC96F-ABA2-D955-342A-AB28B80C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A6670BED-41C7-C109-8A76-738375865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A6D2D4A1-7E56-4E63-4DF6-EE3DB917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8C367B3F-7096-F4AA-81DF-11DEB7B9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D5F829F-3D5C-CD30-DC1D-F8B24B850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1C632AE6-49A2-7E6E-8D79-3C85AD221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D539C62D-2093-26A5-9CED-98756F3DC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7B17F9F1-536D-A15D-BF0C-44D0DE65E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26094558-F3FD-912F-80C5-C6C5266E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BD1965E5-4BE6-16A7-35CB-0ADDA537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1C02480-70F5-81D3-1D54-6326CA63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DA1AFB9-D1FC-6BE7-5261-6BB2058A8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4489C760-47FC-45EA-405D-6A33024C1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76E7D6B5-10D1-30C5-02FA-4D5BF2AA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C29DB120-9A04-DC8E-CE48-416AA0F4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419B65DC-F97E-D529-7851-69CEB9725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7CED7584-C8BB-D54C-9890-1E5FF1C3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EB11395-7F3B-EBD6-B43A-C615C7C27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E72B8EFB-8A8E-5F8B-91F4-06B79220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223BADF-6929-C2F7-6BC2-522AADB74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343745B-5DE9-1FBC-E7D3-37D2675F9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5A564BC8-3480-5687-4EBF-2BA0099E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B4DC2A11-16C8-183C-894C-6750C3367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406AB5A0-CB07-0589-ED16-5EACD3D5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A60E3E67-C3F8-775C-73A3-CA343B9F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6436D66-9771-DA79-1D19-8662F127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FC6EDCCD-42A0-AE65-82CD-F6773CC1C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7AEE724-DCB2-3A12-1104-A9970990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BEDAF42D-C781-D373-A4DC-D55D8F78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1873998C-6D05-A720-A1A3-7A1AF186E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205B1E92-49D9-CD40-4DEE-B0CE6F4AA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9D3A5AB-D6B8-D4D7-321B-9C51B8BFB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BF3291E-79FA-5701-C9EE-25A3184F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8178076-9699-4540-40DE-4BF3C7B9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C16B4F93-2E4A-002C-ED52-F7F2B2486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88E8B567-4153-F6CA-E8A2-A0B38581F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B4E9FF9-7CB9-B372-566D-E5EB36FD4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48758124-D13F-F8B0-2758-9D3268EF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AE8FFC1A-CBF7-C08F-CEBC-51DEF282D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10937D5-5E59-D3B1-2DF8-E285B8FF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1A7D140-6CFE-A296-60B5-46D669FC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FE55C01-6840-0B35-9B7E-D1DE68C8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0040A3E9-D1F5-F66E-539C-0F71D2F83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DDCEBFBA-E90E-9B1F-F115-7E4611C9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143E62B6-2BC9-C449-7CA0-8099EB74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A1A89A6B-E781-4E44-27A2-19F3DA8D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9D43E09-CC44-0815-2977-11EE5061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BDFC30F-EF04-F2A5-B5CF-21715053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4C9718B7-8A79-2804-C14E-2DA1DD3C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DED90836-F3CD-BB8B-EB81-A1BF5A32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DA78BDD-3A0D-82E5-28B2-0892F4C5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D546566-CCD8-FAC7-982F-BF8082EE0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7655DED-3A12-CA03-1193-B8F655068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550AC6B5-4E29-CF18-B0C3-DD43FE28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83C98AC4-A5E8-A9D4-053E-DB4DD1B04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64B7381F-600A-8E7C-CD1C-FB6C956B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BA0E1E77-CCEF-FF39-47E2-EE2156272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402FC7C9-DA20-5E71-0FC8-2DF9C375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BCFD097D-3AE3-792E-6276-2DDCD1D2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4E0A9588-BCDD-003C-574A-B3C3426DA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CD5DFF5E-1F84-8127-F01F-45EAB4AFB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3A87ED0-CD30-3575-43E9-24769BD77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548F1F8F-3CFD-727D-880C-8361DAC1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38B0A266-FFE1-582D-D011-15E99C9D7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ED56FBF7-F098-47E8-BAC2-2186FD353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18B4294E-71B9-8FCB-BF1F-AD49133F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C236996A-7EEC-E070-26E5-427F9F4F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3D90C084-424B-CD88-F14D-DC35CA53A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B8A3DAD4-0462-8D7E-6CD9-2FFC0A46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69D8D4D-6332-C84E-660C-7C49839A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4D2029B1-A61E-9469-9D5D-7F09B8EA4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87551757-AE5D-BC78-A8C2-B59B8049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E86140B-214D-DB7F-EEB3-0945D1F6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76ED5A8F-F1DA-0E89-B9B2-6378D5077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B66EA498-3E44-3DC6-643A-C9879644A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ACD02440-145E-4F82-636B-5F74EA9B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DF48891-9AE1-5D50-E330-7CA1265B7D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240" y="2019742"/>
            <a:ext cx="12234357" cy="2818516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1D461C32-7BD0-FFAD-1993-E611B11F8B26}"/>
              </a:ext>
            </a:extLst>
          </p:cNvPr>
          <p:cNvSpPr/>
          <p:nvPr/>
        </p:nvSpPr>
        <p:spPr>
          <a:xfrm>
            <a:off x="691839" y="2797545"/>
            <a:ext cx="1139422" cy="11705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600" b="1"/>
              <a:t>권현우</a:t>
            </a:r>
            <a:endParaRPr lang="en-US" altLang="ko-KR" sz="1600" b="1"/>
          </a:p>
          <a:p>
            <a:pPr algn="ctr">
              <a:lnSpc>
                <a:spcPct val="150000"/>
              </a:lnSpc>
            </a:pPr>
            <a:r>
              <a:rPr lang="en-US" altLang="ko-KR" sz="1200" b="1"/>
              <a:t>(</a:t>
            </a:r>
            <a:r>
              <a:rPr lang="ko-KR" altLang="en-US" sz="1200" b="1"/>
              <a:t>조장</a:t>
            </a:r>
            <a:r>
              <a:rPr lang="en-US" altLang="ko-KR" sz="1200" b="1"/>
              <a:t>)</a:t>
            </a:r>
            <a:endParaRPr lang="ko-KR" altLang="en-US" sz="1200" b="1"/>
          </a:p>
          <a:p>
            <a:pPr algn="ctr">
              <a:lnSpc>
                <a:spcPct val="150000"/>
              </a:lnSpc>
            </a:pPr>
            <a:r>
              <a:rPr lang="en-US" altLang="ko-KR" sz="1000">
                <a:solidFill>
                  <a:prstClr val="black">
                    <a:lumMod val="75000"/>
                    <a:lumOff val="25000"/>
                  </a:prstClr>
                </a:solidFill>
              </a:rPr>
              <a:t>BACK (DB)</a:t>
            </a:r>
          </a:p>
          <a:p>
            <a:pPr algn="ctr">
              <a:lnSpc>
                <a:spcPct val="150000"/>
              </a:lnSpc>
            </a:pPr>
            <a:r>
              <a:rPr lang="en-US" altLang="ko-KR" sz="1000">
                <a:solidFill>
                  <a:prstClr val="black">
                    <a:lumMod val="75000"/>
                    <a:lumOff val="25000"/>
                  </a:prstClr>
                </a:solidFill>
              </a:rPr>
              <a:t>ANDROID</a:t>
            </a:r>
            <a:endParaRPr lang="ko-KR" altLang="en-US" sz="10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F48721A-C8B4-2666-7E47-1D9B1507D689}"/>
              </a:ext>
            </a:extLst>
          </p:cNvPr>
          <p:cNvSpPr/>
          <p:nvPr/>
        </p:nvSpPr>
        <p:spPr>
          <a:xfrm>
            <a:off x="3135082" y="3051460"/>
            <a:ext cx="1139422" cy="6627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600" b="1"/>
              <a:t>신동욱</a:t>
            </a:r>
            <a:endParaRPr lang="en-US" altLang="ko-KR" sz="1600" b="1"/>
          </a:p>
          <a:p>
            <a:pPr algn="ctr">
              <a:lnSpc>
                <a:spcPct val="150000"/>
              </a:lnSpc>
            </a:pPr>
            <a:r>
              <a:rPr lang="en-US" altLang="ko-KR" sz="1000">
                <a:solidFill>
                  <a:prstClr val="black">
                    <a:lumMod val="75000"/>
                    <a:lumOff val="25000"/>
                  </a:prstClr>
                </a:solidFill>
              </a:rPr>
              <a:t>BACK</a:t>
            </a:r>
            <a:endParaRPr lang="ko-KR" altLang="en-US" sz="10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257217E0-FC85-94D1-15C4-0F4CCE0CD507}"/>
              </a:ext>
            </a:extLst>
          </p:cNvPr>
          <p:cNvSpPr/>
          <p:nvPr/>
        </p:nvSpPr>
        <p:spPr>
          <a:xfrm>
            <a:off x="5547717" y="3051460"/>
            <a:ext cx="1139422" cy="2934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endParaRPr lang="ko-KR" altLang="en-US" sz="10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756EEAF-2961-7867-4630-D502A1BC8FA9}"/>
              </a:ext>
            </a:extLst>
          </p:cNvPr>
          <p:cNvSpPr/>
          <p:nvPr/>
        </p:nvSpPr>
        <p:spPr>
          <a:xfrm>
            <a:off x="7960352" y="3051460"/>
            <a:ext cx="1139422" cy="6627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600" b="1" dirty="0" err="1"/>
              <a:t>황주석</a:t>
            </a:r>
            <a:endParaRPr lang="en-US" altLang="ko-KR" sz="1000" dirty="0"/>
          </a:p>
          <a:p>
            <a:pPr algn="ctr">
              <a:lnSpc>
                <a:spcPct val="150000"/>
              </a:lnSpc>
            </a:pP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</a:rPr>
              <a:t>FRONT</a:t>
            </a:r>
            <a:endParaRPr lang="ko-KR" altLang="en-US" sz="10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121346FE-4528-5E9A-5CD8-B002FB3EF7EA}"/>
              </a:ext>
            </a:extLst>
          </p:cNvPr>
          <p:cNvSpPr/>
          <p:nvPr/>
        </p:nvSpPr>
        <p:spPr>
          <a:xfrm>
            <a:off x="10372987" y="3051460"/>
            <a:ext cx="1139422" cy="6627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600" b="1" dirty="0"/>
              <a:t>정지훈</a:t>
            </a:r>
            <a:endParaRPr lang="en-US" altLang="ko-KR" sz="1600" b="1" dirty="0"/>
          </a:p>
          <a:p>
            <a:pPr algn="ctr">
              <a:lnSpc>
                <a:spcPct val="150000"/>
              </a:lnSpc>
            </a:pPr>
            <a:r>
              <a:rPr lang="en-US" altLang="ko-KR" sz="1000" dirty="0">
                <a:solidFill>
                  <a:prstClr val="black">
                    <a:lumMod val="75000"/>
                    <a:lumOff val="25000"/>
                  </a:prstClr>
                </a:solidFill>
              </a:rPr>
              <a:t>FRONT</a:t>
            </a:r>
            <a:endParaRPr lang="ko-KR" altLang="en-US" sz="10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8AFD73-3832-1CA6-EA7A-A8E167151723}"/>
              </a:ext>
            </a:extLst>
          </p:cNvPr>
          <p:cNvSpPr/>
          <p:nvPr/>
        </p:nvSpPr>
        <p:spPr>
          <a:xfrm>
            <a:off x="5547717" y="3135586"/>
            <a:ext cx="1139422" cy="4944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2000" b="1"/>
              <a:t>DMUsic</a:t>
            </a:r>
            <a:endParaRPr lang="ko-KR" altLang="en-US" sz="1000" b="1" dirty="0"/>
          </a:p>
        </p:txBody>
      </p:sp>
    </p:spTree>
    <p:extLst>
      <p:ext uri="{BB962C8B-B14F-4D97-AF65-F5344CB8AC3E}">
        <p14:creationId xmlns:p14="http://schemas.microsoft.com/office/powerpoint/2010/main" val="294794212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75B944-0843-A169-3D03-12EEAF678D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62D7D44F-6C6A-CB75-7607-FCF09E0F36BD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(4)</a:t>
            </a:r>
            <a:r>
              <a:rPr lang="ko-KR" altLang="en-US" sz="105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시스템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구성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A2ACEE0-C121-2394-408B-77751D3CAF5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3613697C-DC3E-2274-43A5-6699BC30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C17DF3D8-D650-8100-0663-A1C7F2E6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1318020-1CE6-E18D-C96F-12ABC9111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D665406E-AE1A-DB48-F83A-516A751D0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BD725ABC-386F-816F-6556-AF654AC6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A1311568-FA6B-FCDC-2854-69585F07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3896C742-0826-594C-C12F-F79961D3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27D6C14-1776-E3C1-E037-C5A019AF4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B68BE12F-4EEC-0B56-FB6B-35249ADE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FF3AA2F1-D188-8CFA-B8B3-08C48AEA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411D4215-B915-128F-B40A-F4251CB8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DEB48B0-A456-2B51-52D0-033BED39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8B0A323-57E8-B2FC-73CF-3BF5BD51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5EEDBD7F-A696-340B-F52C-28031AA08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83632FF6-E07B-89DE-D6D1-5D138881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FEE333A-4F49-FDD4-01AA-38E033CB0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698616BD-5174-D876-D068-4D4D340F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97BADF2E-18CD-507A-931B-27A3C238C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7BE3A721-993D-9DB4-FB7A-0F13DB5D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121816A3-5B41-1458-A810-3E19D06C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9922AF0-BB92-FEA5-923D-7E270413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3BA27D8-72ED-6D79-9BF3-1F0B0AD5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977C5056-DFA0-B742-E304-114146BAD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5F343486-C3A7-ADAE-9C24-3C25D7C6D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65524142-F2CD-864F-608D-57CDE47B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32B3DB53-6650-8C1F-21BD-5BFFB2DBA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B7C843A5-7075-87D6-A498-EC07C2A1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8267661C-A910-716D-7FD9-36A05BDF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6B7D6B3-08AF-50F9-FC61-849171277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14F8796-098B-16D1-0187-FAD7061D9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2317AE71-DDD7-7033-E818-F7A3B87AB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E9797C04-3C25-460B-5FA8-67A0865F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55C0B5C1-19F0-9C2F-4ED0-876DF69BD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1D7603E-51E8-3E94-89ED-F4CF94B4F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38BA22B9-1F23-4C70-587E-A55227B1D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85C3DA04-5DBC-BEEA-A23F-2F9DE23B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9465F7A-6DC6-5168-20F5-75392B8D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B29C1F2-0143-92A5-16D3-C394869B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120C3436-F5D2-71A3-5221-30AE6D438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7EFAE2B4-6AF7-4065-5ACA-18A9AB417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C4A53C88-4CCC-3FB1-5DA5-FDFFDE34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AE0E2FD-5149-AB2B-DB34-3C39F421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6D7C678-EBF5-5DAC-D5D3-868E8211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540AE5A2-EB26-BE0A-C520-396CE78B7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5200366-3727-44F1-1844-9AD27C1F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99684362-FAAD-2DA3-57FC-5D35A47CB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98DC9A25-06A5-D032-96FF-0108818E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61667A87-7A7E-9549-0228-EBCBFFAA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D5570350-EE9A-D189-3F7E-D8D2C0AE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F19BE1C-75D9-8F27-17D4-A32DDC6D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F3F0728-53C7-4970-1F30-0B5FA22E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5470B8DD-EE7E-C6A9-9F1A-CEC552FAB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65EA2C58-0194-8639-B63A-EC0CF32FE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D916E054-DA4F-1A12-50E5-8EB9F61FA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AB439E1D-75CD-A030-DB01-A0519CA9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21D825BE-F01B-6B62-20E0-E8A10CC82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2B3B3015-7F0D-047E-1B91-FA7C8FA1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6D01C6CB-E0DF-CCE5-4B48-60B20020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7D9AFA1-2CFA-76AD-6267-90D37959E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AD9948A-9F5B-8EDA-1594-9E5E6B34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7EBB5F3-CA7F-7145-C635-1FE70C620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8AAD0CDE-174F-F963-B61B-B4A4ABB4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A3925DBB-180E-B8F9-86F5-A8084B0F7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0D28AE0A-31BD-80DB-3BCA-D24B85E3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CD151868-95B9-C689-8748-81BDDF0CA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C1DD22F-88A6-332E-B173-3890850FE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9AEAD00F-4C5E-09A5-FBBF-EBA9E2922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D25BF34-87FA-4EA7-955A-3667CD1BA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E6A82861-228E-B3F4-E280-98F07517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58E9BA99-721C-268B-FFCF-5A7CC2FF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422BBF8-B5CE-A255-F11C-4E276395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E6347192-C0FA-F9C3-197F-9A451636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FA3E313E-4E83-9E55-E919-2FD9B038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343B966E-4A44-8799-33E2-30BF9C64F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56ADBF4-CD8F-44A3-274A-AB865795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4823962-558D-2B33-FEB3-497C8DDB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707391FF-886B-4E69-0669-059771CB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9F2014A4-CC0E-8F82-BC1D-939B7601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34D9AB1E-267D-405B-FBB4-5C456E331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2CCCC751-B187-D73F-0D0A-B23FC17B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C6ACDF9C-9941-FAF8-F692-EBB2B3FC6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D7A280D-ACC1-FC5A-CC44-F7C7DEDD2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AAFAD830-36BC-C71C-4420-9590CE5AA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27B28470-A795-67AB-75DA-AD322847E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C46A567B-BDF2-DE05-E632-1BAF6823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AF8A996F-7E09-1471-E4BA-49AB7A17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ABB43188-9967-1361-35CE-1694C009A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749598E-E84C-36C8-304A-2D777096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F8C6710-C01F-3802-F4A9-752740D70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496E31E8-9943-1B58-7445-A2FD47FF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AD8527E-AF3E-13E3-5D4A-2F3F526A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2DDC2472-2ACF-3D7C-502E-9A4C9C20D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E80CF10F-0729-49A7-6580-051E57F03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8C535F5B-66CC-1783-F3FB-FD7C1FCB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4B65F2D-9B49-A4BB-8685-19C66E9DE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C6053218-A165-A9E0-0C12-A0F09DA5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B9B5DAD-0435-FD20-B444-786207CF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6B781914-3527-548B-D45A-DFA20847D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A1D65E55-D16E-DEE2-B356-F9BA97FDC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2A2CED8C-5293-E07B-6CB9-B8168C04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43F53169-4ABA-3559-997E-B64B3A88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A70ADBFB-69B2-D2E3-3D57-BDFE507F2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E7FCE0C9-7C0E-9212-9F17-1589655D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69DA0EA8-C3BA-E32C-AF90-C207DD081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26A2221F-1DC8-07D8-B8C5-7B8708BB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25F42C35-E4B5-8759-C5C0-6C15AC8D6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D7B56039-8958-615A-6B9D-8F6A9EC96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C0C39F05-5D32-FA02-E9E8-85CFF2AC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6299116C-A1E8-FD17-32F6-A1EA0E14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D6658085-2A8D-BB50-44F6-590B3FB7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6A26965D-22D9-0A5E-14CA-49BCC26C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CA446C23-51C8-52DD-47C9-66EB9F69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EA7773C9-4C26-C123-1279-91E218D8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49E1D25F-6A67-CAD0-CE46-33EC1518C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6ED1D159-A2FC-F3E2-ACC3-B97AA52E8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B62F0868-E079-40BF-7026-5B65AC4A4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890122E-2CF7-D7B6-56C3-A1D5EC4FD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BF5E29DB-F4D6-7B21-9C50-9BD5A24F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E53DBCC2-4615-468F-2995-047B32A9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23275FE6-5064-FC22-9C64-D44D8ED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F8EB0F1-00BA-154E-2F35-F5BAEF27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8C1B33C9-D4F6-B364-B97C-63844D425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AA0183D-A257-AB73-423E-5314F1B2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6BDF23C-280D-83FF-EEA1-D841E0E8A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0BED81F-63F1-CA12-464B-6EF386CC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84E7344E-BBAB-6E3C-3D4F-5EBD74A6A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226AFC17-1BA6-0061-17F1-6FF4AC5E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2647943F-2D57-8617-325B-7EFA5D4B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636BB79A-BA4D-5060-5D91-7C57EF19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CAF49035-D2E0-9AB0-F563-01AC742D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18D0942D-5933-A0F2-8643-5CFBC1AB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6C9C3FD-16B5-ABC2-FEE5-D654CFCC0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DA07618-79ED-7ADE-9C20-48881C6D63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93928" y="1314452"/>
            <a:ext cx="6320254" cy="55435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08625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FB715C-7257-78F7-D7D7-483D862EE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6B58FD9E-51D6-A2B0-F4E7-A174DB72F390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(4)</a:t>
            </a:r>
            <a:r>
              <a:rPr lang="ko-KR" altLang="en-US" sz="105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시스템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구성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en-US" altLang="ko-KR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-</a:t>
            </a:r>
            <a:r>
              <a:rPr lang="en-US" altLang="ko-KR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데이터테이블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9E5A8B4-528F-4841-B8B6-AFE4D3C9CA0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B974F10-4AF0-2346-A3EA-1303745D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40D4BA1-B7E5-E4E3-645C-20DAA39F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588E1D93-54AE-07D9-8634-DABB216EC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4FEBCB3-EC7F-4356-BF5C-BCB1869C9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1B7ACB6-BF99-09FD-6BA4-D5B3F1770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A11FA5B-C33E-F5E3-679E-F4BA6A1E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F3133613-DA85-11B5-CCAA-08BCC62D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51F880B-6121-2702-4403-36D97CA9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10332FC-480C-DDB6-9439-6BB9B4AD0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2FFE63C3-41C0-D9AF-F303-47B105DC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13308358-A9DF-ACA1-86CF-D5F4BAE17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2CC3273-3071-AA2A-9666-1CF5DCD2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FFD48621-11B8-8A92-28C4-F858DABA2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E6FB8A5-A7A5-B78D-7A15-C170F895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7773BD6F-15D7-8469-3703-0A45A332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759244D6-68BC-D671-AEC7-D73E0C59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20693E7D-A889-A157-C8AC-F4AB86034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BF4465C4-EFEB-24AD-8F3B-FB1BDD65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9FCF7368-DC5B-AC14-5F37-487934700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F3D8AC25-948E-50E6-C103-7C74D63F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8A2B80AB-CCC0-49AC-578D-AD7B1D570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7F3ADB5-93CC-8017-2DAD-DBAB7116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7D9177FF-42BB-C86F-C9FC-D37511AA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044E10AE-8CFB-AAC7-553D-232970EF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346B16F9-BBA4-6506-5F13-7D22E9029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D6558E2B-3BF7-16F0-A111-68C8DBE86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12EE8FF7-FA84-BB3C-B255-3E4FEB237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6F26C81F-2479-40E3-451D-C152929F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1259CFDF-B33E-5A20-D178-B2581392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C4BE44F-1F46-5BC4-AD42-C7127BBF9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C5832BB-5C43-CB43-ADE8-BA28DE252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4AE0F5AD-BCEB-11AA-A468-164CA401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E668A250-4BF6-E985-3527-4C89F4659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AA4E0450-8D16-01C3-B2CA-DBE139B8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6A8C63DB-23BC-E45C-B1FD-4841B0FB5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C0F7291-D577-AC55-4607-E3E4783F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EB2B92FA-CE58-5703-C7E5-C902A582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C5A9102C-F60A-D722-E879-6C77B8D1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E297337B-79EA-8609-6B52-DDDD2464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BDBCB3B6-B402-A213-AFF2-A1244CA07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9B3B4E6-E830-41AC-B4A9-C5CF515F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A6F5EC9-D004-8852-47B5-745EA968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64330554-AC51-45B6-0DD9-F4FBC66B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C671C993-C201-A713-B003-E6436597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6394E68A-5D07-64F2-35EB-E595A887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7D0A8DAE-B6FB-D652-E823-DB7F0D3E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3055B77-04D1-501E-03BA-13CA10F28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2973FA0-0EDE-17D6-4F71-74A888E3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6FB6868E-1072-F51E-C67C-07A7080F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DD67B27-04BD-FAD3-DDD0-1F9BF956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AFFB184-FAC3-409B-6608-B96537D9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577FA6E-0A57-FD80-377F-97E6DB03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B652971D-35B8-FC2F-E49F-57AD58210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3F77FFCE-2DBC-9F31-A060-90B9DC62E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A4F91DEC-473A-35FC-1E0A-5C2A46AF0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968148A-C161-7259-ACC2-E117CB2D9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8E8DF8E0-055E-448B-D4A5-87F5905E9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15E3CA50-8657-7324-743B-A4DADF0A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A3CB33CA-2211-C438-C849-44EDB5E17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4A34AA4D-911C-879F-265F-ED26D68D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29635ECD-AAF7-4DF2-9E6A-64AED9F8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1BD7BEBF-F24B-C02E-DEFE-FD7EAC2F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80DB4516-FBD0-BD0A-A5E0-3BDD6CFE2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61C6A3F3-DFB1-7A25-7CA3-23F05B742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BD803018-F86A-980B-A5EC-B80FEBDFB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80F50F66-D8BE-E74C-6AF8-2147CC508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36C045B0-F40C-93A9-3C30-E6525B0C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E9345AFD-D1D6-3671-01F3-E18B4B45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E9E2E017-8FC0-B422-C202-70CE2715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2548581B-DAF4-0AD2-E720-F2738989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32BAF151-8156-7A1A-34A1-63C89B373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8522F594-8271-85AD-B817-B68C2017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5E96A948-0BEC-249B-B027-221DB14F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42C46F4-8643-242A-6DB5-B500F8B01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5260B2E-603F-DAFD-78AB-4A62B611C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C1BC5D3-AAF3-E162-4DFF-46F9FC4F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25C0ADD1-4D1A-213D-FE7E-2A59496B5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60AFEE6-B828-6648-522B-78086E5D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3B2F9B4C-3C9C-FA5B-01BC-17530678E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478AFDE6-E161-94D7-75F0-03AD30CF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42419FB6-5FF4-8A34-B2D0-FD6B37B39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9CE9644-9CDE-AF89-7E88-465585E3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D1387C71-5D27-E471-61A1-C65026BE3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503023B9-C521-E8B1-2E3B-F4AFF9E9F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2EA4A79D-DC22-212B-20A1-60854DA5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6CD7F39-BB70-CB26-47D7-BD71F1CC1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D58DE59E-76D1-D5C8-3D41-43358774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998AF371-09B1-2C75-2EEF-7F82A5824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C689B0F-DD3B-499B-D374-2FA216E8A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9C492D8-2C62-280D-92DD-C9A941613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BC7471B-B174-70F3-4C69-A051709C1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A8EBF8E6-AB45-0C3F-1A10-B0E083A84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602A5FA3-DD42-3BA5-82EB-C02BE5CCE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A75AAC6-5AF7-CEAE-8614-F828C300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58F96538-7A16-2426-A994-C926B0EB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0D9B87A5-85C1-1637-2F8A-8F3F82EC4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F93EA60-3981-5341-E4AC-EE8F56B7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6E2FE287-3B10-828C-62B1-20B0A0B4B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5E477C6-6773-E2FC-2CC4-8986A3D9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65019BDF-64D3-FD52-2099-1FEEE63FE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4D956689-0267-D493-D6AB-564A5C311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119259D-0342-8846-F24C-0E45DEE8A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5F04141A-2E02-ABEF-C901-0579269E6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B144E9D-0794-9E93-0F05-6D092C2C3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34BF415-6058-981B-8BC5-F7F94102F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9A4E3B5D-6AE3-FDAD-AF1A-CAD8CBDF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DC6C702-0C74-CA6A-937C-5B18170DF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F60FBEA-35DD-26AD-F8ED-CBA8F7D1F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85761146-E8E9-7D46-0E36-7614FFE22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C4B0D46-28D3-EA76-3BCA-F39AFC21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A4FDA76F-A2C7-741A-03A1-E8948EFCE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B8DD9D50-A1E4-419F-0017-0FE9596A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908AFBED-3659-44D7-E3C4-D9B2F8A59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DE1C6C30-5690-77E8-1BC1-B6427AF8E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C10267A-72D6-D91B-3EA4-3F956877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A755193D-47D4-6B85-B937-1ADA9B45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63AF0B70-8ABA-0B7D-7114-8C399AEC7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55644A4E-2D56-FEF7-FE42-62FA3E3A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551C7E2D-3A63-B51F-B62B-A1A33B641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68121645-CBF7-EDB4-8A1A-433067B6D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5900F35E-C035-4674-CF2B-AB648CFE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C39E4E8-45EE-B7A5-BD79-DC492D99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CE7A622F-E1C6-4A12-448C-907F20F4E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CDF31B4-F769-52EF-3DD3-B579F4136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35CB40AE-EF30-11C6-352F-5DB51EA1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0FEC2585-8BE5-7D77-02E1-AA26AF9E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2A13B29-EF9C-3EE3-A2EF-BAAEF7879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4213571B-FE7E-0C92-F134-0ED5F534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1458F166-A8CE-823D-C74D-489F9929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C77CC16D-FAAB-0ACA-48C8-1063C619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828BE024-5249-8FC6-8411-5B31C7A3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F4A4B00D-26BC-0A04-FAED-F75C0C1F0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BB31A17-F031-C29D-F511-CBF0A69CDE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9637" y="1294070"/>
            <a:ext cx="8972725" cy="55862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874374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1232E3-4000-D864-1A17-48A4E768C1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DA309D10-5D15-A0AA-AD04-0B2D4796437A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(4)</a:t>
            </a:r>
            <a:r>
              <a:rPr lang="ko-KR" altLang="en-US" sz="105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시스템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구성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en-US" altLang="ko-KR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-</a:t>
            </a:r>
            <a:r>
              <a:rPr lang="en-US" altLang="ko-KR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데이터테이블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A99CCE1-D458-E33A-7098-7D28BA4E778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0BE731A-F1B7-0B48-D737-13152D0BA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8BB76900-7B3B-D2A8-0BEA-F76AA169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67C94411-D0EF-362B-B0DB-E954BCA5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9774E816-4935-A6AD-D08D-ABA7E707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304C9366-C6F4-590D-498D-EDE77852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5785B01F-D932-8692-C846-689E139FE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52FD331-41B0-5837-D6A2-33080B991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6C5B87FF-115E-9D87-6B3F-0145E9DDD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14B7E640-6646-50E7-82C7-94EC2F24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458E9B7-3B22-C5E9-6343-4D7574A8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4204CA81-DDA5-2568-D0D2-D43A0AB6F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59314870-F0F0-9FC8-C648-F4C63F13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AA1293F6-B86E-0ED1-02B1-64ADD394E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37715D3B-F715-C48A-9DEE-46911E888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B61B781-1653-C16C-AF86-2685D7BEC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8DF713D-1C9D-D053-B84C-E6DE1299E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C8957A1-F02A-016C-092D-885D9A38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3F52C677-1178-6AC2-2E25-23F52F466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C81DE951-D89D-4E01-39A5-41A08C4E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0363386E-586E-76E3-F911-F3D84257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BCBBAF21-A4AF-778B-252D-E617D2AD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FD0ABCC2-8B03-37AB-718D-AF814D959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8953ED1B-B897-300C-8DD1-9455F040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B87D5A8D-36D5-DBEB-8AFD-946428E8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39610C12-F944-79E2-8567-5191B80E0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C7813BA-AD9C-FB78-2BEC-322C234F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D43B4A43-0251-C649-0E75-A19B6EEC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10DC34AF-F575-9C45-4111-8ECD505BB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1C7DAC97-0A9C-EBD0-3B67-2684F420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E7B95CF-480B-8A81-AE7E-07E86D26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B9036099-9FC1-9392-EA9D-172009AEA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D6E6331-2E76-F60C-5C4B-1131F8005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606C2258-8478-2785-0C3D-C410792FF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1A824A85-3F34-EF98-D2EE-C0EE3CA1A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0AA8367-5447-9848-4180-C4FDBC6F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B9C81D53-61B7-99E1-6B7E-C4B9A256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903C426-4CCB-02E8-1374-DC99D648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CB06C0D3-028A-CF42-10E6-537DB99D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AE295826-937D-12F4-7732-DF19A5AAE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359AE3CB-4AFD-0A4E-081F-3077342C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3AFE31B-D2DC-61CC-06F4-A6F9D56A3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445F4047-9A38-121E-B88D-8871A17F9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2E9EC12C-9592-142D-ADB2-E347E789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33FB8FC-A019-5F8C-7CFB-099B0A767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4D716338-C372-644B-1D85-F97B57C4E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A4E2DAE2-1AD6-D96B-E5DF-FCB96386E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34F44DA-375D-F4F2-3E41-2E5F642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301AA9B-8384-F838-DC14-C7E721A65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5AA0179A-4E7E-2723-2B56-F0B386DC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8CD04343-096D-AF3F-88A7-9DA676A8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43DD2126-5679-2F3A-590B-9B2822D2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853EA450-C0F4-1627-79C8-55C6D940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48A845C-766B-238B-8F02-764D3A88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DDD2FC19-18C7-6434-99E9-4F96C709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CC5130E9-0E75-3A0E-6713-D17ACBE77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92E99DE9-5791-9CF3-869D-7E5167C1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EF24C9C1-1D86-9A5D-0097-78246BB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D5466E0D-B5A5-B16D-9EC8-69EC29A6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E971C3A-4BF5-41D2-5907-AA98534F4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A200E4D4-D895-91A8-A639-23D8F600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9C2E217-AA7E-B132-CA88-20F4DA17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C2F85578-DF5D-F7AA-FC29-10D9CC14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BAB9D203-49C7-2363-AEE0-A9AEED6E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0B441D8-0FE7-22C3-0776-B512D981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48702A36-4F93-D34B-46FB-29C681D6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B3C41A4B-687F-8037-81BC-8003F580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ADACAA3F-D4D8-C600-3E44-441982C8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3B1A98D-724F-305D-583F-1CD5C9EA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BAEA33A-C6BF-7396-93BD-AAC540B6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F0FEEC75-49D1-5392-312A-EED60D64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78A37E32-E56B-8C8E-BFD9-F6D7DDDA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E220E05F-1989-196C-2BD7-2F457EB7C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669E579-162B-3317-E9BB-BAFA022D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02190E92-1D09-6371-8545-C8517191A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F920BBF-8898-4063-03BD-EB75076FF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1C973E5F-B9C6-9426-D44F-04E5B81C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3B63EF9-D947-C734-487F-9A6531B9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ED186A5-4C0B-7096-36BA-8E753FF5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AD9AA53B-0D72-54A7-C458-8C7009DD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8EFAD95B-8119-0536-0C64-78A004F52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0F05C811-4A2B-71B4-125E-D01C93E20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657388C0-4005-BED1-AE58-F4E8293D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6046E6D0-0551-44A1-7055-0F80DDC9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884D769-4A0E-D158-9157-94D1C98F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3DE8B9B9-F80E-42E9-65CE-7EAEAF9BB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E4D3CFC-32DE-D779-08EB-11FAE718A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821D9C9-894A-810C-D02F-BAE01CD2F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172F7144-7E62-F5CA-726D-B87CE14C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C75B1E3-681E-8316-835C-04510D8F9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EAD3AAE-8E5E-D778-2535-B54DD322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C40905CD-7959-AD63-6EF2-11A32E5D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D7E1714F-18A8-B18F-8C7B-1BEBFBB8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C126765E-06EC-CFD9-9A36-0597E103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5560423-4149-5DD2-5434-06A1F850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1100201E-D47D-C850-984D-D6BCE60A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BC9F346A-9EC8-DFEA-8158-2AFFCDC16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529B961-64B2-BEBC-B9F0-EBEBD071E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9446C8BE-8702-AC14-CB9B-53730D862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DCACDE4-27A5-8C96-DCF8-DFEC4A291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BC47CBA0-7348-A849-CB5F-4BBD814C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0B937CB6-DAB7-49D3-8505-2EF847FF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A1744AE0-13D5-EB94-B86F-A9836DBB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9874D4D-EDC1-5A48-57F0-DD1769AD4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C009434-4A32-AB14-E7DB-45B9E5BD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50BB5063-F0E6-CAF5-15B5-D0074656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E117C80E-C349-BAC9-2D6D-783007993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EDEC6F45-621D-FF3C-FA6F-D9A28BBD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2D639108-5BFE-50EA-254C-6ECAB2EA3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C30EA27B-EE0B-7AB1-57E5-7CE65E9C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698088ED-2C3C-E27B-F513-3A737023B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5AB9C854-AF40-2B51-C967-3A919720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A13E2CB9-E5BE-91FC-2925-76F5BD44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F2A34863-A2BB-261F-0E69-193D7932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D1128253-EF5C-5155-9902-40F1DAEE8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93E07E7A-8A18-99A2-6A63-D578C868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4D2F3D7B-B630-C6AC-D571-F3CBBC12B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E7619EF5-87CB-59A2-5D2A-5DC89E95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6C21F398-8522-C412-CF93-3272FC81B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2032545-6BBD-1682-4C8B-40BEF91A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41B1725B-D171-A8DD-2017-ACA7613A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BC5C78B7-27A9-2463-4551-5FADC471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84E516C4-BDEE-7759-96E1-D5C630398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4553C01C-EEE1-CBB4-FB60-EDCB555BF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DBBAB05-33B8-6177-F049-7400626ED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4ED2BE7E-736E-4484-579D-B40986644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4183D51A-E021-57A6-7A8D-8400589C9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A0C54B1-FCDB-5BA1-C203-0F306D0B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B4811EF1-540C-DBCD-8E31-3280B345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ECF4113D-DBE1-595A-7048-E6853DCE4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77FBF3C2-9BC3-CA23-4FD4-54E8F789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3506DB4E-CCA8-83AE-09F8-15863230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12F823E9-490B-32D7-416E-530519CC9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68578B83-7E1F-81DB-63B9-D47AE29493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62193"/>
            <a:ext cx="12394878" cy="34898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113959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322F33-245A-8688-180D-F4C023D0F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6AE1899E-D981-E4B2-AFF7-E63AE30C6F72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(4)</a:t>
            </a:r>
            <a:r>
              <a:rPr lang="ko-KR" altLang="en-US" sz="105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시스템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구성</a:t>
            </a:r>
            <a:r>
              <a:rPr lang="ko-KR" altLang="en-US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en-US" altLang="ko-KR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-</a:t>
            </a:r>
            <a:r>
              <a:rPr lang="en-US" altLang="ko-KR" sz="16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데이터테이블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B833AF6-8883-6B75-0C11-E1CFF5FFBD9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11855822-1C0D-9690-DCD0-AC31B670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2C4A6D8-D813-BEAB-3BE9-F8935E20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8F1BE87-91CF-9674-AAED-53AA5B0BF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C17D4E9C-DD55-3995-9D94-50081CB3C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DAC32074-F128-97C8-0980-4674F97B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72E04B5-BF1E-D559-22A1-21F3A7D8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30A0EB0E-1F5F-A2BD-827F-FDB355DD0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D3385BD5-0C92-53ED-20C2-016A7B26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F1263216-01E8-23FE-7995-EEAA4CA90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BF52D05-79B9-5357-DCC7-0B328A69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144BF42C-A7C1-1FE0-9E73-E61B4584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4D7594C-5147-C4B3-66DA-0DD5E422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C829A82B-3236-3FDA-E5F8-DD3F8C0A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5A7F3412-4855-905F-1484-AEE951BF5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D7BDDC5-6649-6AC2-C7D2-ED57A08B9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C3FC2BA-9D0E-DCBD-9A69-1ADE2BA8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20D3036-EDD6-9FF5-AF80-1CFDC51C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67C359A-2BB7-0326-E603-662F5205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601BE62-C17A-74D9-E50A-599084D74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8DE5A2A3-4FFF-19D8-14E0-C6FFE3B5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A446CB21-C6D9-D5BC-9064-2839CD51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577EDAD-1887-F8B1-0556-770F4919F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FF2ECADE-AA04-E22F-1471-55E7C5DF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E3F0264C-1AAC-BA5F-4C42-205813746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7F4DFC57-B8E0-D746-F314-ACFD8F7F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4EC16114-B8E3-5340-B678-22C06797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8BBE0B74-F73F-B274-DCD2-9DA46ED1B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E3CDBFB2-7856-68BC-A613-98AE15ABC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71A47A4C-F658-A6BB-3B89-084359C7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29F03E71-D4F8-E960-3DC6-19355E8AA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7890EBD4-E79A-57EC-B986-4F37E7E45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49F8626D-EA69-B466-CF25-3D2A0A19C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244CC78F-8B0C-ABB3-0814-2B7907E64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471C7C2E-7049-37B0-9D0C-E79B4119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7C21D5F3-B19C-FE2C-DA4B-729110DC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B292180-F08E-FDE0-698D-6A70E143D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5EF998B-CE0C-8E6F-453C-ED2A4187C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D909BA7-6391-4673-09B7-96269B368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119B480F-548E-2689-37CD-27B02DAF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DF3CBA7B-A9ED-1BDD-8C5C-02EED6A8D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2016BE82-B61C-0561-F302-F9A9F217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B17F6E7-4DBB-7DA2-4850-3D4AC12E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00E77E4-6337-4CDE-9125-984025A8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EB39F97D-73DA-D830-61EA-E3CBFEFF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A3ADB76C-4B03-1AA1-D02B-54F3B2CF2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1CBDCFC-ADCA-3225-DA58-6DC00C001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0FCC7151-4847-07E8-3402-D51D5EBC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8E8B7F8-843D-5833-801F-862B21C9C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DB1667C-2D8A-7571-960E-4B796EEA0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14FB4774-A72D-BF5F-7C92-FDDA3B497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F58BB1A-6050-76EA-4963-AE57FCD1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11C68CEB-FC7C-B46E-8089-8AD17B62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7ECA807C-1FE6-356D-92B2-8BD990FEB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61442C9-CD04-BF7B-819F-08A9D28D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7DB39DE0-32D4-4139-4CB4-6594439B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1CD4C0E0-E297-D345-EA2B-C142708D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7891DC70-A15A-E7D7-D81B-9784E57F9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EA99B1A4-3242-CEF2-C87C-52D08D3B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8B549F4A-4A05-80B1-6864-41CDB3B7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F51072AD-2D72-97B3-EF8C-0367BE68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3B06327B-3654-CA4F-D4DD-C59A2422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F48CCCD9-4051-3AF0-80B8-D92C14DD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1E7C3F5B-470F-EDC2-6F3B-A64951C6C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6B302913-0256-A216-D8B7-F3C6EE1F7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9C8B9E4E-69CF-D430-4B6D-8E0FFA4F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DB873C49-E0CC-4379-EBCF-9FC72391B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C892D3BB-3835-5AB4-C9F1-D341F635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E1D25713-E461-9E41-326A-FCBE7976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CAE6B249-298C-3D7D-2342-2C996AD5B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D7CE38A7-C276-F4FD-0098-1E14604C4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D67FB3E-E134-B64E-BECB-52807F80E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97750AF9-6726-CD72-7974-7B13DA5B7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47C1AA74-EFBC-9788-40E8-769EC6C6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BDECF532-0B98-AFAF-421B-5CEAE43DA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203A8825-1E79-09B3-D50A-171A113F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159C1F0-5ED0-FF3D-9C97-917A631E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FB8DE4AA-30D5-5274-40BE-2EC301F7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181A788F-F0DE-3E2D-AE72-B7411E68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48BE223-6AB8-2FDD-147F-5A4F8AC8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4DA8965F-AE5B-C770-D878-7188A67C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115B1416-4141-CB87-E16D-E717E027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21D6536F-CCEB-7E61-4D2E-CA31C9E0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5083D7E3-EFE8-3B30-CEAE-B6398F37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B55DA261-BA32-1728-AE2F-CFC0EA839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E94F6847-BEA7-06BF-908F-15916658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BFFF288D-E1AC-F7FA-7CAA-A2BE6E7D4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1C84DEB3-C55B-17FB-E78D-C73955379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460A1DFF-F627-A960-EB10-8C0F7784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D33DF995-144A-26E1-5010-F96606F9C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BE10C1C-DFE7-EDE7-3213-1673E60CD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805ECE91-7E70-1481-8F12-67B0FC9F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9C558C38-EAFE-EF1D-0E24-DBE423088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5BE61B8B-17A3-C3E5-F740-0878989A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BDDFA9C-6400-2A96-BE11-1C6A35D2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E3AD1C1D-B4DA-7C87-B323-268D8D72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2B7614FA-080E-1485-A1CD-362B2AD9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1B34005D-4070-CBB0-55C1-B0C1B8F7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6927154B-5DEF-AF7E-E3C2-7A3BE97B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DE93D112-8180-3B37-244A-34FE71DAD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564BD193-6657-9D53-2658-1ACA23082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40597172-7976-F979-45A9-FDE6529DC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CBE0F251-6752-C3DD-0200-E32F02E7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7FC0CF27-7335-F8B6-A0D7-85556E8F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CCAB4B65-C2E0-1CFD-0F2D-93CBA7B6C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A3C22670-40DE-2624-CCFE-03A09D66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1E398CD-F34F-517B-5C09-DD43C3DA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3AA774A3-D31D-EA81-EDC3-4D63690B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CD535433-ED96-22A5-B7C5-4DC7628F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2DF4AE4B-0FE3-DF17-2DCD-98276B87F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7ECDC34-973E-D4F8-A03F-CAA41858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08C3220-43C4-D9DB-8EC4-BC59841F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1ABE1243-A56C-8FA9-D213-0D13D31D1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6AA4AA59-8188-7DD3-277C-4F61376B4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A0E363C-E7E5-A0C0-68A3-49AA89A8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8F916695-B49C-9CEB-2270-860AFE60B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7F9DD36F-47DD-908B-461C-B03F918C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E50DD41-5580-722B-3C36-116192DDD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1CC5F223-4291-3831-346C-E0EDE37B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F295845-465C-8B88-8267-EE5CB8B21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E224C50F-6BFE-6A3D-F79D-95336E76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09B2ABB6-6E8B-7693-2E48-E04EE85AA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860ED562-A1DE-737A-89F5-90A7499B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2FB77D10-A3B9-2DDB-2DAE-DEFC4D5EE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A79B1850-6F43-61B0-3D61-25B427621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0C903373-DADE-70BC-0C52-19B605E0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DEC467A8-050D-723D-FDB4-B2DEF126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EC63B137-B970-4470-5AF5-ECE78783A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F218A68D-A91A-64BD-2AC7-EE67D3EE6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07A71E06-A727-ED47-3DDB-A54E581E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FA4C4B24-B179-DA6A-FE17-3F8A1F032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192066D3-EC30-D0D6-370E-F4914A83F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3B4DA71D-AE37-AD42-9913-3E1274685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138" name="그림 137">
            <a:extLst>
              <a:ext uri="{FF2B5EF4-FFF2-40B4-BE49-F238E27FC236}">
                <a16:creationId xmlns:a16="http://schemas.microsoft.com/office/drawing/2014/main" id="{627DD9E8-38E6-3E86-9EA5-1F75B05BAC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8877"/>
            <a:ext cx="12204755" cy="46309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646832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B5335A-A9D6-102E-2202-36ED531B4B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7A6D2966-7CE7-1D21-A3A8-7DC7C5D8B37D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(5)</a:t>
            </a:r>
            <a:r>
              <a:rPr lang="ko-KR" altLang="en-US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시연 영상 </a:t>
            </a:r>
            <a:r>
              <a:rPr lang="en-US" altLang="ko-KR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-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앱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407A3AD-5811-DD5F-A754-16639211F16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5D03E8A-6BB2-95AB-5635-387031B1E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4223FB-826A-3953-27CA-B523C12D9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392943F0-D23A-E3F7-2D83-C48017C16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EE6817D-1B18-50B5-5C81-38C7FBD4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A3E899D-AEB9-12DB-DA90-A6D2531DD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929D8480-8762-3082-95F8-C71996BDB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2429F0F4-5898-898B-91E4-90A34B28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580F4C43-4002-D44F-7DF5-5BB42188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565DCA64-8212-59A1-D9FD-77ED957A3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CC5581D-F1FB-EADD-11FC-5EA14FF1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F6A1F386-9EEF-A1A6-74DA-D37D7F20E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CA056251-C6D6-8ABD-3BDB-0153561AA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485726AA-0CB0-D05A-7635-E5328A9F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8FF0611B-1B7C-3AC4-D33A-AA6C37F6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C4E59FD-B1D8-6472-98A8-5B734725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9C5ADF95-7B60-A22D-DB68-E405950A6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4A84699-4605-AEA7-068C-1836A644C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BB51B781-AE50-FF41-BB99-B3308D86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F46A8B9C-6970-4A6A-E922-BA874741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9AD05BB1-D3E5-121F-9FC5-159AEC70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B89CFC85-73D9-987D-5359-D59A7D31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33DBAB8-58CD-FAC1-55C2-44EF8D5F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F0AEF429-3AA6-D8E7-6CD0-B3DC48B90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B0E4881F-2503-C9F6-6705-ECC1B6663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E450A4F3-C303-56A7-F915-63551D8C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B7078374-D119-0B45-A089-20C749841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25AA784-FDC7-A8AE-3EAD-FA115D5CB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BF82D6EA-3FE3-D455-2BED-1ADAA92C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EBC2D5E-A35B-84B4-3AEA-41923500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2C30AA1C-4A34-B79C-FDB5-3FE54A6F2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B93E13D8-9F1D-34FF-F3A7-AB37339D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10C391-4F3C-DC3E-7ABF-342629B9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F1BAA37D-8ABF-7541-B833-A5F99258D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C5A9261-1CC5-B70B-D872-BF796CE2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CB52F9E8-0FFE-421E-C2F8-6E7D0AF5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62C86029-9843-7D32-0E0F-9C6583504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2FB7ECE-7BCF-1A45-AFCA-4F46A1237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863741BD-00CB-C37C-2DF5-A973512E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DF7D3E1A-2AFC-D5E3-110A-BC02795C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6E099A73-5997-6058-684C-137541084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3BED19EF-66C2-F236-9465-EBAE591DD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44320FF-1C55-AF23-7052-8FF004ED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96BFE55-F4E1-A810-7D98-CCF8C406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8D5C16E-4F53-7FFA-C443-8FE55A36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D1BB38D-283A-D9F6-BF42-C845350D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DCB8CEF-EE30-AEF6-4338-94388928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EA9774F-3FFD-B021-9573-4CA97074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BAE511E-AEEC-1396-E7DF-5238772C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75FC03CD-FE9C-16E9-49D7-B5C2320D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636914A6-33FB-1224-7FB9-81BB3E9E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BABFB9B-77BF-5AC9-E2C8-C2F327F1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B823ED05-9308-9BBC-3C76-E5B74779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BAF44422-3066-030C-88B7-1A7545C6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DFF77391-EEAA-D518-CD73-7CC45F32C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5BDD56B9-D1B6-8C69-C8A1-3772992C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61A4817E-B5BF-E2FD-D072-F831E12B3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25054400-F42D-36D3-FB4C-908986029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D11D3853-0602-B900-6328-43ABC6502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0B35C69E-221B-BCDF-420D-66D93F65C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C413D530-AC27-8987-E1E0-1797A466A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079123C-B674-7068-F7FC-2C2F5D8E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330B39D-22FE-F038-DDFD-7050192A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A348D790-4584-BA95-DEDC-10E83B6C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B4B6A3A0-93B3-3249-8590-663E68A4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DA60FA52-CA70-BAB5-A9FE-1EBB3F36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BC110C35-CEB7-9AC1-BE6D-1CF28C35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C328A92B-14EE-FF89-250B-74B1A3CC6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88B2E274-FF2C-3F20-2215-515B02FAD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17D4FC8C-135F-A80D-92D4-533B7452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0659B578-F17C-75ED-0BE9-A0F3D3D9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878C78C1-F98E-A933-0024-22C379FB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9C1B262E-66F1-5AFB-D773-786329DC4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57B6F01F-D237-41E0-8D93-E216B7E1C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8530DE30-84BC-843F-D6F2-3412340EB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3A4F93D3-58FE-BD17-AB03-0102ADFF3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33E4EE4E-5CE3-853E-6D3D-8332EFFD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00A2CDE2-C7E7-884A-48DF-2830E6CE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FE037184-D6E7-F39E-9BD4-B956837B8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E01056B2-70FC-52FE-E515-091EBF298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94F54E78-9922-E9B9-2B5B-89EBEE74C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0A9220B-3A7E-781F-37B3-845146C4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7D1D829-40DA-3A10-C2F3-301926C1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21A7A07-4A7B-B1F9-EF98-A2CEFE0CE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BC9A3D25-7BE1-EE47-81D6-5245A160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5ED3F7D-B2BA-5FD6-C7A1-6E274441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4873AE9-2D5E-5C4A-D24E-397C8E9D1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4BC6D4A7-8281-FFC5-D5FC-80CA7E9D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995DCC28-788D-EBAC-E82E-A5CEE1435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E9773ABE-3FF8-020D-AB95-FBFC4133F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4C0BBF2D-EE59-F7A7-C9F1-770A1539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EDBF35B-99BE-D02C-AEDA-13BFB659F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025CC0D2-87B6-C0BF-A6AE-86735AF3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44EAD28C-ED52-6F48-E8A3-F9EAA5281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E2F27902-2EA9-3BCB-CA78-41CBBAF44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4EEB70F3-5619-52B4-7268-BB62029B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EBA0C3-EF69-412B-F0EE-12825075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40D9EC0D-D648-4E90-7A8E-6C6001A6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3DEC4931-3C67-9096-E9FF-560D028A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D1967C7-C63A-3692-DF10-7AD032E1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ABA52005-81BB-3ADE-744A-368F59B0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E36F2F79-D5B2-CA40-7665-E192AF8A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8A0177B-2BC9-D20F-74BF-C88EA177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D0570C27-4BCA-AC82-5EBF-E5F827E37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78EB603D-4039-F593-8A79-6841FED8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6EC2C18D-A391-AFEB-09B8-D23EA1D5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3DF4628-FFC6-D83E-E6DB-9054903B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B0D6A69A-5E98-D687-D2D6-B2C95CE6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9BFB53B9-D36E-CE44-8706-CEEEC8B0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4C421F1-E73F-D2E4-939B-C07D10869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A9482E09-B4F2-0CD5-466D-F8728CE87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7F8B32E-D80E-6037-923E-2D8F33CDC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4767299C-D43F-7935-75E3-4ADE425E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B2F2880A-C667-3FAF-B8A8-AB4541B6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BD1DFB26-403F-C850-1C59-30482E39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3754117-84DB-5946-9F0E-2A273F15F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FCBC7C67-9299-35CC-107E-0128B03F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194AE1D-257C-E97D-9211-328ADB1B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A0AC8644-27EE-71FC-BC1F-69FE549DD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813C6A54-7D54-872E-2F83-60438CB8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650A5B48-6891-C2F2-A911-B2501B00C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1096FE2-0DEE-87C4-0005-E1954399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5AFDA6EA-365A-9384-3347-F3D95664F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BD6055F-4E0F-A73E-9A6B-BC1FEA02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EBE6703-4987-08AA-5D6D-4625214F9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31A0BF69-7D81-8E74-EAD2-2EBF3209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0E65AA72-385B-021A-C0CB-E3DD386D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7DD7BD20-7401-CB3B-D128-F7B68394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8DEC24C-3D94-EE5C-81E5-04400F12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54BC3648-D867-5621-3E5D-6A0D281DE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E08656D6-9956-E622-C814-08E56C4D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C34C251C-6EE8-B17E-98C0-8C9BC7EAC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03F8C6FF-C737-5F84-3AAB-C1AB9EFA9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56" name="AutoShape 16">
            <a:extLst>
              <a:ext uri="{FF2B5EF4-FFF2-40B4-BE49-F238E27FC236}">
                <a16:creationId xmlns:a16="http://schemas.microsoft.com/office/drawing/2014/main" id="{B5EBFB79-6FD4-59A9-3505-F3A5063579F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pic>
        <p:nvPicPr>
          <p:cNvPr id="138" name="Screen_Recording_20251109_223916_dmu_app">
            <a:hlinkClick r:id="" action="ppaction://media"/>
            <a:extLst>
              <a:ext uri="{FF2B5EF4-FFF2-40B4-BE49-F238E27FC236}">
                <a16:creationId xmlns:a16="http://schemas.microsoft.com/office/drawing/2014/main" id="{12E7B77B-26D7-BDD2-00D9-C65E0493562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591042" y="1294070"/>
            <a:ext cx="2705116" cy="55639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1298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8649" fill="hold"/>
                                        <p:tgtEl>
                                          <p:spTgt spid="13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3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3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8"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51EF9-0378-6CE1-97BF-24735A8A3E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807193F4-F667-1F24-58F2-7EC01321C044}"/>
              </a:ext>
            </a:extLst>
          </p:cNvPr>
          <p:cNvSpPr/>
          <p:nvPr/>
        </p:nvSpPr>
        <p:spPr>
          <a:xfrm>
            <a:off x="0" y="0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(5)</a:t>
            </a:r>
            <a:r>
              <a:rPr lang="ko-KR" altLang="en-US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시연 영상 </a:t>
            </a:r>
            <a:r>
              <a:rPr lang="en-US" altLang="ko-KR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-</a:t>
            </a:r>
            <a:r>
              <a:rPr lang="ko-KR" altLang="en-US" sz="44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 웹</a:t>
            </a:r>
            <a:endParaRPr lang="en-US" altLang="ko-KR" sz="44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2B599DD-4F9B-4D7F-0D42-FE85DABA315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BA6EA43B-5AE7-DC1D-D602-43F196F1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18F2464-C068-CD6A-2B7B-7D263144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ADBA9528-7C28-7E10-257D-2CF62BC6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37BA5DA-CF49-34D7-B521-EBC5972D3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EADE27FC-8863-EFDE-24A6-284633D2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E492266B-C8E5-665E-0C9D-B24BCE252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FF04EEDC-FB9D-8894-584B-0501BD7C6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6346CD25-EC46-0B2E-AD2F-3CB05CC5B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2388A2D0-763A-603A-17EC-57959DBB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AC81336B-7215-A03A-1007-81F9B4F6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9BD0B98F-484D-BC21-8390-7459A3600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DF0D70DB-567A-6536-9A38-ABCFBD20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D55150BA-3FBF-C499-8FF1-E752BDF9B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D8C26D58-BEF8-D134-F964-7274CC125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301F496B-8490-238D-4E3B-A89350621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2E896287-FF2D-E81B-9B96-89A1D9A74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191D818C-BD1D-13F4-0DF1-18BFEBDDC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C981E105-2DBC-3E3D-DB93-1C04D03E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B01CF959-765E-F23D-6E3D-3EC25037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84F072E2-B33A-6AFC-1466-FF2BC49AB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32063044-4812-8DDA-BBF2-94BFF99E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EC6D2401-2646-895F-59C2-DA3A1B487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0D254226-0F31-C643-3E47-7C9A0631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0B56735D-D5DE-06CE-936F-1269E8EC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50BBB8EA-1E9F-42F2-F457-C1A89C03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84CC8922-9963-1B40-51D5-A6E37021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8A9D6A8-B502-1FEE-B111-51A8551AF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4646438D-7CC8-0EE5-4261-676DBE44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2AAD2E11-8CA5-C47A-EC1F-60F228380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6911CAB3-1D67-8766-B6F8-044BDE9D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08EC3AB9-9FF2-C7B4-F012-512AB323A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902C2197-1C85-8CE9-50F1-5720B92F2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A598B1FC-8AEA-B993-C8BD-41ECEAD5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17138257-D980-09A9-FAAC-EC8AFB8F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5BFFEBD-5696-DAA0-BD4C-EA705F1C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27AF4CAD-F7BD-AF0B-7025-9EC95933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95776CC3-0E0B-4998-A812-702216CA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7D9FFB4-ED82-EEF8-963E-F2F8C4FC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DAF2C8B7-CB1B-6B27-F3F7-098ED18ED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5D91E4C-3317-328B-0D51-0C97F3E5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8AE158A9-293B-DB2A-7771-B31AB146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714B41C-C82F-C586-A8C1-544ED271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2751C896-B40E-1898-2189-D78E2171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8B00BC6-9DA8-35ED-AEA0-BE447653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BDAE87DF-E31D-B6D4-709A-7E4AF3A9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4C6D16F-4ACA-8CA6-AB1D-AB84B1B6A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5A43C6A-7438-FB9A-610A-F32114D2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B535218B-F32A-B91F-0526-87A7324F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577449D-473B-2CDB-D580-58425798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73988792-828D-B154-E6D3-388C002D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120182DF-C2E6-FA3B-7EF8-ACFAA014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C86DC94-120F-BF4E-CD9C-41EA69B9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B11CF022-C6AA-52DC-230D-1F545A0E6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F376C33B-5259-B0FF-B4C8-1E3BB090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8CD27928-32F2-733B-A9FE-16773ACE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3319EB32-B1B4-5B46-E18C-E47920C6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33961A28-1A45-2396-62D8-64B0DA7A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E3344F5-832E-DC8B-4B05-639CA4FE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244A7E18-C75F-9B8F-3759-0750DA0F7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8D180290-4FCE-6709-266F-45FE18D0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78256C74-A781-36AC-882D-4DDED6F0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725AF4B-079E-93A4-9685-123BDCAC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036582A1-32A7-52E7-6110-25CC3E7E1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A1ABE0F-7138-0B19-BF3C-51B24147A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66828FC5-62E6-78B2-C252-93A00F20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A182B4AA-A4AA-6ED5-9739-06BCFF5C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562CDE5-E841-99B4-7A5B-53F6E4C7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B13888C-521D-86DB-2A2F-BCFE0C2C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DE359B2-834E-830B-B73B-10884C02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A5B51591-F64C-6F6A-3901-06CBA5E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7C8FEE97-6785-8EFD-72C6-164D467A3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5665AB25-6509-A02E-8720-92D846FE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B006333F-3DC7-69A9-22C1-D33132266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1295F5A9-C8DD-6DE3-E66A-2F9427043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149EB05C-6528-20E6-21A2-B5B8E6804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E6A0A6E-C0F2-9E20-2194-F5F9F9C2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CFD8AB8D-7A3F-1469-A6A7-58173BC6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F0CFA0DD-2822-C50A-7806-4B18D2BE1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7D19902-CF1B-8728-CA15-D5CA2FE4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B8D641B7-E587-5BCC-4A85-DCE126F32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EF9DC36B-CFF6-76B2-00AF-5B52D273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F782EC5-2FCA-F61B-4F96-4BF94A35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286BD0F2-A8FC-AAB0-4968-1BEA111A3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7E61358B-0483-DF61-105A-39C377F7A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85BAA2E1-BBF3-E5B3-393C-DDFA2FA8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4A705B96-B7FA-C488-9AC8-3B21F9809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942A1DB6-D400-ABD7-A9E5-4213822F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A2DE9F81-35EC-3CD3-45F1-A4520EE4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76AAAA6-945A-EE94-D1EF-368D2AD08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04DCA66-02D1-EC4E-C659-50E13C4C3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2758F65B-AFFB-5385-7D63-34E9A6E07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1939C0C3-9367-8DCE-276A-985124A5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B64CF15-ABA0-FD64-334E-AD8FD195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B3A4132-FA7E-37BF-64F2-718C8B47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26D4A76D-3C3C-D8FE-45E2-84E8EB56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BA56A397-67CE-5FA3-506B-0132ABC9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B09E3B6-DAEB-BE68-0FC5-FD291BB1F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F2E99AAE-A24D-E1C5-FC41-E92BE6C1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F3D475F9-FCF8-9E04-FBAA-E0DC0F219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C39EB07E-F678-4DA1-19F0-DEF5212D1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B189076-09AE-04A0-888B-D70C24740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8AEDC28-3E60-A758-D581-C08EA3CA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B873A7B3-A4F2-D2D6-42ED-3CC0BE51B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7D13D144-C982-C149-1A76-73485428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4D87E9CB-6B73-063C-16C8-6F909DDEE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387E097-487A-8138-7501-57E7526F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10A8BA7-E6D2-6B04-3F0C-9092CC24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D85BA01-B8C6-F0EF-AEF2-9C1B7E0B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7F652EC-821E-BAE4-BD23-32D213793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71E2588C-C198-F049-E517-9BD7274D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BC610D08-5668-FE3F-1F95-5AC8DFB3B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0C3FA5F-C3BE-7AAE-DC71-452041B8D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3AAE542B-0551-8AD8-F2F9-722E1FD4D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A842C195-F554-A64B-7D8F-5E30C487D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38C0EA94-6F15-2B44-017C-1F14C29B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49F9582-EF34-86C1-7BE2-364A2AA4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FA2DDA95-F58E-5A36-13B0-C246108E1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E6A66CCE-7F02-395E-9157-6425F42B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2A78DA70-5395-B7C0-7555-9D9332CB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A6B9E048-956E-461C-794D-F98434EB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61C4D200-57E9-EF85-A44D-6B0DA56A5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09E7B39A-E273-1D9B-0CE6-31EBCFEC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25A621ED-24DE-7DE2-A347-71F0FF90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6CE324C0-9BDA-5AFF-32B0-155A106E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BE8A97CA-BD9F-231B-F292-CDB33E47D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4F193AA0-80AF-545D-4973-93CA1B0D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4B802F03-C502-23B5-2877-EB4DAFC9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E430F49-59F2-C0A1-D673-9D64FD41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5A083360-F7CF-0F6E-0F1A-A3AEEA7D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165D9ACE-60AD-FA44-5C0F-8EA9FD21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977DDC4-B841-FA68-2F6C-74682278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5A05318E-C651-80AC-6B13-23F1EAD8A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2" name="KakaoTalk_20251111_185145926">
            <a:hlinkClick r:id="" action="ppaction://media"/>
            <a:extLst>
              <a:ext uri="{FF2B5EF4-FFF2-40B4-BE49-F238E27FC236}">
                <a16:creationId xmlns:a16="http://schemas.microsoft.com/office/drawing/2014/main" id="{BE23A28B-D133-5ED5-1605-05A04AA81957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986732" y="1294070"/>
            <a:ext cx="9895534" cy="55639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982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0459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7B3E6339-61F8-373E-B71F-79E445DC343E}"/>
              </a:ext>
            </a:extLst>
          </p:cNvPr>
          <p:cNvSpPr/>
          <p:nvPr/>
        </p:nvSpPr>
        <p:spPr>
          <a:xfrm>
            <a:off x="0" y="-152267"/>
            <a:ext cx="12192000" cy="1294070"/>
          </a:xfrm>
          <a:prstGeom prst="rect">
            <a:avLst/>
          </a:prstGeom>
          <a:gradFill>
            <a:gsLst>
              <a:gs pos="89000">
                <a:srgbClr val="855FAF"/>
              </a:gs>
              <a:gs pos="0">
                <a:srgbClr val="7F9CFF"/>
              </a:gs>
            </a:gsLst>
            <a:lin ang="8100000" scaled="0"/>
          </a:gradFill>
          <a:ln>
            <a:noFill/>
          </a:ln>
          <a:effectLst>
            <a:outerShdw dist="38100" dir="5400000" algn="t" rotWithShape="0">
              <a:srgbClr val="FFC00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1938" latinLnBrk="0">
              <a:tabLst>
                <a:tab pos="2603500" algn="l"/>
              </a:tabLst>
            </a:pPr>
            <a:r>
              <a:rPr lang="en-US" altLang="ko-KR" sz="2800" i="1" kern="0" dirty="0">
                <a:ln w="9525">
                  <a:noFill/>
                </a:ln>
                <a:solidFill>
                  <a:prstClr val="white"/>
                </a:solidFill>
                <a:ea typeface="BM HANNA 11yrs old OTF" panose="020B0600000101010101" pitchFamily="34" charset="-127"/>
              </a:rPr>
              <a:t>(6)</a:t>
            </a:r>
            <a:r>
              <a:rPr lang="ko-KR" altLang="en-US" sz="4400" dirty="0"/>
              <a:t> </a:t>
            </a:r>
            <a:r>
              <a:rPr lang="ko-KR" altLang="en-US" sz="4000" i="1" dirty="0"/>
              <a:t>영문 제목 때문에 검색이 안 됐던 사건</a:t>
            </a:r>
            <a:endParaRPr lang="en-US" altLang="ko-KR" sz="4000" i="1" kern="0" dirty="0">
              <a:ln w="9525">
                <a:noFill/>
              </a:ln>
              <a:solidFill>
                <a:prstClr val="white"/>
              </a:solidFill>
              <a:ea typeface="BM HANNA 11yrs old OTF" panose="020B0600000101010101" pitchFamily="34" charset="-127"/>
            </a:endParaRPr>
          </a:p>
        </p:txBody>
      </p:sp>
      <p:grpSp>
        <p:nvGrpSpPr>
          <p:cNvPr id="4" name="Group 4">
            <a:extLst>
              <a:ext uri="{FF2B5EF4-FFF2-40B4-BE49-F238E27FC236}">
                <a16:creationId xmlns:a16="http://schemas.microsoft.com/office/drawing/2014/main" id="{832DD10E-1F9B-EF77-6116-7371BB20325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1248" y="154202"/>
            <a:ext cx="2271454" cy="1139867"/>
            <a:chOff x="0" y="233"/>
            <a:chExt cx="7680" cy="3854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BA9C4F5-641E-3FDD-B354-2C0BC3E5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  <a:lnTo>
                    <a:pt x="1226" y="119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09ADAE10-EE2F-2A31-EE8F-F90898762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79"/>
              <a:ext cx="762" cy="898"/>
            </a:xfrm>
            <a:custGeom>
              <a:avLst/>
              <a:gdLst>
                <a:gd name="T0" fmla="*/ 1166 w 1525"/>
                <a:gd name="T1" fmla="*/ 1264 h 1795"/>
                <a:gd name="T2" fmla="*/ 1066 w 1525"/>
                <a:gd name="T3" fmla="*/ 1411 h 1795"/>
                <a:gd name="T4" fmla="*/ 1013 w 1525"/>
                <a:gd name="T5" fmla="*/ 1516 h 1795"/>
                <a:gd name="T6" fmla="*/ 960 w 1525"/>
                <a:gd name="T7" fmla="*/ 1597 h 1795"/>
                <a:gd name="T8" fmla="*/ 893 w 1525"/>
                <a:gd name="T9" fmla="*/ 1659 h 1795"/>
                <a:gd name="T10" fmla="*/ 792 w 1525"/>
                <a:gd name="T11" fmla="*/ 1720 h 1795"/>
                <a:gd name="T12" fmla="*/ 717 w 1525"/>
                <a:gd name="T13" fmla="*/ 1717 h 1795"/>
                <a:gd name="T14" fmla="*/ 668 w 1525"/>
                <a:gd name="T15" fmla="*/ 1747 h 1795"/>
                <a:gd name="T16" fmla="*/ 591 w 1525"/>
                <a:gd name="T17" fmla="*/ 1763 h 1795"/>
                <a:gd name="T18" fmla="*/ 512 w 1525"/>
                <a:gd name="T19" fmla="*/ 1703 h 1795"/>
                <a:gd name="T20" fmla="*/ 474 w 1525"/>
                <a:gd name="T21" fmla="*/ 1733 h 1795"/>
                <a:gd name="T22" fmla="*/ 407 w 1525"/>
                <a:gd name="T23" fmla="*/ 1795 h 1795"/>
                <a:gd name="T24" fmla="*/ 386 w 1525"/>
                <a:gd name="T25" fmla="*/ 1754 h 1795"/>
                <a:gd name="T26" fmla="*/ 304 w 1525"/>
                <a:gd name="T27" fmla="*/ 1668 h 1795"/>
                <a:gd name="T28" fmla="*/ 197 w 1525"/>
                <a:gd name="T29" fmla="*/ 1586 h 1795"/>
                <a:gd name="T30" fmla="*/ 151 w 1525"/>
                <a:gd name="T31" fmla="*/ 1448 h 1795"/>
                <a:gd name="T32" fmla="*/ 95 w 1525"/>
                <a:gd name="T33" fmla="*/ 1258 h 1795"/>
                <a:gd name="T34" fmla="*/ 27 w 1525"/>
                <a:gd name="T35" fmla="*/ 937 h 1795"/>
                <a:gd name="T36" fmla="*/ 5 w 1525"/>
                <a:gd name="T37" fmla="*/ 745 h 1795"/>
                <a:gd name="T38" fmla="*/ 3 w 1525"/>
                <a:gd name="T39" fmla="*/ 557 h 1795"/>
                <a:gd name="T40" fmla="*/ 34 w 1525"/>
                <a:gd name="T41" fmla="*/ 393 h 1795"/>
                <a:gd name="T42" fmla="*/ 64 w 1525"/>
                <a:gd name="T43" fmla="*/ 323 h 1795"/>
                <a:gd name="T44" fmla="*/ 105 w 1525"/>
                <a:gd name="T45" fmla="*/ 266 h 1795"/>
                <a:gd name="T46" fmla="*/ 160 w 1525"/>
                <a:gd name="T47" fmla="*/ 225 h 1795"/>
                <a:gd name="T48" fmla="*/ 230 w 1525"/>
                <a:gd name="T49" fmla="*/ 200 h 1795"/>
                <a:gd name="T50" fmla="*/ 315 w 1525"/>
                <a:gd name="T51" fmla="*/ 194 h 1795"/>
                <a:gd name="T52" fmla="*/ 372 w 1525"/>
                <a:gd name="T53" fmla="*/ 122 h 1795"/>
                <a:gd name="T54" fmla="*/ 464 w 1525"/>
                <a:gd name="T55" fmla="*/ 50 h 1795"/>
                <a:gd name="T56" fmla="*/ 571 w 1525"/>
                <a:gd name="T57" fmla="*/ 10 h 1795"/>
                <a:gd name="T58" fmla="*/ 686 w 1525"/>
                <a:gd name="T59" fmla="*/ 0 h 1795"/>
                <a:gd name="T60" fmla="*/ 768 w 1525"/>
                <a:gd name="T61" fmla="*/ 10 h 1795"/>
                <a:gd name="T62" fmla="*/ 941 w 1525"/>
                <a:gd name="T63" fmla="*/ 62 h 1795"/>
                <a:gd name="T64" fmla="*/ 1087 w 1525"/>
                <a:gd name="T65" fmla="*/ 106 h 1795"/>
                <a:gd name="T66" fmla="*/ 1209 w 1525"/>
                <a:gd name="T67" fmla="*/ 121 h 1795"/>
                <a:gd name="T68" fmla="*/ 1346 w 1525"/>
                <a:gd name="T69" fmla="*/ 118 h 1795"/>
                <a:gd name="T70" fmla="*/ 1423 w 1525"/>
                <a:gd name="T71" fmla="*/ 115 h 1795"/>
                <a:gd name="T72" fmla="*/ 1385 w 1525"/>
                <a:gd name="T73" fmla="*/ 225 h 1795"/>
                <a:gd name="T74" fmla="*/ 1383 w 1525"/>
                <a:gd name="T75" fmla="*/ 282 h 1795"/>
                <a:gd name="T76" fmla="*/ 1396 w 1525"/>
                <a:gd name="T77" fmla="*/ 310 h 1795"/>
                <a:gd name="T78" fmla="*/ 1461 w 1525"/>
                <a:gd name="T79" fmla="*/ 381 h 1795"/>
                <a:gd name="T80" fmla="*/ 1498 w 1525"/>
                <a:gd name="T81" fmla="*/ 432 h 1795"/>
                <a:gd name="T82" fmla="*/ 1515 w 1525"/>
                <a:gd name="T83" fmla="*/ 483 h 1795"/>
                <a:gd name="T84" fmla="*/ 1525 w 1525"/>
                <a:gd name="T85" fmla="*/ 584 h 1795"/>
                <a:gd name="T86" fmla="*/ 1511 w 1525"/>
                <a:gd name="T87" fmla="*/ 689 h 1795"/>
                <a:gd name="T88" fmla="*/ 1480 w 1525"/>
                <a:gd name="T89" fmla="*/ 752 h 1795"/>
                <a:gd name="T90" fmla="*/ 1446 w 1525"/>
                <a:gd name="T91" fmla="*/ 782 h 1795"/>
                <a:gd name="T92" fmla="*/ 1399 w 1525"/>
                <a:gd name="T93" fmla="*/ 792 h 1795"/>
                <a:gd name="T94" fmla="*/ 1389 w 1525"/>
                <a:gd name="T95" fmla="*/ 949 h 1795"/>
                <a:gd name="T96" fmla="*/ 1348 w 1525"/>
                <a:gd name="T97" fmla="*/ 1102 h 1795"/>
                <a:gd name="T98" fmla="*/ 1328 w 1525"/>
                <a:gd name="T99" fmla="*/ 1128 h 1795"/>
                <a:gd name="T100" fmla="*/ 1304 w 1525"/>
                <a:gd name="T101" fmla="*/ 1142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5" h="1795">
                  <a:moveTo>
                    <a:pt x="1226" y="1195"/>
                  </a:moveTo>
                  <a:lnTo>
                    <a:pt x="1226" y="1195"/>
                  </a:lnTo>
                  <a:lnTo>
                    <a:pt x="1195" y="1229"/>
                  </a:lnTo>
                  <a:lnTo>
                    <a:pt x="1166" y="1264"/>
                  </a:lnTo>
                  <a:lnTo>
                    <a:pt x="1138" y="1299"/>
                  </a:lnTo>
                  <a:lnTo>
                    <a:pt x="1113" y="1336"/>
                  </a:lnTo>
                  <a:lnTo>
                    <a:pt x="1089" y="1373"/>
                  </a:lnTo>
                  <a:lnTo>
                    <a:pt x="1066" y="1411"/>
                  </a:lnTo>
                  <a:lnTo>
                    <a:pt x="1045" y="1451"/>
                  </a:lnTo>
                  <a:lnTo>
                    <a:pt x="1025" y="1492"/>
                  </a:lnTo>
                  <a:lnTo>
                    <a:pt x="1025" y="1492"/>
                  </a:lnTo>
                  <a:lnTo>
                    <a:pt x="1013" y="1516"/>
                  </a:lnTo>
                  <a:lnTo>
                    <a:pt x="1001" y="1539"/>
                  </a:lnTo>
                  <a:lnTo>
                    <a:pt x="988" y="1559"/>
                  </a:lnTo>
                  <a:lnTo>
                    <a:pt x="974" y="1579"/>
                  </a:lnTo>
                  <a:lnTo>
                    <a:pt x="960" y="1597"/>
                  </a:lnTo>
                  <a:lnTo>
                    <a:pt x="944" y="1614"/>
                  </a:lnTo>
                  <a:lnTo>
                    <a:pt x="928" y="1630"/>
                  </a:lnTo>
                  <a:lnTo>
                    <a:pt x="911" y="1645"/>
                  </a:lnTo>
                  <a:lnTo>
                    <a:pt x="893" y="1659"/>
                  </a:lnTo>
                  <a:lnTo>
                    <a:pt x="875" y="1672"/>
                  </a:lnTo>
                  <a:lnTo>
                    <a:pt x="856" y="1685"/>
                  </a:lnTo>
                  <a:lnTo>
                    <a:pt x="835" y="1698"/>
                  </a:lnTo>
                  <a:lnTo>
                    <a:pt x="792" y="1720"/>
                  </a:lnTo>
                  <a:lnTo>
                    <a:pt x="747" y="1740"/>
                  </a:lnTo>
                  <a:lnTo>
                    <a:pt x="726" y="1707"/>
                  </a:lnTo>
                  <a:lnTo>
                    <a:pt x="726" y="1707"/>
                  </a:lnTo>
                  <a:lnTo>
                    <a:pt x="717" y="1717"/>
                  </a:lnTo>
                  <a:lnTo>
                    <a:pt x="706" y="1726"/>
                  </a:lnTo>
                  <a:lnTo>
                    <a:pt x="695" y="1734"/>
                  </a:lnTo>
                  <a:lnTo>
                    <a:pt x="682" y="1741"/>
                  </a:lnTo>
                  <a:lnTo>
                    <a:pt x="668" y="1747"/>
                  </a:lnTo>
                  <a:lnTo>
                    <a:pt x="654" y="1751"/>
                  </a:lnTo>
                  <a:lnTo>
                    <a:pt x="638" y="1756"/>
                  </a:lnTo>
                  <a:lnTo>
                    <a:pt x="622" y="1758"/>
                  </a:lnTo>
                  <a:lnTo>
                    <a:pt x="591" y="1763"/>
                  </a:lnTo>
                  <a:lnTo>
                    <a:pt x="560" y="1764"/>
                  </a:lnTo>
                  <a:lnTo>
                    <a:pt x="530" y="1766"/>
                  </a:lnTo>
                  <a:lnTo>
                    <a:pt x="503" y="1766"/>
                  </a:lnTo>
                  <a:lnTo>
                    <a:pt x="512" y="1703"/>
                  </a:lnTo>
                  <a:lnTo>
                    <a:pt x="512" y="1703"/>
                  </a:lnTo>
                  <a:lnTo>
                    <a:pt x="498" y="1712"/>
                  </a:lnTo>
                  <a:lnTo>
                    <a:pt x="485" y="1722"/>
                  </a:lnTo>
                  <a:lnTo>
                    <a:pt x="474" y="1733"/>
                  </a:lnTo>
                  <a:lnTo>
                    <a:pt x="464" y="1744"/>
                  </a:lnTo>
                  <a:lnTo>
                    <a:pt x="445" y="1770"/>
                  </a:lnTo>
                  <a:lnTo>
                    <a:pt x="428" y="1795"/>
                  </a:lnTo>
                  <a:lnTo>
                    <a:pt x="407" y="1795"/>
                  </a:lnTo>
                  <a:lnTo>
                    <a:pt x="407" y="1795"/>
                  </a:lnTo>
                  <a:lnTo>
                    <a:pt x="401" y="1781"/>
                  </a:lnTo>
                  <a:lnTo>
                    <a:pt x="394" y="1768"/>
                  </a:lnTo>
                  <a:lnTo>
                    <a:pt x="386" y="1754"/>
                  </a:lnTo>
                  <a:lnTo>
                    <a:pt x="377" y="1741"/>
                  </a:lnTo>
                  <a:lnTo>
                    <a:pt x="355" y="1716"/>
                  </a:lnTo>
                  <a:lnTo>
                    <a:pt x="330" y="1692"/>
                  </a:lnTo>
                  <a:lnTo>
                    <a:pt x="304" y="1668"/>
                  </a:lnTo>
                  <a:lnTo>
                    <a:pt x="278" y="1645"/>
                  </a:lnTo>
                  <a:lnTo>
                    <a:pt x="253" y="1622"/>
                  </a:lnTo>
                  <a:lnTo>
                    <a:pt x="231" y="1603"/>
                  </a:lnTo>
                  <a:lnTo>
                    <a:pt x="197" y="1586"/>
                  </a:lnTo>
                  <a:lnTo>
                    <a:pt x="197" y="1586"/>
                  </a:lnTo>
                  <a:lnTo>
                    <a:pt x="196" y="1581"/>
                  </a:lnTo>
                  <a:lnTo>
                    <a:pt x="196" y="1581"/>
                  </a:lnTo>
                  <a:lnTo>
                    <a:pt x="151" y="1448"/>
                  </a:lnTo>
                  <a:lnTo>
                    <a:pt x="129" y="1380"/>
                  </a:lnTo>
                  <a:lnTo>
                    <a:pt x="109" y="1312"/>
                  </a:lnTo>
                  <a:lnTo>
                    <a:pt x="109" y="1312"/>
                  </a:lnTo>
                  <a:lnTo>
                    <a:pt x="95" y="1258"/>
                  </a:lnTo>
                  <a:lnTo>
                    <a:pt x="78" y="1190"/>
                  </a:lnTo>
                  <a:lnTo>
                    <a:pt x="60" y="1114"/>
                  </a:lnTo>
                  <a:lnTo>
                    <a:pt x="43" y="1027"/>
                  </a:lnTo>
                  <a:lnTo>
                    <a:pt x="27" y="937"/>
                  </a:lnTo>
                  <a:lnTo>
                    <a:pt x="20" y="889"/>
                  </a:lnTo>
                  <a:lnTo>
                    <a:pt x="13" y="842"/>
                  </a:lnTo>
                  <a:lnTo>
                    <a:pt x="9" y="794"/>
                  </a:lnTo>
                  <a:lnTo>
                    <a:pt x="5" y="745"/>
                  </a:lnTo>
                  <a:lnTo>
                    <a:pt x="2" y="697"/>
                  </a:lnTo>
                  <a:lnTo>
                    <a:pt x="0" y="649"/>
                  </a:lnTo>
                  <a:lnTo>
                    <a:pt x="2" y="602"/>
                  </a:lnTo>
                  <a:lnTo>
                    <a:pt x="3" y="557"/>
                  </a:lnTo>
                  <a:lnTo>
                    <a:pt x="7" y="513"/>
                  </a:lnTo>
                  <a:lnTo>
                    <a:pt x="14" y="471"/>
                  </a:lnTo>
                  <a:lnTo>
                    <a:pt x="23" y="431"/>
                  </a:lnTo>
                  <a:lnTo>
                    <a:pt x="34" y="393"/>
                  </a:lnTo>
                  <a:lnTo>
                    <a:pt x="40" y="374"/>
                  </a:lnTo>
                  <a:lnTo>
                    <a:pt x="47" y="356"/>
                  </a:lnTo>
                  <a:lnTo>
                    <a:pt x="56" y="339"/>
                  </a:lnTo>
                  <a:lnTo>
                    <a:pt x="64" y="323"/>
                  </a:lnTo>
                  <a:lnTo>
                    <a:pt x="73" y="308"/>
                  </a:lnTo>
                  <a:lnTo>
                    <a:pt x="84" y="293"/>
                  </a:lnTo>
                  <a:lnTo>
                    <a:pt x="94" y="279"/>
                  </a:lnTo>
                  <a:lnTo>
                    <a:pt x="105" y="266"/>
                  </a:lnTo>
                  <a:lnTo>
                    <a:pt x="118" y="255"/>
                  </a:lnTo>
                  <a:lnTo>
                    <a:pt x="132" y="244"/>
                  </a:lnTo>
                  <a:lnTo>
                    <a:pt x="146" y="234"/>
                  </a:lnTo>
                  <a:lnTo>
                    <a:pt x="160" y="225"/>
                  </a:lnTo>
                  <a:lnTo>
                    <a:pt x="176" y="217"/>
                  </a:lnTo>
                  <a:lnTo>
                    <a:pt x="193" y="211"/>
                  </a:lnTo>
                  <a:lnTo>
                    <a:pt x="211" y="206"/>
                  </a:lnTo>
                  <a:lnTo>
                    <a:pt x="230" y="200"/>
                  </a:lnTo>
                  <a:lnTo>
                    <a:pt x="250" y="197"/>
                  </a:lnTo>
                  <a:lnTo>
                    <a:pt x="270" y="196"/>
                  </a:lnTo>
                  <a:lnTo>
                    <a:pt x="292" y="194"/>
                  </a:lnTo>
                  <a:lnTo>
                    <a:pt x="315" y="194"/>
                  </a:lnTo>
                  <a:lnTo>
                    <a:pt x="336" y="170"/>
                  </a:lnTo>
                  <a:lnTo>
                    <a:pt x="336" y="170"/>
                  </a:lnTo>
                  <a:lnTo>
                    <a:pt x="353" y="145"/>
                  </a:lnTo>
                  <a:lnTo>
                    <a:pt x="372" y="122"/>
                  </a:lnTo>
                  <a:lnTo>
                    <a:pt x="393" y="101"/>
                  </a:lnTo>
                  <a:lnTo>
                    <a:pt x="415" y="82"/>
                  </a:lnTo>
                  <a:lnTo>
                    <a:pt x="438" y="65"/>
                  </a:lnTo>
                  <a:lnTo>
                    <a:pt x="464" y="50"/>
                  </a:lnTo>
                  <a:lnTo>
                    <a:pt x="489" y="37"/>
                  </a:lnTo>
                  <a:lnTo>
                    <a:pt x="516" y="26"/>
                  </a:lnTo>
                  <a:lnTo>
                    <a:pt x="543" y="17"/>
                  </a:lnTo>
                  <a:lnTo>
                    <a:pt x="571" y="10"/>
                  </a:lnTo>
                  <a:lnTo>
                    <a:pt x="600" y="4"/>
                  </a:lnTo>
                  <a:lnTo>
                    <a:pt x="628" y="2"/>
                  </a:lnTo>
                  <a:lnTo>
                    <a:pt x="656" y="0"/>
                  </a:lnTo>
                  <a:lnTo>
                    <a:pt x="686" y="0"/>
                  </a:lnTo>
                  <a:lnTo>
                    <a:pt x="714" y="2"/>
                  </a:lnTo>
                  <a:lnTo>
                    <a:pt x="743" y="6"/>
                  </a:lnTo>
                  <a:lnTo>
                    <a:pt x="743" y="6"/>
                  </a:lnTo>
                  <a:lnTo>
                    <a:pt x="768" y="10"/>
                  </a:lnTo>
                  <a:lnTo>
                    <a:pt x="794" y="16"/>
                  </a:lnTo>
                  <a:lnTo>
                    <a:pt x="843" y="30"/>
                  </a:lnTo>
                  <a:lnTo>
                    <a:pt x="893" y="45"/>
                  </a:lnTo>
                  <a:lnTo>
                    <a:pt x="941" y="62"/>
                  </a:lnTo>
                  <a:lnTo>
                    <a:pt x="988" y="78"/>
                  </a:lnTo>
                  <a:lnTo>
                    <a:pt x="1038" y="94"/>
                  </a:lnTo>
                  <a:lnTo>
                    <a:pt x="1062" y="101"/>
                  </a:lnTo>
                  <a:lnTo>
                    <a:pt x="1087" y="106"/>
                  </a:lnTo>
                  <a:lnTo>
                    <a:pt x="1113" y="111"/>
                  </a:lnTo>
                  <a:lnTo>
                    <a:pt x="1138" y="115"/>
                  </a:lnTo>
                  <a:lnTo>
                    <a:pt x="1138" y="115"/>
                  </a:lnTo>
                  <a:lnTo>
                    <a:pt x="1209" y="121"/>
                  </a:lnTo>
                  <a:lnTo>
                    <a:pt x="1244" y="122"/>
                  </a:lnTo>
                  <a:lnTo>
                    <a:pt x="1278" y="122"/>
                  </a:lnTo>
                  <a:lnTo>
                    <a:pt x="1312" y="121"/>
                  </a:lnTo>
                  <a:lnTo>
                    <a:pt x="1346" y="118"/>
                  </a:lnTo>
                  <a:lnTo>
                    <a:pt x="1380" y="113"/>
                  </a:lnTo>
                  <a:lnTo>
                    <a:pt x="1416" y="106"/>
                  </a:lnTo>
                  <a:lnTo>
                    <a:pt x="1423" y="115"/>
                  </a:lnTo>
                  <a:lnTo>
                    <a:pt x="1423" y="115"/>
                  </a:lnTo>
                  <a:lnTo>
                    <a:pt x="1407" y="155"/>
                  </a:lnTo>
                  <a:lnTo>
                    <a:pt x="1399" y="177"/>
                  </a:lnTo>
                  <a:lnTo>
                    <a:pt x="1390" y="201"/>
                  </a:lnTo>
                  <a:lnTo>
                    <a:pt x="1385" y="225"/>
                  </a:lnTo>
                  <a:lnTo>
                    <a:pt x="1380" y="249"/>
                  </a:lnTo>
                  <a:lnTo>
                    <a:pt x="1380" y="261"/>
                  </a:lnTo>
                  <a:lnTo>
                    <a:pt x="1380" y="271"/>
                  </a:lnTo>
                  <a:lnTo>
                    <a:pt x="1383" y="282"/>
                  </a:lnTo>
                  <a:lnTo>
                    <a:pt x="1386" y="292"/>
                  </a:lnTo>
                  <a:lnTo>
                    <a:pt x="1386" y="292"/>
                  </a:lnTo>
                  <a:lnTo>
                    <a:pt x="1390" y="302"/>
                  </a:lnTo>
                  <a:lnTo>
                    <a:pt x="1396" y="310"/>
                  </a:lnTo>
                  <a:lnTo>
                    <a:pt x="1409" y="329"/>
                  </a:lnTo>
                  <a:lnTo>
                    <a:pt x="1426" y="347"/>
                  </a:lnTo>
                  <a:lnTo>
                    <a:pt x="1443" y="364"/>
                  </a:lnTo>
                  <a:lnTo>
                    <a:pt x="1461" y="381"/>
                  </a:lnTo>
                  <a:lnTo>
                    <a:pt x="1477" y="401"/>
                  </a:lnTo>
                  <a:lnTo>
                    <a:pt x="1485" y="411"/>
                  </a:lnTo>
                  <a:lnTo>
                    <a:pt x="1492" y="421"/>
                  </a:lnTo>
                  <a:lnTo>
                    <a:pt x="1498" y="432"/>
                  </a:lnTo>
                  <a:lnTo>
                    <a:pt x="1504" y="444"/>
                  </a:lnTo>
                  <a:lnTo>
                    <a:pt x="1504" y="444"/>
                  </a:lnTo>
                  <a:lnTo>
                    <a:pt x="1509" y="462"/>
                  </a:lnTo>
                  <a:lnTo>
                    <a:pt x="1515" y="483"/>
                  </a:lnTo>
                  <a:lnTo>
                    <a:pt x="1519" y="506"/>
                  </a:lnTo>
                  <a:lnTo>
                    <a:pt x="1522" y="531"/>
                  </a:lnTo>
                  <a:lnTo>
                    <a:pt x="1525" y="557"/>
                  </a:lnTo>
                  <a:lnTo>
                    <a:pt x="1525" y="584"/>
                  </a:lnTo>
                  <a:lnTo>
                    <a:pt x="1524" y="611"/>
                  </a:lnTo>
                  <a:lnTo>
                    <a:pt x="1522" y="638"/>
                  </a:lnTo>
                  <a:lnTo>
                    <a:pt x="1518" y="663"/>
                  </a:lnTo>
                  <a:lnTo>
                    <a:pt x="1511" y="689"/>
                  </a:lnTo>
                  <a:lnTo>
                    <a:pt x="1502" y="713"/>
                  </a:lnTo>
                  <a:lnTo>
                    <a:pt x="1492" y="734"/>
                  </a:lnTo>
                  <a:lnTo>
                    <a:pt x="1485" y="744"/>
                  </a:lnTo>
                  <a:lnTo>
                    <a:pt x="1480" y="752"/>
                  </a:lnTo>
                  <a:lnTo>
                    <a:pt x="1471" y="762"/>
                  </a:lnTo>
                  <a:lnTo>
                    <a:pt x="1464" y="769"/>
                  </a:lnTo>
                  <a:lnTo>
                    <a:pt x="1454" y="777"/>
                  </a:lnTo>
                  <a:lnTo>
                    <a:pt x="1446" y="782"/>
                  </a:lnTo>
                  <a:lnTo>
                    <a:pt x="1434" y="788"/>
                  </a:lnTo>
                  <a:lnTo>
                    <a:pt x="1423" y="792"/>
                  </a:lnTo>
                  <a:lnTo>
                    <a:pt x="1399" y="792"/>
                  </a:lnTo>
                  <a:lnTo>
                    <a:pt x="1399" y="792"/>
                  </a:lnTo>
                  <a:lnTo>
                    <a:pt x="1397" y="832"/>
                  </a:lnTo>
                  <a:lnTo>
                    <a:pt x="1396" y="872"/>
                  </a:lnTo>
                  <a:lnTo>
                    <a:pt x="1393" y="911"/>
                  </a:lnTo>
                  <a:lnTo>
                    <a:pt x="1389" y="949"/>
                  </a:lnTo>
                  <a:lnTo>
                    <a:pt x="1382" y="989"/>
                  </a:lnTo>
                  <a:lnTo>
                    <a:pt x="1373" y="1027"/>
                  </a:lnTo>
                  <a:lnTo>
                    <a:pt x="1362" y="1064"/>
                  </a:lnTo>
                  <a:lnTo>
                    <a:pt x="1348" y="1102"/>
                  </a:lnTo>
                  <a:lnTo>
                    <a:pt x="1338" y="1128"/>
                  </a:lnTo>
                  <a:lnTo>
                    <a:pt x="1338" y="1128"/>
                  </a:lnTo>
                  <a:lnTo>
                    <a:pt x="1334" y="1127"/>
                  </a:lnTo>
                  <a:lnTo>
                    <a:pt x="1328" y="1128"/>
                  </a:lnTo>
                  <a:lnTo>
                    <a:pt x="1322" y="1129"/>
                  </a:lnTo>
                  <a:lnTo>
                    <a:pt x="1317" y="1132"/>
                  </a:lnTo>
                  <a:lnTo>
                    <a:pt x="1310" y="1136"/>
                  </a:lnTo>
                  <a:lnTo>
                    <a:pt x="1304" y="1142"/>
                  </a:lnTo>
                  <a:lnTo>
                    <a:pt x="1290" y="1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CE532BEE-0C6E-6AE8-7B7A-5DE719190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  <a:gd name="T98" fmla="*/ 508 w 1289"/>
                <a:gd name="T99" fmla="*/ 1655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  <a:lnTo>
                    <a:pt x="508" y="165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90778EA-7F0C-2D6A-1A45-526BC2BC0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0"/>
              <a:ext cx="645" cy="869"/>
            </a:xfrm>
            <a:custGeom>
              <a:avLst/>
              <a:gdLst>
                <a:gd name="T0" fmla="*/ 549 w 1289"/>
                <a:gd name="T1" fmla="*/ 1696 h 1739"/>
                <a:gd name="T2" fmla="*/ 629 w 1289"/>
                <a:gd name="T3" fmla="*/ 1672 h 1739"/>
                <a:gd name="T4" fmla="*/ 674 w 1289"/>
                <a:gd name="T5" fmla="*/ 1666 h 1739"/>
                <a:gd name="T6" fmla="*/ 778 w 1289"/>
                <a:gd name="T7" fmla="*/ 1625 h 1739"/>
                <a:gd name="T8" fmla="*/ 850 w 1289"/>
                <a:gd name="T9" fmla="*/ 1562 h 1739"/>
                <a:gd name="T10" fmla="*/ 874 w 1289"/>
                <a:gd name="T11" fmla="*/ 1555 h 1739"/>
                <a:gd name="T12" fmla="*/ 935 w 1289"/>
                <a:gd name="T13" fmla="*/ 1511 h 1739"/>
                <a:gd name="T14" fmla="*/ 1006 w 1289"/>
                <a:gd name="T15" fmla="*/ 1443 h 1739"/>
                <a:gd name="T16" fmla="*/ 1071 w 1289"/>
                <a:gd name="T17" fmla="*/ 1360 h 1739"/>
                <a:gd name="T18" fmla="*/ 1126 w 1289"/>
                <a:gd name="T19" fmla="*/ 1261 h 1739"/>
                <a:gd name="T20" fmla="*/ 1169 w 1289"/>
                <a:gd name="T21" fmla="*/ 1141 h 1739"/>
                <a:gd name="T22" fmla="*/ 1184 w 1289"/>
                <a:gd name="T23" fmla="*/ 1046 h 1739"/>
                <a:gd name="T24" fmla="*/ 1190 w 1289"/>
                <a:gd name="T25" fmla="*/ 945 h 1739"/>
                <a:gd name="T26" fmla="*/ 1186 w 1289"/>
                <a:gd name="T27" fmla="*/ 741 h 1739"/>
                <a:gd name="T28" fmla="*/ 1183 w 1289"/>
                <a:gd name="T29" fmla="*/ 585 h 1739"/>
                <a:gd name="T30" fmla="*/ 1167 w 1289"/>
                <a:gd name="T31" fmla="*/ 516 h 1739"/>
                <a:gd name="T32" fmla="*/ 1203 w 1289"/>
                <a:gd name="T33" fmla="*/ 492 h 1739"/>
                <a:gd name="T34" fmla="*/ 1265 w 1289"/>
                <a:gd name="T35" fmla="*/ 529 h 1739"/>
                <a:gd name="T36" fmla="*/ 1231 w 1289"/>
                <a:gd name="T37" fmla="*/ 432 h 1739"/>
                <a:gd name="T38" fmla="*/ 1180 w 1289"/>
                <a:gd name="T39" fmla="*/ 349 h 1739"/>
                <a:gd name="T40" fmla="*/ 1235 w 1289"/>
                <a:gd name="T41" fmla="*/ 387 h 1739"/>
                <a:gd name="T42" fmla="*/ 1289 w 1289"/>
                <a:gd name="T43" fmla="*/ 428 h 1739"/>
                <a:gd name="T44" fmla="*/ 1157 w 1289"/>
                <a:gd name="T45" fmla="*/ 245 h 1739"/>
                <a:gd name="T46" fmla="*/ 1058 w 1289"/>
                <a:gd name="T47" fmla="*/ 145 h 1739"/>
                <a:gd name="T48" fmla="*/ 969 w 1289"/>
                <a:gd name="T49" fmla="*/ 81 h 1739"/>
                <a:gd name="T50" fmla="*/ 871 w 1289"/>
                <a:gd name="T51" fmla="*/ 36 h 1739"/>
                <a:gd name="T52" fmla="*/ 766 w 1289"/>
                <a:gd name="T53" fmla="*/ 16 h 1739"/>
                <a:gd name="T54" fmla="*/ 651 w 1289"/>
                <a:gd name="T55" fmla="*/ 24 h 1739"/>
                <a:gd name="T56" fmla="*/ 630 w 1289"/>
                <a:gd name="T57" fmla="*/ 0 h 1739"/>
                <a:gd name="T58" fmla="*/ 513 w 1289"/>
                <a:gd name="T59" fmla="*/ 6 h 1739"/>
                <a:gd name="T60" fmla="*/ 347 w 1289"/>
                <a:gd name="T61" fmla="*/ 44 h 1739"/>
                <a:gd name="T62" fmla="*/ 272 w 1289"/>
                <a:gd name="T63" fmla="*/ 78 h 1739"/>
                <a:gd name="T64" fmla="*/ 209 w 1289"/>
                <a:gd name="T65" fmla="*/ 126 h 1739"/>
                <a:gd name="T66" fmla="*/ 165 w 1289"/>
                <a:gd name="T67" fmla="*/ 189 h 1739"/>
                <a:gd name="T68" fmla="*/ 144 w 1289"/>
                <a:gd name="T69" fmla="*/ 268 h 1739"/>
                <a:gd name="T70" fmla="*/ 139 w 1289"/>
                <a:gd name="T71" fmla="*/ 370 h 1739"/>
                <a:gd name="T72" fmla="*/ 83 w 1289"/>
                <a:gd name="T73" fmla="*/ 377 h 1739"/>
                <a:gd name="T74" fmla="*/ 44 w 1289"/>
                <a:gd name="T75" fmla="*/ 424 h 1739"/>
                <a:gd name="T76" fmla="*/ 18 w 1289"/>
                <a:gd name="T77" fmla="*/ 499 h 1739"/>
                <a:gd name="T78" fmla="*/ 0 w 1289"/>
                <a:gd name="T79" fmla="*/ 692 h 1739"/>
                <a:gd name="T80" fmla="*/ 7 w 1289"/>
                <a:gd name="T81" fmla="*/ 863 h 1739"/>
                <a:gd name="T82" fmla="*/ 18 w 1289"/>
                <a:gd name="T83" fmla="*/ 938 h 1739"/>
                <a:gd name="T84" fmla="*/ 63 w 1289"/>
                <a:gd name="T85" fmla="*/ 1110 h 1739"/>
                <a:gd name="T86" fmla="*/ 154 w 1289"/>
                <a:gd name="T87" fmla="*/ 1331 h 1739"/>
                <a:gd name="T88" fmla="*/ 232 w 1289"/>
                <a:gd name="T89" fmla="*/ 1464 h 1739"/>
                <a:gd name="T90" fmla="*/ 307 w 1289"/>
                <a:gd name="T91" fmla="*/ 1560 h 1739"/>
                <a:gd name="T92" fmla="*/ 344 w 1289"/>
                <a:gd name="T93" fmla="*/ 1572 h 1739"/>
                <a:gd name="T94" fmla="*/ 401 w 1289"/>
                <a:gd name="T95" fmla="*/ 1649 h 1739"/>
                <a:gd name="T96" fmla="*/ 443 w 1289"/>
                <a:gd name="T97" fmla="*/ 1649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9" h="1739">
                  <a:moveTo>
                    <a:pt x="508" y="1655"/>
                  </a:moveTo>
                  <a:lnTo>
                    <a:pt x="508" y="1655"/>
                  </a:lnTo>
                  <a:lnTo>
                    <a:pt x="528" y="1676"/>
                  </a:lnTo>
                  <a:lnTo>
                    <a:pt x="549" y="1696"/>
                  </a:lnTo>
                  <a:lnTo>
                    <a:pt x="592" y="1739"/>
                  </a:lnTo>
                  <a:lnTo>
                    <a:pt x="592" y="1739"/>
                  </a:lnTo>
                  <a:lnTo>
                    <a:pt x="617" y="1695"/>
                  </a:lnTo>
                  <a:lnTo>
                    <a:pt x="629" y="1672"/>
                  </a:lnTo>
                  <a:lnTo>
                    <a:pt x="639" y="1651"/>
                  </a:lnTo>
                  <a:lnTo>
                    <a:pt x="651" y="1683"/>
                  </a:lnTo>
                  <a:lnTo>
                    <a:pt x="651" y="1683"/>
                  </a:lnTo>
                  <a:lnTo>
                    <a:pt x="674" y="1666"/>
                  </a:lnTo>
                  <a:lnTo>
                    <a:pt x="697" y="1648"/>
                  </a:lnTo>
                  <a:lnTo>
                    <a:pt x="721" y="1630"/>
                  </a:lnTo>
                  <a:lnTo>
                    <a:pt x="744" y="1608"/>
                  </a:lnTo>
                  <a:lnTo>
                    <a:pt x="778" y="1625"/>
                  </a:lnTo>
                  <a:lnTo>
                    <a:pt x="778" y="1625"/>
                  </a:lnTo>
                  <a:lnTo>
                    <a:pt x="807" y="1601"/>
                  </a:lnTo>
                  <a:lnTo>
                    <a:pt x="836" y="1576"/>
                  </a:lnTo>
                  <a:lnTo>
                    <a:pt x="850" y="1562"/>
                  </a:lnTo>
                  <a:lnTo>
                    <a:pt x="863" y="1547"/>
                  </a:lnTo>
                  <a:lnTo>
                    <a:pt x="874" y="1532"/>
                  </a:lnTo>
                  <a:lnTo>
                    <a:pt x="882" y="1516"/>
                  </a:lnTo>
                  <a:lnTo>
                    <a:pt x="874" y="1555"/>
                  </a:lnTo>
                  <a:lnTo>
                    <a:pt x="874" y="1555"/>
                  </a:lnTo>
                  <a:lnTo>
                    <a:pt x="895" y="1540"/>
                  </a:lnTo>
                  <a:lnTo>
                    <a:pt x="915" y="1525"/>
                  </a:lnTo>
                  <a:lnTo>
                    <a:pt x="935" y="1511"/>
                  </a:lnTo>
                  <a:lnTo>
                    <a:pt x="953" y="1495"/>
                  </a:lnTo>
                  <a:lnTo>
                    <a:pt x="972" y="1478"/>
                  </a:lnTo>
                  <a:lnTo>
                    <a:pt x="989" y="1461"/>
                  </a:lnTo>
                  <a:lnTo>
                    <a:pt x="1006" y="1443"/>
                  </a:lnTo>
                  <a:lnTo>
                    <a:pt x="1023" y="1424"/>
                  </a:lnTo>
                  <a:lnTo>
                    <a:pt x="1023" y="1424"/>
                  </a:lnTo>
                  <a:lnTo>
                    <a:pt x="1048" y="1393"/>
                  </a:lnTo>
                  <a:lnTo>
                    <a:pt x="1071" y="1360"/>
                  </a:lnTo>
                  <a:lnTo>
                    <a:pt x="1092" y="1326"/>
                  </a:lnTo>
                  <a:lnTo>
                    <a:pt x="1112" y="1291"/>
                  </a:lnTo>
                  <a:lnTo>
                    <a:pt x="1112" y="1291"/>
                  </a:lnTo>
                  <a:lnTo>
                    <a:pt x="1126" y="1261"/>
                  </a:lnTo>
                  <a:lnTo>
                    <a:pt x="1139" y="1233"/>
                  </a:lnTo>
                  <a:lnTo>
                    <a:pt x="1150" y="1202"/>
                  </a:lnTo>
                  <a:lnTo>
                    <a:pt x="1160" y="1172"/>
                  </a:lnTo>
                  <a:lnTo>
                    <a:pt x="1169" y="1141"/>
                  </a:lnTo>
                  <a:lnTo>
                    <a:pt x="1176" y="1110"/>
                  </a:lnTo>
                  <a:lnTo>
                    <a:pt x="1180" y="1078"/>
                  </a:lnTo>
                  <a:lnTo>
                    <a:pt x="1184" y="1046"/>
                  </a:lnTo>
                  <a:lnTo>
                    <a:pt x="1184" y="1046"/>
                  </a:lnTo>
                  <a:lnTo>
                    <a:pt x="1187" y="1018"/>
                  </a:lnTo>
                  <a:lnTo>
                    <a:pt x="1189" y="991"/>
                  </a:lnTo>
                  <a:lnTo>
                    <a:pt x="1189" y="991"/>
                  </a:lnTo>
                  <a:lnTo>
                    <a:pt x="1190" y="945"/>
                  </a:lnTo>
                  <a:lnTo>
                    <a:pt x="1189" y="901"/>
                  </a:lnTo>
                  <a:lnTo>
                    <a:pt x="1184" y="815"/>
                  </a:lnTo>
                  <a:lnTo>
                    <a:pt x="1184" y="815"/>
                  </a:lnTo>
                  <a:lnTo>
                    <a:pt x="1186" y="741"/>
                  </a:lnTo>
                  <a:lnTo>
                    <a:pt x="1187" y="702"/>
                  </a:lnTo>
                  <a:lnTo>
                    <a:pt x="1187" y="662"/>
                  </a:lnTo>
                  <a:lnTo>
                    <a:pt x="1186" y="624"/>
                  </a:lnTo>
                  <a:lnTo>
                    <a:pt x="1183" y="585"/>
                  </a:lnTo>
                  <a:lnTo>
                    <a:pt x="1180" y="567"/>
                  </a:lnTo>
                  <a:lnTo>
                    <a:pt x="1177" y="550"/>
                  </a:lnTo>
                  <a:lnTo>
                    <a:pt x="1173" y="533"/>
                  </a:lnTo>
                  <a:lnTo>
                    <a:pt x="1167" y="516"/>
                  </a:lnTo>
                  <a:lnTo>
                    <a:pt x="1180" y="488"/>
                  </a:lnTo>
                  <a:lnTo>
                    <a:pt x="1180" y="488"/>
                  </a:lnTo>
                  <a:lnTo>
                    <a:pt x="1191" y="489"/>
                  </a:lnTo>
                  <a:lnTo>
                    <a:pt x="1203" y="492"/>
                  </a:lnTo>
                  <a:lnTo>
                    <a:pt x="1214" y="496"/>
                  </a:lnTo>
                  <a:lnTo>
                    <a:pt x="1224" y="502"/>
                  </a:lnTo>
                  <a:lnTo>
                    <a:pt x="1245" y="515"/>
                  </a:lnTo>
                  <a:lnTo>
                    <a:pt x="1265" y="529"/>
                  </a:lnTo>
                  <a:lnTo>
                    <a:pt x="1265" y="529"/>
                  </a:lnTo>
                  <a:lnTo>
                    <a:pt x="1248" y="481"/>
                  </a:lnTo>
                  <a:lnTo>
                    <a:pt x="1240" y="456"/>
                  </a:lnTo>
                  <a:lnTo>
                    <a:pt x="1231" y="432"/>
                  </a:lnTo>
                  <a:lnTo>
                    <a:pt x="1220" y="410"/>
                  </a:lnTo>
                  <a:lnTo>
                    <a:pt x="1208" y="387"/>
                  </a:lnTo>
                  <a:lnTo>
                    <a:pt x="1196" y="367"/>
                  </a:lnTo>
                  <a:lnTo>
                    <a:pt x="1180" y="349"/>
                  </a:lnTo>
                  <a:lnTo>
                    <a:pt x="1180" y="349"/>
                  </a:lnTo>
                  <a:lnTo>
                    <a:pt x="1193" y="359"/>
                  </a:lnTo>
                  <a:lnTo>
                    <a:pt x="1207" y="369"/>
                  </a:lnTo>
                  <a:lnTo>
                    <a:pt x="1235" y="387"/>
                  </a:lnTo>
                  <a:lnTo>
                    <a:pt x="1264" y="405"/>
                  </a:lnTo>
                  <a:lnTo>
                    <a:pt x="1276" y="417"/>
                  </a:lnTo>
                  <a:lnTo>
                    <a:pt x="1289" y="428"/>
                  </a:lnTo>
                  <a:lnTo>
                    <a:pt x="1289" y="428"/>
                  </a:lnTo>
                  <a:lnTo>
                    <a:pt x="1259" y="381"/>
                  </a:lnTo>
                  <a:lnTo>
                    <a:pt x="1227" y="335"/>
                  </a:lnTo>
                  <a:lnTo>
                    <a:pt x="1193" y="289"/>
                  </a:lnTo>
                  <a:lnTo>
                    <a:pt x="1157" y="245"/>
                  </a:lnTo>
                  <a:lnTo>
                    <a:pt x="1119" y="203"/>
                  </a:lnTo>
                  <a:lnTo>
                    <a:pt x="1099" y="183"/>
                  </a:lnTo>
                  <a:lnTo>
                    <a:pt x="1079" y="163"/>
                  </a:lnTo>
                  <a:lnTo>
                    <a:pt x="1058" y="145"/>
                  </a:lnTo>
                  <a:lnTo>
                    <a:pt x="1037" y="128"/>
                  </a:lnTo>
                  <a:lnTo>
                    <a:pt x="1014" y="111"/>
                  </a:lnTo>
                  <a:lnTo>
                    <a:pt x="992" y="95"/>
                  </a:lnTo>
                  <a:lnTo>
                    <a:pt x="969" y="81"/>
                  </a:lnTo>
                  <a:lnTo>
                    <a:pt x="945" y="67"/>
                  </a:lnTo>
                  <a:lnTo>
                    <a:pt x="921" y="55"/>
                  </a:lnTo>
                  <a:lnTo>
                    <a:pt x="897" y="44"/>
                  </a:lnTo>
                  <a:lnTo>
                    <a:pt x="871" y="36"/>
                  </a:lnTo>
                  <a:lnTo>
                    <a:pt x="846" y="29"/>
                  </a:lnTo>
                  <a:lnTo>
                    <a:pt x="820" y="21"/>
                  </a:lnTo>
                  <a:lnTo>
                    <a:pt x="793" y="17"/>
                  </a:lnTo>
                  <a:lnTo>
                    <a:pt x="766" y="16"/>
                  </a:lnTo>
                  <a:lnTo>
                    <a:pt x="738" y="14"/>
                  </a:lnTo>
                  <a:lnTo>
                    <a:pt x="710" y="16"/>
                  </a:lnTo>
                  <a:lnTo>
                    <a:pt x="680" y="19"/>
                  </a:lnTo>
                  <a:lnTo>
                    <a:pt x="651" y="24"/>
                  </a:lnTo>
                  <a:lnTo>
                    <a:pt x="620" y="33"/>
                  </a:lnTo>
                  <a:lnTo>
                    <a:pt x="591" y="43"/>
                  </a:lnTo>
                  <a:lnTo>
                    <a:pt x="559" y="54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593" y="0"/>
                  </a:lnTo>
                  <a:lnTo>
                    <a:pt x="554" y="3"/>
                  </a:lnTo>
                  <a:lnTo>
                    <a:pt x="513" y="6"/>
                  </a:lnTo>
                  <a:lnTo>
                    <a:pt x="470" y="13"/>
                  </a:lnTo>
                  <a:lnTo>
                    <a:pt x="428" y="20"/>
                  </a:lnTo>
                  <a:lnTo>
                    <a:pt x="386" y="31"/>
                  </a:lnTo>
                  <a:lnTo>
                    <a:pt x="347" y="44"/>
                  </a:lnTo>
                  <a:lnTo>
                    <a:pt x="327" y="51"/>
                  </a:lnTo>
                  <a:lnTo>
                    <a:pt x="307" y="60"/>
                  </a:lnTo>
                  <a:lnTo>
                    <a:pt x="289" y="68"/>
                  </a:lnTo>
                  <a:lnTo>
                    <a:pt x="272" y="78"/>
                  </a:lnTo>
                  <a:lnTo>
                    <a:pt x="255" y="89"/>
                  </a:lnTo>
                  <a:lnTo>
                    <a:pt x="239" y="101"/>
                  </a:lnTo>
                  <a:lnTo>
                    <a:pt x="224" y="114"/>
                  </a:lnTo>
                  <a:lnTo>
                    <a:pt x="209" y="126"/>
                  </a:lnTo>
                  <a:lnTo>
                    <a:pt x="197" y="140"/>
                  </a:lnTo>
                  <a:lnTo>
                    <a:pt x="185" y="156"/>
                  </a:lnTo>
                  <a:lnTo>
                    <a:pt x="174" y="172"/>
                  </a:lnTo>
                  <a:lnTo>
                    <a:pt x="165" y="189"/>
                  </a:lnTo>
                  <a:lnTo>
                    <a:pt x="157" y="207"/>
                  </a:lnTo>
                  <a:lnTo>
                    <a:pt x="151" y="227"/>
                  </a:lnTo>
                  <a:lnTo>
                    <a:pt x="147" y="247"/>
                  </a:lnTo>
                  <a:lnTo>
                    <a:pt x="144" y="268"/>
                  </a:lnTo>
                  <a:lnTo>
                    <a:pt x="143" y="291"/>
                  </a:lnTo>
                  <a:lnTo>
                    <a:pt x="143" y="315"/>
                  </a:lnTo>
                  <a:lnTo>
                    <a:pt x="139" y="370"/>
                  </a:lnTo>
                  <a:lnTo>
                    <a:pt x="139" y="370"/>
                  </a:lnTo>
                  <a:lnTo>
                    <a:pt x="123" y="367"/>
                  </a:lnTo>
                  <a:lnTo>
                    <a:pt x="109" y="367"/>
                  </a:lnTo>
                  <a:lnTo>
                    <a:pt x="96" y="371"/>
                  </a:lnTo>
                  <a:lnTo>
                    <a:pt x="83" y="377"/>
                  </a:lnTo>
                  <a:lnTo>
                    <a:pt x="72" y="386"/>
                  </a:lnTo>
                  <a:lnTo>
                    <a:pt x="62" y="397"/>
                  </a:lnTo>
                  <a:lnTo>
                    <a:pt x="52" y="410"/>
                  </a:lnTo>
                  <a:lnTo>
                    <a:pt x="44" y="424"/>
                  </a:lnTo>
                  <a:lnTo>
                    <a:pt x="37" y="441"/>
                  </a:lnTo>
                  <a:lnTo>
                    <a:pt x="29" y="459"/>
                  </a:lnTo>
                  <a:lnTo>
                    <a:pt x="24" y="479"/>
                  </a:lnTo>
                  <a:lnTo>
                    <a:pt x="18" y="499"/>
                  </a:lnTo>
                  <a:lnTo>
                    <a:pt x="11" y="544"/>
                  </a:lnTo>
                  <a:lnTo>
                    <a:pt x="5" y="592"/>
                  </a:lnTo>
                  <a:lnTo>
                    <a:pt x="1" y="642"/>
                  </a:lnTo>
                  <a:lnTo>
                    <a:pt x="0" y="692"/>
                  </a:lnTo>
                  <a:lnTo>
                    <a:pt x="0" y="740"/>
                  </a:lnTo>
                  <a:lnTo>
                    <a:pt x="1" y="785"/>
                  </a:lnTo>
                  <a:lnTo>
                    <a:pt x="4" y="828"/>
                  </a:lnTo>
                  <a:lnTo>
                    <a:pt x="7" y="863"/>
                  </a:lnTo>
                  <a:lnTo>
                    <a:pt x="10" y="894"/>
                  </a:lnTo>
                  <a:lnTo>
                    <a:pt x="12" y="915"/>
                  </a:lnTo>
                  <a:lnTo>
                    <a:pt x="12" y="915"/>
                  </a:lnTo>
                  <a:lnTo>
                    <a:pt x="18" y="938"/>
                  </a:lnTo>
                  <a:lnTo>
                    <a:pt x="18" y="938"/>
                  </a:lnTo>
                  <a:lnTo>
                    <a:pt x="31" y="996"/>
                  </a:lnTo>
                  <a:lnTo>
                    <a:pt x="45" y="1053"/>
                  </a:lnTo>
                  <a:lnTo>
                    <a:pt x="63" y="1110"/>
                  </a:lnTo>
                  <a:lnTo>
                    <a:pt x="82" y="1166"/>
                  </a:lnTo>
                  <a:lnTo>
                    <a:pt x="105" y="1223"/>
                  </a:lnTo>
                  <a:lnTo>
                    <a:pt x="129" y="1277"/>
                  </a:lnTo>
                  <a:lnTo>
                    <a:pt x="154" y="1331"/>
                  </a:lnTo>
                  <a:lnTo>
                    <a:pt x="182" y="1383"/>
                  </a:lnTo>
                  <a:lnTo>
                    <a:pt x="182" y="1383"/>
                  </a:lnTo>
                  <a:lnTo>
                    <a:pt x="215" y="1437"/>
                  </a:lnTo>
                  <a:lnTo>
                    <a:pt x="232" y="1464"/>
                  </a:lnTo>
                  <a:lnTo>
                    <a:pt x="250" y="1488"/>
                  </a:lnTo>
                  <a:lnTo>
                    <a:pt x="269" y="1513"/>
                  </a:lnTo>
                  <a:lnTo>
                    <a:pt x="287" y="1538"/>
                  </a:lnTo>
                  <a:lnTo>
                    <a:pt x="307" y="1560"/>
                  </a:lnTo>
                  <a:lnTo>
                    <a:pt x="328" y="1583"/>
                  </a:lnTo>
                  <a:lnTo>
                    <a:pt x="335" y="1555"/>
                  </a:lnTo>
                  <a:lnTo>
                    <a:pt x="335" y="1555"/>
                  </a:lnTo>
                  <a:lnTo>
                    <a:pt x="344" y="1572"/>
                  </a:lnTo>
                  <a:lnTo>
                    <a:pt x="354" y="1587"/>
                  </a:lnTo>
                  <a:lnTo>
                    <a:pt x="365" y="1603"/>
                  </a:lnTo>
                  <a:lnTo>
                    <a:pt x="377" y="1618"/>
                  </a:lnTo>
                  <a:lnTo>
                    <a:pt x="401" y="1649"/>
                  </a:lnTo>
                  <a:lnTo>
                    <a:pt x="423" y="1681"/>
                  </a:lnTo>
                  <a:lnTo>
                    <a:pt x="423" y="1625"/>
                  </a:lnTo>
                  <a:lnTo>
                    <a:pt x="423" y="1625"/>
                  </a:lnTo>
                  <a:lnTo>
                    <a:pt x="443" y="1649"/>
                  </a:lnTo>
                  <a:lnTo>
                    <a:pt x="462" y="1674"/>
                  </a:lnTo>
                  <a:lnTo>
                    <a:pt x="479" y="1696"/>
                  </a:lnTo>
                  <a:lnTo>
                    <a:pt x="500" y="17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243D7BCC-C2D1-D8E2-A1DD-B9C7E753F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  <a:lnTo>
                    <a:pt x="1725" y="2044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2A818532-0BAB-ECC2-BD93-A194120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" y="553"/>
              <a:ext cx="881" cy="1214"/>
            </a:xfrm>
            <a:custGeom>
              <a:avLst/>
              <a:gdLst>
                <a:gd name="T0" fmla="*/ 1709 w 1763"/>
                <a:gd name="T1" fmla="*/ 2114 h 2428"/>
                <a:gd name="T2" fmla="*/ 1671 w 1763"/>
                <a:gd name="T3" fmla="*/ 2232 h 2428"/>
                <a:gd name="T4" fmla="*/ 1616 w 1763"/>
                <a:gd name="T5" fmla="*/ 2317 h 2428"/>
                <a:gd name="T6" fmla="*/ 1541 w 1763"/>
                <a:gd name="T7" fmla="*/ 2365 h 2428"/>
                <a:gd name="T8" fmla="*/ 1434 w 1763"/>
                <a:gd name="T9" fmla="*/ 2374 h 2428"/>
                <a:gd name="T10" fmla="*/ 1293 w 1763"/>
                <a:gd name="T11" fmla="*/ 2362 h 2428"/>
                <a:gd name="T12" fmla="*/ 1245 w 1763"/>
                <a:gd name="T13" fmla="*/ 2350 h 2428"/>
                <a:gd name="T14" fmla="*/ 1157 w 1763"/>
                <a:gd name="T15" fmla="*/ 2299 h 2428"/>
                <a:gd name="T16" fmla="*/ 1101 w 1763"/>
                <a:gd name="T17" fmla="*/ 2276 h 2428"/>
                <a:gd name="T18" fmla="*/ 1073 w 1763"/>
                <a:gd name="T19" fmla="*/ 2283 h 2428"/>
                <a:gd name="T20" fmla="*/ 994 w 1763"/>
                <a:gd name="T21" fmla="*/ 2330 h 2428"/>
                <a:gd name="T22" fmla="*/ 939 w 1763"/>
                <a:gd name="T23" fmla="*/ 2344 h 2428"/>
                <a:gd name="T24" fmla="*/ 818 w 1763"/>
                <a:gd name="T25" fmla="*/ 2347 h 2428"/>
                <a:gd name="T26" fmla="*/ 730 w 1763"/>
                <a:gd name="T27" fmla="*/ 2340 h 2428"/>
                <a:gd name="T28" fmla="*/ 661 w 1763"/>
                <a:gd name="T29" fmla="*/ 2316 h 2428"/>
                <a:gd name="T30" fmla="*/ 597 w 1763"/>
                <a:gd name="T31" fmla="*/ 2272 h 2428"/>
                <a:gd name="T32" fmla="*/ 496 w 1763"/>
                <a:gd name="T33" fmla="*/ 2260 h 2428"/>
                <a:gd name="T34" fmla="*/ 437 w 1763"/>
                <a:gd name="T35" fmla="*/ 2348 h 2428"/>
                <a:gd name="T36" fmla="*/ 383 w 1763"/>
                <a:gd name="T37" fmla="*/ 2378 h 2428"/>
                <a:gd name="T38" fmla="*/ 270 w 1763"/>
                <a:gd name="T39" fmla="*/ 2392 h 2428"/>
                <a:gd name="T40" fmla="*/ 178 w 1763"/>
                <a:gd name="T41" fmla="*/ 2384 h 2428"/>
                <a:gd name="T42" fmla="*/ 98 w 1763"/>
                <a:gd name="T43" fmla="*/ 2388 h 2428"/>
                <a:gd name="T44" fmla="*/ 42 w 1763"/>
                <a:gd name="T45" fmla="*/ 2415 h 2428"/>
                <a:gd name="T46" fmla="*/ 20 w 1763"/>
                <a:gd name="T47" fmla="*/ 2396 h 2428"/>
                <a:gd name="T48" fmla="*/ 12 w 1763"/>
                <a:gd name="T49" fmla="*/ 2276 h 2428"/>
                <a:gd name="T50" fmla="*/ 22 w 1763"/>
                <a:gd name="T51" fmla="*/ 2097 h 2428"/>
                <a:gd name="T52" fmla="*/ 23 w 1763"/>
                <a:gd name="T53" fmla="*/ 1926 h 2428"/>
                <a:gd name="T54" fmla="*/ 0 w 1763"/>
                <a:gd name="T55" fmla="*/ 1551 h 2428"/>
                <a:gd name="T56" fmla="*/ 25 w 1763"/>
                <a:gd name="T57" fmla="*/ 1390 h 2428"/>
                <a:gd name="T58" fmla="*/ 52 w 1763"/>
                <a:gd name="T59" fmla="*/ 1230 h 2428"/>
                <a:gd name="T60" fmla="*/ 107 w 1763"/>
                <a:gd name="T61" fmla="*/ 971 h 2428"/>
                <a:gd name="T62" fmla="*/ 173 w 1763"/>
                <a:gd name="T63" fmla="*/ 749 h 2428"/>
                <a:gd name="T64" fmla="*/ 248 w 1763"/>
                <a:gd name="T65" fmla="*/ 576 h 2428"/>
                <a:gd name="T66" fmla="*/ 346 w 1763"/>
                <a:gd name="T67" fmla="*/ 400 h 2428"/>
                <a:gd name="T68" fmla="*/ 441 w 1763"/>
                <a:gd name="T69" fmla="*/ 270 h 2428"/>
                <a:gd name="T70" fmla="*/ 522 w 1763"/>
                <a:gd name="T71" fmla="*/ 185 h 2428"/>
                <a:gd name="T72" fmla="*/ 641 w 1763"/>
                <a:gd name="T73" fmla="*/ 77 h 2428"/>
                <a:gd name="T74" fmla="*/ 732 w 1763"/>
                <a:gd name="T75" fmla="*/ 26 h 2428"/>
                <a:gd name="T76" fmla="*/ 804 w 1763"/>
                <a:gd name="T77" fmla="*/ 13 h 2428"/>
                <a:gd name="T78" fmla="*/ 854 w 1763"/>
                <a:gd name="T79" fmla="*/ 23 h 2428"/>
                <a:gd name="T80" fmla="*/ 906 w 1763"/>
                <a:gd name="T81" fmla="*/ 34 h 2428"/>
                <a:gd name="T82" fmla="*/ 967 w 1763"/>
                <a:gd name="T83" fmla="*/ 9 h 2428"/>
                <a:gd name="T84" fmla="*/ 1032 w 1763"/>
                <a:gd name="T85" fmla="*/ 0 h 2428"/>
                <a:gd name="T86" fmla="*/ 1131 w 1763"/>
                <a:gd name="T87" fmla="*/ 15 h 2428"/>
                <a:gd name="T88" fmla="*/ 1257 w 1763"/>
                <a:gd name="T89" fmla="*/ 71 h 2428"/>
                <a:gd name="T90" fmla="*/ 1364 w 1763"/>
                <a:gd name="T91" fmla="*/ 155 h 2428"/>
                <a:gd name="T92" fmla="*/ 1434 w 1763"/>
                <a:gd name="T93" fmla="*/ 238 h 2428"/>
                <a:gd name="T94" fmla="*/ 1521 w 1763"/>
                <a:gd name="T95" fmla="*/ 369 h 2428"/>
                <a:gd name="T96" fmla="*/ 1589 w 1763"/>
                <a:gd name="T97" fmla="*/ 513 h 2428"/>
                <a:gd name="T98" fmla="*/ 1634 w 1763"/>
                <a:gd name="T99" fmla="*/ 664 h 2428"/>
                <a:gd name="T100" fmla="*/ 1657 w 1763"/>
                <a:gd name="T101" fmla="*/ 794 h 2428"/>
                <a:gd name="T102" fmla="*/ 1668 w 1763"/>
                <a:gd name="T103" fmla="*/ 1011 h 2428"/>
                <a:gd name="T104" fmla="*/ 1668 w 1763"/>
                <a:gd name="T105" fmla="*/ 1199 h 2428"/>
                <a:gd name="T106" fmla="*/ 1684 w 1763"/>
                <a:gd name="T107" fmla="*/ 1321 h 2428"/>
                <a:gd name="T108" fmla="*/ 1750 w 1763"/>
                <a:gd name="T109" fmla="*/ 1558 h 2428"/>
                <a:gd name="T110" fmla="*/ 1762 w 1763"/>
                <a:gd name="T111" fmla="*/ 1626 h 2428"/>
                <a:gd name="T112" fmla="*/ 1760 w 1763"/>
                <a:gd name="T113" fmla="*/ 1730 h 2428"/>
                <a:gd name="T114" fmla="*/ 1735 w 1763"/>
                <a:gd name="T115" fmla="*/ 1889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3" h="2428">
                  <a:moveTo>
                    <a:pt x="1725" y="2044"/>
                  </a:moveTo>
                  <a:lnTo>
                    <a:pt x="1725" y="2044"/>
                  </a:lnTo>
                  <a:lnTo>
                    <a:pt x="1718" y="2080"/>
                  </a:lnTo>
                  <a:lnTo>
                    <a:pt x="1709" y="2114"/>
                  </a:lnTo>
                  <a:lnTo>
                    <a:pt x="1701" y="2147"/>
                  </a:lnTo>
                  <a:lnTo>
                    <a:pt x="1692" y="2177"/>
                  </a:lnTo>
                  <a:lnTo>
                    <a:pt x="1682" y="2205"/>
                  </a:lnTo>
                  <a:lnTo>
                    <a:pt x="1671" y="2232"/>
                  </a:lnTo>
                  <a:lnTo>
                    <a:pt x="1660" y="2256"/>
                  </a:lnTo>
                  <a:lnTo>
                    <a:pt x="1646" y="2279"/>
                  </a:lnTo>
                  <a:lnTo>
                    <a:pt x="1631" y="2300"/>
                  </a:lnTo>
                  <a:lnTo>
                    <a:pt x="1616" y="2317"/>
                  </a:lnTo>
                  <a:lnTo>
                    <a:pt x="1600" y="2333"/>
                  </a:lnTo>
                  <a:lnTo>
                    <a:pt x="1582" y="2347"/>
                  </a:lnTo>
                  <a:lnTo>
                    <a:pt x="1562" y="2357"/>
                  </a:lnTo>
                  <a:lnTo>
                    <a:pt x="1541" y="2365"/>
                  </a:lnTo>
                  <a:lnTo>
                    <a:pt x="1517" y="2371"/>
                  </a:lnTo>
                  <a:lnTo>
                    <a:pt x="1491" y="2374"/>
                  </a:lnTo>
                  <a:lnTo>
                    <a:pt x="1491" y="2374"/>
                  </a:lnTo>
                  <a:lnTo>
                    <a:pt x="1434" y="2374"/>
                  </a:lnTo>
                  <a:lnTo>
                    <a:pt x="1378" y="2372"/>
                  </a:lnTo>
                  <a:lnTo>
                    <a:pt x="1349" y="2370"/>
                  </a:lnTo>
                  <a:lnTo>
                    <a:pt x="1321" y="2367"/>
                  </a:lnTo>
                  <a:lnTo>
                    <a:pt x="1293" y="2362"/>
                  </a:lnTo>
                  <a:lnTo>
                    <a:pt x="1264" y="2357"/>
                  </a:lnTo>
                  <a:lnTo>
                    <a:pt x="1264" y="2357"/>
                  </a:lnTo>
                  <a:lnTo>
                    <a:pt x="1255" y="2354"/>
                  </a:lnTo>
                  <a:lnTo>
                    <a:pt x="1245" y="2350"/>
                  </a:lnTo>
                  <a:lnTo>
                    <a:pt x="1223" y="2340"/>
                  </a:lnTo>
                  <a:lnTo>
                    <a:pt x="1201" y="2327"/>
                  </a:lnTo>
                  <a:lnTo>
                    <a:pt x="1178" y="2313"/>
                  </a:lnTo>
                  <a:lnTo>
                    <a:pt x="1157" y="2299"/>
                  </a:lnTo>
                  <a:lnTo>
                    <a:pt x="1135" y="2287"/>
                  </a:lnTo>
                  <a:lnTo>
                    <a:pt x="1117" y="2279"/>
                  </a:lnTo>
                  <a:lnTo>
                    <a:pt x="1109" y="2277"/>
                  </a:lnTo>
                  <a:lnTo>
                    <a:pt x="1101" y="2276"/>
                  </a:lnTo>
                  <a:lnTo>
                    <a:pt x="1101" y="2276"/>
                  </a:lnTo>
                  <a:lnTo>
                    <a:pt x="1094" y="2276"/>
                  </a:lnTo>
                  <a:lnTo>
                    <a:pt x="1087" y="2277"/>
                  </a:lnTo>
                  <a:lnTo>
                    <a:pt x="1073" y="2283"/>
                  </a:lnTo>
                  <a:lnTo>
                    <a:pt x="1058" y="2292"/>
                  </a:lnTo>
                  <a:lnTo>
                    <a:pt x="1043" y="2300"/>
                  </a:lnTo>
                  <a:lnTo>
                    <a:pt x="1011" y="2321"/>
                  </a:lnTo>
                  <a:lnTo>
                    <a:pt x="994" y="2330"/>
                  </a:lnTo>
                  <a:lnTo>
                    <a:pt x="975" y="2338"/>
                  </a:lnTo>
                  <a:lnTo>
                    <a:pt x="975" y="2338"/>
                  </a:lnTo>
                  <a:lnTo>
                    <a:pt x="958" y="2341"/>
                  </a:lnTo>
                  <a:lnTo>
                    <a:pt x="939" y="2344"/>
                  </a:lnTo>
                  <a:lnTo>
                    <a:pt x="899" y="2345"/>
                  </a:lnTo>
                  <a:lnTo>
                    <a:pt x="858" y="2347"/>
                  </a:lnTo>
                  <a:lnTo>
                    <a:pt x="818" y="2347"/>
                  </a:lnTo>
                  <a:lnTo>
                    <a:pt x="818" y="2347"/>
                  </a:lnTo>
                  <a:lnTo>
                    <a:pt x="794" y="2347"/>
                  </a:lnTo>
                  <a:lnTo>
                    <a:pt x="771" y="2345"/>
                  </a:lnTo>
                  <a:lnTo>
                    <a:pt x="750" y="2343"/>
                  </a:lnTo>
                  <a:lnTo>
                    <a:pt x="730" y="2340"/>
                  </a:lnTo>
                  <a:lnTo>
                    <a:pt x="712" y="2336"/>
                  </a:lnTo>
                  <a:lnTo>
                    <a:pt x="695" y="2330"/>
                  </a:lnTo>
                  <a:lnTo>
                    <a:pt x="678" y="2324"/>
                  </a:lnTo>
                  <a:lnTo>
                    <a:pt x="661" y="2316"/>
                  </a:lnTo>
                  <a:lnTo>
                    <a:pt x="645" y="2307"/>
                  </a:lnTo>
                  <a:lnTo>
                    <a:pt x="628" y="2297"/>
                  </a:lnTo>
                  <a:lnTo>
                    <a:pt x="613" y="2285"/>
                  </a:lnTo>
                  <a:lnTo>
                    <a:pt x="597" y="2272"/>
                  </a:lnTo>
                  <a:lnTo>
                    <a:pt x="563" y="2242"/>
                  </a:lnTo>
                  <a:lnTo>
                    <a:pt x="528" y="2205"/>
                  </a:lnTo>
                  <a:lnTo>
                    <a:pt x="528" y="2205"/>
                  </a:lnTo>
                  <a:lnTo>
                    <a:pt x="496" y="2260"/>
                  </a:lnTo>
                  <a:lnTo>
                    <a:pt x="471" y="2304"/>
                  </a:lnTo>
                  <a:lnTo>
                    <a:pt x="460" y="2321"/>
                  </a:lnTo>
                  <a:lnTo>
                    <a:pt x="448" y="2336"/>
                  </a:lnTo>
                  <a:lnTo>
                    <a:pt x="437" y="2348"/>
                  </a:lnTo>
                  <a:lnTo>
                    <a:pt x="424" y="2358"/>
                  </a:lnTo>
                  <a:lnTo>
                    <a:pt x="411" y="2367"/>
                  </a:lnTo>
                  <a:lnTo>
                    <a:pt x="399" y="2374"/>
                  </a:lnTo>
                  <a:lnTo>
                    <a:pt x="383" y="2378"/>
                  </a:lnTo>
                  <a:lnTo>
                    <a:pt x="366" y="2382"/>
                  </a:lnTo>
                  <a:lnTo>
                    <a:pt x="346" y="2385"/>
                  </a:lnTo>
                  <a:lnTo>
                    <a:pt x="324" y="2388"/>
                  </a:lnTo>
                  <a:lnTo>
                    <a:pt x="270" y="2392"/>
                  </a:lnTo>
                  <a:lnTo>
                    <a:pt x="270" y="2392"/>
                  </a:lnTo>
                  <a:lnTo>
                    <a:pt x="240" y="2391"/>
                  </a:lnTo>
                  <a:lnTo>
                    <a:pt x="209" y="2388"/>
                  </a:lnTo>
                  <a:lnTo>
                    <a:pt x="178" y="2384"/>
                  </a:lnTo>
                  <a:lnTo>
                    <a:pt x="145" y="2382"/>
                  </a:lnTo>
                  <a:lnTo>
                    <a:pt x="129" y="2384"/>
                  </a:lnTo>
                  <a:lnTo>
                    <a:pt x="114" y="2385"/>
                  </a:lnTo>
                  <a:lnTo>
                    <a:pt x="98" y="2388"/>
                  </a:lnTo>
                  <a:lnTo>
                    <a:pt x="83" y="2392"/>
                  </a:lnTo>
                  <a:lnTo>
                    <a:pt x="69" y="2398"/>
                  </a:lnTo>
                  <a:lnTo>
                    <a:pt x="56" y="2405"/>
                  </a:lnTo>
                  <a:lnTo>
                    <a:pt x="42" y="2415"/>
                  </a:lnTo>
                  <a:lnTo>
                    <a:pt x="30" y="2428"/>
                  </a:lnTo>
                  <a:lnTo>
                    <a:pt x="30" y="2428"/>
                  </a:lnTo>
                  <a:lnTo>
                    <a:pt x="25" y="2412"/>
                  </a:lnTo>
                  <a:lnTo>
                    <a:pt x="20" y="2396"/>
                  </a:lnTo>
                  <a:lnTo>
                    <a:pt x="17" y="2379"/>
                  </a:lnTo>
                  <a:lnTo>
                    <a:pt x="15" y="2360"/>
                  </a:lnTo>
                  <a:lnTo>
                    <a:pt x="12" y="2320"/>
                  </a:lnTo>
                  <a:lnTo>
                    <a:pt x="12" y="2276"/>
                  </a:lnTo>
                  <a:lnTo>
                    <a:pt x="13" y="2231"/>
                  </a:lnTo>
                  <a:lnTo>
                    <a:pt x="16" y="2185"/>
                  </a:lnTo>
                  <a:lnTo>
                    <a:pt x="22" y="2097"/>
                  </a:lnTo>
                  <a:lnTo>
                    <a:pt x="22" y="2097"/>
                  </a:lnTo>
                  <a:lnTo>
                    <a:pt x="23" y="2065"/>
                  </a:lnTo>
                  <a:lnTo>
                    <a:pt x="23" y="2035"/>
                  </a:lnTo>
                  <a:lnTo>
                    <a:pt x="23" y="2035"/>
                  </a:lnTo>
                  <a:lnTo>
                    <a:pt x="23" y="1926"/>
                  </a:lnTo>
                  <a:lnTo>
                    <a:pt x="19" y="1816"/>
                  </a:lnTo>
                  <a:lnTo>
                    <a:pt x="13" y="1704"/>
                  </a:lnTo>
                  <a:lnTo>
                    <a:pt x="5" y="1589"/>
                  </a:lnTo>
                  <a:lnTo>
                    <a:pt x="0" y="1551"/>
                  </a:lnTo>
                  <a:lnTo>
                    <a:pt x="0" y="1551"/>
                  </a:lnTo>
                  <a:lnTo>
                    <a:pt x="9" y="1511"/>
                  </a:lnTo>
                  <a:lnTo>
                    <a:pt x="15" y="1471"/>
                  </a:lnTo>
                  <a:lnTo>
                    <a:pt x="25" y="1390"/>
                  </a:lnTo>
                  <a:lnTo>
                    <a:pt x="30" y="1351"/>
                  </a:lnTo>
                  <a:lnTo>
                    <a:pt x="36" y="1310"/>
                  </a:lnTo>
                  <a:lnTo>
                    <a:pt x="43" y="1270"/>
                  </a:lnTo>
                  <a:lnTo>
                    <a:pt x="52" y="1230"/>
                  </a:lnTo>
                  <a:lnTo>
                    <a:pt x="52" y="1230"/>
                  </a:lnTo>
                  <a:lnTo>
                    <a:pt x="78" y="1101"/>
                  </a:lnTo>
                  <a:lnTo>
                    <a:pt x="93" y="1036"/>
                  </a:lnTo>
                  <a:lnTo>
                    <a:pt x="107" y="971"/>
                  </a:lnTo>
                  <a:lnTo>
                    <a:pt x="124" y="906"/>
                  </a:lnTo>
                  <a:lnTo>
                    <a:pt x="141" y="842"/>
                  </a:lnTo>
                  <a:lnTo>
                    <a:pt x="162" y="778"/>
                  </a:lnTo>
                  <a:lnTo>
                    <a:pt x="173" y="749"/>
                  </a:lnTo>
                  <a:lnTo>
                    <a:pt x="185" y="717"/>
                  </a:lnTo>
                  <a:lnTo>
                    <a:pt x="185" y="717"/>
                  </a:lnTo>
                  <a:lnTo>
                    <a:pt x="216" y="648"/>
                  </a:lnTo>
                  <a:lnTo>
                    <a:pt x="248" y="576"/>
                  </a:lnTo>
                  <a:lnTo>
                    <a:pt x="285" y="505"/>
                  </a:lnTo>
                  <a:lnTo>
                    <a:pt x="305" y="469"/>
                  </a:lnTo>
                  <a:lnTo>
                    <a:pt x="325" y="434"/>
                  </a:lnTo>
                  <a:lnTo>
                    <a:pt x="346" y="400"/>
                  </a:lnTo>
                  <a:lnTo>
                    <a:pt x="369" y="366"/>
                  </a:lnTo>
                  <a:lnTo>
                    <a:pt x="392" y="333"/>
                  </a:lnTo>
                  <a:lnTo>
                    <a:pt x="416" y="301"/>
                  </a:lnTo>
                  <a:lnTo>
                    <a:pt x="441" y="270"/>
                  </a:lnTo>
                  <a:lnTo>
                    <a:pt x="467" y="240"/>
                  </a:lnTo>
                  <a:lnTo>
                    <a:pt x="494" y="212"/>
                  </a:lnTo>
                  <a:lnTo>
                    <a:pt x="522" y="185"/>
                  </a:lnTo>
                  <a:lnTo>
                    <a:pt x="522" y="185"/>
                  </a:lnTo>
                  <a:lnTo>
                    <a:pt x="559" y="149"/>
                  </a:lnTo>
                  <a:lnTo>
                    <a:pt x="598" y="112"/>
                  </a:lnTo>
                  <a:lnTo>
                    <a:pt x="620" y="94"/>
                  </a:lnTo>
                  <a:lnTo>
                    <a:pt x="641" y="77"/>
                  </a:lnTo>
                  <a:lnTo>
                    <a:pt x="664" y="61"/>
                  </a:lnTo>
                  <a:lnTo>
                    <a:pt x="686" y="47"/>
                  </a:lnTo>
                  <a:lnTo>
                    <a:pt x="709" y="36"/>
                  </a:lnTo>
                  <a:lnTo>
                    <a:pt x="732" y="26"/>
                  </a:lnTo>
                  <a:lnTo>
                    <a:pt x="756" y="17"/>
                  </a:lnTo>
                  <a:lnTo>
                    <a:pt x="780" y="13"/>
                  </a:lnTo>
                  <a:lnTo>
                    <a:pt x="791" y="13"/>
                  </a:lnTo>
                  <a:lnTo>
                    <a:pt x="804" y="13"/>
                  </a:lnTo>
                  <a:lnTo>
                    <a:pt x="817" y="15"/>
                  </a:lnTo>
                  <a:lnTo>
                    <a:pt x="828" y="16"/>
                  </a:lnTo>
                  <a:lnTo>
                    <a:pt x="841" y="19"/>
                  </a:lnTo>
                  <a:lnTo>
                    <a:pt x="854" y="23"/>
                  </a:lnTo>
                  <a:lnTo>
                    <a:pt x="866" y="29"/>
                  </a:lnTo>
                  <a:lnTo>
                    <a:pt x="879" y="34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20" y="26"/>
                  </a:lnTo>
                  <a:lnTo>
                    <a:pt x="936" y="20"/>
                  </a:lnTo>
                  <a:lnTo>
                    <a:pt x="951" y="15"/>
                  </a:lnTo>
                  <a:lnTo>
                    <a:pt x="967" y="9"/>
                  </a:lnTo>
                  <a:lnTo>
                    <a:pt x="982" y="6"/>
                  </a:lnTo>
                  <a:lnTo>
                    <a:pt x="999" y="3"/>
                  </a:lnTo>
                  <a:lnTo>
                    <a:pt x="1015" y="2"/>
                  </a:lnTo>
                  <a:lnTo>
                    <a:pt x="1032" y="0"/>
                  </a:lnTo>
                  <a:lnTo>
                    <a:pt x="1049" y="2"/>
                  </a:lnTo>
                  <a:lnTo>
                    <a:pt x="1065" y="2"/>
                  </a:lnTo>
                  <a:lnTo>
                    <a:pt x="1099" y="8"/>
                  </a:lnTo>
                  <a:lnTo>
                    <a:pt x="1131" y="15"/>
                  </a:lnTo>
                  <a:lnTo>
                    <a:pt x="1164" y="26"/>
                  </a:lnTo>
                  <a:lnTo>
                    <a:pt x="1196" y="39"/>
                  </a:lnTo>
                  <a:lnTo>
                    <a:pt x="1228" y="54"/>
                  </a:lnTo>
                  <a:lnTo>
                    <a:pt x="1257" y="71"/>
                  </a:lnTo>
                  <a:lnTo>
                    <a:pt x="1287" y="90"/>
                  </a:lnTo>
                  <a:lnTo>
                    <a:pt x="1314" y="111"/>
                  </a:lnTo>
                  <a:lnTo>
                    <a:pt x="1340" y="132"/>
                  </a:lnTo>
                  <a:lnTo>
                    <a:pt x="1364" y="155"/>
                  </a:lnTo>
                  <a:lnTo>
                    <a:pt x="1385" y="179"/>
                  </a:lnTo>
                  <a:lnTo>
                    <a:pt x="1385" y="179"/>
                  </a:lnTo>
                  <a:lnTo>
                    <a:pt x="1410" y="207"/>
                  </a:lnTo>
                  <a:lnTo>
                    <a:pt x="1434" y="238"/>
                  </a:lnTo>
                  <a:lnTo>
                    <a:pt x="1459" y="270"/>
                  </a:lnTo>
                  <a:lnTo>
                    <a:pt x="1480" y="302"/>
                  </a:lnTo>
                  <a:lnTo>
                    <a:pt x="1501" y="335"/>
                  </a:lnTo>
                  <a:lnTo>
                    <a:pt x="1521" y="369"/>
                  </a:lnTo>
                  <a:lnTo>
                    <a:pt x="1539" y="404"/>
                  </a:lnTo>
                  <a:lnTo>
                    <a:pt x="1558" y="440"/>
                  </a:lnTo>
                  <a:lnTo>
                    <a:pt x="1573" y="477"/>
                  </a:lnTo>
                  <a:lnTo>
                    <a:pt x="1589" y="513"/>
                  </a:lnTo>
                  <a:lnTo>
                    <a:pt x="1602" y="550"/>
                  </a:lnTo>
                  <a:lnTo>
                    <a:pt x="1614" y="588"/>
                  </a:lnTo>
                  <a:lnTo>
                    <a:pt x="1626" y="625"/>
                  </a:lnTo>
                  <a:lnTo>
                    <a:pt x="1634" y="664"/>
                  </a:lnTo>
                  <a:lnTo>
                    <a:pt x="1643" y="702"/>
                  </a:lnTo>
                  <a:lnTo>
                    <a:pt x="1650" y="739"/>
                  </a:lnTo>
                  <a:lnTo>
                    <a:pt x="1650" y="739"/>
                  </a:lnTo>
                  <a:lnTo>
                    <a:pt x="1657" y="794"/>
                  </a:lnTo>
                  <a:lnTo>
                    <a:pt x="1663" y="848"/>
                  </a:lnTo>
                  <a:lnTo>
                    <a:pt x="1667" y="902"/>
                  </a:lnTo>
                  <a:lnTo>
                    <a:pt x="1668" y="957"/>
                  </a:lnTo>
                  <a:lnTo>
                    <a:pt x="1668" y="1011"/>
                  </a:lnTo>
                  <a:lnTo>
                    <a:pt x="1668" y="1065"/>
                  </a:lnTo>
                  <a:lnTo>
                    <a:pt x="1668" y="1174"/>
                  </a:lnTo>
                  <a:lnTo>
                    <a:pt x="1668" y="1174"/>
                  </a:lnTo>
                  <a:lnTo>
                    <a:pt x="1668" y="1199"/>
                  </a:lnTo>
                  <a:lnTo>
                    <a:pt x="1670" y="1225"/>
                  </a:lnTo>
                  <a:lnTo>
                    <a:pt x="1673" y="1249"/>
                  </a:lnTo>
                  <a:lnTo>
                    <a:pt x="1675" y="1274"/>
                  </a:lnTo>
                  <a:lnTo>
                    <a:pt x="1684" y="1321"/>
                  </a:lnTo>
                  <a:lnTo>
                    <a:pt x="1695" y="1368"/>
                  </a:lnTo>
                  <a:lnTo>
                    <a:pt x="1708" y="1415"/>
                  </a:lnTo>
                  <a:lnTo>
                    <a:pt x="1721" y="1461"/>
                  </a:lnTo>
                  <a:lnTo>
                    <a:pt x="1750" y="1558"/>
                  </a:lnTo>
                  <a:lnTo>
                    <a:pt x="1750" y="1558"/>
                  </a:lnTo>
                  <a:lnTo>
                    <a:pt x="1755" y="1582"/>
                  </a:lnTo>
                  <a:lnTo>
                    <a:pt x="1759" y="1603"/>
                  </a:lnTo>
                  <a:lnTo>
                    <a:pt x="1762" y="1626"/>
                  </a:lnTo>
                  <a:lnTo>
                    <a:pt x="1763" y="1647"/>
                  </a:lnTo>
                  <a:lnTo>
                    <a:pt x="1763" y="1668"/>
                  </a:lnTo>
                  <a:lnTo>
                    <a:pt x="1763" y="1689"/>
                  </a:lnTo>
                  <a:lnTo>
                    <a:pt x="1760" y="1730"/>
                  </a:lnTo>
                  <a:lnTo>
                    <a:pt x="1755" y="1772"/>
                  </a:lnTo>
                  <a:lnTo>
                    <a:pt x="1748" y="1810"/>
                  </a:lnTo>
                  <a:lnTo>
                    <a:pt x="1741" y="1850"/>
                  </a:lnTo>
                  <a:lnTo>
                    <a:pt x="1735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88CD46F6-B391-3659-CA05-4D0A19E6E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" y="3597"/>
              <a:ext cx="1419" cy="490"/>
            </a:xfrm>
            <a:custGeom>
              <a:avLst/>
              <a:gdLst>
                <a:gd name="T0" fmla="*/ 2838 w 2838"/>
                <a:gd name="T1" fmla="*/ 979 h 979"/>
                <a:gd name="T2" fmla="*/ 2825 w 2838"/>
                <a:gd name="T3" fmla="*/ 866 h 979"/>
                <a:gd name="T4" fmla="*/ 2776 w 2838"/>
                <a:gd name="T5" fmla="*/ 502 h 979"/>
                <a:gd name="T6" fmla="*/ 2749 w 2838"/>
                <a:gd name="T7" fmla="*/ 276 h 979"/>
                <a:gd name="T8" fmla="*/ 2740 w 2838"/>
                <a:gd name="T9" fmla="*/ 180 h 979"/>
                <a:gd name="T10" fmla="*/ 2737 w 2838"/>
                <a:gd name="T11" fmla="*/ 102 h 979"/>
                <a:gd name="T12" fmla="*/ 2725 w 2838"/>
                <a:gd name="T13" fmla="*/ 72 h 979"/>
                <a:gd name="T14" fmla="*/ 2611 w 2838"/>
                <a:gd name="T15" fmla="*/ 62 h 979"/>
                <a:gd name="T16" fmla="*/ 2385 w 2838"/>
                <a:gd name="T17" fmla="*/ 50 h 979"/>
                <a:gd name="T18" fmla="*/ 2271 w 2838"/>
                <a:gd name="T19" fmla="*/ 40 h 979"/>
                <a:gd name="T20" fmla="*/ 2171 w 2838"/>
                <a:gd name="T21" fmla="*/ 28 h 979"/>
                <a:gd name="T22" fmla="*/ 1972 w 2838"/>
                <a:gd name="T23" fmla="*/ 11 h 979"/>
                <a:gd name="T24" fmla="*/ 1777 w 2838"/>
                <a:gd name="T25" fmla="*/ 1 h 979"/>
                <a:gd name="T26" fmla="*/ 1580 w 2838"/>
                <a:gd name="T27" fmla="*/ 1 h 979"/>
                <a:gd name="T28" fmla="*/ 1481 w 2838"/>
                <a:gd name="T29" fmla="*/ 6 h 979"/>
                <a:gd name="T30" fmla="*/ 1405 w 2838"/>
                <a:gd name="T31" fmla="*/ 13 h 979"/>
                <a:gd name="T32" fmla="*/ 1254 w 2838"/>
                <a:gd name="T33" fmla="*/ 35 h 979"/>
                <a:gd name="T34" fmla="*/ 1029 w 2838"/>
                <a:gd name="T35" fmla="*/ 82 h 979"/>
                <a:gd name="T36" fmla="*/ 880 w 2838"/>
                <a:gd name="T37" fmla="*/ 110 h 979"/>
                <a:gd name="T38" fmla="*/ 842 w 2838"/>
                <a:gd name="T39" fmla="*/ 116 h 979"/>
                <a:gd name="T40" fmla="*/ 722 w 2838"/>
                <a:gd name="T41" fmla="*/ 129 h 979"/>
                <a:gd name="T42" fmla="*/ 561 w 2838"/>
                <a:gd name="T43" fmla="*/ 136 h 979"/>
                <a:gd name="T44" fmla="*/ 398 w 2838"/>
                <a:gd name="T45" fmla="*/ 136 h 979"/>
                <a:gd name="T46" fmla="*/ 238 w 2838"/>
                <a:gd name="T47" fmla="*/ 136 h 979"/>
                <a:gd name="T48" fmla="*/ 163 w 2838"/>
                <a:gd name="T49" fmla="*/ 133 h 979"/>
                <a:gd name="T50" fmla="*/ 113 w 2838"/>
                <a:gd name="T51" fmla="*/ 129 h 979"/>
                <a:gd name="T52" fmla="*/ 64 w 2838"/>
                <a:gd name="T53" fmla="*/ 118 h 979"/>
                <a:gd name="T54" fmla="*/ 37 w 2838"/>
                <a:gd name="T55" fmla="*/ 144 h 979"/>
                <a:gd name="T56" fmla="*/ 37 w 2838"/>
                <a:gd name="T57" fmla="*/ 432 h 979"/>
                <a:gd name="T58" fmla="*/ 35 w 2838"/>
                <a:gd name="T59" fmla="*/ 575 h 979"/>
                <a:gd name="T60" fmla="*/ 30 w 2838"/>
                <a:gd name="T61" fmla="*/ 718 h 979"/>
                <a:gd name="T62" fmla="*/ 20 w 2838"/>
                <a:gd name="T63" fmla="*/ 812 h 979"/>
                <a:gd name="T64" fmla="*/ 0 w 2838"/>
                <a:gd name="T65" fmla="*/ 97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8" h="979">
                  <a:moveTo>
                    <a:pt x="0" y="979"/>
                  </a:moveTo>
                  <a:lnTo>
                    <a:pt x="2838" y="979"/>
                  </a:lnTo>
                  <a:lnTo>
                    <a:pt x="2838" y="979"/>
                  </a:lnTo>
                  <a:lnTo>
                    <a:pt x="2825" y="866"/>
                  </a:lnTo>
                  <a:lnTo>
                    <a:pt x="2810" y="747"/>
                  </a:lnTo>
                  <a:lnTo>
                    <a:pt x="2776" y="502"/>
                  </a:lnTo>
                  <a:lnTo>
                    <a:pt x="2760" y="384"/>
                  </a:lnTo>
                  <a:lnTo>
                    <a:pt x="2749" y="276"/>
                  </a:lnTo>
                  <a:lnTo>
                    <a:pt x="2743" y="227"/>
                  </a:lnTo>
                  <a:lnTo>
                    <a:pt x="2740" y="180"/>
                  </a:lnTo>
                  <a:lnTo>
                    <a:pt x="2737" y="139"/>
                  </a:lnTo>
                  <a:lnTo>
                    <a:pt x="2737" y="102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668" y="67"/>
                  </a:lnTo>
                  <a:lnTo>
                    <a:pt x="2611" y="62"/>
                  </a:lnTo>
                  <a:lnTo>
                    <a:pt x="2498" y="55"/>
                  </a:lnTo>
                  <a:lnTo>
                    <a:pt x="2385" y="50"/>
                  </a:lnTo>
                  <a:lnTo>
                    <a:pt x="2328" y="45"/>
                  </a:lnTo>
                  <a:lnTo>
                    <a:pt x="2271" y="40"/>
                  </a:lnTo>
                  <a:lnTo>
                    <a:pt x="2271" y="40"/>
                  </a:lnTo>
                  <a:lnTo>
                    <a:pt x="2171" y="28"/>
                  </a:lnTo>
                  <a:lnTo>
                    <a:pt x="2071" y="20"/>
                  </a:lnTo>
                  <a:lnTo>
                    <a:pt x="1972" y="11"/>
                  </a:lnTo>
                  <a:lnTo>
                    <a:pt x="1874" y="6"/>
                  </a:lnTo>
                  <a:lnTo>
                    <a:pt x="1777" y="1"/>
                  </a:lnTo>
                  <a:lnTo>
                    <a:pt x="1679" y="0"/>
                  </a:lnTo>
                  <a:lnTo>
                    <a:pt x="1580" y="1"/>
                  </a:lnTo>
                  <a:lnTo>
                    <a:pt x="1481" y="6"/>
                  </a:lnTo>
                  <a:lnTo>
                    <a:pt x="1481" y="6"/>
                  </a:lnTo>
                  <a:lnTo>
                    <a:pt x="1444" y="8"/>
                  </a:lnTo>
                  <a:lnTo>
                    <a:pt x="1405" y="13"/>
                  </a:lnTo>
                  <a:lnTo>
                    <a:pt x="1330" y="23"/>
                  </a:lnTo>
                  <a:lnTo>
                    <a:pt x="1254" y="35"/>
                  </a:lnTo>
                  <a:lnTo>
                    <a:pt x="1179" y="50"/>
                  </a:lnTo>
                  <a:lnTo>
                    <a:pt x="1029" y="82"/>
                  </a:lnTo>
                  <a:lnTo>
                    <a:pt x="955" y="96"/>
                  </a:lnTo>
                  <a:lnTo>
                    <a:pt x="880" y="110"/>
                  </a:lnTo>
                  <a:lnTo>
                    <a:pt x="880" y="110"/>
                  </a:lnTo>
                  <a:lnTo>
                    <a:pt x="842" y="116"/>
                  </a:lnTo>
                  <a:lnTo>
                    <a:pt x="802" y="122"/>
                  </a:lnTo>
                  <a:lnTo>
                    <a:pt x="722" y="129"/>
                  </a:lnTo>
                  <a:lnTo>
                    <a:pt x="642" y="133"/>
                  </a:lnTo>
                  <a:lnTo>
                    <a:pt x="561" y="136"/>
                  </a:lnTo>
                  <a:lnTo>
                    <a:pt x="479" y="136"/>
                  </a:lnTo>
                  <a:lnTo>
                    <a:pt x="39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88" y="135"/>
                  </a:lnTo>
                  <a:lnTo>
                    <a:pt x="163" y="133"/>
                  </a:lnTo>
                  <a:lnTo>
                    <a:pt x="139" y="132"/>
                  </a:lnTo>
                  <a:lnTo>
                    <a:pt x="113" y="129"/>
                  </a:lnTo>
                  <a:lnTo>
                    <a:pt x="89" y="125"/>
                  </a:lnTo>
                  <a:lnTo>
                    <a:pt x="64" y="118"/>
                  </a:lnTo>
                  <a:lnTo>
                    <a:pt x="41" y="110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432"/>
                  </a:lnTo>
                  <a:lnTo>
                    <a:pt x="37" y="504"/>
                  </a:lnTo>
                  <a:lnTo>
                    <a:pt x="35" y="575"/>
                  </a:lnTo>
                  <a:lnTo>
                    <a:pt x="34" y="647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20" y="812"/>
                  </a:lnTo>
                  <a:lnTo>
                    <a:pt x="0" y="979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5D4613DF-F90F-718B-328E-743D5B8F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80"/>
              <a:ext cx="1379" cy="507"/>
            </a:xfrm>
            <a:custGeom>
              <a:avLst/>
              <a:gdLst>
                <a:gd name="T0" fmla="*/ 1244 w 2758"/>
                <a:gd name="T1" fmla="*/ 1013 h 1013"/>
                <a:gd name="T2" fmla="*/ 1280 w 2758"/>
                <a:gd name="T3" fmla="*/ 935 h 1013"/>
                <a:gd name="T4" fmla="*/ 1308 w 2758"/>
                <a:gd name="T5" fmla="*/ 880 h 1013"/>
                <a:gd name="T6" fmla="*/ 1319 w 2758"/>
                <a:gd name="T7" fmla="*/ 863 h 1013"/>
                <a:gd name="T8" fmla="*/ 1359 w 2758"/>
                <a:gd name="T9" fmla="*/ 894 h 1013"/>
                <a:gd name="T10" fmla="*/ 1394 w 2758"/>
                <a:gd name="T11" fmla="*/ 932 h 1013"/>
                <a:gd name="T12" fmla="*/ 1461 w 2758"/>
                <a:gd name="T13" fmla="*/ 1013 h 1013"/>
                <a:gd name="T14" fmla="*/ 2758 w 2758"/>
                <a:gd name="T15" fmla="*/ 1013 h 1013"/>
                <a:gd name="T16" fmla="*/ 2741 w 2758"/>
                <a:gd name="T17" fmla="*/ 901 h 1013"/>
                <a:gd name="T18" fmla="*/ 2728 w 2758"/>
                <a:gd name="T19" fmla="*/ 789 h 1013"/>
                <a:gd name="T20" fmla="*/ 2709 w 2758"/>
                <a:gd name="T21" fmla="*/ 565 h 1013"/>
                <a:gd name="T22" fmla="*/ 2691 w 2758"/>
                <a:gd name="T23" fmla="*/ 340 h 1013"/>
                <a:gd name="T24" fmla="*/ 2671 w 2758"/>
                <a:gd name="T25" fmla="*/ 171 h 1013"/>
                <a:gd name="T26" fmla="*/ 2654 w 2758"/>
                <a:gd name="T27" fmla="*/ 81 h 1013"/>
                <a:gd name="T28" fmla="*/ 2636 w 2758"/>
                <a:gd name="T29" fmla="*/ 89 h 1013"/>
                <a:gd name="T30" fmla="*/ 2593 w 2758"/>
                <a:gd name="T31" fmla="*/ 101 h 1013"/>
                <a:gd name="T32" fmla="*/ 2548 w 2758"/>
                <a:gd name="T33" fmla="*/ 106 h 1013"/>
                <a:gd name="T34" fmla="*/ 2498 w 2758"/>
                <a:gd name="T35" fmla="*/ 108 h 1013"/>
                <a:gd name="T36" fmla="*/ 2420 w 2758"/>
                <a:gd name="T37" fmla="*/ 103 h 1013"/>
                <a:gd name="T38" fmla="*/ 2314 w 2758"/>
                <a:gd name="T39" fmla="*/ 93 h 1013"/>
                <a:gd name="T40" fmla="*/ 2262 w 2758"/>
                <a:gd name="T41" fmla="*/ 89 h 1013"/>
                <a:gd name="T42" fmla="*/ 2134 w 2758"/>
                <a:gd name="T43" fmla="*/ 84 h 1013"/>
                <a:gd name="T44" fmla="*/ 2008 w 2758"/>
                <a:gd name="T45" fmla="*/ 82 h 1013"/>
                <a:gd name="T46" fmla="*/ 1880 w 2758"/>
                <a:gd name="T47" fmla="*/ 85 h 1013"/>
                <a:gd name="T48" fmla="*/ 1502 w 2758"/>
                <a:gd name="T49" fmla="*/ 105 h 1013"/>
                <a:gd name="T50" fmla="*/ 1247 w 2758"/>
                <a:gd name="T51" fmla="*/ 115 h 1013"/>
                <a:gd name="T52" fmla="*/ 1067 w 2758"/>
                <a:gd name="T53" fmla="*/ 116 h 1013"/>
                <a:gd name="T54" fmla="*/ 889 w 2758"/>
                <a:gd name="T55" fmla="*/ 113 h 1013"/>
                <a:gd name="T56" fmla="*/ 709 w 2758"/>
                <a:gd name="T57" fmla="*/ 105 h 1013"/>
                <a:gd name="T58" fmla="*/ 574 w 2758"/>
                <a:gd name="T59" fmla="*/ 91 h 1013"/>
                <a:gd name="T60" fmla="*/ 529 w 2758"/>
                <a:gd name="T61" fmla="*/ 84 h 1013"/>
                <a:gd name="T62" fmla="*/ 398 w 2758"/>
                <a:gd name="T63" fmla="*/ 64 h 1013"/>
                <a:gd name="T64" fmla="*/ 199 w 2758"/>
                <a:gd name="T65" fmla="*/ 37 h 1013"/>
                <a:gd name="T66" fmla="*/ 65 w 2758"/>
                <a:gd name="T67" fmla="*/ 14 h 1013"/>
                <a:gd name="T68" fmla="*/ 4 w 2758"/>
                <a:gd name="T69" fmla="*/ 31 h 1013"/>
                <a:gd name="T70" fmla="*/ 4 w 2758"/>
                <a:gd name="T71" fmla="*/ 275 h 1013"/>
                <a:gd name="T72" fmla="*/ 7 w 2758"/>
                <a:gd name="T73" fmla="*/ 523 h 1013"/>
                <a:gd name="T74" fmla="*/ 20 w 2758"/>
                <a:gd name="T75" fmla="*/ 769 h 1013"/>
                <a:gd name="T76" fmla="*/ 30 w 2758"/>
                <a:gd name="T77" fmla="*/ 891 h 1013"/>
                <a:gd name="T78" fmla="*/ 44 w 2758"/>
                <a:gd name="T7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58" h="1013">
                  <a:moveTo>
                    <a:pt x="44" y="1013"/>
                  </a:moveTo>
                  <a:lnTo>
                    <a:pt x="1244" y="1013"/>
                  </a:lnTo>
                  <a:lnTo>
                    <a:pt x="1244" y="1013"/>
                  </a:lnTo>
                  <a:lnTo>
                    <a:pt x="1280" y="935"/>
                  </a:lnTo>
                  <a:lnTo>
                    <a:pt x="1298" y="898"/>
                  </a:lnTo>
                  <a:lnTo>
                    <a:pt x="1308" y="880"/>
                  </a:lnTo>
                  <a:lnTo>
                    <a:pt x="1319" y="863"/>
                  </a:lnTo>
                  <a:lnTo>
                    <a:pt x="1319" y="863"/>
                  </a:lnTo>
                  <a:lnTo>
                    <a:pt x="1339" y="878"/>
                  </a:lnTo>
                  <a:lnTo>
                    <a:pt x="1359" y="894"/>
                  </a:lnTo>
                  <a:lnTo>
                    <a:pt x="1377" y="912"/>
                  </a:lnTo>
                  <a:lnTo>
                    <a:pt x="1394" y="932"/>
                  </a:lnTo>
                  <a:lnTo>
                    <a:pt x="1428" y="972"/>
                  </a:lnTo>
                  <a:lnTo>
                    <a:pt x="1461" y="1013"/>
                  </a:lnTo>
                  <a:lnTo>
                    <a:pt x="2758" y="1013"/>
                  </a:lnTo>
                  <a:lnTo>
                    <a:pt x="2758" y="1013"/>
                  </a:lnTo>
                  <a:lnTo>
                    <a:pt x="2749" y="958"/>
                  </a:lnTo>
                  <a:lnTo>
                    <a:pt x="2741" y="901"/>
                  </a:lnTo>
                  <a:lnTo>
                    <a:pt x="2734" y="846"/>
                  </a:lnTo>
                  <a:lnTo>
                    <a:pt x="2728" y="789"/>
                  </a:lnTo>
                  <a:lnTo>
                    <a:pt x="2718" y="677"/>
                  </a:lnTo>
                  <a:lnTo>
                    <a:pt x="2709" y="565"/>
                  </a:lnTo>
                  <a:lnTo>
                    <a:pt x="2701" y="452"/>
                  </a:lnTo>
                  <a:lnTo>
                    <a:pt x="2691" y="340"/>
                  </a:lnTo>
                  <a:lnTo>
                    <a:pt x="2678" y="227"/>
                  </a:lnTo>
                  <a:lnTo>
                    <a:pt x="2671" y="171"/>
                  </a:lnTo>
                  <a:lnTo>
                    <a:pt x="2663" y="115"/>
                  </a:lnTo>
                  <a:lnTo>
                    <a:pt x="2654" y="81"/>
                  </a:lnTo>
                  <a:lnTo>
                    <a:pt x="2654" y="81"/>
                  </a:lnTo>
                  <a:lnTo>
                    <a:pt x="2636" y="89"/>
                  </a:lnTo>
                  <a:lnTo>
                    <a:pt x="2616" y="96"/>
                  </a:lnTo>
                  <a:lnTo>
                    <a:pt x="2593" y="101"/>
                  </a:lnTo>
                  <a:lnTo>
                    <a:pt x="2572" y="105"/>
                  </a:lnTo>
                  <a:lnTo>
                    <a:pt x="2548" y="106"/>
                  </a:lnTo>
                  <a:lnTo>
                    <a:pt x="2524" y="108"/>
                  </a:lnTo>
                  <a:lnTo>
                    <a:pt x="2498" y="108"/>
                  </a:lnTo>
                  <a:lnTo>
                    <a:pt x="2473" y="106"/>
                  </a:lnTo>
                  <a:lnTo>
                    <a:pt x="2420" y="103"/>
                  </a:lnTo>
                  <a:lnTo>
                    <a:pt x="2368" y="99"/>
                  </a:lnTo>
                  <a:lnTo>
                    <a:pt x="2314" y="93"/>
                  </a:lnTo>
                  <a:lnTo>
                    <a:pt x="2262" y="89"/>
                  </a:lnTo>
                  <a:lnTo>
                    <a:pt x="2262" y="89"/>
                  </a:lnTo>
                  <a:lnTo>
                    <a:pt x="2198" y="86"/>
                  </a:lnTo>
                  <a:lnTo>
                    <a:pt x="2134" y="84"/>
                  </a:lnTo>
                  <a:lnTo>
                    <a:pt x="2070" y="82"/>
                  </a:lnTo>
                  <a:lnTo>
                    <a:pt x="2008" y="82"/>
                  </a:lnTo>
                  <a:lnTo>
                    <a:pt x="1944" y="84"/>
                  </a:lnTo>
                  <a:lnTo>
                    <a:pt x="1880" y="85"/>
                  </a:lnTo>
                  <a:lnTo>
                    <a:pt x="1754" y="91"/>
                  </a:lnTo>
                  <a:lnTo>
                    <a:pt x="1502" y="105"/>
                  </a:lnTo>
                  <a:lnTo>
                    <a:pt x="1375" y="112"/>
                  </a:lnTo>
                  <a:lnTo>
                    <a:pt x="1247" y="115"/>
                  </a:lnTo>
                  <a:lnTo>
                    <a:pt x="1247" y="115"/>
                  </a:lnTo>
                  <a:lnTo>
                    <a:pt x="1067" y="116"/>
                  </a:lnTo>
                  <a:lnTo>
                    <a:pt x="978" y="115"/>
                  </a:lnTo>
                  <a:lnTo>
                    <a:pt x="889" y="113"/>
                  </a:lnTo>
                  <a:lnTo>
                    <a:pt x="798" y="110"/>
                  </a:lnTo>
                  <a:lnTo>
                    <a:pt x="709" y="105"/>
                  </a:lnTo>
                  <a:lnTo>
                    <a:pt x="619" y="96"/>
                  </a:lnTo>
                  <a:lnTo>
                    <a:pt x="574" y="91"/>
                  </a:lnTo>
                  <a:lnTo>
                    <a:pt x="529" y="84"/>
                  </a:lnTo>
                  <a:lnTo>
                    <a:pt x="529" y="84"/>
                  </a:lnTo>
                  <a:lnTo>
                    <a:pt x="464" y="72"/>
                  </a:lnTo>
                  <a:lnTo>
                    <a:pt x="398" y="64"/>
                  </a:lnTo>
                  <a:lnTo>
                    <a:pt x="265" y="45"/>
                  </a:lnTo>
                  <a:lnTo>
                    <a:pt x="199" y="37"/>
                  </a:lnTo>
                  <a:lnTo>
                    <a:pt x="132" y="25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75"/>
                  </a:lnTo>
                  <a:lnTo>
                    <a:pt x="6" y="398"/>
                  </a:lnTo>
                  <a:lnTo>
                    <a:pt x="7" y="523"/>
                  </a:lnTo>
                  <a:lnTo>
                    <a:pt x="11" y="646"/>
                  </a:lnTo>
                  <a:lnTo>
                    <a:pt x="20" y="769"/>
                  </a:lnTo>
                  <a:lnTo>
                    <a:pt x="24" y="830"/>
                  </a:lnTo>
                  <a:lnTo>
                    <a:pt x="30" y="891"/>
                  </a:lnTo>
                  <a:lnTo>
                    <a:pt x="37" y="952"/>
                  </a:lnTo>
                  <a:lnTo>
                    <a:pt x="44" y="1013"/>
                  </a:lnTo>
                  <a:lnTo>
                    <a:pt x="44" y="101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7229F8AF-C319-E46C-E7F4-C24F9C38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3550"/>
              <a:ext cx="9" cy="346"/>
            </a:xfrm>
            <a:custGeom>
              <a:avLst/>
              <a:gdLst>
                <a:gd name="T0" fmla="*/ 17 w 17"/>
                <a:gd name="T1" fmla="*/ 683 h 691"/>
                <a:gd name="T2" fmla="*/ 17 w 17"/>
                <a:gd name="T3" fmla="*/ 683 h 691"/>
                <a:gd name="T4" fmla="*/ 17 w 17"/>
                <a:gd name="T5" fmla="*/ 8 h 691"/>
                <a:gd name="T6" fmla="*/ 17 w 17"/>
                <a:gd name="T7" fmla="*/ 8 h 691"/>
                <a:gd name="T8" fmla="*/ 15 w 17"/>
                <a:gd name="T9" fmla="*/ 4 h 691"/>
                <a:gd name="T10" fmla="*/ 14 w 17"/>
                <a:gd name="T11" fmla="*/ 3 h 691"/>
                <a:gd name="T12" fmla="*/ 11 w 17"/>
                <a:gd name="T13" fmla="*/ 0 h 691"/>
                <a:gd name="T14" fmla="*/ 8 w 17"/>
                <a:gd name="T15" fmla="*/ 0 h 691"/>
                <a:gd name="T16" fmla="*/ 5 w 17"/>
                <a:gd name="T17" fmla="*/ 0 h 691"/>
                <a:gd name="T18" fmla="*/ 3 w 17"/>
                <a:gd name="T19" fmla="*/ 3 h 691"/>
                <a:gd name="T20" fmla="*/ 1 w 17"/>
                <a:gd name="T21" fmla="*/ 4 h 691"/>
                <a:gd name="T22" fmla="*/ 0 w 17"/>
                <a:gd name="T23" fmla="*/ 8 h 691"/>
                <a:gd name="T24" fmla="*/ 0 w 17"/>
                <a:gd name="T25" fmla="*/ 8 h 691"/>
                <a:gd name="T26" fmla="*/ 0 w 17"/>
                <a:gd name="T27" fmla="*/ 683 h 691"/>
                <a:gd name="T28" fmla="*/ 0 w 17"/>
                <a:gd name="T29" fmla="*/ 683 h 691"/>
                <a:gd name="T30" fmla="*/ 1 w 17"/>
                <a:gd name="T31" fmla="*/ 687 h 691"/>
                <a:gd name="T32" fmla="*/ 3 w 17"/>
                <a:gd name="T33" fmla="*/ 689 h 691"/>
                <a:gd name="T34" fmla="*/ 5 w 17"/>
                <a:gd name="T35" fmla="*/ 690 h 691"/>
                <a:gd name="T36" fmla="*/ 8 w 17"/>
                <a:gd name="T37" fmla="*/ 691 h 691"/>
                <a:gd name="T38" fmla="*/ 11 w 17"/>
                <a:gd name="T39" fmla="*/ 690 h 691"/>
                <a:gd name="T40" fmla="*/ 14 w 17"/>
                <a:gd name="T41" fmla="*/ 689 h 691"/>
                <a:gd name="T42" fmla="*/ 15 w 17"/>
                <a:gd name="T43" fmla="*/ 687 h 691"/>
                <a:gd name="T44" fmla="*/ 17 w 17"/>
                <a:gd name="T45" fmla="*/ 683 h 691"/>
                <a:gd name="T46" fmla="*/ 17 w 17"/>
                <a:gd name="T47" fmla="*/ 68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691">
                  <a:moveTo>
                    <a:pt x="17" y="683"/>
                  </a:moveTo>
                  <a:lnTo>
                    <a:pt x="17" y="68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83"/>
                  </a:lnTo>
                  <a:lnTo>
                    <a:pt x="0" y="683"/>
                  </a:lnTo>
                  <a:lnTo>
                    <a:pt x="1" y="687"/>
                  </a:lnTo>
                  <a:lnTo>
                    <a:pt x="3" y="689"/>
                  </a:lnTo>
                  <a:lnTo>
                    <a:pt x="5" y="690"/>
                  </a:lnTo>
                  <a:lnTo>
                    <a:pt x="8" y="691"/>
                  </a:lnTo>
                  <a:lnTo>
                    <a:pt x="11" y="690"/>
                  </a:lnTo>
                  <a:lnTo>
                    <a:pt x="14" y="689"/>
                  </a:lnTo>
                  <a:lnTo>
                    <a:pt x="15" y="687"/>
                  </a:lnTo>
                  <a:lnTo>
                    <a:pt x="17" y="683"/>
                  </a:lnTo>
                  <a:lnTo>
                    <a:pt x="17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E877C9BD-8197-26F4-E1FE-7C4BC14E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00"/>
              <a:ext cx="1347" cy="587"/>
            </a:xfrm>
            <a:custGeom>
              <a:avLst/>
              <a:gdLst>
                <a:gd name="T0" fmla="*/ 1384 w 2692"/>
                <a:gd name="T1" fmla="*/ 1173 h 1173"/>
                <a:gd name="T2" fmla="*/ 1347 w 2692"/>
                <a:gd name="T3" fmla="*/ 1170 h 1173"/>
                <a:gd name="T4" fmla="*/ 1356 w 2692"/>
                <a:gd name="T5" fmla="*/ 1118 h 1173"/>
                <a:gd name="T6" fmla="*/ 1372 w 2692"/>
                <a:gd name="T7" fmla="*/ 1067 h 1173"/>
                <a:gd name="T8" fmla="*/ 1404 w 2692"/>
                <a:gd name="T9" fmla="*/ 968 h 1173"/>
                <a:gd name="T10" fmla="*/ 1417 w 2692"/>
                <a:gd name="T11" fmla="*/ 975 h 1173"/>
                <a:gd name="T12" fmla="*/ 1438 w 2692"/>
                <a:gd name="T13" fmla="*/ 992 h 1173"/>
                <a:gd name="T14" fmla="*/ 1457 w 2692"/>
                <a:gd name="T15" fmla="*/ 1014 h 1173"/>
                <a:gd name="T16" fmla="*/ 1472 w 2692"/>
                <a:gd name="T17" fmla="*/ 1041 h 1173"/>
                <a:gd name="T18" fmla="*/ 1492 w 2692"/>
                <a:gd name="T19" fmla="*/ 1085 h 1173"/>
                <a:gd name="T20" fmla="*/ 1510 w 2692"/>
                <a:gd name="T21" fmla="*/ 1145 h 1173"/>
                <a:gd name="T22" fmla="*/ 2689 w 2692"/>
                <a:gd name="T23" fmla="*/ 1173 h 1173"/>
                <a:gd name="T24" fmla="*/ 2692 w 2692"/>
                <a:gd name="T25" fmla="*/ 1094 h 1173"/>
                <a:gd name="T26" fmla="*/ 2692 w 2692"/>
                <a:gd name="T27" fmla="*/ 973 h 1173"/>
                <a:gd name="T28" fmla="*/ 2685 w 2692"/>
                <a:gd name="T29" fmla="*/ 894 h 1173"/>
                <a:gd name="T30" fmla="*/ 2679 w 2692"/>
                <a:gd name="T31" fmla="*/ 809 h 1173"/>
                <a:gd name="T32" fmla="*/ 2658 w 2692"/>
                <a:gd name="T33" fmla="*/ 4 h 1173"/>
                <a:gd name="T34" fmla="*/ 2616 w 2692"/>
                <a:gd name="T35" fmla="*/ 27 h 1173"/>
                <a:gd name="T36" fmla="*/ 2556 w 2692"/>
                <a:gd name="T37" fmla="*/ 44 h 1173"/>
                <a:gd name="T38" fmla="*/ 2495 w 2692"/>
                <a:gd name="T39" fmla="*/ 54 h 1173"/>
                <a:gd name="T40" fmla="*/ 2431 w 2692"/>
                <a:gd name="T41" fmla="*/ 58 h 1173"/>
                <a:gd name="T42" fmla="*/ 2368 w 2692"/>
                <a:gd name="T43" fmla="*/ 58 h 1173"/>
                <a:gd name="T44" fmla="*/ 2239 w 2692"/>
                <a:gd name="T45" fmla="*/ 49 h 1173"/>
                <a:gd name="T46" fmla="*/ 2087 w 2692"/>
                <a:gd name="T47" fmla="*/ 31 h 1173"/>
                <a:gd name="T48" fmla="*/ 1965 w 2692"/>
                <a:gd name="T49" fmla="*/ 25 h 1173"/>
                <a:gd name="T50" fmla="*/ 1719 w 2692"/>
                <a:gd name="T51" fmla="*/ 11 h 1173"/>
                <a:gd name="T52" fmla="*/ 1472 w 2692"/>
                <a:gd name="T53" fmla="*/ 1 h 1173"/>
                <a:gd name="T54" fmla="*/ 1350 w 2692"/>
                <a:gd name="T55" fmla="*/ 0 h 1173"/>
                <a:gd name="T56" fmla="*/ 1228 w 2692"/>
                <a:gd name="T57" fmla="*/ 3 h 1173"/>
                <a:gd name="T58" fmla="*/ 1108 w 2692"/>
                <a:gd name="T59" fmla="*/ 11 h 1173"/>
                <a:gd name="T60" fmla="*/ 988 w 2692"/>
                <a:gd name="T61" fmla="*/ 20 h 1173"/>
                <a:gd name="T62" fmla="*/ 748 w 2692"/>
                <a:gd name="T63" fmla="*/ 34 h 1173"/>
                <a:gd name="T64" fmla="*/ 387 w 2692"/>
                <a:gd name="T65" fmla="*/ 49 h 1173"/>
                <a:gd name="T66" fmla="*/ 146 w 2692"/>
                <a:gd name="T67" fmla="*/ 65 h 1173"/>
                <a:gd name="T68" fmla="*/ 88 w 2692"/>
                <a:gd name="T69" fmla="*/ 72 h 1173"/>
                <a:gd name="T70" fmla="*/ 7 w 2692"/>
                <a:gd name="T71" fmla="*/ 76 h 1173"/>
                <a:gd name="T72" fmla="*/ 18 w 2692"/>
                <a:gd name="T73" fmla="*/ 112 h 1173"/>
                <a:gd name="T74" fmla="*/ 18 w 2692"/>
                <a:gd name="T75" fmla="*/ 375 h 1173"/>
                <a:gd name="T76" fmla="*/ 13 w 2692"/>
                <a:gd name="T77" fmla="*/ 642 h 1173"/>
                <a:gd name="T78" fmla="*/ 3 w 2692"/>
                <a:gd name="T79" fmla="*/ 1040 h 1173"/>
                <a:gd name="T80" fmla="*/ 0 w 2692"/>
                <a:gd name="T81" fmla="*/ 1173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92" h="1173">
                  <a:moveTo>
                    <a:pt x="0" y="1173"/>
                  </a:moveTo>
                  <a:lnTo>
                    <a:pt x="1384" y="1173"/>
                  </a:lnTo>
                  <a:lnTo>
                    <a:pt x="1347" y="1170"/>
                  </a:lnTo>
                  <a:lnTo>
                    <a:pt x="1347" y="1170"/>
                  </a:lnTo>
                  <a:lnTo>
                    <a:pt x="1352" y="1143"/>
                  </a:lnTo>
                  <a:lnTo>
                    <a:pt x="1356" y="1118"/>
                  </a:lnTo>
                  <a:lnTo>
                    <a:pt x="1363" y="1092"/>
                  </a:lnTo>
                  <a:lnTo>
                    <a:pt x="1372" y="1067"/>
                  </a:lnTo>
                  <a:lnTo>
                    <a:pt x="1389" y="1017"/>
                  </a:lnTo>
                  <a:lnTo>
                    <a:pt x="1404" y="968"/>
                  </a:lnTo>
                  <a:lnTo>
                    <a:pt x="1404" y="968"/>
                  </a:lnTo>
                  <a:lnTo>
                    <a:pt x="1417" y="975"/>
                  </a:lnTo>
                  <a:lnTo>
                    <a:pt x="1427" y="983"/>
                  </a:lnTo>
                  <a:lnTo>
                    <a:pt x="1438" y="992"/>
                  </a:lnTo>
                  <a:lnTo>
                    <a:pt x="1448" y="1003"/>
                  </a:lnTo>
                  <a:lnTo>
                    <a:pt x="1457" y="1014"/>
                  </a:lnTo>
                  <a:lnTo>
                    <a:pt x="1465" y="1027"/>
                  </a:lnTo>
                  <a:lnTo>
                    <a:pt x="1472" y="1041"/>
                  </a:lnTo>
                  <a:lnTo>
                    <a:pt x="1479" y="1055"/>
                  </a:lnTo>
                  <a:lnTo>
                    <a:pt x="1492" y="1085"/>
                  </a:lnTo>
                  <a:lnTo>
                    <a:pt x="1502" y="1115"/>
                  </a:lnTo>
                  <a:lnTo>
                    <a:pt x="1510" y="1145"/>
                  </a:lnTo>
                  <a:lnTo>
                    <a:pt x="1516" y="1173"/>
                  </a:lnTo>
                  <a:lnTo>
                    <a:pt x="2689" y="1173"/>
                  </a:lnTo>
                  <a:lnTo>
                    <a:pt x="2689" y="1173"/>
                  </a:lnTo>
                  <a:lnTo>
                    <a:pt x="2692" y="1094"/>
                  </a:lnTo>
                  <a:lnTo>
                    <a:pt x="2692" y="1013"/>
                  </a:lnTo>
                  <a:lnTo>
                    <a:pt x="2692" y="973"/>
                  </a:lnTo>
                  <a:lnTo>
                    <a:pt x="2689" y="934"/>
                  </a:lnTo>
                  <a:lnTo>
                    <a:pt x="2685" y="894"/>
                  </a:lnTo>
                  <a:lnTo>
                    <a:pt x="2677" y="854"/>
                  </a:lnTo>
                  <a:lnTo>
                    <a:pt x="2679" y="809"/>
                  </a:lnTo>
                  <a:lnTo>
                    <a:pt x="2679" y="731"/>
                  </a:lnTo>
                  <a:lnTo>
                    <a:pt x="2658" y="4"/>
                  </a:lnTo>
                  <a:lnTo>
                    <a:pt x="2616" y="27"/>
                  </a:lnTo>
                  <a:lnTo>
                    <a:pt x="2616" y="27"/>
                  </a:lnTo>
                  <a:lnTo>
                    <a:pt x="2587" y="37"/>
                  </a:lnTo>
                  <a:lnTo>
                    <a:pt x="2556" y="44"/>
                  </a:lnTo>
                  <a:lnTo>
                    <a:pt x="2526" y="49"/>
                  </a:lnTo>
                  <a:lnTo>
                    <a:pt x="2495" y="54"/>
                  </a:lnTo>
                  <a:lnTo>
                    <a:pt x="2464" y="56"/>
                  </a:lnTo>
                  <a:lnTo>
                    <a:pt x="2431" y="58"/>
                  </a:lnTo>
                  <a:lnTo>
                    <a:pt x="2399" y="59"/>
                  </a:lnTo>
                  <a:lnTo>
                    <a:pt x="2368" y="58"/>
                  </a:lnTo>
                  <a:lnTo>
                    <a:pt x="2302" y="55"/>
                  </a:lnTo>
                  <a:lnTo>
                    <a:pt x="2239" y="49"/>
                  </a:lnTo>
                  <a:lnTo>
                    <a:pt x="2113" y="35"/>
                  </a:lnTo>
                  <a:lnTo>
                    <a:pt x="2087" y="31"/>
                  </a:lnTo>
                  <a:lnTo>
                    <a:pt x="2087" y="31"/>
                  </a:lnTo>
                  <a:lnTo>
                    <a:pt x="1965" y="25"/>
                  </a:lnTo>
                  <a:lnTo>
                    <a:pt x="1842" y="18"/>
                  </a:lnTo>
                  <a:lnTo>
                    <a:pt x="1719" y="11"/>
                  </a:lnTo>
                  <a:lnTo>
                    <a:pt x="1595" y="5"/>
                  </a:lnTo>
                  <a:lnTo>
                    <a:pt x="1472" y="1"/>
                  </a:lnTo>
                  <a:lnTo>
                    <a:pt x="1411" y="0"/>
                  </a:lnTo>
                  <a:lnTo>
                    <a:pt x="1350" y="0"/>
                  </a:lnTo>
                  <a:lnTo>
                    <a:pt x="1289" y="0"/>
                  </a:lnTo>
                  <a:lnTo>
                    <a:pt x="1228" y="3"/>
                  </a:lnTo>
                  <a:lnTo>
                    <a:pt x="1167" y="5"/>
                  </a:lnTo>
                  <a:lnTo>
                    <a:pt x="1108" y="11"/>
                  </a:lnTo>
                  <a:lnTo>
                    <a:pt x="1108" y="11"/>
                  </a:lnTo>
                  <a:lnTo>
                    <a:pt x="988" y="20"/>
                  </a:lnTo>
                  <a:lnTo>
                    <a:pt x="869" y="28"/>
                  </a:lnTo>
                  <a:lnTo>
                    <a:pt x="748" y="34"/>
                  </a:lnTo>
                  <a:lnTo>
                    <a:pt x="628" y="39"/>
                  </a:lnTo>
                  <a:lnTo>
                    <a:pt x="387" y="49"/>
                  </a:lnTo>
                  <a:lnTo>
                    <a:pt x="266" y="56"/>
                  </a:lnTo>
                  <a:lnTo>
                    <a:pt x="146" y="65"/>
                  </a:lnTo>
                  <a:lnTo>
                    <a:pt x="146" y="65"/>
                  </a:lnTo>
                  <a:lnTo>
                    <a:pt x="88" y="72"/>
                  </a:lnTo>
                  <a:lnTo>
                    <a:pt x="50" y="75"/>
                  </a:lnTo>
                  <a:lnTo>
                    <a:pt x="7" y="76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244"/>
                  </a:lnTo>
                  <a:lnTo>
                    <a:pt x="18" y="375"/>
                  </a:lnTo>
                  <a:lnTo>
                    <a:pt x="15" y="508"/>
                  </a:lnTo>
                  <a:lnTo>
                    <a:pt x="13" y="642"/>
                  </a:lnTo>
                  <a:lnTo>
                    <a:pt x="6" y="908"/>
                  </a:lnTo>
                  <a:lnTo>
                    <a:pt x="3" y="1040"/>
                  </a:lnTo>
                  <a:lnTo>
                    <a:pt x="0" y="1173"/>
                  </a:lnTo>
                  <a:lnTo>
                    <a:pt x="0" y="117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108E0AA3-1D55-8ACD-9BFD-E25A7F67D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" y="3641"/>
              <a:ext cx="1284" cy="446"/>
            </a:xfrm>
            <a:custGeom>
              <a:avLst/>
              <a:gdLst>
                <a:gd name="T0" fmla="*/ 34 w 2569"/>
                <a:gd name="T1" fmla="*/ 893 h 893"/>
                <a:gd name="T2" fmla="*/ 2569 w 2569"/>
                <a:gd name="T3" fmla="*/ 893 h 893"/>
                <a:gd name="T4" fmla="*/ 2569 w 2569"/>
                <a:gd name="T5" fmla="*/ 893 h 893"/>
                <a:gd name="T6" fmla="*/ 2563 w 2569"/>
                <a:gd name="T7" fmla="*/ 825 h 893"/>
                <a:gd name="T8" fmla="*/ 2560 w 2569"/>
                <a:gd name="T9" fmla="*/ 782 h 893"/>
                <a:gd name="T10" fmla="*/ 2560 w 2569"/>
                <a:gd name="T11" fmla="*/ 142 h 893"/>
                <a:gd name="T12" fmla="*/ 2508 w 2569"/>
                <a:gd name="T13" fmla="*/ 128 h 893"/>
                <a:gd name="T14" fmla="*/ 2508 w 2569"/>
                <a:gd name="T15" fmla="*/ 128 h 893"/>
                <a:gd name="T16" fmla="*/ 2431 w 2569"/>
                <a:gd name="T17" fmla="*/ 104 h 893"/>
                <a:gd name="T18" fmla="*/ 2353 w 2569"/>
                <a:gd name="T19" fmla="*/ 84 h 893"/>
                <a:gd name="T20" fmla="*/ 2277 w 2569"/>
                <a:gd name="T21" fmla="*/ 67 h 893"/>
                <a:gd name="T22" fmla="*/ 2200 w 2569"/>
                <a:gd name="T23" fmla="*/ 51 h 893"/>
                <a:gd name="T24" fmla="*/ 2122 w 2569"/>
                <a:gd name="T25" fmla="*/ 39 h 893"/>
                <a:gd name="T26" fmla="*/ 2046 w 2569"/>
                <a:gd name="T27" fmla="*/ 27 h 893"/>
                <a:gd name="T28" fmla="*/ 1968 w 2569"/>
                <a:gd name="T29" fmla="*/ 19 h 893"/>
                <a:gd name="T30" fmla="*/ 1890 w 2569"/>
                <a:gd name="T31" fmla="*/ 12 h 893"/>
                <a:gd name="T32" fmla="*/ 1812 w 2569"/>
                <a:gd name="T33" fmla="*/ 6 h 893"/>
                <a:gd name="T34" fmla="*/ 1734 w 2569"/>
                <a:gd name="T35" fmla="*/ 3 h 893"/>
                <a:gd name="T36" fmla="*/ 1656 w 2569"/>
                <a:gd name="T37" fmla="*/ 0 h 893"/>
                <a:gd name="T38" fmla="*/ 1577 w 2569"/>
                <a:gd name="T39" fmla="*/ 0 h 893"/>
                <a:gd name="T40" fmla="*/ 1499 w 2569"/>
                <a:gd name="T41" fmla="*/ 2 h 893"/>
                <a:gd name="T42" fmla="*/ 1421 w 2569"/>
                <a:gd name="T43" fmla="*/ 3 h 893"/>
                <a:gd name="T44" fmla="*/ 1342 w 2569"/>
                <a:gd name="T45" fmla="*/ 7 h 893"/>
                <a:gd name="T46" fmla="*/ 1264 w 2569"/>
                <a:gd name="T47" fmla="*/ 12 h 893"/>
                <a:gd name="T48" fmla="*/ 1105 w 2569"/>
                <a:gd name="T49" fmla="*/ 23 h 893"/>
                <a:gd name="T50" fmla="*/ 948 w 2569"/>
                <a:gd name="T51" fmla="*/ 36 h 893"/>
                <a:gd name="T52" fmla="*/ 790 w 2569"/>
                <a:gd name="T53" fmla="*/ 51 h 893"/>
                <a:gd name="T54" fmla="*/ 632 w 2569"/>
                <a:gd name="T55" fmla="*/ 68 h 893"/>
                <a:gd name="T56" fmla="*/ 475 w 2569"/>
                <a:gd name="T57" fmla="*/ 85 h 893"/>
                <a:gd name="T58" fmla="*/ 316 w 2569"/>
                <a:gd name="T59" fmla="*/ 101 h 893"/>
                <a:gd name="T60" fmla="*/ 159 w 2569"/>
                <a:gd name="T61" fmla="*/ 114 h 893"/>
                <a:gd name="T62" fmla="*/ 79 w 2569"/>
                <a:gd name="T63" fmla="*/ 119 h 893"/>
                <a:gd name="T64" fmla="*/ 0 w 2569"/>
                <a:gd name="T65" fmla="*/ 125 h 893"/>
                <a:gd name="T66" fmla="*/ 3 w 2569"/>
                <a:gd name="T67" fmla="*/ 141 h 893"/>
                <a:gd name="T68" fmla="*/ 3 w 2569"/>
                <a:gd name="T69" fmla="*/ 141 h 893"/>
                <a:gd name="T70" fmla="*/ 4 w 2569"/>
                <a:gd name="T71" fmla="*/ 220 h 893"/>
                <a:gd name="T72" fmla="*/ 7 w 2569"/>
                <a:gd name="T73" fmla="*/ 308 h 893"/>
                <a:gd name="T74" fmla="*/ 17 w 2569"/>
                <a:gd name="T75" fmla="*/ 501 h 893"/>
                <a:gd name="T76" fmla="*/ 27 w 2569"/>
                <a:gd name="T77" fmla="*/ 702 h 893"/>
                <a:gd name="T78" fmla="*/ 31 w 2569"/>
                <a:gd name="T79" fmla="*/ 799 h 893"/>
                <a:gd name="T80" fmla="*/ 34 w 2569"/>
                <a:gd name="T81" fmla="*/ 893 h 893"/>
                <a:gd name="T82" fmla="*/ 34 w 2569"/>
                <a:gd name="T83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9" h="893">
                  <a:moveTo>
                    <a:pt x="34" y="893"/>
                  </a:moveTo>
                  <a:lnTo>
                    <a:pt x="2569" y="893"/>
                  </a:lnTo>
                  <a:lnTo>
                    <a:pt x="2569" y="893"/>
                  </a:lnTo>
                  <a:lnTo>
                    <a:pt x="2563" y="825"/>
                  </a:lnTo>
                  <a:lnTo>
                    <a:pt x="2560" y="782"/>
                  </a:lnTo>
                  <a:lnTo>
                    <a:pt x="2560" y="142"/>
                  </a:lnTo>
                  <a:lnTo>
                    <a:pt x="2508" y="128"/>
                  </a:lnTo>
                  <a:lnTo>
                    <a:pt x="2508" y="128"/>
                  </a:lnTo>
                  <a:lnTo>
                    <a:pt x="2431" y="104"/>
                  </a:lnTo>
                  <a:lnTo>
                    <a:pt x="2353" y="84"/>
                  </a:lnTo>
                  <a:lnTo>
                    <a:pt x="2277" y="67"/>
                  </a:lnTo>
                  <a:lnTo>
                    <a:pt x="2200" y="51"/>
                  </a:lnTo>
                  <a:lnTo>
                    <a:pt x="2122" y="39"/>
                  </a:lnTo>
                  <a:lnTo>
                    <a:pt x="2046" y="27"/>
                  </a:lnTo>
                  <a:lnTo>
                    <a:pt x="1968" y="19"/>
                  </a:lnTo>
                  <a:lnTo>
                    <a:pt x="1890" y="12"/>
                  </a:lnTo>
                  <a:lnTo>
                    <a:pt x="1812" y="6"/>
                  </a:lnTo>
                  <a:lnTo>
                    <a:pt x="1734" y="3"/>
                  </a:lnTo>
                  <a:lnTo>
                    <a:pt x="1656" y="0"/>
                  </a:lnTo>
                  <a:lnTo>
                    <a:pt x="1577" y="0"/>
                  </a:lnTo>
                  <a:lnTo>
                    <a:pt x="1499" y="2"/>
                  </a:lnTo>
                  <a:lnTo>
                    <a:pt x="1421" y="3"/>
                  </a:lnTo>
                  <a:lnTo>
                    <a:pt x="1342" y="7"/>
                  </a:lnTo>
                  <a:lnTo>
                    <a:pt x="1264" y="12"/>
                  </a:lnTo>
                  <a:lnTo>
                    <a:pt x="1105" y="23"/>
                  </a:lnTo>
                  <a:lnTo>
                    <a:pt x="948" y="36"/>
                  </a:lnTo>
                  <a:lnTo>
                    <a:pt x="790" y="51"/>
                  </a:lnTo>
                  <a:lnTo>
                    <a:pt x="632" y="68"/>
                  </a:lnTo>
                  <a:lnTo>
                    <a:pt x="475" y="85"/>
                  </a:lnTo>
                  <a:lnTo>
                    <a:pt x="316" y="101"/>
                  </a:lnTo>
                  <a:lnTo>
                    <a:pt x="159" y="114"/>
                  </a:lnTo>
                  <a:lnTo>
                    <a:pt x="79" y="119"/>
                  </a:lnTo>
                  <a:lnTo>
                    <a:pt x="0" y="125"/>
                  </a:lnTo>
                  <a:lnTo>
                    <a:pt x="3" y="141"/>
                  </a:lnTo>
                  <a:lnTo>
                    <a:pt x="3" y="141"/>
                  </a:lnTo>
                  <a:lnTo>
                    <a:pt x="4" y="220"/>
                  </a:lnTo>
                  <a:lnTo>
                    <a:pt x="7" y="308"/>
                  </a:lnTo>
                  <a:lnTo>
                    <a:pt x="17" y="501"/>
                  </a:lnTo>
                  <a:lnTo>
                    <a:pt x="27" y="702"/>
                  </a:lnTo>
                  <a:lnTo>
                    <a:pt x="31" y="799"/>
                  </a:lnTo>
                  <a:lnTo>
                    <a:pt x="34" y="893"/>
                  </a:lnTo>
                  <a:lnTo>
                    <a:pt x="34" y="89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36E38013-6388-3B4D-77ED-AC229395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" y="1304"/>
              <a:ext cx="2161" cy="2356"/>
            </a:xfrm>
            <a:custGeom>
              <a:avLst/>
              <a:gdLst>
                <a:gd name="T0" fmla="*/ 3494 w 4320"/>
                <a:gd name="T1" fmla="*/ 4403 h 4712"/>
                <a:gd name="T2" fmla="*/ 3443 w 4320"/>
                <a:gd name="T3" fmla="*/ 3972 h 4712"/>
                <a:gd name="T4" fmla="*/ 3338 w 4320"/>
                <a:gd name="T5" fmla="*/ 3479 h 4712"/>
                <a:gd name="T6" fmla="*/ 3313 w 4320"/>
                <a:gd name="T7" fmla="*/ 3258 h 4712"/>
                <a:gd name="T8" fmla="*/ 3325 w 4320"/>
                <a:gd name="T9" fmla="*/ 2880 h 4712"/>
                <a:gd name="T10" fmla="*/ 3318 w 4320"/>
                <a:gd name="T11" fmla="*/ 1998 h 4712"/>
                <a:gd name="T12" fmla="*/ 3443 w 4320"/>
                <a:gd name="T13" fmla="*/ 2172 h 4712"/>
                <a:gd name="T14" fmla="*/ 3565 w 4320"/>
                <a:gd name="T15" fmla="*/ 2326 h 4712"/>
                <a:gd name="T16" fmla="*/ 3660 w 4320"/>
                <a:gd name="T17" fmla="*/ 2171 h 4712"/>
                <a:gd name="T18" fmla="*/ 3857 w 4320"/>
                <a:gd name="T19" fmla="*/ 1961 h 4712"/>
                <a:gd name="T20" fmla="*/ 4098 w 4320"/>
                <a:gd name="T21" fmla="*/ 1801 h 4712"/>
                <a:gd name="T22" fmla="*/ 4320 w 4320"/>
                <a:gd name="T23" fmla="*/ 1721 h 4712"/>
                <a:gd name="T24" fmla="*/ 4242 w 4320"/>
                <a:gd name="T25" fmla="*/ 1528 h 4712"/>
                <a:gd name="T26" fmla="*/ 4095 w 4320"/>
                <a:gd name="T27" fmla="*/ 1287 h 4712"/>
                <a:gd name="T28" fmla="*/ 3936 w 4320"/>
                <a:gd name="T29" fmla="*/ 1084 h 4712"/>
                <a:gd name="T30" fmla="*/ 3797 w 4320"/>
                <a:gd name="T31" fmla="*/ 885 h 4712"/>
                <a:gd name="T32" fmla="*/ 3724 w 4320"/>
                <a:gd name="T33" fmla="*/ 795 h 4712"/>
                <a:gd name="T34" fmla="*/ 3518 w 4320"/>
                <a:gd name="T35" fmla="*/ 669 h 4712"/>
                <a:gd name="T36" fmla="*/ 2975 w 4320"/>
                <a:gd name="T37" fmla="*/ 669 h 4712"/>
                <a:gd name="T38" fmla="*/ 2668 w 4320"/>
                <a:gd name="T39" fmla="*/ 639 h 4712"/>
                <a:gd name="T40" fmla="*/ 2403 w 4320"/>
                <a:gd name="T41" fmla="*/ 573 h 4712"/>
                <a:gd name="T42" fmla="*/ 2066 w 4320"/>
                <a:gd name="T43" fmla="*/ 425 h 4712"/>
                <a:gd name="T44" fmla="*/ 1507 w 4320"/>
                <a:gd name="T45" fmla="*/ 94 h 4712"/>
                <a:gd name="T46" fmla="*/ 1302 w 4320"/>
                <a:gd name="T47" fmla="*/ 39 h 4712"/>
                <a:gd name="T48" fmla="*/ 1160 w 4320"/>
                <a:gd name="T49" fmla="*/ 105 h 4712"/>
                <a:gd name="T50" fmla="*/ 928 w 4320"/>
                <a:gd name="T51" fmla="*/ 143 h 4712"/>
                <a:gd name="T52" fmla="*/ 785 w 4320"/>
                <a:gd name="T53" fmla="*/ 200 h 4712"/>
                <a:gd name="T54" fmla="*/ 649 w 4320"/>
                <a:gd name="T55" fmla="*/ 299 h 4712"/>
                <a:gd name="T56" fmla="*/ 523 w 4320"/>
                <a:gd name="T57" fmla="*/ 467 h 4712"/>
                <a:gd name="T58" fmla="*/ 365 w 4320"/>
                <a:gd name="T59" fmla="*/ 754 h 4712"/>
                <a:gd name="T60" fmla="*/ 278 w 4320"/>
                <a:gd name="T61" fmla="*/ 936 h 4712"/>
                <a:gd name="T62" fmla="*/ 154 w 4320"/>
                <a:gd name="T63" fmla="*/ 1379 h 4712"/>
                <a:gd name="T64" fmla="*/ 76 w 4320"/>
                <a:gd name="T65" fmla="*/ 1657 h 4712"/>
                <a:gd name="T66" fmla="*/ 21 w 4320"/>
                <a:gd name="T67" fmla="*/ 1777 h 4712"/>
                <a:gd name="T68" fmla="*/ 0 w 4320"/>
                <a:gd name="T69" fmla="*/ 1872 h 4712"/>
                <a:gd name="T70" fmla="*/ 31 w 4320"/>
                <a:gd name="T71" fmla="*/ 1954 h 4712"/>
                <a:gd name="T72" fmla="*/ 125 w 4320"/>
                <a:gd name="T73" fmla="*/ 2048 h 4712"/>
                <a:gd name="T74" fmla="*/ 307 w 4320"/>
                <a:gd name="T75" fmla="*/ 2172 h 4712"/>
                <a:gd name="T76" fmla="*/ 487 w 4320"/>
                <a:gd name="T77" fmla="*/ 2269 h 4712"/>
                <a:gd name="T78" fmla="*/ 653 w 4320"/>
                <a:gd name="T79" fmla="*/ 2328 h 4712"/>
                <a:gd name="T80" fmla="*/ 710 w 4320"/>
                <a:gd name="T81" fmla="*/ 2616 h 4712"/>
                <a:gd name="T82" fmla="*/ 744 w 4320"/>
                <a:gd name="T83" fmla="*/ 3115 h 4712"/>
                <a:gd name="T84" fmla="*/ 762 w 4320"/>
                <a:gd name="T85" fmla="*/ 3611 h 4712"/>
                <a:gd name="T86" fmla="*/ 752 w 4320"/>
                <a:gd name="T87" fmla="*/ 3747 h 4712"/>
                <a:gd name="T88" fmla="*/ 727 w 4320"/>
                <a:gd name="T89" fmla="*/ 3948 h 4712"/>
                <a:gd name="T90" fmla="*/ 722 w 4320"/>
                <a:gd name="T91" fmla="*/ 4447 h 4712"/>
                <a:gd name="T92" fmla="*/ 714 w 4320"/>
                <a:gd name="T93" fmla="*/ 4574 h 4712"/>
                <a:gd name="T94" fmla="*/ 745 w 4320"/>
                <a:gd name="T95" fmla="*/ 4642 h 4712"/>
                <a:gd name="T96" fmla="*/ 820 w 4320"/>
                <a:gd name="T97" fmla="*/ 4686 h 4712"/>
                <a:gd name="T98" fmla="*/ 942 w 4320"/>
                <a:gd name="T99" fmla="*/ 4709 h 4712"/>
                <a:gd name="T100" fmla="*/ 1340 w 4320"/>
                <a:gd name="T101" fmla="*/ 4712 h 4712"/>
                <a:gd name="T102" fmla="*/ 1659 w 4320"/>
                <a:gd name="T103" fmla="*/ 4686 h 4712"/>
                <a:gd name="T104" fmla="*/ 2185 w 4320"/>
                <a:gd name="T105" fmla="*/ 4588 h 4712"/>
                <a:gd name="T106" fmla="*/ 2556 w 4320"/>
                <a:gd name="T107" fmla="*/ 4577 h 4712"/>
                <a:gd name="T108" fmla="*/ 3051 w 4320"/>
                <a:gd name="T109" fmla="*/ 4615 h 4712"/>
                <a:gd name="T110" fmla="*/ 3504 w 4320"/>
                <a:gd name="T111" fmla="*/ 4648 h 4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0" h="4712">
                  <a:moveTo>
                    <a:pt x="3504" y="4648"/>
                  </a:moveTo>
                  <a:lnTo>
                    <a:pt x="3501" y="4620"/>
                  </a:lnTo>
                  <a:lnTo>
                    <a:pt x="3501" y="4620"/>
                  </a:lnTo>
                  <a:lnTo>
                    <a:pt x="3501" y="4547"/>
                  </a:lnTo>
                  <a:lnTo>
                    <a:pt x="3498" y="4475"/>
                  </a:lnTo>
                  <a:lnTo>
                    <a:pt x="3494" y="4403"/>
                  </a:lnTo>
                  <a:lnTo>
                    <a:pt x="3490" y="4330"/>
                  </a:lnTo>
                  <a:lnTo>
                    <a:pt x="3483" y="4260"/>
                  </a:lnTo>
                  <a:lnTo>
                    <a:pt x="3474" y="4187"/>
                  </a:lnTo>
                  <a:lnTo>
                    <a:pt x="3466" y="4115"/>
                  </a:lnTo>
                  <a:lnTo>
                    <a:pt x="3456" y="4044"/>
                  </a:lnTo>
                  <a:lnTo>
                    <a:pt x="3443" y="3972"/>
                  </a:lnTo>
                  <a:lnTo>
                    <a:pt x="3432" y="3901"/>
                  </a:lnTo>
                  <a:lnTo>
                    <a:pt x="3418" y="3830"/>
                  </a:lnTo>
                  <a:lnTo>
                    <a:pt x="3403" y="3759"/>
                  </a:lnTo>
                  <a:lnTo>
                    <a:pt x="3372" y="3619"/>
                  </a:lnTo>
                  <a:lnTo>
                    <a:pt x="3338" y="3479"/>
                  </a:lnTo>
                  <a:lnTo>
                    <a:pt x="3338" y="3479"/>
                  </a:lnTo>
                  <a:lnTo>
                    <a:pt x="3330" y="3443"/>
                  </a:lnTo>
                  <a:lnTo>
                    <a:pt x="3324" y="3407"/>
                  </a:lnTo>
                  <a:lnTo>
                    <a:pt x="3320" y="3370"/>
                  </a:lnTo>
                  <a:lnTo>
                    <a:pt x="3317" y="3333"/>
                  </a:lnTo>
                  <a:lnTo>
                    <a:pt x="3314" y="3295"/>
                  </a:lnTo>
                  <a:lnTo>
                    <a:pt x="3313" y="3258"/>
                  </a:lnTo>
                  <a:lnTo>
                    <a:pt x="3313" y="3181"/>
                  </a:lnTo>
                  <a:lnTo>
                    <a:pt x="3314" y="3105"/>
                  </a:lnTo>
                  <a:lnTo>
                    <a:pt x="3318" y="3030"/>
                  </a:lnTo>
                  <a:lnTo>
                    <a:pt x="3323" y="2955"/>
                  </a:lnTo>
                  <a:lnTo>
                    <a:pt x="3325" y="2880"/>
                  </a:lnTo>
                  <a:lnTo>
                    <a:pt x="3325" y="2880"/>
                  </a:lnTo>
                  <a:lnTo>
                    <a:pt x="3327" y="2769"/>
                  </a:lnTo>
                  <a:lnTo>
                    <a:pt x="3327" y="2658"/>
                  </a:lnTo>
                  <a:lnTo>
                    <a:pt x="3324" y="2436"/>
                  </a:lnTo>
                  <a:lnTo>
                    <a:pt x="3321" y="2216"/>
                  </a:lnTo>
                  <a:lnTo>
                    <a:pt x="3320" y="2107"/>
                  </a:lnTo>
                  <a:lnTo>
                    <a:pt x="3318" y="1998"/>
                  </a:lnTo>
                  <a:lnTo>
                    <a:pt x="3331" y="2004"/>
                  </a:lnTo>
                  <a:lnTo>
                    <a:pt x="3331" y="2004"/>
                  </a:lnTo>
                  <a:lnTo>
                    <a:pt x="3347" y="2024"/>
                  </a:lnTo>
                  <a:lnTo>
                    <a:pt x="3361" y="2044"/>
                  </a:lnTo>
                  <a:lnTo>
                    <a:pt x="3389" y="2086"/>
                  </a:lnTo>
                  <a:lnTo>
                    <a:pt x="3443" y="2172"/>
                  </a:lnTo>
                  <a:lnTo>
                    <a:pt x="3471" y="2215"/>
                  </a:lnTo>
                  <a:lnTo>
                    <a:pt x="3500" y="2255"/>
                  </a:lnTo>
                  <a:lnTo>
                    <a:pt x="3515" y="2275"/>
                  </a:lnTo>
                  <a:lnTo>
                    <a:pt x="3531" y="2293"/>
                  </a:lnTo>
                  <a:lnTo>
                    <a:pt x="3548" y="2310"/>
                  </a:lnTo>
                  <a:lnTo>
                    <a:pt x="3565" y="2326"/>
                  </a:lnTo>
                  <a:lnTo>
                    <a:pt x="3565" y="2326"/>
                  </a:lnTo>
                  <a:lnTo>
                    <a:pt x="3586" y="2286"/>
                  </a:lnTo>
                  <a:lnTo>
                    <a:pt x="3609" y="2248"/>
                  </a:lnTo>
                  <a:lnTo>
                    <a:pt x="3633" y="2209"/>
                  </a:lnTo>
                  <a:lnTo>
                    <a:pt x="3660" y="2171"/>
                  </a:lnTo>
                  <a:lnTo>
                    <a:pt x="3660" y="2171"/>
                  </a:lnTo>
                  <a:lnTo>
                    <a:pt x="3690" y="2133"/>
                  </a:lnTo>
                  <a:lnTo>
                    <a:pt x="3719" y="2097"/>
                  </a:lnTo>
                  <a:lnTo>
                    <a:pt x="3752" y="2062"/>
                  </a:lnTo>
                  <a:lnTo>
                    <a:pt x="3785" y="2027"/>
                  </a:lnTo>
                  <a:lnTo>
                    <a:pt x="3820" y="1994"/>
                  </a:lnTo>
                  <a:lnTo>
                    <a:pt x="3857" y="1961"/>
                  </a:lnTo>
                  <a:lnTo>
                    <a:pt x="3894" y="1930"/>
                  </a:lnTo>
                  <a:lnTo>
                    <a:pt x="3933" y="1902"/>
                  </a:lnTo>
                  <a:lnTo>
                    <a:pt x="3973" y="1874"/>
                  </a:lnTo>
                  <a:lnTo>
                    <a:pt x="4014" y="1848"/>
                  </a:lnTo>
                  <a:lnTo>
                    <a:pt x="4055" y="1824"/>
                  </a:lnTo>
                  <a:lnTo>
                    <a:pt x="4098" y="1801"/>
                  </a:lnTo>
                  <a:lnTo>
                    <a:pt x="4140" y="1780"/>
                  </a:lnTo>
                  <a:lnTo>
                    <a:pt x="4184" y="1763"/>
                  </a:lnTo>
                  <a:lnTo>
                    <a:pt x="4228" y="1746"/>
                  </a:lnTo>
                  <a:lnTo>
                    <a:pt x="4273" y="1733"/>
                  </a:lnTo>
                  <a:lnTo>
                    <a:pt x="4273" y="1733"/>
                  </a:lnTo>
                  <a:lnTo>
                    <a:pt x="4320" y="1721"/>
                  </a:lnTo>
                  <a:lnTo>
                    <a:pt x="4309" y="1677"/>
                  </a:lnTo>
                  <a:lnTo>
                    <a:pt x="4309" y="1677"/>
                  </a:lnTo>
                  <a:lnTo>
                    <a:pt x="4295" y="1641"/>
                  </a:lnTo>
                  <a:lnTo>
                    <a:pt x="4279" y="1604"/>
                  </a:lnTo>
                  <a:lnTo>
                    <a:pt x="4262" y="1566"/>
                  </a:lnTo>
                  <a:lnTo>
                    <a:pt x="4242" y="1528"/>
                  </a:lnTo>
                  <a:lnTo>
                    <a:pt x="4221" y="1487"/>
                  </a:lnTo>
                  <a:lnTo>
                    <a:pt x="4198" y="1447"/>
                  </a:lnTo>
                  <a:lnTo>
                    <a:pt x="4174" y="1406"/>
                  </a:lnTo>
                  <a:lnTo>
                    <a:pt x="4149" y="1366"/>
                  </a:lnTo>
                  <a:lnTo>
                    <a:pt x="4122" y="1327"/>
                  </a:lnTo>
                  <a:lnTo>
                    <a:pt x="4095" y="1287"/>
                  </a:lnTo>
                  <a:lnTo>
                    <a:pt x="4068" y="1249"/>
                  </a:lnTo>
                  <a:lnTo>
                    <a:pt x="4041" y="1212"/>
                  </a:lnTo>
                  <a:lnTo>
                    <a:pt x="4014" y="1176"/>
                  </a:lnTo>
                  <a:lnTo>
                    <a:pt x="3987" y="1144"/>
                  </a:lnTo>
                  <a:lnTo>
                    <a:pt x="3962" y="1113"/>
                  </a:lnTo>
                  <a:lnTo>
                    <a:pt x="3936" y="1084"/>
                  </a:lnTo>
                  <a:lnTo>
                    <a:pt x="3898" y="1043"/>
                  </a:lnTo>
                  <a:lnTo>
                    <a:pt x="3898" y="1043"/>
                  </a:lnTo>
                  <a:lnTo>
                    <a:pt x="3880" y="1019"/>
                  </a:lnTo>
                  <a:lnTo>
                    <a:pt x="3863" y="994"/>
                  </a:lnTo>
                  <a:lnTo>
                    <a:pt x="3830" y="938"/>
                  </a:lnTo>
                  <a:lnTo>
                    <a:pt x="3797" y="885"/>
                  </a:lnTo>
                  <a:lnTo>
                    <a:pt x="3780" y="858"/>
                  </a:lnTo>
                  <a:lnTo>
                    <a:pt x="3762" y="834"/>
                  </a:lnTo>
                  <a:lnTo>
                    <a:pt x="3762" y="834"/>
                  </a:lnTo>
                  <a:lnTo>
                    <a:pt x="3749" y="819"/>
                  </a:lnTo>
                  <a:lnTo>
                    <a:pt x="3736" y="807"/>
                  </a:lnTo>
                  <a:lnTo>
                    <a:pt x="3724" y="795"/>
                  </a:lnTo>
                  <a:lnTo>
                    <a:pt x="3708" y="783"/>
                  </a:lnTo>
                  <a:lnTo>
                    <a:pt x="3678" y="761"/>
                  </a:lnTo>
                  <a:lnTo>
                    <a:pt x="3647" y="741"/>
                  </a:lnTo>
                  <a:lnTo>
                    <a:pt x="3613" y="722"/>
                  </a:lnTo>
                  <a:lnTo>
                    <a:pt x="3581" y="703"/>
                  </a:lnTo>
                  <a:lnTo>
                    <a:pt x="3518" y="669"/>
                  </a:lnTo>
                  <a:lnTo>
                    <a:pt x="3491" y="675"/>
                  </a:lnTo>
                  <a:lnTo>
                    <a:pt x="3491" y="675"/>
                  </a:lnTo>
                  <a:lnTo>
                    <a:pt x="3287" y="675"/>
                  </a:lnTo>
                  <a:lnTo>
                    <a:pt x="3184" y="675"/>
                  </a:lnTo>
                  <a:lnTo>
                    <a:pt x="3079" y="673"/>
                  </a:lnTo>
                  <a:lnTo>
                    <a:pt x="2975" y="669"/>
                  </a:lnTo>
                  <a:lnTo>
                    <a:pt x="2872" y="663"/>
                  </a:lnTo>
                  <a:lnTo>
                    <a:pt x="2821" y="659"/>
                  </a:lnTo>
                  <a:lnTo>
                    <a:pt x="2770" y="654"/>
                  </a:lnTo>
                  <a:lnTo>
                    <a:pt x="2719" y="648"/>
                  </a:lnTo>
                  <a:lnTo>
                    <a:pt x="2668" y="639"/>
                  </a:lnTo>
                  <a:lnTo>
                    <a:pt x="2668" y="639"/>
                  </a:lnTo>
                  <a:lnTo>
                    <a:pt x="2623" y="632"/>
                  </a:lnTo>
                  <a:lnTo>
                    <a:pt x="2577" y="622"/>
                  </a:lnTo>
                  <a:lnTo>
                    <a:pt x="2533" y="611"/>
                  </a:lnTo>
                  <a:lnTo>
                    <a:pt x="2489" y="600"/>
                  </a:lnTo>
                  <a:lnTo>
                    <a:pt x="2446" y="587"/>
                  </a:lnTo>
                  <a:lnTo>
                    <a:pt x="2403" y="573"/>
                  </a:lnTo>
                  <a:lnTo>
                    <a:pt x="2359" y="557"/>
                  </a:lnTo>
                  <a:lnTo>
                    <a:pt x="2317" y="540"/>
                  </a:lnTo>
                  <a:lnTo>
                    <a:pt x="2274" y="523"/>
                  </a:lnTo>
                  <a:lnTo>
                    <a:pt x="2232" y="505"/>
                  </a:lnTo>
                  <a:lnTo>
                    <a:pt x="2148" y="467"/>
                  </a:lnTo>
                  <a:lnTo>
                    <a:pt x="2066" y="425"/>
                  </a:lnTo>
                  <a:lnTo>
                    <a:pt x="1984" y="382"/>
                  </a:lnTo>
                  <a:lnTo>
                    <a:pt x="1903" y="336"/>
                  </a:lnTo>
                  <a:lnTo>
                    <a:pt x="1822" y="289"/>
                  </a:lnTo>
                  <a:lnTo>
                    <a:pt x="1743" y="241"/>
                  </a:lnTo>
                  <a:lnTo>
                    <a:pt x="1665" y="192"/>
                  </a:lnTo>
                  <a:lnTo>
                    <a:pt x="1507" y="94"/>
                  </a:lnTo>
                  <a:lnTo>
                    <a:pt x="1431" y="47"/>
                  </a:lnTo>
                  <a:lnTo>
                    <a:pt x="1353" y="0"/>
                  </a:lnTo>
                  <a:lnTo>
                    <a:pt x="1349" y="0"/>
                  </a:lnTo>
                  <a:lnTo>
                    <a:pt x="1349" y="0"/>
                  </a:lnTo>
                  <a:lnTo>
                    <a:pt x="1325" y="20"/>
                  </a:lnTo>
                  <a:lnTo>
                    <a:pt x="1302" y="39"/>
                  </a:lnTo>
                  <a:lnTo>
                    <a:pt x="1278" y="54"/>
                  </a:lnTo>
                  <a:lnTo>
                    <a:pt x="1255" y="67"/>
                  </a:lnTo>
                  <a:lnTo>
                    <a:pt x="1231" y="78"/>
                  </a:lnTo>
                  <a:lnTo>
                    <a:pt x="1209" y="88"/>
                  </a:lnTo>
                  <a:lnTo>
                    <a:pt x="1184" y="98"/>
                  </a:lnTo>
                  <a:lnTo>
                    <a:pt x="1160" y="105"/>
                  </a:lnTo>
                  <a:lnTo>
                    <a:pt x="1136" y="111"/>
                  </a:lnTo>
                  <a:lnTo>
                    <a:pt x="1111" y="117"/>
                  </a:lnTo>
                  <a:lnTo>
                    <a:pt x="1060" y="125"/>
                  </a:lnTo>
                  <a:lnTo>
                    <a:pt x="949" y="141"/>
                  </a:lnTo>
                  <a:lnTo>
                    <a:pt x="949" y="141"/>
                  </a:lnTo>
                  <a:lnTo>
                    <a:pt x="928" y="143"/>
                  </a:lnTo>
                  <a:lnTo>
                    <a:pt x="907" y="149"/>
                  </a:lnTo>
                  <a:lnTo>
                    <a:pt x="885" y="155"/>
                  </a:lnTo>
                  <a:lnTo>
                    <a:pt x="864" y="163"/>
                  </a:lnTo>
                  <a:lnTo>
                    <a:pt x="844" y="170"/>
                  </a:lnTo>
                  <a:lnTo>
                    <a:pt x="823" y="180"/>
                  </a:lnTo>
                  <a:lnTo>
                    <a:pt x="785" y="200"/>
                  </a:lnTo>
                  <a:lnTo>
                    <a:pt x="785" y="200"/>
                  </a:lnTo>
                  <a:lnTo>
                    <a:pt x="754" y="220"/>
                  </a:lnTo>
                  <a:lnTo>
                    <a:pt x="725" y="240"/>
                  </a:lnTo>
                  <a:lnTo>
                    <a:pt x="725" y="240"/>
                  </a:lnTo>
                  <a:lnTo>
                    <a:pt x="684" y="270"/>
                  </a:lnTo>
                  <a:lnTo>
                    <a:pt x="649" y="299"/>
                  </a:lnTo>
                  <a:lnTo>
                    <a:pt x="618" y="329"/>
                  </a:lnTo>
                  <a:lnTo>
                    <a:pt x="603" y="343"/>
                  </a:lnTo>
                  <a:lnTo>
                    <a:pt x="591" y="359"/>
                  </a:lnTo>
                  <a:lnTo>
                    <a:pt x="567" y="391"/>
                  </a:lnTo>
                  <a:lnTo>
                    <a:pt x="544" y="427"/>
                  </a:lnTo>
                  <a:lnTo>
                    <a:pt x="523" y="467"/>
                  </a:lnTo>
                  <a:lnTo>
                    <a:pt x="500" y="512"/>
                  </a:lnTo>
                  <a:lnTo>
                    <a:pt x="500" y="512"/>
                  </a:lnTo>
                  <a:lnTo>
                    <a:pt x="476" y="561"/>
                  </a:lnTo>
                  <a:lnTo>
                    <a:pt x="449" y="610"/>
                  </a:lnTo>
                  <a:lnTo>
                    <a:pt x="392" y="706"/>
                  </a:lnTo>
                  <a:lnTo>
                    <a:pt x="365" y="754"/>
                  </a:lnTo>
                  <a:lnTo>
                    <a:pt x="337" y="802"/>
                  </a:lnTo>
                  <a:lnTo>
                    <a:pt x="313" y="852"/>
                  </a:lnTo>
                  <a:lnTo>
                    <a:pt x="300" y="877"/>
                  </a:lnTo>
                  <a:lnTo>
                    <a:pt x="290" y="903"/>
                  </a:lnTo>
                  <a:lnTo>
                    <a:pt x="290" y="903"/>
                  </a:lnTo>
                  <a:lnTo>
                    <a:pt x="278" y="936"/>
                  </a:lnTo>
                  <a:lnTo>
                    <a:pt x="265" y="968"/>
                  </a:lnTo>
                  <a:lnTo>
                    <a:pt x="244" y="1036"/>
                  </a:lnTo>
                  <a:lnTo>
                    <a:pt x="224" y="1104"/>
                  </a:lnTo>
                  <a:lnTo>
                    <a:pt x="205" y="1174"/>
                  </a:lnTo>
                  <a:lnTo>
                    <a:pt x="171" y="1311"/>
                  </a:lnTo>
                  <a:lnTo>
                    <a:pt x="154" y="1379"/>
                  </a:lnTo>
                  <a:lnTo>
                    <a:pt x="134" y="1447"/>
                  </a:lnTo>
                  <a:lnTo>
                    <a:pt x="134" y="1447"/>
                  </a:lnTo>
                  <a:lnTo>
                    <a:pt x="116" y="1518"/>
                  </a:lnTo>
                  <a:lnTo>
                    <a:pt x="98" y="1587"/>
                  </a:lnTo>
                  <a:lnTo>
                    <a:pt x="88" y="1623"/>
                  </a:lnTo>
                  <a:lnTo>
                    <a:pt x="76" y="1657"/>
                  </a:lnTo>
                  <a:lnTo>
                    <a:pt x="64" y="1691"/>
                  </a:lnTo>
                  <a:lnTo>
                    <a:pt x="51" y="1725"/>
                  </a:lnTo>
                  <a:lnTo>
                    <a:pt x="51" y="1725"/>
                  </a:lnTo>
                  <a:lnTo>
                    <a:pt x="41" y="1743"/>
                  </a:lnTo>
                  <a:lnTo>
                    <a:pt x="31" y="1760"/>
                  </a:lnTo>
                  <a:lnTo>
                    <a:pt x="21" y="1777"/>
                  </a:lnTo>
                  <a:lnTo>
                    <a:pt x="13" y="1794"/>
                  </a:lnTo>
                  <a:lnTo>
                    <a:pt x="6" y="1811"/>
                  </a:lnTo>
                  <a:lnTo>
                    <a:pt x="1" y="1830"/>
                  </a:lnTo>
                  <a:lnTo>
                    <a:pt x="0" y="1849"/>
                  </a:lnTo>
                  <a:lnTo>
                    <a:pt x="0" y="1861"/>
                  </a:lnTo>
                  <a:lnTo>
                    <a:pt x="0" y="1872"/>
                  </a:lnTo>
                  <a:lnTo>
                    <a:pt x="0" y="1872"/>
                  </a:lnTo>
                  <a:lnTo>
                    <a:pt x="3" y="1889"/>
                  </a:lnTo>
                  <a:lnTo>
                    <a:pt x="8" y="1906"/>
                  </a:lnTo>
                  <a:lnTo>
                    <a:pt x="14" y="1923"/>
                  </a:lnTo>
                  <a:lnTo>
                    <a:pt x="23" y="1939"/>
                  </a:lnTo>
                  <a:lnTo>
                    <a:pt x="31" y="1954"/>
                  </a:lnTo>
                  <a:lnTo>
                    <a:pt x="41" y="1970"/>
                  </a:lnTo>
                  <a:lnTo>
                    <a:pt x="54" y="1984"/>
                  </a:lnTo>
                  <a:lnTo>
                    <a:pt x="66" y="1998"/>
                  </a:lnTo>
                  <a:lnTo>
                    <a:pt x="79" y="2011"/>
                  </a:lnTo>
                  <a:lnTo>
                    <a:pt x="93" y="2024"/>
                  </a:lnTo>
                  <a:lnTo>
                    <a:pt x="125" y="2048"/>
                  </a:lnTo>
                  <a:lnTo>
                    <a:pt x="156" y="2072"/>
                  </a:lnTo>
                  <a:lnTo>
                    <a:pt x="187" y="2093"/>
                  </a:lnTo>
                  <a:lnTo>
                    <a:pt x="187" y="2093"/>
                  </a:lnTo>
                  <a:lnTo>
                    <a:pt x="261" y="2141"/>
                  </a:lnTo>
                  <a:lnTo>
                    <a:pt x="261" y="2141"/>
                  </a:lnTo>
                  <a:lnTo>
                    <a:pt x="307" y="2172"/>
                  </a:lnTo>
                  <a:lnTo>
                    <a:pt x="357" y="2204"/>
                  </a:lnTo>
                  <a:lnTo>
                    <a:pt x="408" y="2233"/>
                  </a:lnTo>
                  <a:lnTo>
                    <a:pt x="433" y="2246"/>
                  </a:lnTo>
                  <a:lnTo>
                    <a:pt x="459" y="2259"/>
                  </a:lnTo>
                  <a:lnTo>
                    <a:pt x="459" y="2259"/>
                  </a:lnTo>
                  <a:lnTo>
                    <a:pt x="487" y="2269"/>
                  </a:lnTo>
                  <a:lnTo>
                    <a:pt x="516" y="2279"/>
                  </a:lnTo>
                  <a:lnTo>
                    <a:pt x="572" y="2294"/>
                  </a:lnTo>
                  <a:lnTo>
                    <a:pt x="599" y="2303"/>
                  </a:lnTo>
                  <a:lnTo>
                    <a:pt x="626" y="2314"/>
                  </a:lnTo>
                  <a:lnTo>
                    <a:pt x="639" y="2321"/>
                  </a:lnTo>
                  <a:lnTo>
                    <a:pt x="653" y="2328"/>
                  </a:lnTo>
                  <a:lnTo>
                    <a:pt x="666" y="2337"/>
                  </a:lnTo>
                  <a:lnTo>
                    <a:pt x="679" y="2347"/>
                  </a:lnTo>
                  <a:lnTo>
                    <a:pt x="679" y="2377"/>
                  </a:lnTo>
                  <a:lnTo>
                    <a:pt x="679" y="2377"/>
                  </a:lnTo>
                  <a:lnTo>
                    <a:pt x="694" y="2496"/>
                  </a:lnTo>
                  <a:lnTo>
                    <a:pt x="710" y="2616"/>
                  </a:lnTo>
                  <a:lnTo>
                    <a:pt x="710" y="2616"/>
                  </a:lnTo>
                  <a:lnTo>
                    <a:pt x="721" y="2741"/>
                  </a:lnTo>
                  <a:lnTo>
                    <a:pt x="731" y="2865"/>
                  </a:lnTo>
                  <a:lnTo>
                    <a:pt x="739" y="2990"/>
                  </a:lnTo>
                  <a:lnTo>
                    <a:pt x="744" y="3115"/>
                  </a:lnTo>
                  <a:lnTo>
                    <a:pt x="744" y="3115"/>
                  </a:lnTo>
                  <a:lnTo>
                    <a:pt x="748" y="3215"/>
                  </a:lnTo>
                  <a:lnTo>
                    <a:pt x="752" y="3316"/>
                  </a:lnTo>
                  <a:lnTo>
                    <a:pt x="756" y="3417"/>
                  </a:lnTo>
                  <a:lnTo>
                    <a:pt x="761" y="3517"/>
                  </a:lnTo>
                  <a:lnTo>
                    <a:pt x="761" y="3517"/>
                  </a:lnTo>
                  <a:lnTo>
                    <a:pt x="762" y="3611"/>
                  </a:lnTo>
                  <a:lnTo>
                    <a:pt x="762" y="3611"/>
                  </a:lnTo>
                  <a:lnTo>
                    <a:pt x="761" y="3656"/>
                  </a:lnTo>
                  <a:lnTo>
                    <a:pt x="758" y="3703"/>
                  </a:lnTo>
                  <a:lnTo>
                    <a:pt x="758" y="3703"/>
                  </a:lnTo>
                  <a:lnTo>
                    <a:pt x="756" y="3725"/>
                  </a:lnTo>
                  <a:lnTo>
                    <a:pt x="752" y="3747"/>
                  </a:lnTo>
                  <a:lnTo>
                    <a:pt x="745" y="3791"/>
                  </a:lnTo>
                  <a:lnTo>
                    <a:pt x="737" y="3835"/>
                  </a:lnTo>
                  <a:lnTo>
                    <a:pt x="734" y="3856"/>
                  </a:lnTo>
                  <a:lnTo>
                    <a:pt x="731" y="3877"/>
                  </a:lnTo>
                  <a:lnTo>
                    <a:pt x="731" y="3877"/>
                  </a:lnTo>
                  <a:lnTo>
                    <a:pt x="727" y="3948"/>
                  </a:lnTo>
                  <a:lnTo>
                    <a:pt x="725" y="4020"/>
                  </a:lnTo>
                  <a:lnTo>
                    <a:pt x="724" y="4091"/>
                  </a:lnTo>
                  <a:lnTo>
                    <a:pt x="724" y="4162"/>
                  </a:lnTo>
                  <a:lnTo>
                    <a:pt x="724" y="4305"/>
                  </a:lnTo>
                  <a:lnTo>
                    <a:pt x="724" y="4376"/>
                  </a:lnTo>
                  <a:lnTo>
                    <a:pt x="722" y="4447"/>
                  </a:lnTo>
                  <a:lnTo>
                    <a:pt x="722" y="4447"/>
                  </a:lnTo>
                  <a:lnTo>
                    <a:pt x="721" y="4476"/>
                  </a:lnTo>
                  <a:lnTo>
                    <a:pt x="717" y="4506"/>
                  </a:lnTo>
                  <a:lnTo>
                    <a:pt x="714" y="4533"/>
                  </a:lnTo>
                  <a:lnTo>
                    <a:pt x="713" y="4560"/>
                  </a:lnTo>
                  <a:lnTo>
                    <a:pt x="714" y="4574"/>
                  </a:lnTo>
                  <a:lnTo>
                    <a:pt x="715" y="4587"/>
                  </a:lnTo>
                  <a:lnTo>
                    <a:pt x="718" y="4598"/>
                  </a:lnTo>
                  <a:lnTo>
                    <a:pt x="722" y="4611"/>
                  </a:lnTo>
                  <a:lnTo>
                    <a:pt x="728" y="4622"/>
                  </a:lnTo>
                  <a:lnTo>
                    <a:pt x="735" y="4632"/>
                  </a:lnTo>
                  <a:lnTo>
                    <a:pt x="745" y="4642"/>
                  </a:lnTo>
                  <a:lnTo>
                    <a:pt x="756" y="4652"/>
                  </a:lnTo>
                  <a:lnTo>
                    <a:pt x="756" y="4652"/>
                  </a:lnTo>
                  <a:lnTo>
                    <a:pt x="772" y="4662"/>
                  </a:lnTo>
                  <a:lnTo>
                    <a:pt x="788" y="4672"/>
                  </a:lnTo>
                  <a:lnTo>
                    <a:pt x="803" y="4679"/>
                  </a:lnTo>
                  <a:lnTo>
                    <a:pt x="820" y="4686"/>
                  </a:lnTo>
                  <a:lnTo>
                    <a:pt x="820" y="4686"/>
                  </a:lnTo>
                  <a:lnTo>
                    <a:pt x="843" y="4693"/>
                  </a:lnTo>
                  <a:lnTo>
                    <a:pt x="868" y="4700"/>
                  </a:lnTo>
                  <a:lnTo>
                    <a:pt x="893" y="4705"/>
                  </a:lnTo>
                  <a:lnTo>
                    <a:pt x="918" y="4707"/>
                  </a:lnTo>
                  <a:lnTo>
                    <a:pt x="942" y="4709"/>
                  </a:lnTo>
                  <a:lnTo>
                    <a:pt x="968" y="4710"/>
                  </a:lnTo>
                  <a:lnTo>
                    <a:pt x="1017" y="4712"/>
                  </a:lnTo>
                  <a:lnTo>
                    <a:pt x="1017" y="4712"/>
                  </a:lnTo>
                  <a:lnTo>
                    <a:pt x="1177" y="4712"/>
                  </a:lnTo>
                  <a:lnTo>
                    <a:pt x="1258" y="4712"/>
                  </a:lnTo>
                  <a:lnTo>
                    <a:pt x="1340" y="4712"/>
                  </a:lnTo>
                  <a:lnTo>
                    <a:pt x="1421" y="4709"/>
                  </a:lnTo>
                  <a:lnTo>
                    <a:pt x="1502" y="4705"/>
                  </a:lnTo>
                  <a:lnTo>
                    <a:pt x="1581" y="4697"/>
                  </a:lnTo>
                  <a:lnTo>
                    <a:pt x="1621" y="4692"/>
                  </a:lnTo>
                  <a:lnTo>
                    <a:pt x="1659" y="4686"/>
                  </a:lnTo>
                  <a:lnTo>
                    <a:pt x="1659" y="4686"/>
                  </a:lnTo>
                  <a:lnTo>
                    <a:pt x="1734" y="4672"/>
                  </a:lnTo>
                  <a:lnTo>
                    <a:pt x="1808" y="4658"/>
                  </a:lnTo>
                  <a:lnTo>
                    <a:pt x="1958" y="4625"/>
                  </a:lnTo>
                  <a:lnTo>
                    <a:pt x="2033" y="4611"/>
                  </a:lnTo>
                  <a:lnTo>
                    <a:pt x="2110" y="4598"/>
                  </a:lnTo>
                  <a:lnTo>
                    <a:pt x="2185" y="4588"/>
                  </a:lnTo>
                  <a:lnTo>
                    <a:pt x="2223" y="4584"/>
                  </a:lnTo>
                  <a:lnTo>
                    <a:pt x="2260" y="4581"/>
                  </a:lnTo>
                  <a:lnTo>
                    <a:pt x="2260" y="4581"/>
                  </a:lnTo>
                  <a:lnTo>
                    <a:pt x="2359" y="4577"/>
                  </a:lnTo>
                  <a:lnTo>
                    <a:pt x="2458" y="4576"/>
                  </a:lnTo>
                  <a:lnTo>
                    <a:pt x="2556" y="4577"/>
                  </a:lnTo>
                  <a:lnTo>
                    <a:pt x="2654" y="4581"/>
                  </a:lnTo>
                  <a:lnTo>
                    <a:pt x="2752" y="4587"/>
                  </a:lnTo>
                  <a:lnTo>
                    <a:pt x="2851" y="4595"/>
                  </a:lnTo>
                  <a:lnTo>
                    <a:pt x="2950" y="4604"/>
                  </a:lnTo>
                  <a:lnTo>
                    <a:pt x="3051" y="4615"/>
                  </a:lnTo>
                  <a:lnTo>
                    <a:pt x="3051" y="4615"/>
                  </a:lnTo>
                  <a:lnTo>
                    <a:pt x="3107" y="4621"/>
                  </a:lnTo>
                  <a:lnTo>
                    <a:pt x="3164" y="4625"/>
                  </a:lnTo>
                  <a:lnTo>
                    <a:pt x="3277" y="4631"/>
                  </a:lnTo>
                  <a:lnTo>
                    <a:pt x="3391" y="4638"/>
                  </a:lnTo>
                  <a:lnTo>
                    <a:pt x="3447" y="4642"/>
                  </a:lnTo>
                  <a:lnTo>
                    <a:pt x="3504" y="4648"/>
                  </a:lnTo>
                  <a:lnTo>
                    <a:pt x="3504" y="4648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7F821E7-6892-40B3-815A-90351DC9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  <a:lnTo>
                    <a:pt x="1019" y="28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9558E147-7F48-92A7-37EB-B84E41BD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199"/>
              <a:ext cx="2248" cy="2434"/>
            </a:xfrm>
            <a:custGeom>
              <a:avLst/>
              <a:gdLst>
                <a:gd name="T0" fmla="*/ 1008 w 4495"/>
                <a:gd name="T1" fmla="*/ 3176 h 4867"/>
                <a:gd name="T2" fmla="*/ 948 w 4495"/>
                <a:gd name="T3" fmla="*/ 3881 h 4867"/>
                <a:gd name="T4" fmla="*/ 924 w 4495"/>
                <a:gd name="T5" fmla="*/ 4352 h 4867"/>
                <a:gd name="T6" fmla="*/ 1011 w 4495"/>
                <a:gd name="T7" fmla="*/ 4722 h 4867"/>
                <a:gd name="T8" fmla="*/ 1318 w 4495"/>
                <a:gd name="T9" fmla="*/ 4787 h 4867"/>
                <a:gd name="T10" fmla="*/ 1694 w 4495"/>
                <a:gd name="T11" fmla="*/ 4841 h 4867"/>
                <a:gd name="T12" fmla="*/ 2187 w 4495"/>
                <a:gd name="T13" fmla="*/ 4867 h 4867"/>
                <a:gd name="T14" fmla="*/ 3000 w 4495"/>
                <a:gd name="T15" fmla="*/ 4836 h 4867"/>
                <a:gd name="T16" fmla="*/ 3381 w 4495"/>
                <a:gd name="T17" fmla="*/ 4840 h 4867"/>
                <a:gd name="T18" fmla="*/ 3618 w 4495"/>
                <a:gd name="T19" fmla="*/ 4858 h 4867"/>
                <a:gd name="T20" fmla="*/ 3755 w 4495"/>
                <a:gd name="T21" fmla="*/ 4840 h 4867"/>
                <a:gd name="T22" fmla="*/ 3813 w 4495"/>
                <a:gd name="T23" fmla="*/ 4804 h 4867"/>
                <a:gd name="T24" fmla="*/ 3853 w 4495"/>
                <a:gd name="T25" fmla="*/ 4736 h 4867"/>
                <a:gd name="T26" fmla="*/ 3867 w 4495"/>
                <a:gd name="T27" fmla="*/ 4633 h 4867"/>
                <a:gd name="T28" fmla="*/ 3838 w 4495"/>
                <a:gd name="T29" fmla="*/ 4279 h 4867"/>
                <a:gd name="T30" fmla="*/ 3728 w 4495"/>
                <a:gd name="T31" fmla="*/ 3575 h 4867"/>
                <a:gd name="T32" fmla="*/ 3673 w 4495"/>
                <a:gd name="T33" fmla="*/ 2771 h 4867"/>
                <a:gd name="T34" fmla="*/ 3675 w 4495"/>
                <a:gd name="T35" fmla="*/ 2258 h 4867"/>
                <a:gd name="T36" fmla="*/ 3709 w 4495"/>
                <a:gd name="T37" fmla="*/ 2153 h 4867"/>
                <a:gd name="T38" fmla="*/ 3750 w 4495"/>
                <a:gd name="T39" fmla="*/ 1966 h 4867"/>
                <a:gd name="T40" fmla="*/ 3772 w 4495"/>
                <a:gd name="T41" fmla="*/ 1721 h 4867"/>
                <a:gd name="T42" fmla="*/ 3962 w 4495"/>
                <a:gd name="T43" fmla="*/ 1951 h 4867"/>
                <a:gd name="T44" fmla="*/ 4087 w 4495"/>
                <a:gd name="T45" fmla="*/ 2050 h 4867"/>
                <a:gd name="T46" fmla="*/ 4158 w 4495"/>
                <a:gd name="T47" fmla="*/ 2047 h 4867"/>
                <a:gd name="T48" fmla="*/ 4270 w 4495"/>
                <a:gd name="T49" fmla="*/ 1975 h 4867"/>
                <a:gd name="T50" fmla="*/ 4448 w 4495"/>
                <a:gd name="T51" fmla="*/ 1791 h 4867"/>
                <a:gd name="T52" fmla="*/ 4485 w 4495"/>
                <a:gd name="T53" fmla="*/ 1683 h 4867"/>
                <a:gd name="T54" fmla="*/ 4492 w 4495"/>
                <a:gd name="T55" fmla="*/ 1473 h 4867"/>
                <a:gd name="T56" fmla="*/ 4454 w 4495"/>
                <a:gd name="T57" fmla="*/ 1221 h 4867"/>
                <a:gd name="T58" fmla="*/ 4331 w 4495"/>
                <a:gd name="T59" fmla="*/ 817 h 4867"/>
                <a:gd name="T60" fmla="*/ 4227 w 4495"/>
                <a:gd name="T61" fmla="*/ 552 h 4867"/>
                <a:gd name="T62" fmla="*/ 4110 w 4495"/>
                <a:gd name="T63" fmla="*/ 418 h 4867"/>
                <a:gd name="T64" fmla="*/ 4027 w 4495"/>
                <a:gd name="T65" fmla="*/ 345 h 4867"/>
                <a:gd name="T66" fmla="*/ 3880 w 4495"/>
                <a:gd name="T67" fmla="*/ 321 h 4867"/>
                <a:gd name="T68" fmla="*/ 3489 w 4495"/>
                <a:gd name="T69" fmla="*/ 249 h 4867"/>
                <a:gd name="T70" fmla="*/ 3234 w 4495"/>
                <a:gd name="T71" fmla="*/ 175 h 4867"/>
                <a:gd name="T72" fmla="*/ 3081 w 4495"/>
                <a:gd name="T73" fmla="*/ 82 h 4867"/>
                <a:gd name="T74" fmla="*/ 3006 w 4495"/>
                <a:gd name="T75" fmla="*/ 45 h 4867"/>
                <a:gd name="T76" fmla="*/ 2894 w 4495"/>
                <a:gd name="T77" fmla="*/ 63 h 4867"/>
                <a:gd name="T78" fmla="*/ 2722 w 4495"/>
                <a:gd name="T79" fmla="*/ 78 h 4867"/>
                <a:gd name="T80" fmla="*/ 2530 w 4495"/>
                <a:gd name="T81" fmla="*/ 86 h 4867"/>
                <a:gd name="T82" fmla="*/ 2402 w 4495"/>
                <a:gd name="T83" fmla="*/ 127 h 4867"/>
                <a:gd name="T84" fmla="*/ 2115 w 4495"/>
                <a:gd name="T85" fmla="*/ 151 h 4867"/>
                <a:gd name="T86" fmla="*/ 1695 w 4495"/>
                <a:gd name="T87" fmla="*/ 140 h 4867"/>
                <a:gd name="T88" fmla="*/ 1542 w 4495"/>
                <a:gd name="T89" fmla="*/ 97 h 4867"/>
                <a:gd name="T90" fmla="*/ 1433 w 4495"/>
                <a:gd name="T91" fmla="*/ 25 h 4867"/>
                <a:gd name="T92" fmla="*/ 1252 w 4495"/>
                <a:gd name="T93" fmla="*/ 0 h 4867"/>
                <a:gd name="T94" fmla="*/ 1123 w 4495"/>
                <a:gd name="T95" fmla="*/ 22 h 4867"/>
                <a:gd name="T96" fmla="*/ 886 w 4495"/>
                <a:gd name="T97" fmla="*/ 140 h 4867"/>
                <a:gd name="T98" fmla="*/ 675 w 4495"/>
                <a:gd name="T99" fmla="*/ 228 h 4867"/>
                <a:gd name="T100" fmla="*/ 462 w 4495"/>
                <a:gd name="T101" fmla="*/ 269 h 4867"/>
                <a:gd name="T102" fmla="*/ 149 w 4495"/>
                <a:gd name="T103" fmla="*/ 270 h 4867"/>
                <a:gd name="T104" fmla="*/ 36 w 4495"/>
                <a:gd name="T105" fmla="*/ 292 h 4867"/>
                <a:gd name="T106" fmla="*/ 5 w 4495"/>
                <a:gd name="T107" fmla="*/ 446 h 4867"/>
                <a:gd name="T108" fmla="*/ 5 w 4495"/>
                <a:gd name="T109" fmla="*/ 608 h 4867"/>
                <a:gd name="T110" fmla="*/ 49 w 4495"/>
                <a:gd name="T111" fmla="*/ 792 h 4867"/>
                <a:gd name="T112" fmla="*/ 190 w 4495"/>
                <a:gd name="T113" fmla="*/ 1132 h 4867"/>
                <a:gd name="T114" fmla="*/ 301 w 4495"/>
                <a:gd name="T115" fmla="*/ 1213 h 4867"/>
                <a:gd name="T116" fmla="*/ 451 w 4495"/>
                <a:gd name="T117" fmla="*/ 1208 h 4867"/>
                <a:gd name="T118" fmla="*/ 754 w 4495"/>
                <a:gd name="T119" fmla="*/ 1242 h 4867"/>
                <a:gd name="T120" fmla="*/ 955 w 4495"/>
                <a:gd name="T121" fmla="*/ 1334 h 4867"/>
                <a:gd name="T122" fmla="*/ 991 w 4495"/>
                <a:gd name="T123" fmla="*/ 1560 h 4867"/>
                <a:gd name="T124" fmla="*/ 994 w 4495"/>
                <a:gd name="T125" fmla="*/ 2115 h 4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5" h="4867">
                  <a:moveTo>
                    <a:pt x="1019" y="2893"/>
                  </a:moveTo>
                  <a:lnTo>
                    <a:pt x="1019" y="2893"/>
                  </a:lnTo>
                  <a:lnTo>
                    <a:pt x="1018" y="2964"/>
                  </a:lnTo>
                  <a:lnTo>
                    <a:pt x="1015" y="3035"/>
                  </a:lnTo>
                  <a:lnTo>
                    <a:pt x="1012" y="3106"/>
                  </a:lnTo>
                  <a:lnTo>
                    <a:pt x="1008" y="3176"/>
                  </a:lnTo>
                  <a:lnTo>
                    <a:pt x="997" y="3317"/>
                  </a:lnTo>
                  <a:lnTo>
                    <a:pt x="984" y="3457"/>
                  </a:lnTo>
                  <a:lnTo>
                    <a:pt x="970" y="3599"/>
                  </a:lnTo>
                  <a:lnTo>
                    <a:pt x="957" y="3739"/>
                  </a:lnTo>
                  <a:lnTo>
                    <a:pt x="953" y="3810"/>
                  </a:lnTo>
                  <a:lnTo>
                    <a:pt x="948" y="3881"/>
                  </a:lnTo>
                  <a:lnTo>
                    <a:pt x="946" y="3950"/>
                  </a:lnTo>
                  <a:lnTo>
                    <a:pt x="943" y="4021"/>
                  </a:lnTo>
                  <a:lnTo>
                    <a:pt x="943" y="4021"/>
                  </a:lnTo>
                  <a:lnTo>
                    <a:pt x="940" y="4104"/>
                  </a:lnTo>
                  <a:lnTo>
                    <a:pt x="936" y="4187"/>
                  </a:lnTo>
                  <a:lnTo>
                    <a:pt x="924" y="4352"/>
                  </a:lnTo>
                  <a:lnTo>
                    <a:pt x="913" y="4518"/>
                  </a:lnTo>
                  <a:lnTo>
                    <a:pt x="909" y="4600"/>
                  </a:lnTo>
                  <a:lnTo>
                    <a:pt x="906" y="4683"/>
                  </a:lnTo>
                  <a:lnTo>
                    <a:pt x="906" y="4683"/>
                  </a:lnTo>
                  <a:lnTo>
                    <a:pt x="957" y="4704"/>
                  </a:lnTo>
                  <a:lnTo>
                    <a:pt x="1011" y="4722"/>
                  </a:lnTo>
                  <a:lnTo>
                    <a:pt x="1065" y="4738"/>
                  </a:lnTo>
                  <a:lnTo>
                    <a:pt x="1120" y="4751"/>
                  </a:lnTo>
                  <a:lnTo>
                    <a:pt x="1120" y="4751"/>
                  </a:lnTo>
                  <a:lnTo>
                    <a:pt x="1185" y="4765"/>
                  </a:lnTo>
                  <a:lnTo>
                    <a:pt x="1252" y="4776"/>
                  </a:lnTo>
                  <a:lnTo>
                    <a:pt x="1318" y="4787"/>
                  </a:lnTo>
                  <a:lnTo>
                    <a:pt x="1385" y="4796"/>
                  </a:lnTo>
                  <a:lnTo>
                    <a:pt x="1518" y="4814"/>
                  </a:lnTo>
                  <a:lnTo>
                    <a:pt x="1583" y="4823"/>
                  </a:lnTo>
                  <a:lnTo>
                    <a:pt x="1648" y="4834"/>
                  </a:lnTo>
                  <a:lnTo>
                    <a:pt x="1648" y="4834"/>
                  </a:lnTo>
                  <a:lnTo>
                    <a:pt x="1694" y="4841"/>
                  </a:lnTo>
                  <a:lnTo>
                    <a:pt x="1739" y="4847"/>
                  </a:lnTo>
                  <a:lnTo>
                    <a:pt x="1828" y="4855"/>
                  </a:lnTo>
                  <a:lnTo>
                    <a:pt x="1918" y="4861"/>
                  </a:lnTo>
                  <a:lnTo>
                    <a:pt x="2008" y="4864"/>
                  </a:lnTo>
                  <a:lnTo>
                    <a:pt x="2098" y="4865"/>
                  </a:lnTo>
                  <a:lnTo>
                    <a:pt x="2187" y="4867"/>
                  </a:lnTo>
                  <a:lnTo>
                    <a:pt x="2367" y="4865"/>
                  </a:lnTo>
                  <a:lnTo>
                    <a:pt x="2367" y="4865"/>
                  </a:lnTo>
                  <a:lnTo>
                    <a:pt x="2494" y="4863"/>
                  </a:lnTo>
                  <a:lnTo>
                    <a:pt x="2622" y="4855"/>
                  </a:lnTo>
                  <a:lnTo>
                    <a:pt x="2874" y="4841"/>
                  </a:lnTo>
                  <a:lnTo>
                    <a:pt x="3000" y="4836"/>
                  </a:lnTo>
                  <a:lnTo>
                    <a:pt x="3064" y="4834"/>
                  </a:lnTo>
                  <a:lnTo>
                    <a:pt x="3128" y="4833"/>
                  </a:lnTo>
                  <a:lnTo>
                    <a:pt x="3190" y="4833"/>
                  </a:lnTo>
                  <a:lnTo>
                    <a:pt x="3254" y="4834"/>
                  </a:lnTo>
                  <a:lnTo>
                    <a:pt x="3318" y="4837"/>
                  </a:lnTo>
                  <a:lnTo>
                    <a:pt x="3381" y="4840"/>
                  </a:lnTo>
                  <a:lnTo>
                    <a:pt x="3381" y="4840"/>
                  </a:lnTo>
                  <a:lnTo>
                    <a:pt x="3434" y="4844"/>
                  </a:lnTo>
                  <a:lnTo>
                    <a:pt x="3488" y="4850"/>
                  </a:lnTo>
                  <a:lnTo>
                    <a:pt x="3540" y="4854"/>
                  </a:lnTo>
                  <a:lnTo>
                    <a:pt x="3592" y="4857"/>
                  </a:lnTo>
                  <a:lnTo>
                    <a:pt x="3618" y="4858"/>
                  </a:lnTo>
                  <a:lnTo>
                    <a:pt x="3643" y="4858"/>
                  </a:lnTo>
                  <a:lnTo>
                    <a:pt x="3668" y="4857"/>
                  </a:lnTo>
                  <a:lnTo>
                    <a:pt x="3692" y="4855"/>
                  </a:lnTo>
                  <a:lnTo>
                    <a:pt x="3713" y="4851"/>
                  </a:lnTo>
                  <a:lnTo>
                    <a:pt x="3736" y="4847"/>
                  </a:lnTo>
                  <a:lnTo>
                    <a:pt x="3755" y="4840"/>
                  </a:lnTo>
                  <a:lnTo>
                    <a:pt x="3774" y="4831"/>
                  </a:lnTo>
                  <a:lnTo>
                    <a:pt x="3774" y="4831"/>
                  </a:lnTo>
                  <a:lnTo>
                    <a:pt x="3785" y="4826"/>
                  </a:lnTo>
                  <a:lnTo>
                    <a:pt x="3795" y="4820"/>
                  </a:lnTo>
                  <a:lnTo>
                    <a:pt x="3805" y="4812"/>
                  </a:lnTo>
                  <a:lnTo>
                    <a:pt x="3813" y="4804"/>
                  </a:lnTo>
                  <a:lnTo>
                    <a:pt x="3822" y="4794"/>
                  </a:lnTo>
                  <a:lnTo>
                    <a:pt x="3829" y="4785"/>
                  </a:lnTo>
                  <a:lnTo>
                    <a:pt x="3836" y="4775"/>
                  </a:lnTo>
                  <a:lnTo>
                    <a:pt x="3843" y="4763"/>
                  </a:lnTo>
                  <a:lnTo>
                    <a:pt x="3849" y="4751"/>
                  </a:lnTo>
                  <a:lnTo>
                    <a:pt x="3853" y="4736"/>
                  </a:lnTo>
                  <a:lnTo>
                    <a:pt x="3857" y="4722"/>
                  </a:lnTo>
                  <a:lnTo>
                    <a:pt x="3862" y="4707"/>
                  </a:lnTo>
                  <a:lnTo>
                    <a:pt x="3865" y="4690"/>
                  </a:lnTo>
                  <a:lnTo>
                    <a:pt x="3866" y="4671"/>
                  </a:lnTo>
                  <a:lnTo>
                    <a:pt x="3867" y="4653"/>
                  </a:lnTo>
                  <a:lnTo>
                    <a:pt x="3867" y="4633"/>
                  </a:lnTo>
                  <a:lnTo>
                    <a:pt x="3867" y="4633"/>
                  </a:lnTo>
                  <a:lnTo>
                    <a:pt x="3865" y="4562"/>
                  </a:lnTo>
                  <a:lnTo>
                    <a:pt x="3860" y="4491"/>
                  </a:lnTo>
                  <a:lnTo>
                    <a:pt x="3855" y="4420"/>
                  </a:lnTo>
                  <a:lnTo>
                    <a:pt x="3846" y="4350"/>
                  </a:lnTo>
                  <a:lnTo>
                    <a:pt x="3838" y="4279"/>
                  </a:lnTo>
                  <a:lnTo>
                    <a:pt x="3828" y="4208"/>
                  </a:lnTo>
                  <a:lnTo>
                    <a:pt x="3805" y="4066"/>
                  </a:lnTo>
                  <a:lnTo>
                    <a:pt x="3782" y="3926"/>
                  </a:lnTo>
                  <a:lnTo>
                    <a:pt x="3758" y="3784"/>
                  </a:lnTo>
                  <a:lnTo>
                    <a:pt x="3738" y="3644"/>
                  </a:lnTo>
                  <a:lnTo>
                    <a:pt x="3728" y="3575"/>
                  </a:lnTo>
                  <a:lnTo>
                    <a:pt x="3721" y="3505"/>
                  </a:lnTo>
                  <a:lnTo>
                    <a:pt x="3721" y="3505"/>
                  </a:lnTo>
                  <a:lnTo>
                    <a:pt x="3699" y="3212"/>
                  </a:lnTo>
                  <a:lnTo>
                    <a:pt x="3689" y="3064"/>
                  </a:lnTo>
                  <a:lnTo>
                    <a:pt x="3680" y="2919"/>
                  </a:lnTo>
                  <a:lnTo>
                    <a:pt x="3673" y="2771"/>
                  </a:lnTo>
                  <a:lnTo>
                    <a:pt x="3668" y="2624"/>
                  </a:lnTo>
                  <a:lnTo>
                    <a:pt x="3665" y="2475"/>
                  </a:lnTo>
                  <a:lnTo>
                    <a:pt x="3663" y="2326"/>
                  </a:lnTo>
                  <a:lnTo>
                    <a:pt x="3663" y="2326"/>
                  </a:lnTo>
                  <a:lnTo>
                    <a:pt x="3663" y="2282"/>
                  </a:lnTo>
                  <a:lnTo>
                    <a:pt x="3675" y="2258"/>
                  </a:lnTo>
                  <a:lnTo>
                    <a:pt x="3675" y="2258"/>
                  </a:lnTo>
                  <a:lnTo>
                    <a:pt x="3682" y="2247"/>
                  </a:lnTo>
                  <a:lnTo>
                    <a:pt x="3687" y="2234"/>
                  </a:lnTo>
                  <a:lnTo>
                    <a:pt x="3696" y="2207"/>
                  </a:lnTo>
                  <a:lnTo>
                    <a:pt x="3702" y="2179"/>
                  </a:lnTo>
                  <a:lnTo>
                    <a:pt x="3709" y="2153"/>
                  </a:lnTo>
                  <a:lnTo>
                    <a:pt x="3709" y="2153"/>
                  </a:lnTo>
                  <a:lnTo>
                    <a:pt x="3733" y="2060"/>
                  </a:lnTo>
                  <a:lnTo>
                    <a:pt x="3743" y="2013"/>
                  </a:lnTo>
                  <a:lnTo>
                    <a:pt x="3747" y="1990"/>
                  </a:lnTo>
                  <a:lnTo>
                    <a:pt x="3750" y="1966"/>
                  </a:lnTo>
                  <a:lnTo>
                    <a:pt x="3750" y="1966"/>
                  </a:lnTo>
                  <a:lnTo>
                    <a:pt x="3753" y="1935"/>
                  </a:lnTo>
                  <a:lnTo>
                    <a:pt x="3754" y="1905"/>
                  </a:lnTo>
                  <a:lnTo>
                    <a:pt x="3755" y="1844"/>
                  </a:lnTo>
                  <a:lnTo>
                    <a:pt x="3754" y="1784"/>
                  </a:lnTo>
                  <a:lnTo>
                    <a:pt x="3753" y="1723"/>
                  </a:lnTo>
                  <a:lnTo>
                    <a:pt x="3772" y="1721"/>
                  </a:lnTo>
                  <a:lnTo>
                    <a:pt x="3772" y="1721"/>
                  </a:lnTo>
                  <a:lnTo>
                    <a:pt x="3796" y="1758"/>
                  </a:lnTo>
                  <a:lnTo>
                    <a:pt x="3831" y="1802"/>
                  </a:lnTo>
                  <a:lnTo>
                    <a:pt x="3870" y="1852"/>
                  </a:lnTo>
                  <a:lnTo>
                    <a:pt x="3916" y="1903"/>
                  </a:lnTo>
                  <a:lnTo>
                    <a:pt x="3962" y="1951"/>
                  </a:lnTo>
                  <a:lnTo>
                    <a:pt x="3985" y="1973"/>
                  </a:lnTo>
                  <a:lnTo>
                    <a:pt x="4008" y="1993"/>
                  </a:lnTo>
                  <a:lnTo>
                    <a:pt x="4030" y="2012"/>
                  </a:lnTo>
                  <a:lnTo>
                    <a:pt x="4050" y="2027"/>
                  </a:lnTo>
                  <a:lnTo>
                    <a:pt x="4070" y="2040"/>
                  </a:lnTo>
                  <a:lnTo>
                    <a:pt x="4087" y="2050"/>
                  </a:lnTo>
                  <a:lnTo>
                    <a:pt x="4087" y="2050"/>
                  </a:lnTo>
                  <a:lnTo>
                    <a:pt x="4100" y="2054"/>
                  </a:lnTo>
                  <a:lnTo>
                    <a:pt x="4112" y="2056"/>
                  </a:lnTo>
                  <a:lnTo>
                    <a:pt x="4127" y="2056"/>
                  </a:lnTo>
                  <a:lnTo>
                    <a:pt x="4142" y="2053"/>
                  </a:lnTo>
                  <a:lnTo>
                    <a:pt x="4158" y="2047"/>
                  </a:lnTo>
                  <a:lnTo>
                    <a:pt x="4173" y="2041"/>
                  </a:lnTo>
                  <a:lnTo>
                    <a:pt x="4189" y="2033"/>
                  </a:lnTo>
                  <a:lnTo>
                    <a:pt x="4206" y="2023"/>
                  </a:lnTo>
                  <a:lnTo>
                    <a:pt x="4206" y="2023"/>
                  </a:lnTo>
                  <a:lnTo>
                    <a:pt x="4237" y="2000"/>
                  </a:lnTo>
                  <a:lnTo>
                    <a:pt x="4270" y="1975"/>
                  </a:lnTo>
                  <a:lnTo>
                    <a:pt x="4302" y="1947"/>
                  </a:lnTo>
                  <a:lnTo>
                    <a:pt x="4334" y="1917"/>
                  </a:lnTo>
                  <a:lnTo>
                    <a:pt x="4362" y="1887"/>
                  </a:lnTo>
                  <a:lnTo>
                    <a:pt x="4389" y="1859"/>
                  </a:lnTo>
                  <a:lnTo>
                    <a:pt x="4434" y="1810"/>
                  </a:lnTo>
                  <a:lnTo>
                    <a:pt x="4448" y="1791"/>
                  </a:lnTo>
                  <a:lnTo>
                    <a:pt x="4448" y="1791"/>
                  </a:lnTo>
                  <a:lnTo>
                    <a:pt x="4458" y="1771"/>
                  </a:lnTo>
                  <a:lnTo>
                    <a:pt x="4467" y="1750"/>
                  </a:lnTo>
                  <a:lnTo>
                    <a:pt x="4474" y="1727"/>
                  </a:lnTo>
                  <a:lnTo>
                    <a:pt x="4479" y="1706"/>
                  </a:lnTo>
                  <a:lnTo>
                    <a:pt x="4485" y="1683"/>
                  </a:lnTo>
                  <a:lnTo>
                    <a:pt x="4489" y="1660"/>
                  </a:lnTo>
                  <a:lnTo>
                    <a:pt x="4492" y="1636"/>
                  </a:lnTo>
                  <a:lnTo>
                    <a:pt x="4494" y="1614"/>
                  </a:lnTo>
                  <a:lnTo>
                    <a:pt x="4495" y="1567"/>
                  </a:lnTo>
                  <a:lnTo>
                    <a:pt x="4495" y="1520"/>
                  </a:lnTo>
                  <a:lnTo>
                    <a:pt x="4492" y="1473"/>
                  </a:lnTo>
                  <a:lnTo>
                    <a:pt x="4488" y="1428"/>
                  </a:lnTo>
                  <a:lnTo>
                    <a:pt x="4488" y="1428"/>
                  </a:lnTo>
                  <a:lnTo>
                    <a:pt x="4482" y="1375"/>
                  </a:lnTo>
                  <a:lnTo>
                    <a:pt x="4474" y="1324"/>
                  </a:lnTo>
                  <a:lnTo>
                    <a:pt x="4465" y="1273"/>
                  </a:lnTo>
                  <a:lnTo>
                    <a:pt x="4454" y="1221"/>
                  </a:lnTo>
                  <a:lnTo>
                    <a:pt x="4441" y="1170"/>
                  </a:lnTo>
                  <a:lnTo>
                    <a:pt x="4427" y="1119"/>
                  </a:lnTo>
                  <a:lnTo>
                    <a:pt x="4413" y="1069"/>
                  </a:lnTo>
                  <a:lnTo>
                    <a:pt x="4397" y="1018"/>
                  </a:lnTo>
                  <a:lnTo>
                    <a:pt x="4363" y="918"/>
                  </a:lnTo>
                  <a:lnTo>
                    <a:pt x="4331" y="817"/>
                  </a:lnTo>
                  <a:lnTo>
                    <a:pt x="4297" y="718"/>
                  </a:lnTo>
                  <a:lnTo>
                    <a:pt x="4267" y="617"/>
                  </a:lnTo>
                  <a:lnTo>
                    <a:pt x="4266" y="602"/>
                  </a:lnTo>
                  <a:lnTo>
                    <a:pt x="4266" y="602"/>
                  </a:lnTo>
                  <a:lnTo>
                    <a:pt x="4227" y="552"/>
                  </a:lnTo>
                  <a:lnTo>
                    <a:pt x="4227" y="552"/>
                  </a:lnTo>
                  <a:lnTo>
                    <a:pt x="4196" y="518"/>
                  </a:lnTo>
                  <a:lnTo>
                    <a:pt x="4166" y="486"/>
                  </a:lnTo>
                  <a:lnTo>
                    <a:pt x="4137" y="453"/>
                  </a:lnTo>
                  <a:lnTo>
                    <a:pt x="4124" y="436"/>
                  </a:lnTo>
                  <a:lnTo>
                    <a:pt x="4110" y="418"/>
                  </a:lnTo>
                  <a:lnTo>
                    <a:pt x="4110" y="418"/>
                  </a:lnTo>
                  <a:lnTo>
                    <a:pt x="4098" y="399"/>
                  </a:lnTo>
                  <a:lnTo>
                    <a:pt x="4086" y="385"/>
                  </a:lnTo>
                  <a:lnTo>
                    <a:pt x="4071" y="372"/>
                  </a:lnTo>
                  <a:lnTo>
                    <a:pt x="4057" y="361"/>
                  </a:lnTo>
                  <a:lnTo>
                    <a:pt x="4043" y="352"/>
                  </a:lnTo>
                  <a:lnTo>
                    <a:pt x="4027" y="345"/>
                  </a:lnTo>
                  <a:lnTo>
                    <a:pt x="4010" y="340"/>
                  </a:lnTo>
                  <a:lnTo>
                    <a:pt x="3995" y="335"/>
                  </a:lnTo>
                  <a:lnTo>
                    <a:pt x="3976" y="333"/>
                  </a:lnTo>
                  <a:lnTo>
                    <a:pt x="3959" y="330"/>
                  </a:lnTo>
                  <a:lnTo>
                    <a:pt x="3921" y="326"/>
                  </a:lnTo>
                  <a:lnTo>
                    <a:pt x="3880" y="321"/>
                  </a:lnTo>
                  <a:lnTo>
                    <a:pt x="3838" y="317"/>
                  </a:lnTo>
                  <a:lnTo>
                    <a:pt x="3838" y="317"/>
                  </a:lnTo>
                  <a:lnTo>
                    <a:pt x="3721" y="297"/>
                  </a:lnTo>
                  <a:lnTo>
                    <a:pt x="3605" y="275"/>
                  </a:lnTo>
                  <a:lnTo>
                    <a:pt x="3547" y="262"/>
                  </a:lnTo>
                  <a:lnTo>
                    <a:pt x="3489" y="249"/>
                  </a:lnTo>
                  <a:lnTo>
                    <a:pt x="3432" y="235"/>
                  </a:lnTo>
                  <a:lnTo>
                    <a:pt x="3376" y="221"/>
                  </a:lnTo>
                  <a:lnTo>
                    <a:pt x="3376" y="221"/>
                  </a:lnTo>
                  <a:lnTo>
                    <a:pt x="3327" y="207"/>
                  </a:lnTo>
                  <a:lnTo>
                    <a:pt x="3281" y="192"/>
                  </a:lnTo>
                  <a:lnTo>
                    <a:pt x="3234" y="175"/>
                  </a:lnTo>
                  <a:lnTo>
                    <a:pt x="3186" y="157"/>
                  </a:lnTo>
                  <a:lnTo>
                    <a:pt x="3186" y="157"/>
                  </a:lnTo>
                  <a:lnTo>
                    <a:pt x="3166" y="146"/>
                  </a:lnTo>
                  <a:lnTo>
                    <a:pt x="3145" y="131"/>
                  </a:lnTo>
                  <a:lnTo>
                    <a:pt x="3102" y="97"/>
                  </a:lnTo>
                  <a:lnTo>
                    <a:pt x="3081" y="82"/>
                  </a:lnTo>
                  <a:lnTo>
                    <a:pt x="3060" y="66"/>
                  </a:lnTo>
                  <a:lnTo>
                    <a:pt x="3038" y="55"/>
                  </a:lnTo>
                  <a:lnTo>
                    <a:pt x="3028" y="51"/>
                  </a:lnTo>
                  <a:lnTo>
                    <a:pt x="3019" y="48"/>
                  </a:lnTo>
                  <a:lnTo>
                    <a:pt x="3019" y="48"/>
                  </a:lnTo>
                  <a:lnTo>
                    <a:pt x="3006" y="45"/>
                  </a:lnTo>
                  <a:lnTo>
                    <a:pt x="2993" y="45"/>
                  </a:lnTo>
                  <a:lnTo>
                    <a:pt x="2977" y="46"/>
                  </a:lnTo>
                  <a:lnTo>
                    <a:pt x="2962" y="48"/>
                  </a:lnTo>
                  <a:lnTo>
                    <a:pt x="2928" y="55"/>
                  </a:lnTo>
                  <a:lnTo>
                    <a:pt x="2894" y="63"/>
                  </a:lnTo>
                  <a:lnTo>
                    <a:pt x="2894" y="63"/>
                  </a:lnTo>
                  <a:lnTo>
                    <a:pt x="2867" y="69"/>
                  </a:lnTo>
                  <a:lnTo>
                    <a:pt x="2841" y="73"/>
                  </a:lnTo>
                  <a:lnTo>
                    <a:pt x="2841" y="73"/>
                  </a:lnTo>
                  <a:lnTo>
                    <a:pt x="2812" y="76"/>
                  </a:lnTo>
                  <a:lnTo>
                    <a:pt x="2782" y="78"/>
                  </a:lnTo>
                  <a:lnTo>
                    <a:pt x="2722" y="78"/>
                  </a:lnTo>
                  <a:lnTo>
                    <a:pt x="2602" y="78"/>
                  </a:lnTo>
                  <a:lnTo>
                    <a:pt x="2575" y="73"/>
                  </a:lnTo>
                  <a:lnTo>
                    <a:pt x="2575" y="73"/>
                  </a:lnTo>
                  <a:lnTo>
                    <a:pt x="2561" y="76"/>
                  </a:lnTo>
                  <a:lnTo>
                    <a:pt x="2545" y="80"/>
                  </a:lnTo>
                  <a:lnTo>
                    <a:pt x="2530" y="86"/>
                  </a:lnTo>
                  <a:lnTo>
                    <a:pt x="2514" y="93"/>
                  </a:lnTo>
                  <a:lnTo>
                    <a:pt x="2483" y="106"/>
                  </a:lnTo>
                  <a:lnTo>
                    <a:pt x="2467" y="112"/>
                  </a:lnTo>
                  <a:lnTo>
                    <a:pt x="2453" y="116"/>
                  </a:lnTo>
                  <a:lnTo>
                    <a:pt x="2453" y="116"/>
                  </a:lnTo>
                  <a:lnTo>
                    <a:pt x="2402" y="127"/>
                  </a:lnTo>
                  <a:lnTo>
                    <a:pt x="2351" y="137"/>
                  </a:lnTo>
                  <a:lnTo>
                    <a:pt x="2300" y="143"/>
                  </a:lnTo>
                  <a:lnTo>
                    <a:pt x="2249" y="147"/>
                  </a:lnTo>
                  <a:lnTo>
                    <a:pt x="2249" y="147"/>
                  </a:lnTo>
                  <a:lnTo>
                    <a:pt x="2183" y="150"/>
                  </a:lnTo>
                  <a:lnTo>
                    <a:pt x="2115" y="151"/>
                  </a:lnTo>
                  <a:lnTo>
                    <a:pt x="2048" y="151"/>
                  </a:lnTo>
                  <a:lnTo>
                    <a:pt x="1981" y="150"/>
                  </a:lnTo>
                  <a:lnTo>
                    <a:pt x="1847" y="146"/>
                  </a:lnTo>
                  <a:lnTo>
                    <a:pt x="1779" y="144"/>
                  </a:lnTo>
                  <a:lnTo>
                    <a:pt x="1711" y="144"/>
                  </a:lnTo>
                  <a:lnTo>
                    <a:pt x="1695" y="140"/>
                  </a:lnTo>
                  <a:lnTo>
                    <a:pt x="1695" y="140"/>
                  </a:lnTo>
                  <a:lnTo>
                    <a:pt x="1627" y="124"/>
                  </a:lnTo>
                  <a:lnTo>
                    <a:pt x="1592" y="116"/>
                  </a:lnTo>
                  <a:lnTo>
                    <a:pt x="1561" y="106"/>
                  </a:lnTo>
                  <a:lnTo>
                    <a:pt x="1561" y="106"/>
                  </a:lnTo>
                  <a:lnTo>
                    <a:pt x="1542" y="97"/>
                  </a:lnTo>
                  <a:lnTo>
                    <a:pt x="1527" y="86"/>
                  </a:lnTo>
                  <a:lnTo>
                    <a:pt x="1495" y="62"/>
                  </a:lnTo>
                  <a:lnTo>
                    <a:pt x="1480" y="49"/>
                  </a:lnTo>
                  <a:lnTo>
                    <a:pt x="1463" y="38"/>
                  </a:lnTo>
                  <a:lnTo>
                    <a:pt x="1444" y="29"/>
                  </a:lnTo>
                  <a:lnTo>
                    <a:pt x="1433" y="25"/>
                  </a:lnTo>
                  <a:lnTo>
                    <a:pt x="1422" y="22"/>
                  </a:lnTo>
                  <a:lnTo>
                    <a:pt x="1395" y="1"/>
                  </a:lnTo>
                  <a:lnTo>
                    <a:pt x="1395" y="1"/>
                  </a:lnTo>
                  <a:lnTo>
                    <a:pt x="1338" y="1"/>
                  </a:lnTo>
                  <a:lnTo>
                    <a:pt x="1280" y="0"/>
                  </a:lnTo>
                  <a:lnTo>
                    <a:pt x="1252" y="0"/>
                  </a:lnTo>
                  <a:lnTo>
                    <a:pt x="1222" y="1"/>
                  </a:lnTo>
                  <a:lnTo>
                    <a:pt x="1194" y="5"/>
                  </a:lnTo>
                  <a:lnTo>
                    <a:pt x="1165" y="10"/>
                  </a:lnTo>
                  <a:lnTo>
                    <a:pt x="1165" y="10"/>
                  </a:lnTo>
                  <a:lnTo>
                    <a:pt x="1144" y="17"/>
                  </a:lnTo>
                  <a:lnTo>
                    <a:pt x="1123" y="22"/>
                  </a:lnTo>
                  <a:lnTo>
                    <a:pt x="1082" y="38"/>
                  </a:lnTo>
                  <a:lnTo>
                    <a:pt x="1040" y="56"/>
                  </a:lnTo>
                  <a:lnTo>
                    <a:pt x="1001" y="76"/>
                  </a:lnTo>
                  <a:lnTo>
                    <a:pt x="963" y="97"/>
                  </a:lnTo>
                  <a:lnTo>
                    <a:pt x="924" y="119"/>
                  </a:lnTo>
                  <a:lnTo>
                    <a:pt x="886" y="140"/>
                  </a:lnTo>
                  <a:lnTo>
                    <a:pt x="846" y="161"/>
                  </a:lnTo>
                  <a:lnTo>
                    <a:pt x="846" y="161"/>
                  </a:lnTo>
                  <a:lnTo>
                    <a:pt x="805" y="181"/>
                  </a:lnTo>
                  <a:lnTo>
                    <a:pt x="763" y="198"/>
                  </a:lnTo>
                  <a:lnTo>
                    <a:pt x="719" y="214"/>
                  </a:lnTo>
                  <a:lnTo>
                    <a:pt x="675" y="228"/>
                  </a:lnTo>
                  <a:lnTo>
                    <a:pt x="628" y="241"/>
                  </a:lnTo>
                  <a:lnTo>
                    <a:pt x="581" y="250"/>
                  </a:lnTo>
                  <a:lnTo>
                    <a:pt x="536" y="259"/>
                  </a:lnTo>
                  <a:lnTo>
                    <a:pt x="489" y="266"/>
                  </a:lnTo>
                  <a:lnTo>
                    <a:pt x="489" y="266"/>
                  </a:lnTo>
                  <a:lnTo>
                    <a:pt x="462" y="269"/>
                  </a:lnTo>
                  <a:lnTo>
                    <a:pt x="434" y="270"/>
                  </a:lnTo>
                  <a:lnTo>
                    <a:pt x="377" y="272"/>
                  </a:lnTo>
                  <a:lnTo>
                    <a:pt x="321" y="272"/>
                  </a:lnTo>
                  <a:lnTo>
                    <a:pt x="263" y="270"/>
                  </a:lnTo>
                  <a:lnTo>
                    <a:pt x="206" y="269"/>
                  </a:lnTo>
                  <a:lnTo>
                    <a:pt x="149" y="270"/>
                  </a:lnTo>
                  <a:lnTo>
                    <a:pt x="122" y="272"/>
                  </a:lnTo>
                  <a:lnTo>
                    <a:pt x="94" y="275"/>
                  </a:lnTo>
                  <a:lnTo>
                    <a:pt x="67" y="279"/>
                  </a:lnTo>
                  <a:lnTo>
                    <a:pt x="40" y="283"/>
                  </a:lnTo>
                  <a:lnTo>
                    <a:pt x="36" y="292"/>
                  </a:lnTo>
                  <a:lnTo>
                    <a:pt x="36" y="292"/>
                  </a:lnTo>
                  <a:lnTo>
                    <a:pt x="36" y="311"/>
                  </a:lnTo>
                  <a:lnTo>
                    <a:pt x="33" y="333"/>
                  </a:lnTo>
                  <a:lnTo>
                    <a:pt x="27" y="354"/>
                  </a:lnTo>
                  <a:lnTo>
                    <a:pt x="22" y="377"/>
                  </a:lnTo>
                  <a:lnTo>
                    <a:pt x="10" y="422"/>
                  </a:lnTo>
                  <a:lnTo>
                    <a:pt x="5" y="446"/>
                  </a:lnTo>
                  <a:lnTo>
                    <a:pt x="2" y="467"/>
                  </a:lnTo>
                  <a:lnTo>
                    <a:pt x="2" y="467"/>
                  </a:lnTo>
                  <a:lnTo>
                    <a:pt x="0" y="524"/>
                  </a:lnTo>
                  <a:lnTo>
                    <a:pt x="2" y="552"/>
                  </a:lnTo>
                  <a:lnTo>
                    <a:pt x="3" y="579"/>
                  </a:lnTo>
                  <a:lnTo>
                    <a:pt x="5" y="608"/>
                  </a:lnTo>
                  <a:lnTo>
                    <a:pt x="9" y="636"/>
                  </a:lnTo>
                  <a:lnTo>
                    <a:pt x="13" y="666"/>
                  </a:lnTo>
                  <a:lnTo>
                    <a:pt x="19" y="695"/>
                  </a:lnTo>
                  <a:lnTo>
                    <a:pt x="19" y="695"/>
                  </a:lnTo>
                  <a:lnTo>
                    <a:pt x="33" y="744"/>
                  </a:lnTo>
                  <a:lnTo>
                    <a:pt x="49" y="792"/>
                  </a:lnTo>
                  <a:lnTo>
                    <a:pt x="66" y="840"/>
                  </a:lnTo>
                  <a:lnTo>
                    <a:pt x="84" y="888"/>
                  </a:lnTo>
                  <a:lnTo>
                    <a:pt x="84" y="888"/>
                  </a:lnTo>
                  <a:lnTo>
                    <a:pt x="118" y="970"/>
                  </a:lnTo>
                  <a:lnTo>
                    <a:pt x="153" y="1051"/>
                  </a:lnTo>
                  <a:lnTo>
                    <a:pt x="190" y="1132"/>
                  </a:lnTo>
                  <a:lnTo>
                    <a:pt x="224" y="1211"/>
                  </a:lnTo>
                  <a:lnTo>
                    <a:pt x="246" y="1228"/>
                  </a:lnTo>
                  <a:lnTo>
                    <a:pt x="246" y="1228"/>
                  </a:lnTo>
                  <a:lnTo>
                    <a:pt x="263" y="1221"/>
                  </a:lnTo>
                  <a:lnTo>
                    <a:pt x="281" y="1217"/>
                  </a:lnTo>
                  <a:lnTo>
                    <a:pt x="301" y="1213"/>
                  </a:lnTo>
                  <a:lnTo>
                    <a:pt x="321" y="1210"/>
                  </a:lnTo>
                  <a:lnTo>
                    <a:pt x="342" y="1208"/>
                  </a:lnTo>
                  <a:lnTo>
                    <a:pt x="363" y="1207"/>
                  </a:lnTo>
                  <a:lnTo>
                    <a:pt x="407" y="1207"/>
                  </a:lnTo>
                  <a:lnTo>
                    <a:pt x="407" y="1207"/>
                  </a:lnTo>
                  <a:lnTo>
                    <a:pt x="451" y="1208"/>
                  </a:lnTo>
                  <a:lnTo>
                    <a:pt x="494" y="1213"/>
                  </a:lnTo>
                  <a:lnTo>
                    <a:pt x="573" y="1220"/>
                  </a:lnTo>
                  <a:lnTo>
                    <a:pt x="573" y="1220"/>
                  </a:lnTo>
                  <a:lnTo>
                    <a:pt x="618" y="1224"/>
                  </a:lnTo>
                  <a:lnTo>
                    <a:pt x="664" y="1228"/>
                  </a:lnTo>
                  <a:lnTo>
                    <a:pt x="754" y="1242"/>
                  </a:lnTo>
                  <a:lnTo>
                    <a:pt x="844" y="1256"/>
                  </a:lnTo>
                  <a:lnTo>
                    <a:pt x="934" y="1271"/>
                  </a:lnTo>
                  <a:lnTo>
                    <a:pt x="938" y="1288"/>
                  </a:lnTo>
                  <a:lnTo>
                    <a:pt x="938" y="1288"/>
                  </a:lnTo>
                  <a:lnTo>
                    <a:pt x="948" y="1310"/>
                  </a:lnTo>
                  <a:lnTo>
                    <a:pt x="955" y="1334"/>
                  </a:lnTo>
                  <a:lnTo>
                    <a:pt x="963" y="1360"/>
                  </a:lnTo>
                  <a:lnTo>
                    <a:pt x="968" y="1387"/>
                  </a:lnTo>
                  <a:lnTo>
                    <a:pt x="974" y="1414"/>
                  </a:lnTo>
                  <a:lnTo>
                    <a:pt x="978" y="1442"/>
                  </a:lnTo>
                  <a:lnTo>
                    <a:pt x="985" y="1500"/>
                  </a:lnTo>
                  <a:lnTo>
                    <a:pt x="991" y="1560"/>
                  </a:lnTo>
                  <a:lnTo>
                    <a:pt x="994" y="1618"/>
                  </a:lnTo>
                  <a:lnTo>
                    <a:pt x="998" y="1724"/>
                  </a:lnTo>
                  <a:lnTo>
                    <a:pt x="998" y="1724"/>
                  </a:lnTo>
                  <a:lnTo>
                    <a:pt x="999" y="1822"/>
                  </a:lnTo>
                  <a:lnTo>
                    <a:pt x="998" y="1920"/>
                  </a:lnTo>
                  <a:lnTo>
                    <a:pt x="994" y="21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8C4FF328-3BB0-E2A7-4A6F-C749FC38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  <a:gd name="T120" fmla="*/ 5912 w 6395"/>
                <a:gd name="T121" fmla="*/ 4797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  <a:lnTo>
                    <a:pt x="5912" y="4797"/>
                  </a:lnTo>
                  <a:close/>
                </a:path>
              </a:pathLst>
            </a:custGeom>
            <a:solidFill>
              <a:srgbClr val="FF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6FFDF020-165F-C71D-6692-98DF8B13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117"/>
              <a:ext cx="3197" cy="2419"/>
            </a:xfrm>
            <a:custGeom>
              <a:avLst/>
              <a:gdLst>
                <a:gd name="T0" fmla="*/ 6031 w 6395"/>
                <a:gd name="T1" fmla="*/ 4775 h 4838"/>
                <a:gd name="T2" fmla="*/ 6214 w 6395"/>
                <a:gd name="T3" fmla="*/ 4765 h 4838"/>
                <a:gd name="T4" fmla="*/ 6276 w 6395"/>
                <a:gd name="T5" fmla="*/ 4670 h 4838"/>
                <a:gd name="T6" fmla="*/ 6345 w 6395"/>
                <a:gd name="T7" fmla="*/ 4445 h 4838"/>
                <a:gd name="T8" fmla="*/ 6382 w 6395"/>
                <a:gd name="T9" fmla="*/ 4217 h 4838"/>
                <a:gd name="T10" fmla="*/ 6395 w 6395"/>
                <a:gd name="T11" fmla="*/ 3808 h 4838"/>
                <a:gd name="T12" fmla="*/ 6345 w 6395"/>
                <a:gd name="T13" fmla="*/ 3245 h 4838"/>
                <a:gd name="T14" fmla="*/ 6252 w 6395"/>
                <a:gd name="T15" fmla="*/ 2732 h 4838"/>
                <a:gd name="T16" fmla="*/ 6139 w 6395"/>
                <a:gd name="T17" fmla="*/ 2347 h 4838"/>
                <a:gd name="T18" fmla="*/ 6072 w 6395"/>
                <a:gd name="T19" fmla="*/ 1995 h 4838"/>
                <a:gd name="T20" fmla="*/ 5978 w 6395"/>
                <a:gd name="T21" fmla="*/ 1465 h 4838"/>
                <a:gd name="T22" fmla="*/ 5957 w 6395"/>
                <a:gd name="T23" fmla="*/ 1259 h 4838"/>
                <a:gd name="T24" fmla="*/ 5883 w 6395"/>
                <a:gd name="T25" fmla="*/ 1093 h 4838"/>
                <a:gd name="T26" fmla="*/ 5752 w 6395"/>
                <a:gd name="T27" fmla="*/ 975 h 4838"/>
                <a:gd name="T28" fmla="*/ 5451 w 6395"/>
                <a:gd name="T29" fmla="*/ 824 h 4838"/>
                <a:gd name="T30" fmla="*/ 5196 w 6395"/>
                <a:gd name="T31" fmla="*/ 733 h 4838"/>
                <a:gd name="T32" fmla="*/ 4758 w 6395"/>
                <a:gd name="T33" fmla="*/ 673 h 4838"/>
                <a:gd name="T34" fmla="*/ 4294 w 6395"/>
                <a:gd name="T35" fmla="*/ 634 h 4838"/>
                <a:gd name="T36" fmla="*/ 3533 w 6395"/>
                <a:gd name="T37" fmla="*/ 661 h 4838"/>
                <a:gd name="T38" fmla="*/ 3324 w 6395"/>
                <a:gd name="T39" fmla="*/ 666 h 4838"/>
                <a:gd name="T40" fmla="*/ 3115 w 6395"/>
                <a:gd name="T41" fmla="*/ 727 h 4838"/>
                <a:gd name="T42" fmla="*/ 2719 w 6395"/>
                <a:gd name="T43" fmla="*/ 795 h 4838"/>
                <a:gd name="T44" fmla="*/ 2525 w 6395"/>
                <a:gd name="T45" fmla="*/ 794 h 4838"/>
                <a:gd name="T46" fmla="*/ 2022 w 6395"/>
                <a:gd name="T47" fmla="*/ 722 h 4838"/>
                <a:gd name="T48" fmla="*/ 1597 w 6395"/>
                <a:gd name="T49" fmla="*/ 672 h 4838"/>
                <a:gd name="T50" fmla="*/ 1213 w 6395"/>
                <a:gd name="T51" fmla="*/ 458 h 4838"/>
                <a:gd name="T52" fmla="*/ 884 w 6395"/>
                <a:gd name="T53" fmla="*/ 275 h 4838"/>
                <a:gd name="T54" fmla="*/ 716 w 6395"/>
                <a:gd name="T55" fmla="*/ 131 h 4838"/>
                <a:gd name="T56" fmla="*/ 668 w 6395"/>
                <a:gd name="T57" fmla="*/ 105 h 4838"/>
                <a:gd name="T58" fmla="*/ 573 w 6395"/>
                <a:gd name="T59" fmla="*/ 118 h 4838"/>
                <a:gd name="T60" fmla="*/ 458 w 6395"/>
                <a:gd name="T61" fmla="*/ 63 h 4838"/>
                <a:gd name="T62" fmla="*/ 369 w 6395"/>
                <a:gd name="T63" fmla="*/ 12 h 4838"/>
                <a:gd name="T64" fmla="*/ 254 w 6395"/>
                <a:gd name="T65" fmla="*/ 10 h 4838"/>
                <a:gd name="T66" fmla="*/ 148 w 6395"/>
                <a:gd name="T67" fmla="*/ 84 h 4838"/>
                <a:gd name="T68" fmla="*/ 30 w 6395"/>
                <a:gd name="T69" fmla="*/ 240 h 4838"/>
                <a:gd name="T70" fmla="*/ 3 w 6395"/>
                <a:gd name="T71" fmla="*/ 329 h 4838"/>
                <a:gd name="T72" fmla="*/ 75 w 6395"/>
                <a:gd name="T73" fmla="*/ 386 h 4838"/>
                <a:gd name="T74" fmla="*/ 172 w 6395"/>
                <a:gd name="T75" fmla="*/ 483 h 4838"/>
                <a:gd name="T76" fmla="*/ 245 w 6395"/>
                <a:gd name="T77" fmla="*/ 652 h 4838"/>
                <a:gd name="T78" fmla="*/ 333 w 6395"/>
                <a:gd name="T79" fmla="*/ 777 h 4838"/>
                <a:gd name="T80" fmla="*/ 855 w 6395"/>
                <a:gd name="T81" fmla="*/ 1171 h 4838"/>
                <a:gd name="T82" fmla="*/ 1254 w 6395"/>
                <a:gd name="T83" fmla="*/ 1451 h 4838"/>
                <a:gd name="T84" fmla="*/ 1505 w 6395"/>
                <a:gd name="T85" fmla="*/ 1563 h 4838"/>
                <a:gd name="T86" fmla="*/ 1997 w 6395"/>
                <a:gd name="T87" fmla="*/ 1726 h 4838"/>
                <a:gd name="T88" fmla="*/ 2525 w 6395"/>
                <a:gd name="T89" fmla="*/ 1903 h 4838"/>
                <a:gd name="T90" fmla="*/ 2783 w 6395"/>
                <a:gd name="T91" fmla="*/ 1956 h 4838"/>
                <a:gd name="T92" fmla="*/ 2868 w 6395"/>
                <a:gd name="T93" fmla="*/ 2310 h 4838"/>
                <a:gd name="T94" fmla="*/ 2891 w 6395"/>
                <a:gd name="T95" fmla="*/ 2731 h 4838"/>
                <a:gd name="T96" fmla="*/ 2918 w 6395"/>
                <a:gd name="T97" fmla="*/ 3405 h 4838"/>
                <a:gd name="T98" fmla="*/ 2972 w 6395"/>
                <a:gd name="T99" fmla="*/ 4053 h 4838"/>
                <a:gd name="T100" fmla="*/ 2984 w 6395"/>
                <a:gd name="T101" fmla="*/ 4356 h 4838"/>
                <a:gd name="T102" fmla="*/ 3051 w 6395"/>
                <a:gd name="T103" fmla="*/ 4542 h 4838"/>
                <a:gd name="T104" fmla="*/ 3057 w 6395"/>
                <a:gd name="T105" fmla="*/ 4713 h 4838"/>
                <a:gd name="T106" fmla="*/ 3064 w 6395"/>
                <a:gd name="T107" fmla="*/ 4799 h 4838"/>
                <a:gd name="T108" fmla="*/ 3147 w 6395"/>
                <a:gd name="T109" fmla="*/ 4835 h 4838"/>
                <a:gd name="T110" fmla="*/ 3366 w 6395"/>
                <a:gd name="T111" fmla="*/ 4826 h 4838"/>
                <a:gd name="T112" fmla="*/ 4207 w 6395"/>
                <a:gd name="T113" fmla="*/ 4781 h 4838"/>
                <a:gd name="T114" fmla="*/ 4631 w 6395"/>
                <a:gd name="T115" fmla="*/ 4761 h 4838"/>
                <a:gd name="T116" fmla="*/ 5332 w 6395"/>
                <a:gd name="T117" fmla="*/ 4797 h 4838"/>
                <a:gd name="T118" fmla="*/ 5684 w 6395"/>
                <a:gd name="T119" fmla="*/ 4818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95" h="4838">
                  <a:moveTo>
                    <a:pt x="5912" y="4797"/>
                  </a:moveTo>
                  <a:lnTo>
                    <a:pt x="5912" y="4797"/>
                  </a:lnTo>
                  <a:lnTo>
                    <a:pt x="5939" y="4789"/>
                  </a:lnTo>
                  <a:lnTo>
                    <a:pt x="5963" y="4782"/>
                  </a:lnTo>
                  <a:lnTo>
                    <a:pt x="5986" y="4780"/>
                  </a:lnTo>
                  <a:lnTo>
                    <a:pt x="6008" y="4777"/>
                  </a:lnTo>
                  <a:lnTo>
                    <a:pt x="6031" y="4775"/>
                  </a:lnTo>
                  <a:lnTo>
                    <a:pt x="6055" y="4775"/>
                  </a:lnTo>
                  <a:lnTo>
                    <a:pt x="6109" y="4775"/>
                  </a:lnTo>
                  <a:lnTo>
                    <a:pt x="6109" y="4775"/>
                  </a:lnTo>
                  <a:lnTo>
                    <a:pt x="6130" y="4775"/>
                  </a:lnTo>
                  <a:lnTo>
                    <a:pt x="6150" y="4772"/>
                  </a:lnTo>
                  <a:lnTo>
                    <a:pt x="6192" y="4767"/>
                  </a:lnTo>
                  <a:lnTo>
                    <a:pt x="6214" y="4765"/>
                  </a:lnTo>
                  <a:lnTo>
                    <a:pt x="6235" y="4764"/>
                  </a:lnTo>
                  <a:lnTo>
                    <a:pt x="6256" y="4764"/>
                  </a:lnTo>
                  <a:lnTo>
                    <a:pt x="6277" y="4768"/>
                  </a:lnTo>
                  <a:lnTo>
                    <a:pt x="6275" y="4719"/>
                  </a:lnTo>
                  <a:lnTo>
                    <a:pt x="6275" y="4719"/>
                  </a:lnTo>
                  <a:lnTo>
                    <a:pt x="6275" y="4695"/>
                  </a:lnTo>
                  <a:lnTo>
                    <a:pt x="6276" y="4670"/>
                  </a:lnTo>
                  <a:lnTo>
                    <a:pt x="6279" y="4646"/>
                  </a:lnTo>
                  <a:lnTo>
                    <a:pt x="6283" y="4624"/>
                  </a:lnTo>
                  <a:lnTo>
                    <a:pt x="6289" y="4601"/>
                  </a:lnTo>
                  <a:lnTo>
                    <a:pt x="6296" y="4578"/>
                  </a:lnTo>
                  <a:lnTo>
                    <a:pt x="6311" y="4534"/>
                  </a:lnTo>
                  <a:lnTo>
                    <a:pt x="6328" y="4490"/>
                  </a:lnTo>
                  <a:lnTo>
                    <a:pt x="6345" y="4445"/>
                  </a:lnTo>
                  <a:lnTo>
                    <a:pt x="6353" y="4422"/>
                  </a:lnTo>
                  <a:lnTo>
                    <a:pt x="6360" y="4398"/>
                  </a:lnTo>
                  <a:lnTo>
                    <a:pt x="6365" y="4374"/>
                  </a:lnTo>
                  <a:lnTo>
                    <a:pt x="6370" y="4350"/>
                  </a:lnTo>
                  <a:lnTo>
                    <a:pt x="6370" y="4350"/>
                  </a:lnTo>
                  <a:lnTo>
                    <a:pt x="6377" y="4285"/>
                  </a:lnTo>
                  <a:lnTo>
                    <a:pt x="6382" y="4217"/>
                  </a:lnTo>
                  <a:lnTo>
                    <a:pt x="6387" y="4146"/>
                  </a:lnTo>
                  <a:lnTo>
                    <a:pt x="6388" y="4075"/>
                  </a:lnTo>
                  <a:lnTo>
                    <a:pt x="6388" y="4075"/>
                  </a:lnTo>
                  <a:lnTo>
                    <a:pt x="6392" y="4009"/>
                  </a:lnTo>
                  <a:lnTo>
                    <a:pt x="6394" y="3941"/>
                  </a:lnTo>
                  <a:lnTo>
                    <a:pt x="6395" y="3874"/>
                  </a:lnTo>
                  <a:lnTo>
                    <a:pt x="6395" y="3808"/>
                  </a:lnTo>
                  <a:lnTo>
                    <a:pt x="6394" y="3741"/>
                  </a:lnTo>
                  <a:lnTo>
                    <a:pt x="6389" y="3676"/>
                  </a:lnTo>
                  <a:lnTo>
                    <a:pt x="6385" y="3611"/>
                  </a:lnTo>
                  <a:lnTo>
                    <a:pt x="6379" y="3547"/>
                  </a:lnTo>
                  <a:lnTo>
                    <a:pt x="6379" y="3547"/>
                  </a:lnTo>
                  <a:lnTo>
                    <a:pt x="6364" y="3395"/>
                  </a:lnTo>
                  <a:lnTo>
                    <a:pt x="6345" y="3245"/>
                  </a:lnTo>
                  <a:lnTo>
                    <a:pt x="6334" y="3171"/>
                  </a:lnTo>
                  <a:lnTo>
                    <a:pt x="6323" y="3098"/>
                  </a:lnTo>
                  <a:lnTo>
                    <a:pt x="6311" y="3024"/>
                  </a:lnTo>
                  <a:lnTo>
                    <a:pt x="6297" y="2950"/>
                  </a:lnTo>
                  <a:lnTo>
                    <a:pt x="6283" y="2877"/>
                  </a:lnTo>
                  <a:lnTo>
                    <a:pt x="6267" y="2804"/>
                  </a:lnTo>
                  <a:lnTo>
                    <a:pt x="6252" y="2732"/>
                  </a:lnTo>
                  <a:lnTo>
                    <a:pt x="6235" y="2660"/>
                  </a:lnTo>
                  <a:lnTo>
                    <a:pt x="6215" y="2589"/>
                  </a:lnTo>
                  <a:lnTo>
                    <a:pt x="6195" y="2517"/>
                  </a:lnTo>
                  <a:lnTo>
                    <a:pt x="6174" y="2446"/>
                  </a:lnTo>
                  <a:lnTo>
                    <a:pt x="6153" y="2375"/>
                  </a:lnTo>
                  <a:lnTo>
                    <a:pt x="6139" y="2347"/>
                  </a:lnTo>
                  <a:lnTo>
                    <a:pt x="6139" y="2347"/>
                  </a:lnTo>
                  <a:lnTo>
                    <a:pt x="6137" y="2321"/>
                  </a:lnTo>
                  <a:lnTo>
                    <a:pt x="6134" y="2297"/>
                  </a:lnTo>
                  <a:lnTo>
                    <a:pt x="6127" y="2248"/>
                  </a:lnTo>
                  <a:lnTo>
                    <a:pt x="6117" y="2197"/>
                  </a:lnTo>
                  <a:lnTo>
                    <a:pt x="6106" y="2147"/>
                  </a:lnTo>
                  <a:lnTo>
                    <a:pt x="6082" y="2046"/>
                  </a:lnTo>
                  <a:lnTo>
                    <a:pt x="6072" y="1995"/>
                  </a:lnTo>
                  <a:lnTo>
                    <a:pt x="6063" y="1946"/>
                  </a:lnTo>
                  <a:lnTo>
                    <a:pt x="6063" y="1946"/>
                  </a:lnTo>
                  <a:lnTo>
                    <a:pt x="6051" y="1866"/>
                  </a:lnTo>
                  <a:lnTo>
                    <a:pt x="6037" y="1787"/>
                  </a:lnTo>
                  <a:lnTo>
                    <a:pt x="6005" y="1627"/>
                  </a:lnTo>
                  <a:lnTo>
                    <a:pt x="5991" y="1546"/>
                  </a:lnTo>
                  <a:lnTo>
                    <a:pt x="5978" y="1465"/>
                  </a:lnTo>
                  <a:lnTo>
                    <a:pt x="5974" y="1424"/>
                  </a:lnTo>
                  <a:lnTo>
                    <a:pt x="5970" y="1385"/>
                  </a:lnTo>
                  <a:lnTo>
                    <a:pt x="5967" y="1344"/>
                  </a:lnTo>
                  <a:lnTo>
                    <a:pt x="5964" y="1304"/>
                  </a:lnTo>
                  <a:lnTo>
                    <a:pt x="5963" y="1288"/>
                  </a:lnTo>
                  <a:lnTo>
                    <a:pt x="5963" y="1288"/>
                  </a:lnTo>
                  <a:lnTo>
                    <a:pt x="5957" y="1259"/>
                  </a:lnTo>
                  <a:lnTo>
                    <a:pt x="5949" y="1230"/>
                  </a:lnTo>
                  <a:lnTo>
                    <a:pt x="5940" y="1203"/>
                  </a:lnTo>
                  <a:lnTo>
                    <a:pt x="5930" y="1178"/>
                  </a:lnTo>
                  <a:lnTo>
                    <a:pt x="5920" y="1155"/>
                  </a:lnTo>
                  <a:lnTo>
                    <a:pt x="5909" y="1132"/>
                  </a:lnTo>
                  <a:lnTo>
                    <a:pt x="5896" y="1113"/>
                  </a:lnTo>
                  <a:lnTo>
                    <a:pt x="5883" y="1093"/>
                  </a:lnTo>
                  <a:lnTo>
                    <a:pt x="5869" y="1074"/>
                  </a:lnTo>
                  <a:lnTo>
                    <a:pt x="5854" y="1057"/>
                  </a:lnTo>
                  <a:lnTo>
                    <a:pt x="5838" y="1042"/>
                  </a:lnTo>
                  <a:lnTo>
                    <a:pt x="5823" y="1028"/>
                  </a:lnTo>
                  <a:lnTo>
                    <a:pt x="5806" y="1013"/>
                  </a:lnTo>
                  <a:lnTo>
                    <a:pt x="5789" y="999"/>
                  </a:lnTo>
                  <a:lnTo>
                    <a:pt x="5752" y="975"/>
                  </a:lnTo>
                  <a:lnTo>
                    <a:pt x="5713" y="952"/>
                  </a:lnTo>
                  <a:lnTo>
                    <a:pt x="5672" y="931"/>
                  </a:lnTo>
                  <a:lnTo>
                    <a:pt x="5630" y="911"/>
                  </a:lnTo>
                  <a:lnTo>
                    <a:pt x="5587" y="890"/>
                  </a:lnTo>
                  <a:lnTo>
                    <a:pt x="5542" y="870"/>
                  </a:lnTo>
                  <a:lnTo>
                    <a:pt x="5498" y="848"/>
                  </a:lnTo>
                  <a:lnTo>
                    <a:pt x="5451" y="824"/>
                  </a:lnTo>
                  <a:lnTo>
                    <a:pt x="5406" y="797"/>
                  </a:lnTo>
                  <a:lnTo>
                    <a:pt x="5363" y="790"/>
                  </a:lnTo>
                  <a:lnTo>
                    <a:pt x="5363" y="790"/>
                  </a:lnTo>
                  <a:lnTo>
                    <a:pt x="5324" y="773"/>
                  </a:lnTo>
                  <a:lnTo>
                    <a:pt x="5281" y="758"/>
                  </a:lnTo>
                  <a:lnTo>
                    <a:pt x="5240" y="744"/>
                  </a:lnTo>
                  <a:lnTo>
                    <a:pt x="5196" y="733"/>
                  </a:lnTo>
                  <a:lnTo>
                    <a:pt x="5154" y="723"/>
                  </a:lnTo>
                  <a:lnTo>
                    <a:pt x="5110" y="716"/>
                  </a:lnTo>
                  <a:lnTo>
                    <a:pt x="5066" y="707"/>
                  </a:lnTo>
                  <a:lnTo>
                    <a:pt x="5022" y="702"/>
                  </a:lnTo>
                  <a:lnTo>
                    <a:pt x="4934" y="692"/>
                  </a:lnTo>
                  <a:lnTo>
                    <a:pt x="4846" y="682"/>
                  </a:lnTo>
                  <a:lnTo>
                    <a:pt x="4758" y="673"/>
                  </a:lnTo>
                  <a:lnTo>
                    <a:pt x="4672" y="662"/>
                  </a:lnTo>
                  <a:lnTo>
                    <a:pt x="4672" y="662"/>
                  </a:lnTo>
                  <a:lnTo>
                    <a:pt x="4597" y="651"/>
                  </a:lnTo>
                  <a:lnTo>
                    <a:pt x="4520" y="644"/>
                  </a:lnTo>
                  <a:lnTo>
                    <a:pt x="4445" y="638"/>
                  </a:lnTo>
                  <a:lnTo>
                    <a:pt x="4369" y="635"/>
                  </a:lnTo>
                  <a:lnTo>
                    <a:pt x="4294" y="634"/>
                  </a:lnTo>
                  <a:lnTo>
                    <a:pt x="4217" y="634"/>
                  </a:lnTo>
                  <a:lnTo>
                    <a:pt x="4142" y="635"/>
                  </a:lnTo>
                  <a:lnTo>
                    <a:pt x="4066" y="638"/>
                  </a:lnTo>
                  <a:lnTo>
                    <a:pt x="3914" y="645"/>
                  </a:lnTo>
                  <a:lnTo>
                    <a:pt x="3761" y="652"/>
                  </a:lnTo>
                  <a:lnTo>
                    <a:pt x="3609" y="659"/>
                  </a:lnTo>
                  <a:lnTo>
                    <a:pt x="3533" y="661"/>
                  </a:lnTo>
                  <a:lnTo>
                    <a:pt x="3456" y="662"/>
                  </a:lnTo>
                  <a:lnTo>
                    <a:pt x="3438" y="661"/>
                  </a:lnTo>
                  <a:lnTo>
                    <a:pt x="3438" y="661"/>
                  </a:lnTo>
                  <a:lnTo>
                    <a:pt x="3409" y="659"/>
                  </a:lnTo>
                  <a:lnTo>
                    <a:pt x="3381" y="661"/>
                  </a:lnTo>
                  <a:lnTo>
                    <a:pt x="3353" y="662"/>
                  </a:lnTo>
                  <a:lnTo>
                    <a:pt x="3324" y="666"/>
                  </a:lnTo>
                  <a:lnTo>
                    <a:pt x="3296" y="672"/>
                  </a:lnTo>
                  <a:lnTo>
                    <a:pt x="3268" y="678"/>
                  </a:lnTo>
                  <a:lnTo>
                    <a:pt x="3239" y="685"/>
                  </a:lnTo>
                  <a:lnTo>
                    <a:pt x="3211" y="693"/>
                  </a:lnTo>
                  <a:lnTo>
                    <a:pt x="3190" y="706"/>
                  </a:lnTo>
                  <a:lnTo>
                    <a:pt x="3190" y="706"/>
                  </a:lnTo>
                  <a:lnTo>
                    <a:pt x="3115" y="727"/>
                  </a:lnTo>
                  <a:lnTo>
                    <a:pt x="3037" y="747"/>
                  </a:lnTo>
                  <a:lnTo>
                    <a:pt x="2959" y="763"/>
                  </a:lnTo>
                  <a:lnTo>
                    <a:pt x="2880" y="777"/>
                  </a:lnTo>
                  <a:lnTo>
                    <a:pt x="2840" y="782"/>
                  </a:lnTo>
                  <a:lnTo>
                    <a:pt x="2800" y="788"/>
                  </a:lnTo>
                  <a:lnTo>
                    <a:pt x="2760" y="791"/>
                  </a:lnTo>
                  <a:lnTo>
                    <a:pt x="2719" y="795"/>
                  </a:lnTo>
                  <a:lnTo>
                    <a:pt x="2680" y="797"/>
                  </a:lnTo>
                  <a:lnTo>
                    <a:pt x="2640" y="798"/>
                  </a:lnTo>
                  <a:lnTo>
                    <a:pt x="2602" y="798"/>
                  </a:lnTo>
                  <a:lnTo>
                    <a:pt x="2562" y="797"/>
                  </a:lnTo>
                  <a:lnTo>
                    <a:pt x="2562" y="797"/>
                  </a:lnTo>
                  <a:lnTo>
                    <a:pt x="2525" y="794"/>
                  </a:lnTo>
                  <a:lnTo>
                    <a:pt x="2525" y="794"/>
                  </a:lnTo>
                  <a:lnTo>
                    <a:pt x="2469" y="788"/>
                  </a:lnTo>
                  <a:lnTo>
                    <a:pt x="2413" y="782"/>
                  </a:lnTo>
                  <a:lnTo>
                    <a:pt x="2301" y="767"/>
                  </a:lnTo>
                  <a:lnTo>
                    <a:pt x="2191" y="750"/>
                  </a:lnTo>
                  <a:lnTo>
                    <a:pt x="2080" y="731"/>
                  </a:lnTo>
                  <a:lnTo>
                    <a:pt x="2080" y="731"/>
                  </a:lnTo>
                  <a:lnTo>
                    <a:pt x="2022" y="722"/>
                  </a:lnTo>
                  <a:lnTo>
                    <a:pt x="1964" y="713"/>
                  </a:lnTo>
                  <a:lnTo>
                    <a:pt x="1907" y="707"/>
                  </a:lnTo>
                  <a:lnTo>
                    <a:pt x="1849" y="703"/>
                  </a:lnTo>
                  <a:lnTo>
                    <a:pt x="1735" y="693"/>
                  </a:lnTo>
                  <a:lnTo>
                    <a:pt x="1676" y="688"/>
                  </a:lnTo>
                  <a:lnTo>
                    <a:pt x="1618" y="680"/>
                  </a:lnTo>
                  <a:lnTo>
                    <a:pt x="1597" y="672"/>
                  </a:lnTo>
                  <a:lnTo>
                    <a:pt x="1597" y="672"/>
                  </a:lnTo>
                  <a:lnTo>
                    <a:pt x="1542" y="644"/>
                  </a:lnTo>
                  <a:lnTo>
                    <a:pt x="1487" y="615"/>
                  </a:lnTo>
                  <a:lnTo>
                    <a:pt x="1431" y="584"/>
                  </a:lnTo>
                  <a:lnTo>
                    <a:pt x="1378" y="551"/>
                  </a:lnTo>
                  <a:lnTo>
                    <a:pt x="1268" y="489"/>
                  </a:lnTo>
                  <a:lnTo>
                    <a:pt x="1213" y="458"/>
                  </a:lnTo>
                  <a:lnTo>
                    <a:pt x="1156" y="428"/>
                  </a:lnTo>
                  <a:lnTo>
                    <a:pt x="1156" y="428"/>
                  </a:lnTo>
                  <a:lnTo>
                    <a:pt x="1080" y="387"/>
                  </a:lnTo>
                  <a:lnTo>
                    <a:pt x="1001" y="345"/>
                  </a:lnTo>
                  <a:lnTo>
                    <a:pt x="962" y="322"/>
                  </a:lnTo>
                  <a:lnTo>
                    <a:pt x="923" y="299"/>
                  </a:lnTo>
                  <a:lnTo>
                    <a:pt x="884" y="275"/>
                  </a:lnTo>
                  <a:lnTo>
                    <a:pt x="848" y="250"/>
                  </a:lnTo>
                  <a:lnTo>
                    <a:pt x="848" y="250"/>
                  </a:lnTo>
                  <a:lnTo>
                    <a:pt x="818" y="228"/>
                  </a:lnTo>
                  <a:lnTo>
                    <a:pt x="788" y="206"/>
                  </a:lnTo>
                  <a:lnTo>
                    <a:pt x="760" y="183"/>
                  </a:lnTo>
                  <a:lnTo>
                    <a:pt x="731" y="159"/>
                  </a:lnTo>
                  <a:lnTo>
                    <a:pt x="716" y="131"/>
                  </a:lnTo>
                  <a:lnTo>
                    <a:pt x="716" y="131"/>
                  </a:lnTo>
                  <a:lnTo>
                    <a:pt x="709" y="122"/>
                  </a:lnTo>
                  <a:lnTo>
                    <a:pt x="702" y="115"/>
                  </a:lnTo>
                  <a:lnTo>
                    <a:pt x="693" y="111"/>
                  </a:lnTo>
                  <a:lnTo>
                    <a:pt x="685" y="108"/>
                  </a:lnTo>
                  <a:lnTo>
                    <a:pt x="676" y="107"/>
                  </a:lnTo>
                  <a:lnTo>
                    <a:pt x="668" y="105"/>
                  </a:lnTo>
                  <a:lnTo>
                    <a:pt x="649" y="107"/>
                  </a:lnTo>
                  <a:lnTo>
                    <a:pt x="629" y="111"/>
                  </a:lnTo>
                  <a:lnTo>
                    <a:pt x="610" y="114"/>
                  </a:lnTo>
                  <a:lnTo>
                    <a:pt x="591" y="118"/>
                  </a:lnTo>
                  <a:lnTo>
                    <a:pt x="581" y="118"/>
                  </a:lnTo>
                  <a:lnTo>
                    <a:pt x="573" y="118"/>
                  </a:lnTo>
                  <a:lnTo>
                    <a:pt x="573" y="118"/>
                  </a:lnTo>
                  <a:lnTo>
                    <a:pt x="561" y="116"/>
                  </a:lnTo>
                  <a:lnTo>
                    <a:pt x="550" y="114"/>
                  </a:lnTo>
                  <a:lnTo>
                    <a:pt x="540" y="111"/>
                  </a:lnTo>
                  <a:lnTo>
                    <a:pt x="529" y="108"/>
                  </a:lnTo>
                  <a:lnTo>
                    <a:pt x="510" y="98"/>
                  </a:lnTo>
                  <a:lnTo>
                    <a:pt x="492" y="87"/>
                  </a:lnTo>
                  <a:lnTo>
                    <a:pt x="458" y="63"/>
                  </a:lnTo>
                  <a:lnTo>
                    <a:pt x="439" y="50"/>
                  </a:lnTo>
                  <a:lnTo>
                    <a:pt x="421" y="39"/>
                  </a:lnTo>
                  <a:lnTo>
                    <a:pt x="421" y="39"/>
                  </a:lnTo>
                  <a:lnTo>
                    <a:pt x="394" y="23"/>
                  </a:lnTo>
                  <a:lnTo>
                    <a:pt x="381" y="17"/>
                  </a:lnTo>
                  <a:lnTo>
                    <a:pt x="369" y="12"/>
                  </a:lnTo>
                  <a:lnTo>
                    <a:pt x="369" y="12"/>
                  </a:lnTo>
                  <a:lnTo>
                    <a:pt x="352" y="6"/>
                  </a:lnTo>
                  <a:lnTo>
                    <a:pt x="335" y="3"/>
                  </a:lnTo>
                  <a:lnTo>
                    <a:pt x="318" y="2"/>
                  </a:lnTo>
                  <a:lnTo>
                    <a:pt x="301" y="0"/>
                  </a:lnTo>
                  <a:lnTo>
                    <a:pt x="285" y="3"/>
                  </a:lnTo>
                  <a:lnTo>
                    <a:pt x="269" y="6"/>
                  </a:lnTo>
                  <a:lnTo>
                    <a:pt x="254" y="10"/>
                  </a:lnTo>
                  <a:lnTo>
                    <a:pt x="238" y="16"/>
                  </a:lnTo>
                  <a:lnTo>
                    <a:pt x="238" y="16"/>
                  </a:lnTo>
                  <a:lnTo>
                    <a:pt x="214" y="29"/>
                  </a:lnTo>
                  <a:lnTo>
                    <a:pt x="192" y="44"/>
                  </a:lnTo>
                  <a:lnTo>
                    <a:pt x="170" y="63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15" y="121"/>
                  </a:lnTo>
                  <a:lnTo>
                    <a:pt x="82" y="159"/>
                  </a:lnTo>
                  <a:lnTo>
                    <a:pt x="68" y="179"/>
                  </a:lnTo>
                  <a:lnTo>
                    <a:pt x="55" y="199"/>
                  </a:lnTo>
                  <a:lnTo>
                    <a:pt x="43" y="219"/>
                  </a:lnTo>
                  <a:lnTo>
                    <a:pt x="30" y="240"/>
                  </a:lnTo>
                  <a:lnTo>
                    <a:pt x="30" y="240"/>
                  </a:lnTo>
                  <a:lnTo>
                    <a:pt x="19" y="264"/>
                  </a:lnTo>
                  <a:lnTo>
                    <a:pt x="9" y="284"/>
                  </a:lnTo>
                  <a:lnTo>
                    <a:pt x="3" y="299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22"/>
                  </a:lnTo>
                  <a:lnTo>
                    <a:pt x="3" y="329"/>
                  </a:lnTo>
                  <a:lnTo>
                    <a:pt x="7" y="336"/>
                  </a:lnTo>
                  <a:lnTo>
                    <a:pt x="13" y="343"/>
                  </a:lnTo>
                  <a:lnTo>
                    <a:pt x="20" y="350"/>
                  </a:lnTo>
                  <a:lnTo>
                    <a:pt x="30" y="357"/>
                  </a:lnTo>
                  <a:lnTo>
                    <a:pt x="55" y="374"/>
                  </a:lnTo>
                  <a:lnTo>
                    <a:pt x="55" y="374"/>
                  </a:lnTo>
                  <a:lnTo>
                    <a:pt x="75" y="386"/>
                  </a:lnTo>
                  <a:lnTo>
                    <a:pt x="94" y="398"/>
                  </a:lnTo>
                  <a:lnTo>
                    <a:pt x="109" y="411"/>
                  </a:lnTo>
                  <a:lnTo>
                    <a:pt x="123" y="424"/>
                  </a:lnTo>
                  <a:lnTo>
                    <a:pt x="138" y="438"/>
                  </a:lnTo>
                  <a:lnTo>
                    <a:pt x="150" y="452"/>
                  </a:lnTo>
                  <a:lnTo>
                    <a:pt x="160" y="468"/>
                  </a:lnTo>
                  <a:lnTo>
                    <a:pt x="172" y="483"/>
                  </a:lnTo>
                  <a:lnTo>
                    <a:pt x="180" y="499"/>
                  </a:lnTo>
                  <a:lnTo>
                    <a:pt x="190" y="516"/>
                  </a:lnTo>
                  <a:lnTo>
                    <a:pt x="206" y="551"/>
                  </a:lnTo>
                  <a:lnTo>
                    <a:pt x="221" y="590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45" y="652"/>
                  </a:lnTo>
                  <a:lnTo>
                    <a:pt x="254" y="673"/>
                  </a:lnTo>
                  <a:lnTo>
                    <a:pt x="264" y="692"/>
                  </a:lnTo>
                  <a:lnTo>
                    <a:pt x="275" y="710"/>
                  </a:lnTo>
                  <a:lnTo>
                    <a:pt x="288" y="727"/>
                  </a:lnTo>
                  <a:lnTo>
                    <a:pt x="302" y="744"/>
                  </a:lnTo>
                  <a:lnTo>
                    <a:pt x="316" y="760"/>
                  </a:lnTo>
                  <a:lnTo>
                    <a:pt x="333" y="777"/>
                  </a:lnTo>
                  <a:lnTo>
                    <a:pt x="350" y="794"/>
                  </a:lnTo>
                  <a:lnTo>
                    <a:pt x="350" y="794"/>
                  </a:lnTo>
                  <a:lnTo>
                    <a:pt x="437" y="853"/>
                  </a:lnTo>
                  <a:lnTo>
                    <a:pt x="522" y="914"/>
                  </a:lnTo>
                  <a:lnTo>
                    <a:pt x="607" y="978"/>
                  </a:lnTo>
                  <a:lnTo>
                    <a:pt x="689" y="1042"/>
                  </a:lnTo>
                  <a:lnTo>
                    <a:pt x="855" y="1171"/>
                  </a:lnTo>
                  <a:lnTo>
                    <a:pt x="938" y="1234"/>
                  </a:lnTo>
                  <a:lnTo>
                    <a:pt x="1022" y="1298"/>
                  </a:lnTo>
                  <a:lnTo>
                    <a:pt x="1022" y="1298"/>
                  </a:lnTo>
                  <a:lnTo>
                    <a:pt x="1081" y="1339"/>
                  </a:lnTo>
                  <a:lnTo>
                    <a:pt x="1138" y="1379"/>
                  </a:lnTo>
                  <a:lnTo>
                    <a:pt x="1196" y="1416"/>
                  </a:lnTo>
                  <a:lnTo>
                    <a:pt x="1254" y="1451"/>
                  </a:lnTo>
                  <a:lnTo>
                    <a:pt x="1312" y="1482"/>
                  </a:lnTo>
                  <a:lnTo>
                    <a:pt x="1344" y="1498"/>
                  </a:lnTo>
                  <a:lnTo>
                    <a:pt x="1375" y="1512"/>
                  </a:lnTo>
                  <a:lnTo>
                    <a:pt x="1406" y="1526"/>
                  </a:lnTo>
                  <a:lnTo>
                    <a:pt x="1437" y="1539"/>
                  </a:lnTo>
                  <a:lnTo>
                    <a:pt x="1471" y="1552"/>
                  </a:lnTo>
                  <a:lnTo>
                    <a:pt x="1505" y="1563"/>
                  </a:lnTo>
                  <a:lnTo>
                    <a:pt x="1505" y="1563"/>
                  </a:lnTo>
                  <a:lnTo>
                    <a:pt x="1630" y="1600"/>
                  </a:lnTo>
                  <a:lnTo>
                    <a:pt x="1754" y="1640"/>
                  </a:lnTo>
                  <a:lnTo>
                    <a:pt x="1815" y="1661"/>
                  </a:lnTo>
                  <a:lnTo>
                    <a:pt x="1876" y="1681"/>
                  </a:lnTo>
                  <a:lnTo>
                    <a:pt x="1936" y="1703"/>
                  </a:lnTo>
                  <a:lnTo>
                    <a:pt x="1997" y="1726"/>
                  </a:lnTo>
                  <a:lnTo>
                    <a:pt x="1997" y="1726"/>
                  </a:lnTo>
                  <a:lnTo>
                    <a:pt x="2129" y="1773"/>
                  </a:lnTo>
                  <a:lnTo>
                    <a:pt x="2262" y="1820"/>
                  </a:lnTo>
                  <a:lnTo>
                    <a:pt x="2393" y="1864"/>
                  </a:lnTo>
                  <a:lnTo>
                    <a:pt x="2460" y="1883"/>
                  </a:lnTo>
                  <a:lnTo>
                    <a:pt x="2525" y="1903"/>
                  </a:lnTo>
                  <a:lnTo>
                    <a:pt x="2525" y="1903"/>
                  </a:lnTo>
                  <a:lnTo>
                    <a:pt x="2552" y="1910"/>
                  </a:lnTo>
                  <a:lnTo>
                    <a:pt x="2581" y="1917"/>
                  </a:lnTo>
                  <a:lnTo>
                    <a:pt x="2636" y="1927"/>
                  </a:lnTo>
                  <a:lnTo>
                    <a:pt x="2691" y="1937"/>
                  </a:lnTo>
                  <a:lnTo>
                    <a:pt x="2745" y="1947"/>
                  </a:lnTo>
                  <a:lnTo>
                    <a:pt x="2745" y="1947"/>
                  </a:lnTo>
                  <a:lnTo>
                    <a:pt x="2783" y="1956"/>
                  </a:lnTo>
                  <a:lnTo>
                    <a:pt x="2820" y="1966"/>
                  </a:lnTo>
                  <a:lnTo>
                    <a:pt x="2824" y="1987"/>
                  </a:lnTo>
                  <a:lnTo>
                    <a:pt x="2824" y="1987"/>
                  </a:lnTo>
                  <a:lnTo>
                    <a:pt x="2830" y="2052"/>
                  </a:lnTo>
                  <a:lnTo>
                    <a:pt x="2838" y="2117"/>
                  </a:lnTo>
                  <a:lnTo>
                    <a:pt x="2858" y="2246"/>
                  </a:lnTo>
                  <a:lnTo>
                    <a:pt x="2868" y="2310"/>
                  </a:lnTo>
                  <a:lnTo>
                    <a:pt x="2877" y="2375"/>
                  </a:lnTo>
                  <a:lnTo>
                    <a:pt x="2884" y="2440"/>
                  </a:lnTo>
                  <a:lnTo>
                    <a:pt x="2885" y="2474"/>
                  </a:lnTo>
                  <a:lnTo>
                    <a:pt x="2887" y="2508"/>
                  </a:lnTo>
                  <a:lnTo>
                    <a:pt x="2887" y="2508"/>
                  </a:lnTo>
                  <a:lnTo>
                    <a:pt x="2889" y="2619"/>
                  </a:lnTo>
                  <a:lnTo>
                    <a:pt x="2891" y="2731"/>
                  </a:lnTo>
                  <a:lnTo>
                    <a:pt x="2894" y="2957"/>
                  </a:lnTo>
                  <a:lnTo>
                    <a:pt x="2897" y="3071"/>
                  </a:lnTo>
                  <a:lnTo>
                    <a:pt x="2901" y="3183"/>
                  </a:lnTo>
                  <a:lnTo>
                    <a:pt x="2908" y="3295"/>
                  </a:lnTo>
                  <a:lnTo>
                    <a:pt x="2914" y="3350"/>
                  </a:lnTo>
                  <a:lnTo>
                    <a:pt x="2918" y="3405"/>
                  </a:lnTo>
                  <a:lnTo>
                    <a:pt x="2918" y="3405"/>
                  </a:lnTo>
                  <a:lnTo>
                    <a:pt x="2946" y="3670"/>
                  </a:lnTo>
                  <a:lnTo>
                    <a:pt x="2959" y="3803"/>
                  </a:lnTo>
                  <a:lnTo>
                    <a:pt x="2970" y="3936"/>
                  </a:lnTo>
                  <a:lnTo>
                    <a:pt x="2970" y="3936"/>
                  </a:lnTo>
                  <a:lnTo>
                    <a:pt x="2972" y="3965"/>
                  </a:lnTo>
                  <a:lnTo>
                    <a:pt x="2972" y="3993"/>
                  </a:lnTo>
                  <a:lnTo>
                    <a:pt x="2972" y="4053"/>
                  </a:lnTo>
                  <a:lnTo>
                    <a:pt x="2970" y="4115"/>
                  </a:lnTo>
                  <a:lnTo>
                    <a:pt x="2970" y="4176"/>
                  </a:lnTo>
                  <a:lnTo>
                    <a:pt x="2970" y="4238"/>
                  </a:lnTo>
                  <a:lnTo>
                    <a:pt x="2973" y="4268"/>
                  </a:lnTo>
                  <a:lnTo>
                    <a:pt x="2976" y="4298"/>
                  </a:lnTo>
                  <a:lnTo>
                    <a:pt x="2979" y="4328"/>
                  </a:lnTo>
                  <a:lnTo>
                    <a:pt x="2984" y="4356"/>
                  </a:lnTo>
                  <a:lnTo>
                    <a:pt x="2991" y="4384"/>
                  </a:lnTo>
                  <a:lnTo>
                    <a:pt x="3000" y="4411"/>
                  </a:lnTo>
                  <a:lnTo>
                    <a:pt x="3000" y="4411"/>
                  </a:lnTo>
                  <a:lnTo>
                    <a:pt x="3010" y="4438"/>
                  </a:lnTo>
                  <a:lnTo>
                    <a:pt x="3021" y="4465"/>
                  </a:lnTo>
                  <a:lnTo>
                    <a:pt x="3042" y="4516"/>
                  </a:lnTo>
                  <a:lnTo>
                    <a:pt x="3051" y="4542"/>
                  </a:lnTo>
                  <a:lnTo>
                    <a:pt x="3059" y="4568"/>
                  </a:lnTo>
                  <a:lnTo>
                    <a:pt x="3065" y="4595"/>
                  </a:lnTo>
                  <a:lnTo>
                    <a:pt x="3068" y="4625"/>
                  </a:lnTo>
                  <a:lnTo>
                    <a:pt x="3068" y="4625"/>
                  </a:lnTo>
                  <a:lnTo>
                    <a:pt x="3067" y="4644"/>
                  </a:lnTo>
                  <a:lnTo>
                    <a:pt x="3064" y="4665"/>
                  </a:lnTo>
                  <a:lnTo>
                    <a:pt x="3057" y="4713"/>
                  </a:lnTo>
                  <a:lnTo>
                    <a:pt x="3054" y="4738"/>
                  </a:lnTo>
                  <a:lnTo>
                    <a:pt x="3054" y="4760"/>
                  </a:lnTo>
                  <a:lnTo>
                    <a:pt x="3055" y="4780"/>
                  </a:lnTo>
                  <a:lnTo>
                    <a:pt x="3057" y="4787"/>
                  </a:lnTo>
                  <a:lnTo>
                    <a:pt x="3059" y="4792"/>
                  </a:lnTo>
                  <a:lnTo>
                    <a:pt x="3059" y="4792"/>
                  </a:lnTo>
                  <a:lnTo>
                    <a:pt x="3064" y="4799"/>
                  </a:lnTo>
                  <a:lnTo>
                    <a:pt x="3069" y="4805"/>
                  </a:lnTo>
                  <a:lnTo>
                    <a:pt x="3075" y="4811"/>
                  </a:lnTo>
                  <a:lnTo>
                    <a:pt x="3084" y="4816"/>
                  </a:lnTo>
                  <a:lnTo>
                    <a:pt x="3092" y="4821"/>
                  </a:lnTo>
                  <a:lnTo>
                    <a:pt x="3102" y="4823"/>
                  </a:lnTo>
                  <a:lnTo>
                    <a:pt x="3123" y="4831"/>
                  </a:lnTo>
                  <a:lnTo>
                    <a:pt x="3147" y="4835"/>
                  </a:lnTo>
                  <a:lnTo>
                    <a:pt x="3173" y="4836"/>
                  </a:lnTo>
                  <a:lnTo>
                    <a:pt x="3200" y="4838"/>
                  </a:lnTo>
                  <a:lnTo>
                    <a:pt x="3227" y="4838"/>
                  </a:lnTo>
                  <a:lnTo>
                    <a:pt x="3227" y="4838"/>
                  </a:lnTo>
                  <a:lnTo>
                    <a:pt x="3269" y="4836"/>
                  </a:lnTo>
                  <a:lnTo>
                    <a:pt x="3307" y="4833"/>
                  </a:lnTo>
                  <a:lnTo>
                    <a:pt x="3366" y="4826"/>
                  </a:lnTo>
                  <a:lnTo>
                    <a:pt x="3366" y="4826"/>
                  </a:lnTo>
                  <a:lnTo>
                    <a:pt x="3486" y="4818"/>
                  </a:lnTo>
                  <a:lnTo>
                    <a:pt x="3606" y="4811"/>
                  </a:lnTo>
                  <a:lnTo>
                    <a:pt x="3847" y="4801"/>
                  </a:lnTo>
                  <a:lnTo>
                    <a:pt x="3968" y="4795"/>
                  </a:lnTo>
                  <a:lnTo>
                    <a:pt x="4088" y="4789"/>
                  </a:lnTo>
                  <a:lnTo>
                    <a:pt x="4207" y="4781"/>
                  </a:lnTo>
                  <a:lnTo>
                    <a:pt x="4328" y="4772"/>
                  </a:lnTo>
                  <a:lnTo>
                    <a:pt x="4328" y="4772"/>
                  </a:lnTo>
                  <a:lnTo>
                    <a:pt x="4387" y="4767"/>
                  </a:lnTo>
                  <a:lnTo>
                    <a:pt x="4448" y="4764"/>
                  </a:lnTo>
                  <a:lnTo>
                    <a:pt x="4509" y="4761"/>
                  </a:lnTo>
                  <a:lnTo>
                    <a:pt x="4570" y="4761"/>
                  </a:lnTo>
                  <a:lnTo>
                    <a:pt x="4631" y="4761"/>
                  </a:lnTo>
                  <a:lnTo>
                    <a:pt x="4692" y="4763"/>
                  </a:lnTo>
                  <a:lnTo>
                    <a:pt x="4815" y="4767"/>
                  </a:lnTo>
                  <a:lnTo>
                    <a:pt x="4938" y="4772"/>
                  </a:lnTo>
                  <a:lnTo>
                    <a:pt x="5062" y="4780"/>
                  </a:lnTo>
                  <a:lnTo>
                    <a:pt x="5185" y="4787"/>
                  </a:lnTo>
                  <a:lnTo>
                    <a:pt x="5307" y="4792"/>
                  </a:lnTo>
                  <a:lnTo>
                    <a:pt x="5332" y="4797"/>
                  </a:lnTo>
                  <a:lnTo>
                    <a:pt x="5332" y="4797"/>
                  </a:lnTo>
                  <a:lnTo>
                    <a:pt x="5458" y="4811"/>
                  </a:lnTo>
                  <a:lnTo>
                    <a:pt x="5522" y="4816"/>
                  </a:lnTo>
                  <a:lnTo>
                    <a:pt x="5587" y="4819"/>
                  </a:lnTo>
                  <a:lnTo>
                    <a:pt x="5619" y="4821"/>
                  </a:lnTo>
                  <a:lnTo>
                    <a:pt x="5651" y="4819"/>
                  </a:lnTo>
                  <a:lnTo>
                    <a:pt x="5684" y="4818"/>
                  </a:lnTo>
                  <a:lnTo>
                    <a:pt x="5715" y="4815"/>
                  </a:lnTo>
                  <a:lnTo>
                    <a:pt x="5746" y="4811"/>
                  </a:lnTo>
                  <a:lnTo>
                    <a:pt x="5776" y="4805"/>
                  </a:lnTo>
                  <a:lnTo>
                    <a:pt x="5807" y="4798"/>
                  </a:lnTo>
                  <a:lnTo>
                    <a:pt x="5835" y="4788"/>
                  </a:lnTo>
                  <a:lnTo>
                    <a:pt x="5878" y="47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55C7B5FD-C8C0-9283-DBF0-F17FE3203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  <a:lnTo>
                    <a:pt x="1886" y="2418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B67AA5B9-4B7D-FD5E-ECED-E8CFC7046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473"/>
              <a:ext cx="982" cy="1593"/>
            </a:xfrm>
            <a:custGeom>
              <a:avLst/>
              <a:gdLst>
                <a:gd name="T0" fmla="*/ 1878 w 1964"/>
                <a:gd name="T1" fmla="*/ 2330 h 3186"/>
                <a:gd name="T2" fmla="*/ 1917 w 1964"/>
                <a:gd name="T3" fmla="*/ 2059 h 3186"/>
                <a:gd name="T4" fmla="*/ 1964 w 1964"/>
                <a:gd name="T5" fmla="*/ 1783 h 3186"/>
                <a:gd name="T6" fmla="*/ 1936 w 1964"/>
                <a:gd name="T7" fmla="*/ 1607 h 3186"/>
                <a:gd name="T8" fmla="*/ 1863 w 1964"/>
                <a:gd name="T9" fmla="*/ 1468 h 3186"/>
                <a:gd name="T10" fmla="*/ 1716 w 1964"/>
                <a:gd name="T11" fmla="*/ 1234 h 3186"/>
                <a:gd name="T12" fmla="*/ 1674 w 1964"/>
                <a:gd name="T13" fmla="*/ 1093 h 3186"/>
                <a:gd name="T14" fmla="*/ 1676 w 1964"/>
                <a:gd name="T15" fmla="*/ 835 h 3186"/>
                <a:gd name="T16" fmla="*/ 1674 w 1964"/>
                <a:gd name="T17" fmla="*/ 668 h 3186"/>
                <a:gd name="T18" fmla="*/ 1634 w 1964"/>
                <a:gd name="T19" fmla="*/ 471 h 3186"/>
                <a:gd name="T20" fmla="*/ 1556 w 1964"/>
                <a:gd name="T21" fmla="*/ 284 h 3186"/>
                <a:gd name="T22" fmla="*/ 1453 w 1964"/>
                <a:gd name="T23" fmla="*/ 153 h 3186"/>
                <a:gd name="T24" fmla="*/ 1304 w 1964"/>
                <a:gd name="T25" fmla="*/ 81 h 3186"/>
                <a:gd name="T26" fmla="*/ 1080 w 1964"/>
                <a:gd name="T27" fmla="*/ 36 h 3186"/>
                <a:gd name="T28" fmla="*/ 1003 w 1964"/>
                <a:gd name="T29" fmla="*/ 3 h 3186"/>
                <a:gd name="T30" fmla="*/ 857 w 1964"/>
                <a:gd name="T31" fmla="*/ 20 h 3186"/>
                <a:gd name="T32" fmla="*/ 693 w 1964"/>
                <a:gd name="T33" fmla="*/ 105 h 3186"/>
                <a:gd name="T34" fmla="*/ 560 w 1964"/>
                <a:gd name="T35" fmla="*/ 214 h 3186"/>
                <a:gd name="T36" fmla="*/ 407 w 1964"/>
                <a:gd name="T37" fmla="*/ 391 h 3186"/>
                <a:gd name="T38" fmla="*/ 293 w 1964"/>
                <a:gd name="T39" fmla="*/ 597 h 3186"/>
                <a:gd name="T40" fmla="*/ 216 w 1964"/>
                <a:gd name="T41" fmla="*/ 845 h 3186"/>
                <a:gd name="T42" fmla="*/ 146 w 1964"/>
                <a:gd name="T43" fmla="*/ 1111 h 3186"/>
                <a:gd name="T44" fmla="*/ 36 w 1964"/>
                <a:gd name="T45" fmla="*/ 1368 h 3186"/>
                <a:gd name="T46" fmla="*/ 14 w 1964"/>
                <a:gd name="T47" fmla="*/ 1511 h 3186"/>
                <a:gd name="T48" fmla="*/ 50 w 1964"/>
                <a:gd name="T49" fmla="*/ 1739 h 3186"/>
                <a:gd name="T50" fmla="*/ 27 w 1964"/>
                <a:gd name="T51" fmla="*/ 1888 h 3186"/>
                <a:gd name="T52" fmla="*/ 81 w 1964"/>
                <a:gd name="T53" fmla="*/ 1970 h 3186"/>
                <a:gd name="T54" fmla="*/ 128 w 1964"/>
                <a:gd name="T55" fmla="*/ 2038 h 3186"/>
                <a:gd name="T56" fmla="*/ 102 w 1964"/>
                <a:gd name="T57" fmla="*/ 2253 h 3186"/>
                <a:gd name="T58" fmla="*/ 121 w 1964"/>
                <a:gd name="T59" fmla="*/ 2354 h 3186"/>
                <a:gd name="T60" fmla="*/ 200 w 1964"/>
                <a:gd name="T61" fmla="*/ 2520 h 3186"/>
                <a:gd name="T62" fmla="*/ 211 w 1964"/>
                <a:gd name="T63" fmla="*/ 2627 h 3186"/>
                <a:gd name="T64" fmla="*/ 203 w 1964"/>
                <a:gd name="T65" fmla="*/ 2802 h 3186"/>
                <a:gd name="T66" fmla="*/ 241 w 1964"/>
                <a:gd name="T67" fmla="*/ 2892 h 3186"/>
                <a:gd name="T68" fmla="*/ 349 w 1964"/>
                <a:gd name="T69" fmla="*/ 2966 h 3186"/>
                <a:gd name="T70" fmla="*/ 493 w 1964"/>
                <a:gd name="T71" fmla="*/ 3001 h 3186"/>
                <a:gd name="T72" fmla="*/ 442 w 1964"/>
                <a:gd name="T73" fmla="*/ 2841 h 3186"/>
                <a:gd name="T74" fmla="*/ 448 w 1964"/>
                <a:gd name="T75" fmla="*/ 2650 h 3186"/>
                <a:gd name="T76" fmla="*/ 488 w 1964"/>
                <a:gd name="T77" fmla="*/ 2576 h 3186"/>
                <a:gd name="T78" fmla="*/ 527 w 1964"/>
                <a:gd name="T79" fmla="*/ 2626 h 3186"/>
                <a:gd name="T80" fmla="*/ 534 w 1964"/>
                <a:gd name="T81" fmla="*/ 2857 h 3186"/>
                <a:gd name="T82" fmla="*/ 573 w 1964"/>
                <a:gd name="T83" fmla="*/ 2979 h 3186"/>
                <a:gd name="T84" fmla="*/ 645 w 1964"/>
                <a:gd name="T85" fmla="*/ 3067 h 3186"/>
                <a:gd name="T86" fmla="*/ 621 w 1964"/>
                <a:gd name="T87" fmla="*/ 2933 h 3186"/>
                <a:gd name="T88" fmla="*/ 625 w 1964"/>
                <a:gd name="T89" fmla="*/ 2751 h 3186"/>
                <a:gd name="T90" fmla="*/ 673 w 1964"/>
                <a:gd name="T91" fmla="*/ 2646 h 3186"/>
                <a:gd name="T92" fmla="*/ 750 w 1964"/>
                <a:gd name="T93" fmla="*/ 2691 h 3186"/>
                <a:gd name="T94" fmla="*/ 785 w 1964"/>
                <a:gd name="T95" fmla="*/ 2776 h 3186"/>
                <a:gd name="T96" fmla="*/ 791 w 1964"/>
                <a:gd name="T97" fmla="*/ 2989 h 3186"/>
                <a:gd name="T98" fmla="*/ 745 w 1964"/>
                <a:gd name="T99" fmla="*/ 3186 h 3186"/>
                <a:gd name="T100" fmla="*/ 828 w 1964"/>
                <a:gd name="T101" fmla="*/ 3007 h 3186"/>
                <a:gd name="T102" fmla="*/ 853 w 1964"/>
                <a:gd name="T103" fmla="*/ 2875 h 3186"/>
                <a:gd name="T104" fmla="*/ 914 w 1964"/>
                <a:gd name="T105" fmla="*/ 2929 h 3186"/>
                <a:gd name="T106" fmla="*/ 942 w 1964"/>
                <a:gd name="T107" fmla="*/ 3035 h 3186"/>
                <a:gd name="T108" fmla="*/ 1060 w 1964"/>
                <a:gd name="T109" fmla="*/ 2809 h 3186"/>
                <a:gd name="T110" fmla="*/ 1097 w 1964"/>
                <a:gd name="T111" fmla="*/ 2833 h 3186"/>
                <a:gd name="T112" fmla="*/ 1129 w 1964"/>
                <a:gd name="T113" fmla="*/ 2959 h 3186"/>
                <a:gd name="T114" fmla="*/ 1234 w 1964"/>
                <a:gd name="T115" fmla="*/ 3078 h 3186"/>
                <a:gd name="T116" fmla="*/ 1312 w 1964"/>
                <a:gd name="T117" fmla="*/ 3096 h 3186"/>
                <a:gd name="T118" fmla="*/ 1321 w 1964"/>
                <a:gd name="T119" fmla="*/ 3025 h 3186"/>
                <a:gd name="T120" fmla="*/ 1438 w 1964"/>
                <a:gd name="T121" fmla="*/ 3092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4" h="3186">
                  <a:moveTo>
                    <a:pt x="1886" y="2418"/>
                  </a:moveTo>
                  <a:lnTo>
                    <a:pt x="1886" y="2418"/>
                  </a:lnTo>
                  <a:lnTo>
                    <a:pt x="1882" y="2395"/>
                  </a:lnTo>
                  <a:lnTo>
                    <a:pt x="1880" y="2374"/>
                  </a:lnTo>
                  <a:lnTo>
                    <a:pt x="1879" y="2351"/>
                  </a:lnTo>
                  <a:lnTo>
                    <a:pt x="1878" y="2330"/>
                  </a:lnTo>
                  <a:lnTo>
                    <a:pt x="1879" y="2284"/>
                  </a:lnTo>
                  <a:lnTo>
                    <a:pt x="1883" y="2239"/>
                  </a:lnTo>
                  <a:lnTo>
                    <a:pt x="1890" y="2195"/>
                  </a:lnTo>
                  <a:lnTo>
                    <a:pt x="1897" y="2150"/>
                  </a:lnTo>
                  <a:lnTo>
                    <a:pt x="1917" y="2059"/>
                  </a:lnTo>
                  <a:lnTo>
                    <a:pt x="1917" y="2059"/>
                  </a:lnTo>
                  <a:lnTo>
                    <a:pt x="1931" y="1997"/>
                  </a:lnTo>
                  <a:lnTo>
                    <a:pt x="1944" y="1936"/>
                  </a:lnTo>
                  <a:lnTo>
                    <a:pt x="1956" y="1873"/>
                  </a:lnTo>
                  <a:lnTo>
                    <a:pt x="1960" y="1844"/>
                  </a:lnTo>
                  <a:lnTo>
                    <a:pt x="1963" y="1814"/>
                  </a:lnTo>
                  <a:lnTo>
                    <a:pt x="1964" y="1783"/>
                  </a:lnTo>
                  <a:lnTo>
                    <a:pt x="1964" y="1753"/>
                  </a:lnTo>
                  <a:lnTo>
                    <a:pt x="1963" y="1723"/>
                  </a:lnTo>
                  <a:lnTo>
                    <a:pt x="1958" y="1694"/>
                  </a:lnTo>
                  <a:lnTo>
                    <a:pt x="1953" y="1665"/>
                  </a:lnTo>
                  <a:lnTo>
                    <a:pt x="1946" y="1637"/>
                  </a:lnTo>
                  <a:lnTo>
                    <a:pt x="1936" y="1607"/>
                  </a:lnTo>
                  <a:lnTo>
                    <a:pt x="1923" y="1579"/>
                  </a:lnTo>
                  <a:lnTo>
                    <a:pt x="1923" y="1579"/>
                  </a:lnTo>
                  <a:lnTo>
                    <a:pt x="1910" y="1550"/>
                  </a:lnTo>
                  <a:lnTo>
                    <a:pt x="1895" y="1522"/>
                  </a:lnTo>
                  <a:lnTo>
                    <a:pt x="1879" y="1495"/>
                  </a:lnTo>
                  <a:lnTo>
                    <a:pt x="1863" y="1468"/>
                  </a:lnTo>
                  <a:lnTo>
                    <a:pt x="1829" y="1417"/>
                  </a:lnTo>
                  <a:lnTo>
                    <a:pt x="1794" y="1366"/>
                  </a:lnTo>
                  <a:lnTo>
                    <a:pt x="1761" y="1315"/>
                  </a:lnTo>
                  <a:lnTo>
                    <a:pt x="1746" y="1290"/>
                  </a:lnTo>
                  <a:lnTo>
                    <a:pt x="1730" y="1263"/>
                  </a:lnTo>
                  <a:lnTo>
                    <a:pt x="1716" y="1234"/>
                  </a:lnTo>
                  <a:lnTo>
                    <a:pt x="1705" y="1206"/>
                  </a:lnTo>
                  <a:lnTo>
                    <a:pt x="1693" y="1176"/>
                  </a:lnTo>
                  <a:lnTo>
                    <a:pt x="1683" y="1145"/>
                  </a:lnTo>
                  <a:lnTo>
                    <a:pt x="1683" y="1145"/>
                  </a:lnTo>
                  <a:lnTo>
                    <a:pt x="1678" y="1118"/>
                  </a:lnTo>
                  <a:lnTo>
                    <a:pt x="1674" y="1093"/>
                  </a:lnTo>
                  <a:lnTo>
                    <a:pt x="1669" y="1067"/>
                  </a:lnTo>
                  <a:lnTo>
                    <a:pt x="1668" y="1042"/>
                  </a:lnTo>
                  <a:lnTo>
                    <a:pt x="1666" y="1016"/>
                  </a:lnTo>
                  <a:lnTo>
                    <a:pt x="1666" y="991"/>
                  </a:lnTo>
                  <a:lnTo>
                    <a:pt x="1669" y="940"/>
                  </a:lnTo>
                  <a:lnTo>
                    <a:pt x="1676" y="835"/>
                  </a:lnTo>
                  <a:lnTo>
                    <a:pt x="1678" y="782"/>
                  </a:lnTo>
                  <a:lnTo>
                    <a:pt x="1678" y="756"/>
                  </a:lnTo>
                  <a:lnTo>
                    <a:pt x="1678" y="729"/>
                  </a:lnTo>
                  <a:lnTo>
                    <a:pt x="1678" y="729"/>
                  </a:lnTo>
                  <a:lnTo>
                    <a:pt x="1676" y="699"/>
                  </a:lnTo>
                  <a:lnTo>
                    <a:pt x="1674" y="668"/>
                  </a:lnTo>
                  <a:lnTo>
                    <a:pt x="1669" y="635"/>
                  </a:lnTo>
                  <a:lnTo>
                    <a:pt x="1665" y="603"/>
                  </a:lnTo>
                  <a:lnTo>
                    <a:pt x="1659" y="570"/>
                  </a:lnTo>
                  <a:lnTo>
                    <a:pt x="1652" y="537"/>
                  </a:lnTo>
                  <a:lnTo>
                    <a:pt x="1644" y="503"/>
                  </a:lnTo>
                  <a:lnTo>
                    <a:pt x="1634" y="471"/>
                  </a:lnTo>
                  <a:lnTo>
                    <a:pt x="1624" y="438"/>
                  </a:lnTo>
                  <a:lnTo>
                    <a:pt x="1613" y="406"/>
                  </a:lnTo>
                  <a:lnTo>
                    <a:pt x="1600" y="373"/>
                  </a:lnTo>
                  <a:lnTo>
                    <a:pt x="1587" y="342"/>
                  </a:lnTo>
                  <a:lnTo>
                    <a:pt x="1572" y="312"/>
                  </a:lnTo>
                  <a:lnTo>
                    <a:pt x="1556" y="284"/>
                  </a:lnTo>
                  <a:lnTo>
                    <a:pt x="1539" y="257"/>
                  </a:lnTo>
                  <a:lnTo>
                    <a:pt x="1521" y="231"/>
                  </a:lnTo>
                  <a:lnTo>
                    <a:pt x="1521" y="231"/>
                  </a:lnTo>
                  <a:lnTo>
                    <a:pt x="1498" y="202"/>
                  </a:lnTo>
                  <a:lnTo>
                    <a:pt x="1475" y="176"/>
                  </a:lnTo>
                  <a:lnTo>
                    <a:pt x="1453" y="153"/>
                  </a:lnTo>
                  <a:lnTo>
                    <a:pt x="1428" y="135"/>
                  </a:lnTo>
                  <a:lnTo>
                    <a:pt x="1404" y="119"/>
                  </a:lnTo>
                  <a:lnTo>
                    <a:pt x="1380" y="107"/>
                  </a:lnTo>
                  <a:lnTo>
                    <a:pt x="1356" y="97"/>
                  </a:lnTo>
                  <a:lnTo>
                    <a:pt x="1331" y="88"/>
                  </a:lnTo>
                  <a:lnTo>
                    <a:pt x="1304" y="81"/>
                  </a:lnTo>
                  <a:lnTo>
                    <a:pt x="1278" y="75"/>
                  </a:lnTo>
                  <a:lnTo>
                    <a:pt x="1222" y="67"/>
                  </a:lnTo>
                  <a:lnTo>
                    <a:pt x="1162" y="58"/>
                  </a:lnTo>
                  <a:lnTo>
                    <a:pt x="1098" y="49"/>
                  </a:lnTo>
                  <a:lnTo>
                    <a:pt x="1080" y="36"/>
                  </a:lnTo>
                  <a:lnTo>
                    <a:pt x="1080" y="36"/>
                  </a:lnTo>
                  <a:lnTo>
                    <a:pt x="1067" y="27"/>
                  </a:lnTo>
                  <a:lnTo>
                    <a:pt x="1056" y="20"/>
                  </a:lnTo>
                  <a:lnTo>
                    <a:pt x="1043" y="15"/>
                  </a:lnTo>
                  <a:lnTo>
                    <a:pt x="1030" y="10"/>
                  </a:lnTo>
                  <a:lnTo>
                    <a:pt x="1018" y="6"/>
                  </a:lnTo>
                  <a:lnTo>
                    <a:pt x="1003" y="3"/>
                  </a:lnTo>
                  <a:lnTo>
                    <a:pt x="991" y="0"/>
                  </a:lnTo>
                  <a:lnTo>
                    <a:pt x="976" y="0"/>
                  </a:lnTo>
                  <a:lnTo>
                    <a:pt x="947" y="0"/>
                  </a:lnTo>
                  <a:lnTo>
                    <a:pt x="917" y="5"/>
                  </a:lnTo>
                  <a:lnTo>
                    <a:pt x="887" y="12"/>
                  </a:lnTo>
                  <a:lnTo>
                    <a:pt x="857" y="20"/>
                  </a:lnTo>
                  <a:lnTo>
                    <a:pt x="828" y="32"/>
                  </a:lnTo>
                  <a:lnTo>
                    <a:pt x="799" y="44"/>
                  </a:lnTo>
                  <a:lnTo>
                    <a:pt x="771" y="58"/>
                  </a:lnTo>
                  <a:lnTo>
                    <a:pt x="744" y="73"/>
                  </a:lnTo>
                  <a:lnTo>
                    <a:pt x="717" y="88"/>
                  </a:lnTo>
                  <a:lnTo>
                    <a:pt x="693" y="105"/>
                  </a:lnTo>
                  <a:lnTo>
                    <a:pt x="670" y="121"/>
                  </a:lnTo>
                  <a:lnTo>
                    <a:pt x="651" y="136"/>
                  </a:lnTo>
                  <a:lnTo>
                    <a:pt x="651" y="136"/>
                  </a:lnTo>
                  <a:lnTo>
                    <a:pt x="619" y="162"/>
                  </a:lnTo>
                  <a:lnTo>
                    <a:pt x="590" y="187"/>
                  </a:lnTo>
                  <a:lnTo>
                    <a:pt x="560" y="214"/>
                  </a:lnTo>
                  <a:lnTo>
                    <a:pt x="531" y="241"/>
                  </a:lnTo>
                  <a:lnTo>
                    <a:pt x="505" y="270"/>
                  </a:lnTo>
                  <a:lnTo>
                    <a:pt x="478" y="299"/>
                  </a:lnTo>
                  <a:lnTo>
                    <a:pt x="454" y="329"/>
                  </a:lnTo>
                  <a:lnTo>
                    <a:pt x="429" y="359"/>
                  </a:lnTo>
                  <a:lnTo>
                    <a:pt x="407" y="391"/>
                  </a:lnTo>
                  <a:lnTo>
                    <a:pt x="386" y="423"/>
                  </a:lnTo>
                  <a:lnTo>
                    <a:pt x="364" y="457"/>
                  </a:lnTo>
                  <a:lnTo>
                    <a:pt x="344" y="491"/>
                  </a:lnTo>
                  <a:lnTo>
                    <a:pt x="327" y="525"/>
                  </a:lnTo>
                  <a:lnTo>
                    <a:pt x="309" y="560"/>
                  </a:lnTo>
                  <a:lnTo>
                    <a:pt x="293" y="597"/>
                  </a:lnTo>
                  <a:lnTo>
                    <a:pt x="279" y="634"/>
                  </a:lnTo>
                  <a:lnTo>
                    <a:pt x="279" y="634"/>
                  </a:lnTo>
                  <a:lnTo>
                    <a:pt x="259" y="686"/>
                  </a:lnTo>
                  <a:lnTo>
                    <a:pt x="242" y="739"/>
                  </a:lnTo>
                  <a:lnTo>
                    <a:pt x="228" y="792"/>
                  </a:lnTo>
                  <a:lnTo>
                    <a:pt x="216" y="845"/>
                  </a:lnTo>
                  <a:lnTo>
                    <a:pt x="191" y="951"/>
                  </a:lnTo>
                  <a:lnTo>
                    <a:pt x="179" y="1004"/>
                  </a:lnTo>
                  <a:lnTo>
                    <a:pt x="166" y="1056"/>
                  </a:lnTo>
                  <a:lnTo>
                    <a:pt x="166" y="1056"/>
                  </a:lnTo>
                  <a:lnTo>
                    <a:pt x="156" y="1084"/>
                  </a:lnTo>
                  <a:lnTo>
                    <a:pt x="146" y="1111"/>
                  </a:lnTo>
                  <a:lnTo>
                    <a:pt x="122" y="1168"/>
                  </a:lnTo>
                  <a:lnTo>
                    <a:pt x="95" y="1223"/>
                  </a:lnTo>
                  <a:lnTo>
                    <a:pt x="68" y="1281"/>
                  </a:lnTo>
                  <a:lnTo>
                    <a:pt x="57" y="1310"/>
                  </a:lnTo>
                  <a:lnTo>
                    <a:pt x="45" y="1338"/>
                  </a:lnTo>
                  <a:lnTo>
                    <a:pt x="36" y="1368"/>
                  </a:lnTo>
                  <a:lnTo>
                    <a:pt x="27" y="1396"/>
                  </a:lnTo>
                  <a:lnTo>
                    <a:pt x="20" y="1424"/>
                  </a:lnTo>
                  <a:lnTo>
                    <a:pt x="16" y="1453"/>
                  </a:lnTo>
                  <a:lnTo>
                    <a:pt x="13" y="1481"/>
                  </a:lnTo>
                  <a:lnTo>
                    <a:pt x="14" y="1511"/>
                  </a:lnTo>
                  <a:lnTo>
                    <a:pt x="14" y="1511"/>
                  </a:lnTo>
                  <a:lnTo>
                    <a:pt x="17" y="1536"/>
                  </a:lnTo>
                  <a:lnTo>
                    <a:pt x="21" y="1563"/>
                  </a:lnTo>
                  <a:lnTo>
                    <a:pt x="30" y="1614"/>
                  </a:lnTo>
                  <a:lnTo>
                    <a:pt x="40" y="1665"/>
                  </a:lnTo>
                  <a:lnTo>
                    <a:pt x="47" y="1713"/>
                  </a:lnTo>
                  <a:lnTo>
                    <a:pt x="50" y="1739"/>
                  </a:lnTo>
                  <a:lnTo>
                    <a:pt x="51" y="1763"/>
                  </a:lnTo>
                  <a:lnTo>
                    <a:pt x="50" y="1787"/>
                  </a:lnTo>
                  <a:lnTo>
                    <a:pt x="48" y="1813"/>
                  </a:lnTo>
                  <a:lnTo>
                    <a:pt x="44" y="1837"/>
                  </a:lnTo>
                  <a:lnTo>
                    <a:pt x="37" y="1862"/>
                  </a:lnTo>
                  <a:lnTo>
                    <a:pt x="27" y="1888"/>
                  </a:lnTo>
                  <a:lnTo>
                    <a:pt x="14" y="1913"/>
                  </a:lnTo>
                  <a:lnTo>
                    <a:pt x="0" y="1954"/>
                  </a:lnTo>
                  <a:lnTo>
                    <a:pt x="0" y="1954"/>
                  </a:lnTo>
                  <a:lnTo>
                    <a:pt x="27" y="1957"/>
                  </a:lnTo>
                  <a:lnTo>
                    <a:pt x="54" y="1963"/>
                  </a:lnTo>
                  <a:lnTo>
                    <a:pt x="81" y="1970"/>
                  </a:lnTo>
                  <a:lnTo>
                    <a:pt x="109" y="1978"/>
                  </a:lnTo>
                  <a:lnTo>
                    <a:pt x="122" y="1988"/>
                  </a:lnTo>
                  <a:lnTo>
                    <a:pt x="122" y="1988"/>
                  </a:lnTo>
                  <a:lnTo>
                    <a:pt x="125" y="2005"/>
                  </a:lnTo>
                  <a:lnTo>
                    <a:pt x="126" y="2022"/>
                  </a:lnTo>
                  <a:lnTo>
                    <a:pt x="128" y="2038"/>
                  </a:lnTo>
                  <a:lnTo>
                    <a:pt x="128" y="2055"/>
                  </a:lnTo>
                  <a:lnTo>
                    <a:pt x="125" y="2086"/>
                  </a:lnTo>
                  <a:lnTo>
                    <a:pt x="122" y="2119"/>
                  </a:lnTo>
                  <a:lnTo>
                    <a:pt x="111" y="2185"/>
                  </a:lnTo>
                  <a:lnTo>
                    <a:pt x="106" y="2219"/>
                  </a:lnTo>
                  <a:lnTo>
                    <a:pt x="102" y="2253"/>
                  </a:lnTo>
                  <a:lnTo>
                    <a:pt x="102" y="2253"/>
                  </a:lnTo>
                  <a:lnTo>
                    <a:pt x="102" y="2276"/>
                  </a:lnTo>
                  <a:lnTo>
                    <a:pt x="105" y="2296"/>
                  </a:lnTo>
                  <a:lnTo>
                    <a:pt x="108" y="2316"/>
                  </a:lnTo>
                  <a:lnTo>
                    <a:pt x="113" y="2335"/>
                  </a:lnTo>
                  <a:lnTo>
                    <a:pt x="121" y="2354"/>
                  </a:lnTo>
                  <a:lnTo>
                    <a:pt x="129" y="2372"/>
                  </a:lnTo>
                  <a:lnTo>
                    <a:pt x="146" y="2408"/>
                  </a:lnTo>
                  <a:lnTo>
                    <a:pt x="166" y="2443"/>
                  </a:lnTo>
                  <a:lnTo>
                    <a:pt x="184" y="2480"/>
                  </a:lnTo>
                  <a:lnTo>
                    <a:pt x="193" y="2500"/>
                  </a:lnTo>
                  <a:lnTo>
                    <a:pt x="200" y="2520"/>
                  </a:lnTo>
                  <a:lnTo>
                    <a:pt x="206" y="2541"/>
                  </a:lnTo>
                  <a:lnTo>
                    <a:pt x="210" y="2562"/>
                  </a:lnTo>
                  <a:lnTo>
                    <a:pt x="210" y="2562"/>
                  </a:lnTo>
                  <a:lnTo>
                    <a:pt x="211" y="2578"/>
                  </a:lnTo>
                  <a:lnTo>
                    <a:pt x="213" y="2595"/>
                  </a:lnTo>
                  <a:lnTo>
                    <a:pt x="211" y="2627"/>
                  </a:lnTo>
                  <a:lnTo>
                    <a:pt x="208" y="2663"/>
                  </a:lnTo>
                  <a:lnTo>
                    <a:pt x="206" y="2698"/>
                  </a:lnTo>
                  <a:lnTo>
                    <a:pt x="201" y="2734"/>
                  </a:lnTo>
                  <a:lnTo>
                    <a:pt x="201" y="2768"/>
                  </a:lnTo>
                  <a:lnTo>
                    <a:pt x="201" y="2785"/>
                  </a:lnTo>
                  <a:lnTo>
                    <a:pt x="203" y="2802"/>
                  </a:lnTo>
                  <a:lnTo>
                    <a:pt x="206" y="2817"/>
                  </a:lnTo>
                  <a:lnTo>
                    <a:pt x="210" y="2833"/>
                  </a:lnTo>
                  <a:lnTo>
                    <a:pt x="210" y="2833"/>
                  </a:lnTo>
                  <a:lnTo>
                    <a:pt x="218" y="2854"/>
                  </a:lnTo>
                  <a:lnTo>
                    <a:pt x="228" y="2874"/>
                  </a:lnTo>
                  <a:lnTo>
                    <a:pt x="241" y="2892"/>
                  </a:lnTo>
                  <a:lnTo>
                    <a:pt x="255" y="2908"/>
                  </a:lnTo>
                  <a:lnTo>
                    <a:pt x="272" y="2922"/>
                  </a:lnTo>
                  <a:lnTo>
                    <a:pt x="289" y="2935"/>
                  </a:lnTo>
                  <a:lnTo>
                    <a:pt x="309" y="2946"/>
                  </a:lnTo>
                  <a:lnTo>
                    <a:pt x="329" y="2957"/>
                  </a:lnTo>
                  <a:lnTo>
                    <a:pt x="349" y="2966"/>
                  </a:lnTo>
                  <a:lnTo>
                    <a:pt x="371" y="2974"/>
                  </a:lnTo>
                  <a:lnTo>
                    <a:pt x="414" y="2989"/>
                  </a:lnTo>
                  <a:lnTo>
                    <a:pt x="458" y="3000"/>
                  </a:lnTo>
                  <a:lnTo>
                    <a:pt x="499" y="3010"/>
                  </a:lnTo>
                  <a:lnTo>
                    <a:pt x="499" y="3010"/>
                  </a:lnTo>
                  <a:lnTo>
                    <a:pt x="493" y="3001"/>
                  </a:lnTo>
                  <a:lnTo>
                    <a:pt x="488" y="2990"/>
                  </a:lnTo>
                  <a:lnTo>
                    <a:pt x="475" y="2967"/>
                  </a:lnTo>
                  <a:lnTo>
                    <a:pt x="465" y="2939"/>
                  </a:lnTo>
                  <a:lnTo>
                    <a:pt x="455" y="2909"/>
                  </a:lnTo>
                  <a:lnTo>
                    <a:pt x="448" y="2875"/>
                  </a:lnTo>
                  <a:lnTo>
                    <a:pt x="442" y="2841"/>
                  </a:lnTo>
                  <a:lnTo>
                    <a:pt x="438" y="2804"/>
                  </a:lnTo>
                  <a:lnTo>
                    <a:pt x="435" y="2769"/>
                  </a:lnTo>
                  <a:lnTo>
                    <a:pt x="437" y="2734"/>
                  </a:lnTo>
                  <a:lnTo>
                    <a:pt x="439" y="2698"/>
                  </a:lnTo>
                  <a:lnTo>
                    <a:pt x="444" y="2666"/>
                  </a:lnTo>
                  <a:lnTo>
                    <a:pt x="448" y="2650"/>
                  </a:lnTo>
                  <a:lnTo>
                    <a:pt x="452" y="2636"/>
                  </a:lnTo>
                  <a:lnTo>
                    <a:pt x="458" y="2622"/>
                  </a:lnTo>
                  <a:lnTo>
                    <a:pt x="463" y="2609"/>
                  </a:lnTo>
                  <a:lnTo>
                    <a:pt x="471" y="2598"/>
                  </a:lnTo>
                  <a:lnTo>
                    <a:pt x="479" y="2586"/>
                  </a:lnTo>
                  <a:lnTo>
                    <a:pt x="488" y="2576"/>
                  </a:lnTo>
                  <a:lnTo>
                    <a:pt x="496" y="2568"/>
                  </a:lnTo>
                  <a:lnTo>
                    <a:pt x="507" y="2562"/>
                  </a:lnTo>
                  <a:lnTo>
                    <a:pt x="519" y="2556"/>
                  </a:lnTo>
                  <a:lnTo>
                    <a:pt x="519" y="2556"/>
                  </a:lnTo>
                  <a:lnTo>
                    <a:pt x="524" y="2592"/>
                  </a:lnTo>
                  <a:lnTo>
                    <a:pt x="527" y="2626"/>
                  </a:lnTo>
                  <a:lnTo>
                    <a:pt x="530" y="2660"/>
                  </a:lnTo>
                  <a:lnTo>
                    <a:pt x="530" y="2694"/>
                  </a:lnTo>
                  <a:lnTo>
                    <a:pt x="530" y="2760"/>
                  </a:lnTo>
                  <a:lnTo>
                    <a:pt x="530" y="2793"/>
                  </a:lnTo>
                  <a:lnTo>
                    <a:pt x="531" y="2826"/>
                  </a:lnTo>
                  <a:lnTo>
                    <a:pt x="534" y="2857"/>
                  </a:lnTo>
                  <a:lnTo>
                    <a:pt x="540" y="2888"/>
                  </a:lnTo>
                  <a:lnTo>
                    <a:pt x="547" y="2919"/>
                  </a:lnTo>
                  <a:lnTo>
                    <a:pt x="553" y="2935"/>
                  </a:lnTo>
                  <a:lnTo>
                    <a:pt x="558" y="2949"/>
                  </a:lnTo>
                  <a:lnTo>
                    <a:pt x="565" y="2965"/>
                  </a:lnTo>
                  <a:lnTo>
                    <a:pt x="573" y="2979"/>
                  </a:lnTo>
                  <a:lnTo>
                    <a:pt x="581" y="2994"/>
                  </a:lnTo>
                  <a:lnTo>
                    <a:pt x="591" y="3008"/>
                  </a:lnTo>
                  <a:lnTo>
                    <a:pt x="602" y="3023"/>
                  </a:lnTo>
                  <a:lnTo>
                    <a:pt x="615" y="3038"/>
                  </a:lnTo>
                  <a:lnTo>
                    <a:pt x="629" y="3052"/>
                  </a:lnTo>
                  <a:lnTo>
                    <a:pt x="645" y="3067"/>
                  </a:lnTo>
                  <a:lnTo>
                    <a:pt x="645" y="3067"/>
                  </a:lnTo>
                  <a:lnTo>
                    <a:pt x="639" y="3044"/>
                  </a:lnTo>
                  <a:lnTo>
                    <a:pt x="634" y="3018"/>
                  </a:lnTo>
                  <a:lnTo>
                    <a:pt x="628" y="2991"/>
                  </a:lnTo>
                  <a:lnTo>
                    <a:pt x="624" y="2963"/>
                  </a:lnTo>
                  <a:lnTo>
                    <a:pt x="621" y="2933"/>
                  </a:lnTo>
                  <a:lnTo>
                    <a:pt x="618" y="2902"/>
                  </a:lnTo>
                  <a:lnTo>
                    <a:pt x="617" y="2871"/>
                  </a:lnTo>
                  <a:lnTo>
                    <a:pt x="617" y="2840"/>
                  </a:lnTo>
                  <a:lnTo>
                    <a:pt x="618" y="2810"/>
                  </a:lnTo>
                  <a:lnTo>
                    <a:pt x="621" y="2779"/>
                  </a:lnTo>
                  <a:lnTo>
                    <a:pt x="625" y="2751"/>
                  </a:lnTo>
                  <a:lnTo>
                    <a:pt x="632" y="2724"/>
                  </a:lnTo>
                  <a:lnTo>
                    <a:pt x="641" y="2698"/>
                  </a:lnTo>
                  <a:lnTo>
                    <a:pt x="652" y="2675"/>
                  </a:lnTo>
                  <a:lnTo>
                    <a:pt x="659" y="2664"/>
                  </a:lnTo>
                  <a:lnTo>
                    <a:pt x="666" y="2656"/>
                  </a:lnTo>
                  <a:lnTo>
                    <a:pt x="673" y="2646"/>
                  </a:lnTo>
                  <a:lnTo>
                    <a:pt x="682" y="2637"/>
                  </a:lnTo>
                  <a:lnTo>
                    <a:pt x="720" y="2663"/>
                  </a:lnTo>
                  <a:lnTo>
                    <a:pt x="720" y="2663"/>
                  </a:lnTo>
                  <a:lnTo>
                    <a:pt x="731" y="2671"/>
                  </a:lnTo>
                  <a:lnTo>
                    <a:pt x="741" y="2680"/>
                  </a:lnTo>
                  <a:lnTo>
                    <a:pt x="750" y="2691"/>
                  </a:lnTo>
                  <a:lnTo>
                    <a:pt x="758" y="2702"/>
                  </a:lnTo>
                  <a:lnTo>
                    <a:pt x="765" y="2715"/>
                  </a:lnTo>
                  <a:lnTo>
                    <a:pt x="771" y="2729"/>
                  </a:lnTo>
                  <a:lnTo>
                    <a:pt x="777" y="2743"/>
                  </a:lnTo>
                  <a:lnTo>
                    <a:pt x="781" y="2760"/>
                  </a:lnTo>
                  <a:lnTo>
                    <a:pt x="785" y="2776"/>
                  </a:lnTo>
                  <a:lnTo>
                    <a:pt x="789" y="2793"/>
                  </a:lnTo>
                  <a:lnTo>
                    <a:pt x="794" y="2830"/>
                  </a:lnTo>
                  <a:lnTo>
                    <a:pt x="796" y="2868"/>
                  </a:lnTo>
                  <a:lnTo>
                    <a:pt x="796" y="2908"/>
                  </a:lnTo>
                  <a:lnTo>
                    <a:pt x="795" y="2948"/>
                  </a:lnTo>
                  <a:lnTo>
                    <a:pt x="791" y="2989"/>
                  </a:lnTo>
                  <a:lnTo>
                    <a:pt x="785" y="3027"/>
                  </a:lnTo>
                  <a:lnTo>
                    <a:pt x="779" y="3065"/>
                  </a:lnTo>
                  <a:lnTo>
                    <a:pt x="772" y="3099"/>
                  </a:lnTo>
                  <a:lnTo>
                    <a:pt x="764" y="3132"/>
                  </a:lnTo>
                  <a:lnTo>
                    <a:pt x="754" y="3161"/>
                  </a:lnTo>
                  <a:lnTo>
                    <a:pt x="745" y="3186"/>
                  </a:lnTo>
                  <a:lnTo>
                    <a:pt x="745" y="3186"/>
                  </a:lnTo>
                  <a:lnTo>
                    <a:pt x="764" y="3150"/>
                  </a:lnTo>
                  <a:lnTo>
                    <a:pt x="784" y="3110"/>
                  </a:lnTo>
                  <a:lnTo>
                    <a:pt x="804" y="3071"/>
                  </a:lnTo>
                  <a:lnTo>
                    <a:pt x="821" y="3028"/>
                  </a:lnTo>
                  <a:lnTo>
                    <a:pt x="828" y="3007"/>
                  </a:lnTo>
                  <a:lnTo>
                    <a:pt x="835" y="2986"/>
                  </a:lnTo>
                  <a:lnTo>
                    <a:pt x="840" y="2963"/>
                  </a:lnTo>
                  <a:lnTo>
                    <a:pt x="845" y="2942"/>
                  </a:lnTo>
                  <a:lnTo>
                    <a:pt x="849" y="2919"/>
                  </a:lnTo>
                  <a:lnTo>
                    <a:pt x="852" y="2897"/>
                  </a:lnTo>
                  <a:lnTo>
                    <a:pt x="853" y="2875"/>
                  </a:lnTo>
                  <a:lnTo>
                    <a:pt x="852" y="2853"/>
                  </a:lnTo>
                  <a:lnTo>
                    <a:pt x="897" y="2845"/>
                  </a:lnTo>
                  <a:lnTo>
                    <a:pt x="897" y="2845"/>
                  </a:lnTo>
                  <a:lnTo>
                    <a:pt x="904" y="2872"/>
                  </a:lnTo>
                  <a:lnTo>
                    <a:pt x="910" y="2901"/>
                  </a:lnTo>
                  <a:lnTo>
                    <a:pt x="914" y="2929"/>
                  </a:lnTo>
                  <a:lnTo>
                    <a:pt x="915" y="2959"/>
                  </a:lnTo>
                  <a:lnTo>
                    <a:pt x="915" y="2989"/>
                  </a:lnTo>
                  <a:lnTo>
                    <a:pt x="915" y="3018"/>
                  </a:lnTo>
                  <a:lnTo>
                    <a:pt x="915" y="3072"/>
                  </a:lnTo>
                  <a:lnTo>
                    <a:pt x="915" y="3072"/>
                  </a:lnTo>
                  <a:lnTo>
                    <a:pt x="942" y="3035"/>
                  </a:lnTo>
                  <a:lnTo>
                    <a:pt x="968" y="3000"/>
                  </a:lnTo>
                  <a:lnTo>
                    <a:pt x="991" y="2965"/>
                  </a:lnTo>
                  <a:lnTo>
                    <a:pt x="1010" y="2928"/>
                  </a:lnTo>
                  <a:lnTo>
                    <a:pt x="1029" y="2891"/>
                  </a:lnTo>
                  <a:lnTo>
                    <a:pt x="1046" y="2851"/>
                  </a:lnTo>
                  <a:lnTo>
                    <a:pt x="1060" y="2809"/>
                  </a:lnTo>
                  <a:lnTo>
                    <a:pt x="1073" y="2763"/>
                  </a:lnTo>
                  <a:lnTo>
                    <a:pt x="1073" y="2763"/>
                  </a:lnTo>
                  <a:lnTo>
                    <a:pt x="1078" y="2773"/>
                  </a:lnTo>
                  <a:lnTo>
                    <a:pt x="1083" y="2785"/>
                  </a:lnTo>
                  <a:lnTo>
                    <a:pt x="1091" y="2807"/>
                  </a:lnTo>
                  <a:lnTo>
                    <a:pt x="1097" y="2833"/>
                  </a:lnTo>
                  <a:lnTo>
                    <a:pt x="1101" y="2860"/>
                  </a:lnTo>
                  <a:lnTo>
                    <a:pt x="1107" y="2885"/>
                  </a:lnTo>
                  <a:lnTo>
                    <a:pt x="1112" y="2912"/>
                  </a:lnTo>
                  <a:lnTo>
                    <a:pt x="1120" y="2936"/>
                  </a:lnTo>
                  <a:lnTo>
                    <a:pt x="1124" y="2949"/>
                  </a:lnTo>
                  <a:lnTo>
                    <a:pt x="1129" y="2959"/>
                  </a:lnTo>
                  <a:lnTo>
                    <a:pt x="1129" y="2959"/>
                  </a:lnTo>
                  <a:lnTo>
                    <a:pt x="1145" y="2984"/>
                  </a:lnTo>
                  <a:lnTo>
                    <a:pt x="1165" y="3010"/>
                  </a:lnTo>
                  <a:lnTo>
                    <a:pt x="1186" y="3034"/>
                  </a:lnTo>
                  <a:lnTo>
                    <a:pt x="1209" y="3057"/>
                  </a:lnTo>
                  <a:lnTo>
                    <a:pt x="1234" y="3078"/>
                  </a:lnTo>
                  <a:lnTo>
                    <a:pt x="1260" y="3096"/>
                  </a:lnTo>
                  <a:lnTo>
                    <a:pt x="1287" y="3115"/>
                  </a:lnTo>
                  <a:lnTo>
                    <a:pt x="1312" y="3129"/>
                  </a:lnTo>
                  <a:lnTo>
                    <a:pt x="1312" y="3129"/>
                  </a:lnTo>
                  <a:lnTo>
                    <a:pt x="1314" y="3113"/>
                  </a:lnTo>
                  <a:lnTo>
                    <a:pt x="1312" y="3096"/>
                  </a:lnTo>
                  <a:lnTo>
                    <a:pt x="1311" y="3079"/>
                  </a:lnTo>
                  <a:lnTo>
                    <a:pt x="1307" y="3064"/>
                  </a:lnTo>
                  <a:lnTo>
                    <a:pt x="1297" y="3030"/>
                  </a:lnTo>
                  <a:lnTo>
                    <a:pt x="1287" y="2997"/>
                  </a:lnTo>
                  <a:lnTo>
                    <a:pt x="1287" y="2997"/>
                  </a:lnTo>
                  <a:lnTo>
                    <a:pt x="1321" y="3025"/>
                  </a:lnTo>
                  <a:lnTo>
                    <a:pt x="1339" y="3038"/>
                  </a:lnTo>
                  <a:lnTo>
                    <a:pt x="1358" y="3051"/>
                  </a:lnTo>
                  <a:lnTo>
                    <a:pt x="1377" y="3064"/>
                  </a:lnTo>
                  <a:lnTo>
                    <a:pt x="1397" y="3074"/>
                  </a:lnTo>
                  <a:lnTo>
                    <a:pt x="1417" y="3084"/>
                  </a:lnTo>
                  <a:lnTo>
                    <a:pt x="1438" y="30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3ADE69F8-02B4-F323-7A54-DA509DAA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  <a:lnTo>
                    <a:pt x="4551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70E4918C-A65C-BABB-D8B6-5A28432B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17"/>
              <a:ext cx="2967" cy="2285"/>
            </a:xfrm>
            <a:custGeom>
              <a:avLst/>
              <a:gdLst>
                <a:gd name="T0" fmla="*/ 4497 w 5932"/>
                <a:gd name="T1" fmla="*/ 493 h 4569"/>
                <a:gd name="T2" fmla="*/ 4367 w 5932"/>
                <a:gd name="T3" fmla="*/ 626 h 4569"/>
                <a:gd name="T4" fmla="*/ 4119 w 5932"/>
                <a:gd name="T5" fmla="*/ 623 h 4569"/>
                <a:gd name="T6" fmla="*/ 3983 w 5932"/>
                <a:gd name="T7" fmla="*/ 559 h 4569"/>
                <a:gd name="T8" fmla="*/ 3899 w 5932"/>
                <a:gd name="T9" fmla="*/ 544 h 4569"/>
                <a:gd name="T10" fmla="*/ 3765 w 5932"/>
                <a:gd name="T11" fmla="*/ 605 h 4569"/>
                <a:gd name="T12" fmla="*/ 3556 w 5932"/>
                <a:gd name="T13" fmla="*/ 600 h 4569"/>
                <a:gd name="T14" fmla="*/ 3423 w 5932"/>
                <a:gd name="T15" fmla="*/ 532 h 4569"/>
                <a:gd name="T16" fmla="*/ 3263 w 5932"/>
                <a:gd name="T17" fmla="*/ 609 h 4569"/>
                <a:gd name="T18" fmla="*/ 3096 w 5932"/>
                <a:gd name="T19" fmla="*/ 653 h 4569"/>
                <a:gd name="T20" fmla="*/ 2924 w 5932"/>
                <a:gd name="T21" fmla="*/ 649 h 4569"/>
                <a:gd name="T22" fmla="*/ 2846 w 5932"/>
                <a:gd name="T23" fmla="*/ 657 h 4569"/>
                <a:gd name="T24" fmla="*/ 2811 w 5932"/>
                <a:gd name="T25" fmla="*/ 379 h 4569"/>
                <a:gd name="T26" fmla="*/ 2411 w 5932"/>
                <a:gd name="T27" fmla="*/ 498 h 4569"/>
                <a:gd name="T28" fmla="*/ 1886 w 5932"/>
                <a:gd name="T29" fmla="*/ 698 h 4569"/>
                <a:gd name="T30" fmla="*/ 1625 w 5932"/>
                <a:gd name="T31" fmla="*/ 739 h 4569"/>
                <a:gd name="T32" fmla="*/ 1422 w 5932"/>
                <a:gd name="T33" fmla="*/ 714 h 4569"/>
                <a:gd name="T34" fmla="*/ 1149 w 5932"/>
                <a:gd name="T35" fmla="*/ 579 h 4569"/>
                <a:gd name="T36" fmla="*/ 739 w 5932"/>
                <a:gd name="T37" fmla="*/ 345 h 4569"/>
                <a:gd name="T38" fmla="*/ 522 w 5932"/>
                <a:gd name="T39" fmla="*/ 187 h 4569"/>
                <a:gd name="T40" fmla="*/ 364 w 5932"/>
                <a:gd name="T41" fmla="*/ 14 h 4569"/>
                <a:gd name="T42" fmla="*/ 289 w 5932"/>
                <a:gd name="T43" fmla="*/ 4 h 4569"/>
                <a:gd name="T44" fmla="*/ 154 w 5932"/>
                <a:gd name="T45" fmla="*/ 110 h 4569"/>
                <a:gd name="T46" fmla="*/ 11 w 5932"/>
                <a:gd name="T47" fmla="*/ 297 h 4569"/>
                <a:gd name="T48" fmla="*/ 4 w 5932"/>
                <a:gd name="T49" fmla="*/ 367 h 4569"/>
                <a:gd name="T50" fmla="*/ 154 w 5932"/>
                <a:gd name="T51" fmla="*/ 490 h 4569"/>
                <a:gd name="T52" fmla="*/ 195 w 5932"/>
                <a:gd name="T53" fmla="*/ 623 h 4569"/>
                <a:gd name="T54" fmla="*/ 348 w 5932"/>
                <a:gd name="T55" fmla="*/ 840 h 4569"/>
                <a:gd name="T56" fmla="*/ 596 w 5932"/>
                <a:gd name="T57" fmla="*/ 1112 h 4569"/>
                <a:gd name="T58" fmla="*/ 922 w 5932"/>
                <a:gd name="T59" fmla="*/ 1409 h 4569"/>
                <a:gd name="T60" fmla="*/ 1319 w 5932"/>
                <a:gd name="T61" fmla="*/ 1599 h 4569"/>
                <a:gd name="T62" fmla="*/ 1778 w 5932"/>
                <a:gd name="T63" fmla="*/ 1683 h 4569"/>
                <a:gd name="T64" fmla="*/ 2469 w 5932"/>
                <a:gd name="T65" fmla="*/ 1713 h 4569"/>
                <a:gd name="T66" fmla="*/ 2508 w 5932"/>
                <a:gd name="T67" fmla="*/ 2278 h 4569"/>
                <a:gd name="T68" fmla="*/ 2434 w 5932"/>
                <a:gd name="T69" fmla="*/ 3222 h 4569"/>
                <a:gd name="T70" fmla="*/ 2403 w 5932"/>
                <a:gd name="T71" fmla="*/ 3820 h 4569"/>
                <a:gd name="T72" fmla="*/ 2444 w 5932"/>
                <a:gd name="T73" fmla="*/ 4114 h 4569"/>
                <a:gd name="T74" fmla="*/ 2448 w 5932"/>
                <a:gd name="T75" fmla="*/ 4496 h 4569"/>
                <a:gd name="T76" fmla="*/ 2787 w 5932"/>
                <a:gd name="T77" fmla="*/ 4561 h 4569"/>
                <a:gd name="T78" fmla="*/ 3892 w 5932"/>
                <a:gd name="T79" fmla="*/ 4459 h 4569"/>
                <a:gd name="T80" fmla="*/ 4599 w 5932"/>
                <a:gd name="T81" fmla="*/ 4442 h 4569"/>
                <a:gd name="T82" fmla="*/ 5218 w 5932"/>
                <a:gd name="T83" fmla="*/ 4539 h 4569"/>
                <a:gd name="T84" fmla="*/ 5479 w 5932"/>
                <a:gd name="T85" fmla="*/ 4535 h 4569"/>
                <a:gd name="T86" fmla="*/ 5683 w 5932"/>
                <a:gd name="T87" fmla="*/ 4524 h 4569"/>
                <a:gd name="T88" fmla="*/ 5791 w 5932"/>
                <a:gd name="T89" fmla="*/ 4515 h 4569"/>
                <a:gd name="T90" fmla="*/ 5816 w 5932"/>
                <a:gd name="T91" fmla="*/ 4425 h 4569"/>
                <a:gd name="T92" fmla="*/ 5832 w 5932"/>
                <a:gd name="T93" fmla="*/ 4321 h 4569"/>
                <a:gd name="T94" fmla="*/ 5904 w 5932"/>
                <a:gd name="T95" fmla="*/ 4243 h 4569"/>
                <a:gd name="T96" fmla="*/ 5932 w 5932"/>
                <a:gd name="T97" fmla="*/ 3990 h 4569"/>
                <a:gd name="T98" fmla="*/ 5862 w 5932"/>
                <a:gd name="T99" fmla="*/ 3285 h 4569"/>
                <a:gd name="T100" fmla="*/ 5728 w 5932"/>
                <a:gd name="T101" fmla="*/ 2516 h 4569"/>
                <a:gd name="T102" fmla="*/ 5604 w 5932"/>
                <a:gd name="T103" fmla="*/ 1599 h 4569"/>
                <a:gd name="T104" fmla="*/ 5509 w 5932"/>
                <a:gd name="T105" fmla="*/ 1014 h 4569"/>
                <a:gd name="T106" fmla="*/ 5370 w 5932"/>
                <a:gd name="T107" fmla="*/ 610 h 4569"/>
                <a:gd name="T108" fmla="*/ 5203 w 5932"/>
                <a:gd name="T109" fmla="*/ 416 h 4569"/>
                <a:gd name="T110" fmla="*/ 4887 w 5932"/>
                <a:gd name="T111" fmla="*/ 258 h 4569"/>
                <a:gd name="T112" fmla="*/ 4603 w 5932"/>
                <a:gd name="T113" fmla="*/ 201 h 4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2" h="4569">
                  <a:moveTo>
                    <a:pt x="4551" y="304"/>
                  </a:moveTo>
                  <a:lnTo>
                    <a:pt x="4551" y="304"/>
                  </a:lnTo>
                  <a:lnTo>
                    <a:pt x="4544" y="341"/>
                  </a:lnTo>
                  <a:lnTo>
                    <a:pt x="4535" y="375"/>
                  </a:lnTo>
                  <a:lnTo>
                    <a:pt x="4527" y="408"/>
                  </a:lnTo>
                  <a:lnTo>
                    <a:pt x="4518" y="437"/>
                  </a:lnTo>
                  <a:lnTo>
                    <a:pt x="4508" y="466"/>
                  </a:lnTo>
                  <a:lnTo>
                    <a:pt x="4497" y="493"/>
                  </a:lnTo>
                  <a:lnTo>
                    <a:pt x="4486" y="517"/>
                  </a:lnTo>
                  <a:lnTo>
                    <a:pt x="4472" y="540"/>
                  </a:lnTo>
                  <a:lnTo>
                    <a:pt x="4457" y="561"/>
                  </a:lnTo>
                  <a:lnTo>
                    <a:pt x="4442" y="578"/>
                  </a:lnTo>
                  <a:lnTo>
                    <a:pt x="4426" y="593"/>
                  </a:lnTo>
                  <a:lnTo>
                    <a:pt x="4408" y="608"/>
                  </a:lnTo>
                  <a:lnTo>
                    <a:pt x="4388" y="617"/>
                  </a:lnTo>
                  <a:lnTo>
                    <a:pt x="4367" y="626"/>
                  </a:lnTo>
                  <a:lnTo>
                    <a:pt x="4343" y="632"/>
                  </a:lnTo>
                  <a:lnTo>
                    <a:pt x="4317" y="634"/>
                  </a:lnTo>
                  <a:lnTo>
                    <a:pt x="4317" y="634"/>
                  </a:lnTo>
                  <a:lnTo>
                    <a:pt x="4260" y="634"/>
                  </a:lnTo>
                  <a:lnTo>
                    <a:pt x="4204" y="633"/>
                  </a:lnTo>
                  <a:lnTo>
                    <a:pt x="4175" y="630"/>
                  </a:lnTo>
                  <a:lnTo>
                    <a:pt x="4147" y="627"/>
                  </a:lnTo>
                  <a:lnTo>
                    <a:pt x="4119" y="623"/>
                  </a:lnTo>
                  <a:lnTo>
                    <a:pt x="4090" y="617"/>
                  </a:lnTo>
                  <a:lnTo>
                    <a:pt x="4090" y="617"/>
                  </a:lnTo>
                  <a:lnTo>
                    <a:pt x="4081" y="615"/>
                  </a:lnTo>
                  <a:lnTo>
                    <a:pt x="4071" y="610"/>
                  </a:lnTo>
                  <a:lnTo>
                    <a:pt x="4049" y="600"/>
                  </a:lnTo>
                  <a:lnTo>
                    <a:pt x="4027" y="588"/>
                  </a:lnTo>
                  <a:lnTo>
                    <a:pt x="4004" y="574"/>
                  </a:lnTo>
                  <a:lnTo>
                    <a:pt x="3983" y="559"/>
                  </a:lnTo>
                  <a:lnTo>
                    <a:pt x="3961" y="548"/>
                  </a:lnTo>
                  <a:lnTo>
                    <a:pt x="3943" y="540"/>
                  </a:lnTo>
                  <a:lnTo>
                    <a:pt x="3935" y="538"/>
                  </a:lnTo>
                  <a:lnTo>
                    <a:pt x="3927" y="537"/>
                  </a:lnTo>
                  <a:lnTo>
                    <a:pt x="3927" y="537"/>
                  </a:lnTo>
                  <a:lnTo>
                    <a:pt x="3920" y="537"/>
                  </a:lnTo>
                  <a:lnTo>
                    <a:pt x="3913" y="538"/>
                  </a:lnTo>
                  <a:lnTo>
                    <a:pt x="3899" y="544"/>
                  </a:lnTo>
                  <a:lnTo>
                    <a:pt x="3884" y="552"/>
                  </a:lnTo>
                  <a:lnTo>
                    <a:pt x="3869" y="561"/>
                  </a:lnTo>
                  <a:lnTo>
                    <a:pt x="3837" y="582"/>
                  </a:lnTo>
                  <a:lnTo>
                    <a:pt x="3820" y="591"/>
                  </a:lnTo>
                  <a:lnTo>
                    <a:pt x="3801" y="599"/>
                  </a:lnTo>
                  <a:lnTo>
                    <a:pt x="3801" y="599"/>
                  </a:lnTo>
                  <a:lnTo>
                    <a:pt x="3784" y="602"/>
                  </a:lnTo>
                  <a:lnTo>
                    <a:pt x="3765" y="605"/>
                  </a:lnTo>
                  <a:lnTo>
                    <a:pt x="3725" y="606"/>
                  </a:lnTo>
                  <a:lnTo>
                    <a:pt x="3684" y="608"/>
                  </a:lnTo>
                  <a:lnTo>
                    <a:pt x="3644" y="608"/>
                  </a:lnTo>
                  <a:lnTo>
                    <a:pt x="3644" y="608"/>
                  </a:lnTo>
                  <a:lnTo>
                    <a:pt x="3620" y="608"/>
                  </a:lnTo>
                  <a:lnTo>
                    <a:pt x="3597" y="606"/>
                  </a:lnTo>
                  <a:lnTo>
                    <a:pt x="3576" y="603"/>
                  </a:lnTo>
                  <a:lnTo>
                    <a:pt x="3556" y="600"/>
                  </a:lnTo>
                  <a:lnTo>
                    <a:pt x="3538" y="596"/>
                  </a:lnTo>
                  <a:lnTo>
                    <a:pt x="3521" y="591"/>
                  </a:lnTo>
                  <a:lnTo>
                    <a:pt x="3504" y="585"/>
                  </a:lnTo>
                  <a:lnTo>
                    <a:pt x="3487" y="576"/>
                  </a:lnTo>
                  <a:lnTo>
                    <a:pt x="3471" y="568"/>
                  </a:lnTo>
                  <a:lnTo>
                    <a:pt x="3454" y="558"/>
                  </a:lnTo>
                  <a:lnTo>
                    <a:pt x="3439" y="545"/>
                  </a:lnTo>
                  <a:lnTo>
                    <a:pt x="3423" y="532"/>
                  </a:lnTo>
                  <a:lnTo>
                    <a:pt x="3389" y="503"/>
                  </a:lnTo>
                  <a:lnTo>
                    <a:pt x="3354" y="466"/>
                  </a:lnTo>
                  <a:lnTo>
                    <a:pt x="3354" y="466"/>
                  </a:lnTo>
                  <a:lnTo>
                    <a:pt x="3322" y="521"/>
                  </a:lnTo>
                  <a:lnTo>
                    <a:pt x="3297" y="565"/>
                  </a:lnTo>
                  <a:lnTo>
                    <a:pt x="3286" y="582"/>
                  </a:lnTo>
                  <a:lnTo>
                    <a:pt x="3274" y="596"/>
                  </a:lnTo>
                  <a:lnTo>
                    <a:pt x="3263" y="609"/>
                  </a:lnTo>
                  <a:lnTo>
                    <a:pt x="3250" y="619"/>
                  </a:lnTo>
                  <a:lnTo>
                    <a:pt x="3237" y="627"/>
                  </a:lnTo>
                  <a:lnTo>
                    <a:pt x="3225" y="634"/>
                  </a:lnTo>
                  <a:lnTo>
                    <a:pt x="3209" y="639"/>
                  </a:lnTo>
                  <a:lnTo>
                    <a:pt x="3192" y="643"/>
                  </a:lnTo>
                  <a:lnTo>
                    <a:pt x="3172" y="646"/>
                  </a:lnTo>
                  <a:lnTo>
                    <a:pt x="3150" y="649"/>
                  </a:lnTo>
                  <a:lnTo>
                    <a:pt x="3096" y="653"/>
                  </a:lnTo>
                  <a:lnTo>
                    <a:pt x="3096" y="653"/>
                  </a:lnTo>
                  <a:lnTo>
                    <a:pt x="3066" y="651"/>
                  </a:lnTo>
                  <a:lnTo>
                    <a:pt x="3035" y="649"/>
                  </a:lnTo>
                  <a:lnTo>
                    <a:pt x="3004" y="644"/>
                  </a:lnTo>
                  <a:lnTo>
                    <a:pt x="2971" y="643"/>
                  </a:lnTo>
                  <a:lnTo>
                    <a:pt x="2955" y="644"/>
                  </a:lnTo>
                  <a:lnTo>
                    <a:pt x="2940" y="646"/>
                  </a:lnTo>
                  <a:lnTo>
                    <a:pt x="2924" y="649"/>
                  </a:lnTo>
                  <a:lnTo>
                    <a:pt x="2909" y="653"/>
                  </a:lnTo>
                  <a:lnTo>
                    <a:pt x="2895" y="659"/>
                  </a:lnTo>
                  <a:lnTo>
                    <a:pt x="2882" y="666"/>
                  </a:lnTo>
                  <a:lnTo>
                    <a:pt x="2868" y="676"/>
                  </a:lnTo>
                  <a:lnTo>
                    <a:pt x="2856" y="688"/>
                  </a:lnTo>
                  <a:lnTo>
                    <a:pt x="2856" y="688"/>
                  </a:lnTo>
                  <a:lnTo>
                    <a:pt x="2851" y="673"/>
                  </a:lnTo>
                  <a:lnTo>
                    <a:pt x="2846" y="657"/>
                  </a:lnTo>
                  <a:lnTo>
                    <a:pt x="2843" y="640"/>
                  </a:lnTo>
                  <a:lnTo>
                    <a:pt x="2841" y="620"/>
                  </a:lnTo>
                  <a:lnTo>
                    <a:pt x="2838" y="581"/>
                  </a:lnTo>
                  <a:lnTo>
                    <a:pt x="2838" y="537"/>
                  </a:lnTo>
                  <a:lnTo>
                    <a:pt x="2839" y="491"/>
                  </a:lnTo>
                  <a:lnTo>
                    <a:pt x="2842" y="446"/>
                  </a:lnTo>
                  <a:lnTo>
                    <a:pt x="2848" y="358"/>
                  </a:lnTo>
                  <a:lnTo>
                    <a:pt x="2811" y="379"/>
                  </a:lnTo>
                  <a:lnTo>
                    <a:pt x="2811" y="379"/>
                  </a:lnTo>
                  <a:lnTo>
                    <a:pt x="2734" y="401"/>
                  </a:lnTo>
                  <a:lnTo>
                    <a:pt x="2658" y="425"/>
                  </a:lnTo>
                  <a:lnTo>
                    <a:pt x="2583" y="447"/>
                  </a:lnTo>
                  <a:lnTo>
                    <a:pt x="2509" y="467"/>
                  </a:lnTo>
                  <a:lnTo>
                    <a:pt x="2509" y="467"/>
                  </a:lnTo>
                  <a:lnTo>
                    <a:pt x="2459" y="483"/>
                  </a:lnTo>
                  <a:lnTo>
                    <a:pt x="2411" y="498"/>
                  </a:lnTo>
                  <a:lnTo>
                    <a:pt x="2362" y="515"/>
                  </a:lnTo>
                  <a:lnTo>
                    <a:pt x="2314" y="535"/>
                  </a:lnTo>
                  <a:lnTo>
                    <a:pt x="2219" y="574"/>
                  </a:lnTo>
                  <a:lnTo>
                    <a:pt x="2124" y="613"/>
                  </a:lnTo>
                  <a:lnTo>
                    <a:pt x="2029" y="650"/>
                  </a:lnTo>
                  <a:lnTo>
                    <a:pt x="1981" y="667"/>
                  </a:lnTo>
                  <a:lnTo>
                    <a:pt x="1934" y="684"/>
                  </a:lnTo>
                  <a:lnTo>
                    <a:pt x="1886" y="698"/>
                  </a:lnTo>
                  <a:lnTo>
                    <a:pt x="1836" y="711"/>
                  </a:lnTo>
                  <a:lnTo>
                    <a:pt x="1788" y="722"/>
                  </a:lnTo>
                  <a:lnTo>
                    <a:pt x="1738" y="731"/>
                  </a:lnTo>
                  <a:lnTo>
                    <a:pt x="1738" y="731"/>
                  </a:lnTo>
                  <a:lnTo>
                    <a:pt x="1710" y="734"/>
                  </a:lnTo>
                  <a:lnTo>
                    <a:pt x="1682" y="736"/>
                  </a:lnTo>
                  <a:lnTo>
                    <a:pt x="1653" y="739"/>
                  </a:lnTo>
                  <a:lnTo>
                    <a:pt x="1625" y="739"/>
                  </a:lnTo>
                  <a:lnTo>
                    <a:pt x="1595" y="739"/>
                  </a:lnTo>
                  <a:lnTo>
                    <a:pt x="1567" y="738"/>
                  </a:lnTo>
                  <a:lnTo>
                    <a:pt x="1537" y="736"/>
                  </a:lnTo>
                  <a:lnTo>
                    <a:pt x="1507" y="732"/>
                  </a:lnTo>
                  <a:lnTo>
                    <a:pt x="1507" y="732"/>
                  </a:lnTo>
                  <a:lnTo>
                    <a:pt x="1479" y="728"/>
                  </a:lnTo>
                  <a:lnTo>
                    <a:pt x="1451" y="721"/>
                  </a:lnTo>
                  <a:lnTo>
                    <a:pt x="1422" y="714"/>
                  </a:lnTo>
                  <a:lnTo>
                    <a:pt x="1395" y="705"/>
                  </a:lnTo>
                  <a:lnTo>
                    <a:pt x="1370" y="697"/>
                  </a:lnTo>
                  <a:lnTo>
                    <a:pt x="1344" y="685"/>
                  </a:lnTo>
                  <a:lnTo>
                    <a:pt x="1319" y="676"/>
                  </a:lnTo>
                  <a:lnTo>
                    <a:pt x="1293" y="663"/>
                  </a:lnTo>
                  <a:lnTo>
                    <a:pt x="1245" y="637"/>
                  </a:lnTo>
                  <a:lnTo>
                    <a:pt x="1197" y="609"/>
                  </a:lnTo>
                  <a:lnTo>
                    <a:pt x="1149" y="579"/>
                  </a:lnTo>
                  <a:lnTo>
                    <a:pt x="1101" y="548"/>
                  </a:lnTo>
                  <a:lnTo>
                    <a:pt x="1101" y="548"/>
                  </a:lnTo>
                  <a:lnTo>
                    <a:pt x="1054" y="518"/>
                  </a:lnTo>
                  <a:lnTo>
                    <a:pt x="1054" y="518"/>
                  </a:lnTo>
                  <a:lnTo>
                    <a:pt x="994" y="483"/>
                  </a:lnTo>
                  <a:lnTo>
                    <a:pt x="933" y="449"/>
                  </a:lnTo>
                  <a:lnTo>
                    <a:pt x="803" y="381"/>
                  </a:lnTo>
                  <a:lnTo>
                    <a:pt x="739" y="345"/>
                  </a:lnTo>
                  <a:lnTo>
                    <a:pt x="677" y="309"/>
                  </a:lnTo>
                  <a:lnTo>
                    <a:pt x="646" y="289"/>
                  </a:lnTo>
                  <a:lnTo>
                    <a:pt x="617" y="269"/>
                  </a:lnTo>
                  <a:lnTo>
                    <a:pt x="589" y="249"/>
                  </a:lnTo>
                  <a:lnTo>
                    <a:pt x="562" y="228"/>
                  </a:lnTo>
                  <a:lnTo>
                    <a:pt x="537" y="209"/>
                  </a:lnTo>
                  <a:lnTo>
                    <a:pt x="537" y="209"/>
                  </a:lnTo>
                  <a:lnTo>
                    <a:pt x="522" y="187"/>
                  </a:lnTo>
                  <a:lnTo>
                    <a:pt x="501" y="158"/>
                  </a:lnTo>
                  <a:lnTo>
                    <a:pt x="479" y="129"/>
                  </a:lnTo>
                  <a:lnTo>
                    <a:pt x="453" y="97"/>
                  </a:lnTo>
                  <a:lnTo>
                    <a:pt x="426" y="68"/>
                  </a:lnTo>
                  <a:lnTo>
                    <a:pt x="399" y="42"/>
                  </a:lnTo>
                  <a:lnTo>
                    <a:pt x="386" y="31"/>
                  </a:lnTo>
                  <a:lnTo>
                    <a:pt x="375" y="21"/>
                  </a:lnTo>
                  <a:lnTo>
                    <a:pt x="364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43" y="2"/>
                  </a:lnTo>
                  <a:lnTo>
                    <a:pt x="331" y="0"/>
                  </a:lnTo>
                  <a:lnTo>
                    <a:pt x="321" y="0"/>
                  </a:lnTo>
                  <a:lnTo>
                    <a:pt x="310" y="0"/>
                  </a:lnTo>
                  <a:lnTo>
                    <a:pt x="299" y="1"/>
                  </a:lnTo>
                  <a:lnTo>
                    <a:pt x="289" y="4"/>
                  </a:lnTo>
                  <a:lnTo>
                    <a:pt x="277" y="8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46" y="25"/>
                  </a:lnTo>
                  <a:lnTo>
                    <a:pt x="226" y="41"/>
                  </a:lnTo>
                  <a:lnTo>
                    <a:pt x="207" y="58"/>
                  </a:lnTo>
                  <a:lnTo>
                    <a:pt x="188" y="75"/>
                  </a:lnTo>
                  <a:lnTo>
                    <a:pt x="154" y="110"/>
                  </a:lnTo>
                  <a:lnTo>
                    <a:pt x="126" y="143"/>
                  </a:lnTo>
                  <a:lnTo>
                    <a:pt x="126" y="143"/>
                  </a:lnTo>
                  <a:lnTo>
                    <a:pt x="99" y="174"/>
                  </a:lnTo>
                  <a:lnTo>
                    <a:pt x="66" y="212"/>
                  </a:lnTo>
                  <a:lnTo>
                    <a:pt x="51" y="233"/>
                  </a:lnTo>
                  <a:lnTo>
                    <a:pt x="35" y="255"/>
                  </a:lnTo>
                  <a:lnTo>
                    <a:pt x="22" y="276"/>
                  </a:lnTo>
                  <a:lnTo>
                    <a:pt x="11" y="297"/>
                  </a:lnTo>
                  <a:lnTo>
                    <a:pt x="11" y="297"/>
                  </a:lnTo>
                  <a:lnTo>
                    <a:pt x="7" y="309"/>
                  </a:lnTo>
                  <a:lnTo>
                    <a:pt x="4" y="318"/>
                  </a:lnTo>
                  <a:lnTo>
                    <a:pt x="1" y="33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54"/>
                  </a:lnTo>
                  <a:lnTo>
                    <a:pt x="4" y="367"/>
                  </a:lnTo>
                  <a:lnTo>
                    <a:pt x="10" y="378"/>
                  </a:lnTo>
                  <a:lnTo>
                    <a:pt x="18" y="391"/>
                  </a:lnTo>
                  <a:lnTo>
                    <a:pt x="28" y="401"/>
                  </a:lnTo>
                  <a:lnTo>
                    <a:pt x="41" y="412"/>
                  </a:lnTo>
                  <a:lnTo>
                    <a:pt x="53" y="422"/>
                  </a:lnTo>
                  <a:lnTo>
                    <a:pt x="68" y="432"/>
                  </a:lnTo>
                  <a:lnTo>
                    <a:pt x="127" y="470"/>
                  </a:lnTo>
                  <a:lnTo>
                    <a:pt x="154" y="490"/>
                  </a:lnTo>
                  <a:lnTo>
                    <a:pt x="165" y="501"/>
                  </a:lnTo>
                  <a:lnTo>
                    <a:pt x="175" y="511"/>
                  </a:lnTo>
                  <a:lnTo>
                    <a:pt x="184" y="537"/>
                  </a:lnTo>
                  <a:lnTo>
                    <a:pt x="184" y="537"/>
                  </a:lnTo>
                  <a:lnTo>
                    <a:pt x="184" y="559"/>
                  </a:lnTo>
                  <a:lnTo>
                    <a:pt x="185" y="581"/>
                  </a:lnTo>
                  <a:lnTo>
                    <a:pt x="190" y="602"/>
                  </a:lnTo>
                  <a:lnTo>
                    <a:pt x="195" y="623"/>
                  </a:lnTo>
                  <a:lnTo>
                    <a:pt x="204" y="643"/>
                  </a:lnTo>
                  <a:lnTo>
                    <a:pt x="214" y="663"/>
                  </a:lnTo>
                  <a:lnTo>
                    <a:pt x="225" y="683"/>
                  </a:lnTo>
                  <a:lnTo>
                    <a:pt x="238" y="701"/>
                  </a:lnTo>
                  <a:lnTo>
                    <a:pt x="266" y="736"/>
                  </a:lnTo>
                  <a:lnTo>
                    <a:pt x="294" y="772"/>
                  </a:lnTo>
                  <a:lnTo>
                    <a:pt x="323" y="806"/>
                  </a:lnTo>
                  <a:lnTo>
                    <a:pt x="348" y="840"/>
                  </a:lnTo>
                  <a:lnTo>
                    <a:pt x="348" y="840"/>
                  </a:lnTo>
                  <a:lnTo>
                    <a:pt x="377" y="877"/>
                  </a:lnTo>
                  <a:lnTo>
                    <a:pt x="406" y="912"/>
                  </a:lnTo>
                  <a:lnTo>
                    <a:pt x="437" y="946"/>
                  </a:lnTo>
                  <a:lnTo>
                    <a:pt x="469" y="979"/>
                  </a:lnTo>
                  <a:lnTo>
                    <a:pt x="532" y="1045"/>
                  </a:lnTo>
                  <a:lnTo>
                    <a:pt x="596" y="1112"/>
                  </a:lnTo>
                  <a:lnTo>
                    <a:pt x="596" y="1112"/>
                  </a:lnTo>
                  <a:lnTo>
                    <a:pt x="634" y="1153"/>
                  </a:lnTo>
                  <a:lnTo>
                    <a:pt x="674" y="1194"/>
                  </a:lnTo>
                  <a:lnTo>
                    <a:pt x="714" y="1234"/>
                  </a:lnTo>
                  <a:lnTo>
                    <a:pt x="753" y="1271"/>
                  </a:lnTo>
                  <a:lnTo>
                    <a:pt x="795" y="1307"/>
                  </a:lnTo>
                  <a:lnTo>
                    <a:pt x="837" y="1343"/>
                  </a:lnTo>
                  <a:lnTo>
                    <a:pt x="880" y="1377"/>
                  </a:lnTo>
                  <a:lnTo>
                    <a:pt x="922" y="1409"/>
                  </a:lnTo>
                  <a:lnTo>
                    <a:pt x="967" y="1441"/>
                  </a:lnTo>
                  <a:lnTo>
                    <a:pt x="1013" y="1469"/>
                  </a:lnTo>
                  <a:lnTo>
                    <a:pt x="1061" y="1496"/>
                  </a:lnTo>
                  <a:lnTo>
                    <a:pt x="1109" y="1521"/>
                  </a:lnTo>
                  <a:lnTo>
                    <a:pt x="1159" y="1544"/>
                  </a:lnTo>
                  <a:lnTo>
                    <a:pt x="1210" y="1565"/>
                  </a:lnTo>
                  <a:lnTo>
                    <a:pt x="1264" y="1584"/>
                  </a:lnTo>
                  <a:lnTo>
                    <a:pt x="1319" y="1599"/>
                  </a:lnTo>
                  <a:lnTo>
                    <a:pt x="1319" y="1599"/>
                  </a:lnTo>
                  <a:lnTo>
                    <a:pt x="1400" y="1621"/>
                  </a:lnTo>
                  <a:lnTo>
                    <a:pt x="1482" y="1638"/>
                  </a:lnTo>
                  <a:lnTo>
                    <a:pt x="1565" y="1653"/>
                  </a:lnTo>
                  <a:lnTo>
                    <a:pt x="1648" y="1667"/>
                  </a:lnTo>
                  <a:lnTo>
                    <a:pt x="1648" y="1667"/>
                  </a:lnTo>
                  <a:lnTo>
                    <a:pt x="1713" y="1676"/>
                  </a:lnTo>
                  <a:lnTo>
                    <a:pt x="1778" y="1683"/>
                  </a:lnTo>
                  <a:lnTo>
                    <a:pt x="1842" y="1690"/>
                  </a:lnTo>
                  <a:lnTo>
                    <a:pt x="1907" y="1696"/>
                  </a:lnTo>
                  <a:lnTo>
                    <a:pt x="1907" y="1696"/>
                  </a:lnTo>
                  <a:lnTo>
                    <a:pt x="1978" y="1700"/>
                  </a:lnTo>
                  <a:lnTo>
                    <a:pt x="2049" y="1704"/>
                  </a:lnTo>
                  <a:lnTo>
                    <a:pt x="2189" y="1710"/>
                  </a:lnTo>
                  <a:lnTo>
                    <a:pt x="2329" y="1713"/>
                  </a:lnTo>
                  <a:lnTo>
                    <a:pt x="2469" y="1713"/>
                  </a:lnTo>
                  <a:lnTo>
                    <a:pt x="2496" y="1708"/>
                  </a:lnTo>
                  <a:lnTo>
                    <a:pt x="2496" y="1708"/>
                  </a:lnTo>
                  <a:lnTo>
                    <a:pt x="2502" y="1805"/>
                  </a:lnTo>
                  <a:lnTo>
                    <a:pt x="2506" y="1901"/>
                  </a:lnTo>
                  <a:lnTo>
                    <a:pt x="2508" y="1996"/>
                  </a:lnTo>
                  <a:lnTo>
                    <a:pt x="2509" y="2091"/>
                  </a:lnTo>
                  <a:lnTo>
                    <a:pt x="2509" y="2185"/>
                  </a:lnTo>
                  <a:lnTo>
                    <a:pt x="2508" y="2278"/>
                  </a:lnTo>
                  <a:lnTo>
                    <a:pt x="2505" y="2372"/>
                  </a:lnTo>
                  <a:lnTo>
                    <a:pt x="2501" y="2465"/>
                  </a:lnTo>
                  <a:lnTo>
                    <a:pt x="2496" y="2559"/>
                  </a:lnTo>
                  <a:lnTo>
                    <a:pt x="2489" y="2652"/>
                  </a:lnTo>
                  <a:lnTo>
                    <a:pt x="2482" y="2746"/>
                  </a:lnTo>
                  <a:lnTo>
                    <a:pt x="2475" y="2839"/>
                  </a:lnTo>
                  <a:lnTo>
                    <a:pt x="2455" y="3029"/>
                  </a:lnTo>
                  <a:lnTo>
                    <a:pt x="2434" y="3222"/>
                  </a:lnTo>
                  <a:lnTo>
                    <a:pt x="2434" y="3222"/>
                  </a:lnTo>
                  <a:lnTo>
                    <a:pt x="2425" y="3297"/>
                  </a:lnTo>
                  <a:lnTo>
                    <a:pt x="2418" y="3372"/>
                  </a:lnTo>
                  <a:lnTo>
                    <a:pt x="2413" y="3446"/>
                  </a:lnTo>
                  <a:lnTo>
                    <a:pt x="2408" y="3521"/>
                  </a:lnTo>
                  <a:lnTo>
                    <a:pt x="2406" y="3594"/>
                  </a:lnTo>
                  <a:lnTo>
                    <a:pt x="2404" y="3669"/>
                  </a:lnTo>
                  <a:lnTo>
                    <a:pt x="2403" y="3820"/>
                  </a:lnTo>
                  <a:lnTo>
                    <a:pt x="2403" y="3820"/>
                  </a:lnTo>
                  <a:lnTo>
                    <a:pt x="2403" y="3851"/>
                  </a:lnTo>
                  <a:lnTo>
                    <a:pt x="2406" y="3882"/>
                  </a:lnTo>
                  <a:lnTo>
                    <a:pt x="2408" y="3912"/>
                  </a:lnTo>
                  <a:lnTo>
                    <a:pt x="2413" y="3942"/>
                  </a:lnTo>
                  <a:lnTo>
                    <a:pt x="2421" y="4001"/>
                  </a:lnTo>
                  <a:lnTo>
                    <a:pt x="2433" y="4058"/>
                  </a:lnTo>
                  <a:lnTo>
                    <a:pt x="2444" y="4114"/>
                  </a:lnTo>
                  <a:lnTo>
                    <a:pt x="2452" y="4171"/>
                  </a:lnTo>
                  <a:lnTo>
                    <a:pt x="2457" y="4199"/>
                  </a:lnTo>
                  <a:lnTo>
                    <a:pt x="2458" y="4228"/>
                  </a:lnTo>
                  <a:lnTo>
                    <a:pt x="2459" y="4256"/>
                  </a:lnTo>
                  <a:lnTo>
                    <a:pt x="2459" y="4286"/>
                  </a:lnTo>
                  <a:lnTo>
                    <a:pt x="2459" y="4286"/>
                  </a:lnTo>
                  <a:lnTo>
                    <a:pt x="2451" y="4428"/>
                  </a:lnTo>
                  <a:lnTo>
                    <a:pt x="2448" y="4496"/>
                  </a:lnTo>
                  <a:lnTo>
                    <a:pt x="2447" y="4564"/>
                  </a:lnTo>
                  <a:lnTo>
                    <a:pt x="2484" y="4569"/>
                  </a:lnTo>
                  <a:lnTo>
                    <a:pt x="2484" y="4569"/>
                  </a:lnTo>
                  <a:lnTo>
                    <a:pt x="2560" y="4569"/>
                  </a:lnTo>
                  <a:lnTo>
                    <a:pt x="2635" y="4566"/>
                  </a:lnTo>
                  <a:lnTo>
                    <a:pt x="2712" y="4564"/>
                  </a:lnTo>
                  <a:lnTo>
                    <a:pt x="2787" y="4561"/>
                  </a:lnTo>
                  <a:lnTo>
                    <a:pt x="2787" y="4561"/>
                  </a:lnTo>
                  <a:lnTo>
                    <a:pt x="2866" y="4555"/>
                  </a:lnTo>
                  <a:lnTo>
                    <a:pt x="2946" y="4549"/>
                  </a:lnTo>
                  <a:lnTo>
                    <a:pt x="3103" y="4537"/>
                  </a:lnTo>
                  <a:lnTo>
                    <a:pt x="3262" y="4521"/>
                  </a:lnTo>
                  <a:lnTo>
                    <a:pt x="3419" y="4504"/>
                  </a:lnTo>
                  <a:lnTo>
                    <a:pt x="3577" y="4487"/>
                  </a:lnTo>
                  <a:lnTo>
                    <a:pt x="3735" y="4471"/>
                  </a:lnTo>
                  <a:lnTo>
                    <a:pt x="3892" y="4459"/>
                  </a:lnTo>
                  <a:lnTo>
                    <a:pt x="4051" y="4447"/>
                  </a:lnTo>
                  <a:lnTo>
                    <a:pt x="4129" y="4443"/>
                  </a:lnTo>
                  <a:lnTo>
                    <a:pt x="4208" y="4439"/>
                  </a:lnTo>
                  <a:lnTo>
                    <a:pt x="4286" y="4437"/>
                  </a:lnTo>
                  <a:lnTo>
                    <a:pt x="4364" y="4436"/>
                  </a:lnTo>
                  <a:lnTo>
                    <a:pt x="4443" y="4436"/>
                  </a:lnTo>
                  <a:lnTo>
                    <a:pt x="4521" y="4439"/>
                  </a:lnTo>
                  <a:lnTo>
                    <a:pt x="4599" y="4442"/>
                  </a:lnTo>
                  <a:lnTo>
                    <a:pt x="4677" y="4447"/>
                  </a:lnTo>
                  <a:lnTo>
                    <a:pt x="4755" y="4454"/>
                  </a:lnTo>
                  <a:lnTo>
                    <a:pt x="4833" y="4463"/>
                  </a:lnTo>
                  <a:lnTo>
                    <a:pt x="4909" y="4474"/>
                  </a:lnTo>
                  <a:lnTo>
                    <a:pt x="4987" y="4487"/>
                  </a:lnTo>
                  <a:lnTo>
                    <a:pt x="5064" y="4503"/>
                  </a:lnTo>
                  <a:lnTo>
                    <a:pt x="5140" y="4520"/>
                  </a:lnTo>
                  <a:lnTo>
                    <a:pt x="5218" y="4539"/>
                  </a:lnTo>
                  <a:lnTo>
                    <a:pt x="5295" y="4564"/>
                  </a:lnTo>
                  <a:lnTo>
                    <a:pt x="5360" y="4556"/>
                  </a:lnTo>
                  <a:lnTo>
                    <a:pt x="5360" y="4556"/>
                  </a:lnTo>
                  <a:lnTo>
                    <a:pt x="5387" y="4548"/>
                  </a:lnTo>
                  <a:lnTo>
                    <a:pt x="5411" y="4542"/>
                  </a:lnTo>
                  <a:lnTo>
                    <a:pt x="5434" y="4539"/>
                  </a:lnTo>
                  <a:lnTo>
                    <a:pt x="5456" y="4537"/>
                  </a:lnTo>
                  <a:lnTo>
                    <a:pt x="5479" y="4535"/>
                  </a:lnTo>
                  <a:lnTo>
                    <a:pt x="5503" y="4535"/>
                  </a:lnTo>
                  <a:lnTo>
                    <a:pt x="5557" y="4535"/>
                  </a:lnTo>
                  <a:lnTo>
                    <a:pt x="5557" y="4535"/>
                  </a:lnTo>
                  <a:lnTo>
                    <a:pt x="5578" y="4535"/>
                  </a:lnTo>
                  <a:lnTo>
                    <a:pt x="5598" y="4532"/>
                  </a:lnTo>
                  <a:lnTo>
                    <a:pt x="5641" y="4527"/>
                  </a:lnTo>
                  <a:lnTo>
                    <a:pt x="5662" y="4524"/>
                  </a:lnTo>
                  <a:lnTo>
                    <a:pt x="5683" y="4524"/>
                  </a:lnTo>
                  <a:lnTo>
                    <a:pt x="5704" y="4524"/>
                  </a:lnTo>
                  <a:lnTo>
                    <a:pt x="5726" y="4527"/>
                  </a:lnTo>
                  <a:lnTo>
                    <a:pt x="5751" y="4520"/>
                  </a:lnTo>
                  <a:lnTo>
                    <a:pt x="5767" y="4515"/>
                  </a:lnTo>
                  <a:lnTo>
                    <a:pt x="5767" y="4515"/>
                  </a:lnTo>
                  <a:lnTo>
                    <a:pt x="5781" y="4518"/>
                  </a:lnTo>
                  <a:lnTo>
                    <a:pt x="5787" y="4517"/>
                  </a:lnTo>
                  <a:lnTo>
                    <a:pt x="5791" y="4515"/>
                  </a:lnTo>
                  <a:lnTo>
                    <a:pt x="5796" y="4514"/>
                  </a:lnTo>
                  <a:lnTo>
                    <a:pt x="5799" y="4511"/>
                  </a:lnTo>
                  <a:lnTo>
                    <a:pt x="5806" y="4504"/>
                  </a:lnTo>
                  <a:lnTo>
                    <a:pt x="5811" y="4494"/>
                  </a:lnTo>
                  <a:lnTo>
                    <a:pt x="5815" y="4483"/>
                  </a:lnTo>
                  <a:lnTo>
                    <a:pt x="5816" y="4469"/>
                  </a:lnTo>
                  <a:lnTo>
                    <a:pt x="5816" y="4454"/>
                  </a:lnTo>
                  <a:lnTo>
                    <a:pt x="5816" y="4425"/>
                  </a:lnTo>
                  <a:lnTo>
                    <a:pt x="5815" y="4395"/>
                  </a:lnTo>
                  <a:lnTo>
                    <a:pt x="5815" y="4368"/>
                  </a:lnTo>
                  <a:lnTo>
                    <a:pt x="5816" y="4358"/>
                  </a:lnTo>
                  <a:lnTo>
                    <a:pt x="5818" y="4348"/>
                  </a:lnTo>
                  <a:lnTo>
                    <a:pt x="5818" y="4348"/>
                  </a:lnTo>
                  <a:lnTo>
                    <a:pt x="5821" y="4341"/>
                  </a:lnTo>
                  <a:lnTo>
                    <a:pt x="5823" y="4334"/>
                  </a:lnTo>
                  <a:lnTo>
                    <a:pt x="5832" y="4321"/>
                  </a:lnTo>
                  <a:lnTo>
                    <a:pt x="5840" y="4311"/>
                  </a:lnTo>
                  <a:lnTo>
                    <a:pt x="5852" y="4303"/>
                  </a:lnTo>
                  <a:lnTo>
                    <a:pt x="5873" y="4286"/>
                  </a:lnTo>
                  <a:lnTo>
                    <a:pt x="5884" y="4276"/>
                  </a:lnTo>
                  <a:lnTo>
                    <a:pt x="5893" y="4263"/>
                  </a:lnTo>
                  <a:lnTo>
                    <a:pt x="5893" y="4263"/>
                  </a:lnTo>
                  <a:lnTo>
                    <a:pt x="5898" y="4255"/>
                  </a:lnTo>
                  <a:lnTo>
                    <a:pt x="5904" y="4243"/>
                  </a:lnTo>
                  <a:lnTo>
                    <a:pt x="5913" y="4222"/>
                  </a:lnTo>
                  <a:lnTo>
                    <a:pt x="5920" y="4199"/>
                  </a:lnTo>
                  <a:lnTo>
                    <a:pt x="5924" y="4175"/>
                  </a:lnTo>
                  <a:lnTo>
                    <a:pt x="5927" y="4150"/>
                  </a:lnTo>
                  <a:lnTo>
                    <a:pt x="5928" y="4127"/>
                  </a:lnTo>
                  <a:lnTo>
                    <a:pt x="5931" y="4080"/>
                  </a:lnTo>
                  <a:lnTo>
                    <a:pt x="5931" y="4080"/>
                  </a:lnTo>
                  <a:lnTo>
                    <a:pt x="5932" y="3990"/>
                  </a:lnTo>
                  <a:lnTo>
                    <a:pt x="5931" y="3900"/>
                  </a:lnTo>
                  <a:lnTo>
                    <a:pt x="5928" y="3811"/>
                  </a:lnTo>
                  <a:lnTo>
                    <a:pt x="5921" y="3722"/>
                  </a:lnTo>
                  <a:lnTo>
                    <a:pt x="5913" y="3634"/>
                  </a:lnTo>
                  <a:lnTo>
                    <a:pt x="5903" y="3546"/>
                  </a:lnTo>
                  <a:lnTo>
                    <a:pt x="5890" y="3460"/>
                  </a:lnTo>
                  <a:lnTo>
                    <a:pt x="5877" y="3373"/>
                  </a:lnTo>
                  <a:lnTo>
                    <a:pt x="5862" y="3285"/>
                  </a:lnTo>
                  <a:lnTo>
                    <a:pt x="5846" y="3199"/>
                  </a:lnTo>
                  <a:lnTo>
                    <a:pt x="5813" y="3026"/>
                  </a:lnTo>
                  <a:lnTo>
                    <a:pt x="5779" y="2853"/>
                  </a:lnTo>
                  <a:lnTo>
                    <a:pt x="5748" y="2679"/>
                  </a:lnTo>
                  <a:lnTo>
                    <a:pt x="5748" y="2679"/>
                  </a:lnTo>
                  <a:lnTo>
                    <a:pt x="5740" y="2625"/>
                  </a:lnTo>
                  <a:lnTo>
                    <a:pt x="5733" y="2570"/>
                  </a:lnTo>
                  <a:lnTo>
                    <a:pt x="5728" y="2516"/>
                  </a:lnTo>
                  <a:lnTo>
                    <a:pt x="5724" y="2462"/>
                  </a:lnTo>
                  <a:lnTo>
                    <a:pt x="5716" y="2353"/>
                  </a:lnTo>
                  <a:lnTo>
                    <a:pt x="5710" y="2299"/>
                  </a:lnTo>
                  <a:lnTo>
                    <a:pt x="5704" y="2244"/>
                  </a:lnTo>
                  <a:lnTo>
                    <a:pt x="5704" y="2244"/>
                  </a:lnTo>
                  <a:lnTo>
                    <a:pt x="5670" y="2029"/>
                  </a:lnTo>
                  <a:lnTo>
                    <a:pt x="5636" y="1815"/>
                  </a:lnTo>
                  <a:lnTo>
                    <a:pt x="5604" y="1599"/>
                  </a:lnTo>
                  <a:lnTo>
                    <a:pt x="5588" y="1492"/>
                  </a:lnTo>
                  <a:lnTo>
                    <a:pt x="5573" y="1384"/>
                  </a:lnTo>
                  <a:lnTo>
                    <a:pt x="5573" y="1384"/>
                  </a:lnTo>
                  <a:lnTo>
                    <a:pt x="5557" y="1278"/>
                  </a:lnTo>
                  <a:lnTo>
                    <a:pt x="5540" y="1171"/>
                  </a:lnTo>
                  <a:lnTo>
                    <a:pt x="5531" y="1119"/>
                  </a:lnTo>
                  <a:lnTo>
                    <a:pt x="5520" y="1067"/>
                  </a:lnTo>
                  <a:lnTo>
                    <a:pt x="5509" y="1014"/>
                  </a:lnTo>
                  <a:lnTo>
                    <a:pt x="5497" y="962"/>
                  </a:lnTo>
                  <a:lnTo>
                    <a:pt x="5483" y="909"/>
                  </a:lnTo>
                  <a:lnTo>
                    <a:pt x="5468" y="858"/>
                  </a:lnTo>
                  <a:lnTo>
                    <a:pt x="5452" y="807"/>
                  </a:lnTo>
                  <a:lnTo>
                    <a:pt x="5434" y="758"/>
                  </a:lnTo>
                  <a:lnTo>
                    <a:pt x="5414" y="707"/>
                  </a:lnTo>
                  <a:lnTo>
                    <a:pt x="5393" y="659"/>
                  </a:lnTo>
                  <a:lnTo>
                    <a:pt x="5370" y="610"/>
                  </a:lnTo>
                  <a:lnTo>
                    <a:pt x="5344" y="562"/>
                  </a:lnTo>
                  <a:lnTo>
                    <a:pt x="5344" y="562"/>
                  </a:lnTo>
                  <a:lnTo>
                    <a:pt x="5327" y="535"/>
                  </a:lnTo>
                  <a:lnTo>
                    <a:pt x="5308" y="510"/>
                  </a:lnTo>
                  <a:lnTo>
                    <a:pt x="5285" y="484"/>
                  </a:lnTo>
                  <a:lnTo>
                    <a:pt x="5259" y="462"/>
                  </a:lnTo>
                  <a:lnTo>
                    <a:pt x="5231" y="437"/>
                  </a:lnTo>
                  <a:lnTo>
                    <a:pt x="5203" y="416"/>
                  </a:lnTo>
                  <a:lnTo>
                    <a:pt x="5172" y="396"/>
                  </a:lnTo>
                  <a:lnTo>
                    <a:pt x="5140" y="377"/>
                  </a:lnTo>
                  <a:lnTo>
                    <a:pt x="5108" y="358"/>
                  </a:lnTo>
                  <a:lnTo>
                    <a:pt x="5075" y="340"/>
                  </a:lnTo>
                  <a:lnTo>
                    <a:pt x="5043" y="324"/>
                  </a:lnTo>
                  <a:lnTo>
                    <a:pt x="5010" y="309"/>
                  </a:lnTo>
                  <a:lnTo>
                    <a:pt x="4946" y="280"/>
                  </a:lnTo>
                  <a:lnTo>
                    <a:pt x="4887" y="258"/>
                  </a:lnTo>
                  <a:lnTo>
                    <a:pt x="4887" y="258"/>
                  </a:lnTo>
                  <a:lnTo>
                    <a:pt x="4867" y="250"/>
                  </a:lnTo>
                  <a:lnTo>
                    <a:pt x="4847" y="245"/>
                  </a:lnTo>
                  <a:lnTo>
                    <a:pt x="4807" y="235"/>
                  </a:lnTo>
                  <a:lnTo>
                    <a:pt x="4766" y="226"/>
                  </a:lnTo>
                  <a:lnTo>
                    <a:pt x="4725" y="221"/>
                  </a:lnTo>
                  <a:lnTo>
                    <a:pt x="4644" y="208"/>
                  </a:lnTo>
                  <a:lnTo>
                    <a:pt x="4603" y="201"/>
                  </a:lnTo>
                  <a:lnTo>
                    <a:pt x="4564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DE44E409-CCD4-2FAD-9152-F1FC5AD31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F5016A17-C0A2-E281-C6AA-0AC83EC8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067"/>
              <a:ext cx="1" cy="2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1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40A9D10B-F5E0-B668-F25D-F80F8ECA6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  <a:gd name="T88" fmla="*/ 202 w 202"/>
                <a:gd name="T89" fmla="*/ 44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  <a:lnTo>
                    <a:pt x="202" y="446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C42D80D3-2B1B-01F8-8643-9A520813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734"/>
              <a:ext cx="101" cy="227"/>
            </a:xfrm>
            <a:custGeom>
              <a:avLst/>
              <a:gdLst>
                <a:gd name="T0" fmla="*/ 202 w 202"/>
                <a:gd name="T1" fmla="*/ 446 h 455"/>
                <a:gd name="T2" fmla="*/ 202 w 202"/>
                <a:gd name="T3" fmla="*/ 446 h 455"/>
                <a:gd name="T4" fmla="*/ 187 w 202"/>
                <a:gd name="T5" fmla="*/ 396 h 455"/>
                <a:gd name="T6" fmla="*/ 187 w 202"/>
                <a:gd name="T7" fmla="*/ 396 h 455"/>
                <a:gd name="T8" fmla="*/ 168 w 202"/>
                <a:gd name="T9" fmla="*/ 324 h 455"/>
                <a:gd name="T10" fmla="*/ 146 w 202"/>
                <a:gd name="T11" fmla="*/ 232 h 455"/>
                <a:gd name="T12" fmla="*/ 135 w 202"/>
                <a:gd name="T13" fmla="*/ 181 h 455"/>
                <a:gd name="T14" fmla="*/ 124 w 202"/>
                <a:gd name="T15" fmla="*/ 126 h 455"/>
                <a:gd name="T16" fmla="*/ 112 w 202"/>
                <a:gd name="T17" fmla="*/ 68 h 455"/>
                <a:gd name="T18" fmla="*/ 102 w 202"/>
                <a:gd name="T19" fmla="*/ 8 h 455"/>
                <a:gd name="T20" fmla="*/ 81 w 202"/>
                <a:gd name="T21" fmla="*/ 1 h 455"/>
                <a:gd name="T22" fmla="*/ 81 w 202"/>
                <a:gd name="T23" fmla="*/ 1 h 455"/>
                <a:gd name="T24" fmla="*/ 70 w 202"/>
                <a:gd name="T25" fmla="*/ 0 h 455"/>
                <a:gd name="T26" fmla="*/ 58 w 202"/>
                <a:gd name="T27" fmla="*/ 3 h 455"/>
                <a:gd name="T28" fmla="*/ 47 w 202"/>
                <a:gd name="T29" fmla="*/ 7 h 455"/>
                <a:gd name="T30" fmla="*/ 39 w 202"/>
                <a:gd name="T31" fmla="*/ 13 h 455"/>
                <a:gd name="T32" fmla="*/ 30 w 202"/>
                <a:gd name="T33" fmla="*/ 22 h 455"/>
                <a:gd name="T34" fmla="*/ 23 w 202"/>
                <a:gd name="T35" fmla="*/ 34 h 455"/>
                <a:gd name="T36" fmla="*/ 17 w 202"/>
                <a:gd name="T37" fmla="*/ 47 h 455"/>
                <a:gd name="T38" fmla="*/ 12 w 202"/>
                <a:gd name="T39" fmla="*/ 62 h 455"/>
                <a:gd name="T40" fmla="*/ 7 w 202"/>
                <a:gd name="T41" fmla="*/ 79 h 455"/>
                <a:gd name="T42" fmla="*/ 5 w 202"/>
                <a:gd name="T43" fmla="*/ 96 h 455"/>
                <a:gd name="T44" fmla="*/ 2 w 202"/>
                <a:gd name="T45" fmla="*/ 116 h 455"/>
                <a:gd name="T46" fmla="*/ 2 w 202"/>
                <a:gd name="T47" fmla="*/ 136 h 455"/>
                <a:gd name="T48" fmla="*/ 0 w 202"/>
                <a:gd name="T49" fmla="*/ 157 h 455"/>
                <a:gd name="T50" fmla="*/ 2 w 202"/>
                <a:gd name="T51" fmla="*/ 178 h 455"/>
                <a:gd name="T52" fmla="*/ 3 w 202"/>
                <a:gd name="T53" fmla="*/ 200 h 455"/>
                <a:gd name="T54" fmla="*/ 6 w 202"/>
                <a:gd name="T55" fmla="*/ 222 h 455"/>
                <a:gd name="T56" fmla="*/ 10 w 202"/>
                <a:gd name="T57" fmla="*/ 245 h 455"/>
                <a:gd name="T58" fmla="*/ 15 w 202"/>
                <a:gd name="T59" fmla="*/ 266 h 455"/>
                <a:gd name="T60" fmla="*/ 20 w 202"/>
                <a:gd name="T61" fmla="*/ 289 h 455"/>
                <a:gd name="T62" fmla="*/ 26 w 202"/>
                <a:gd name="T63" fmla="*/ 310 h 455"/>
                <a:gd name="T64" fmla="*/ 33 w 202"/>
                <a:gd name="T65" fmla="*/ 330 h 455"/>
                <a:gd name="T66" fmla="*/ 41 w 202"/>
                <a:gd name="T67" fmla="*/ 350 h 455"/>
                <a:gd name="T68" fmla="*/ 50 w 202"/>
                <a:gd name="T69" fmla="*/ 368 h 455"/>
                <a:gd name="T70" fmla="*/ 60 w 202"/>
                <a:gd name="T71" fmla="*/ 385 h 455"/>
                <a:gd name="T72" fmla="*/ 71 w 202"/>
                <a:gd name="T73" fmla="*/ 401 h 455"/>
                <a:gd name="T74" fmla="*/ 83 w 202"/>
                <a:gd name="T75" fmla="*/ 415 h 455"/>
                <a:gd name="T76" fmla="*/ 95 w 202"/>
                <a:gd name="T77" fmla="*/ 428 h 455"/>
                <a:gd name="T78" fmla="*/ 108 w 202"/>
                <a:gd name="T79" fmla="*/ 438 h 455"/>
                <a:gd name="T80" fmla="*/ 122 w 202"/>
                <a:gd name="T81" fmla="*/ 446 h 455"/>
                <a:gd name="T82" fmla="*/ 138 w 202"/>
                <a:gd name="T83" fmla="*/ 452 h 455"/>
                <a:gd name="T84" fmla="*/ 153 w 202"/>
                <a:gd name="T85" fmla="*/ 455 h 455"/>
                <a:gd name="T86" fmla="*/ 170 w 202"/>
                <a:gd name="T87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455">
                  <a:moveTo>
                    <a:pt x="202" y="446"/>
                  </a:moveTo>
                  <a:lnTo>
                    <a:pt x="202" y="446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68" y="324"/>
                  </a:lnTo>
                  <a:lnTo>
                    <a:pt x="146" y="232"/>
                  </a:lnTo>
                  <a:lnTo>
                    <a:pt x="135" y="181"/>
                  </a:lnTo>
                  <a:lnTo>
                    <a:pt x="124" y="126"/>
                  </a:lnTo>
                  <a:lnTo>
                    <a:pt x="112" y="68"/>
                  </a:lnTo>
                  <a:lnTo>
                    <a:pt x="102" y="8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70" y="0"/>
                  </a:lnTo>
                  <a:lnTo>
                    <a:pt x="58" y="3"/>
                  </a:lnTo>
                  <a:lnTo>
                    <a:pt x="47" y="7"/>
                  </a:lnTo>
                  <a:lnTo>
                    <a:pt x="39" y="13"/>
                  </a:lnTo>
                  <a:lnTo>
                    <a:pt x="30" y="22"/>
                  </a:lnTo>
                  <a:lnTo>
                    <a:pt x="23" y="34"/>
                  </a:lnTo>
                  <a:lnTo>
                    <a:pt x="17" y="47"/>
                  </a:lnTo>
                  <a:lnTo>
                    <a:pt x="12" y="62"/>
                  </a:lnTo>
                  <a:lnTo>
                    <a:pt x="7" y="79"/>
                  </a:lnTo>
                  <a:lnTo>
                    <a:pt x="5" y="96"/>
                  </a:lnTo>
                  <a:lnTo>
                    <a:pt x="2" y="116"/>
                  </a:lnTo>
                  <a:lnTo>
                    <a:pt x="2" y="136"/>
                  </a:lnTo>
                  <a:lnTo>
                    <a:pt x="0" y="157"/>
                  </a:lnTo>
                  <a:lnTo>
                    <a:pt x="2" y="178"/>
                  </a:lnTo>
                  <a:lnTo>
                    <a:pt x="3" y="200"/>
                  </a:lnTo>
                  <a:lnTo>
                    <a:pt x="6" y="222"/>
                  </a:lnTo>
                  <a:lnTo>
                    <a:pt x="10" y="245"/>
                  </a:lnTo>
                  <a:lnTo>
                    <a:pt x="15" y="266"/>
                  </a:lnTo>
                  <a:lnTo>
                    <a:pt x="20" y="289"/>
                  </a:lnTo>
                  <a:lnTo>
                    <a:pt x="26" y="310"/>
                  </a:lnTo>
                  <a:lnTo>
                    <a:pt x="33" y="330"/>
                  </a:lnTo>
                  <a:lnTo>
                    <a:pt x="41" y="350"/>
                  </a:lnTo>
                  <a:lnTo>
                    <a:pt x="50" y="368"/>
                  </a:lnTo>
                  <a:lnTo>
                    <a:pt x="60" y="385"/>
                  </a:lnTo>
                  <a:lnTo>
                    <a:pt x="71" y="401"/>
                  </a:lnTo>
                  <a:lnTo>
                    <a:pt x="83" y="415"/>
                  </a:lnTo>
                  <a:lnTo>
                    <a:pt x="95" y="428"/>
                  </a:lnTo>
                  <a:lnTo>
                    <a:pt x="108" y="438"/>
                  </a:lnTo>
                  <a:lnTo>
                    <a:pt x="122" y="446"/>
                  </a:lnTo>
                  <a:lnTo>
                    <a:pt x="138" y="452"/>
                  </a:lnTo>
                  <a:lnTo>
                    <a:pt x="153" y="455"/>
                  </a:lnTo>
                  <a:lnTo>
                    <a:pt x="170" y="4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215BA554-C00D-F033-6004-EAEE8BC2E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  <a:gd name="T96" fmla="*/ 270 w 270"/>
                <a:gd name="T97" fmla="*/ 44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  <a:lnTo>
                    <a:pt x="270" y="4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9727925D-0026-F875-66EB-F17FE51C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705"/>
              <a:ext cx="135" cy="231"/>
            </a:xfrm>
            <a:custGeom>
              <a:avLst/>
              <a:gdLst>
                <a:gd name="T0" fmla="*/ 270 w 270"/>
                <a:gd name="T1" fmla="*/ 447 h 463"/>
                <a:gd name="T2" fmla="*/ 270 w 270"/>
                <a:gd name="T3" fmla="*/ 447 h 463"/>
                <a:gd name="T4" fmla="*/ 242 w 270"/>
                <a:gd name="T5" fmla="*/ 395 h 463"/>
                <a:gd name="T6" fmla="*/ 217 w 270"/>
                <a:gd name="T7" fmla="*/ 341 h 463"/>
                <a:gd name="T8" fmla="*/ 193 w 270"/>
                <a:gd name="T9" fmla="*/ 287 h 463"/>
                <a:gd name="T10" fmla="*/ 170 w 270"/>
                <a:gd name="T11" fmla="*/ 231 h 463"/>
                <a:gd name="T12" fmla="*/ 151 w 270"/>
                <a:gd name="T13" fmla="*/ 174 h 463"/>
                <a:gd name="T14" fmla="*/ 133 w 270"/>
                <a:gd name="T15" fmla="*/ 117 h 463"/>
                <a:gd name="T16" fmla="*/ 119 w 270"/>
                <a:gd name="T17" fmla="*/ 61 h 463"/>
                <a:gd name="T18" fmla="*/ 106 w 270"/>
                <a:gd name="T19" fmla="*/ 2 h 463"/>
                <a:gd name="T20" fmla="*/ 66 w 270"/>
                <a:gd name="T21" fmla="*/ 5 h 463"/>
                <a:gd name="T22" fmla="*/ 66 w 270"/>
                <a:gd name="T23" fmla="*/ 5 h 463"/>
                <a:gd name="T24" fmla="*/ 59 w 270"/>
                <a:gd name="T25" fmla="*/ 1 h 463"/>
                <a:gd name="T26" fmla="*/ 51 w 270"/>
                <a:gd name="T27" fmla="*/ 0 h 463"/>
                <a:gd name="T28" fmla="*/ 44 w 270"/>
                <a:gd name="T29" fmla="*/ 0 h 463"/>
                <a:gd name="T30" fmla="*/ 38 w 270"/>
                <a:gd name="T31" fmla="*/ 0 h 463"/>
                <a:gd name="T32" fmla="*/ 32 w 270"/>
                <a:gd name="T33" fmla="*/ 1 h 463"/>
                <a:gd name="T34" fmla="*/ 27 w 270"/>
                <a:gd name="T35" fmla="*/ 4 h 463"/>
                <a:gd name="T36" fmla="*/ 22 w 270"/>
                <a:gd name="T37" fmla="*/ 8 h 463"/>
                <a:gd name="T38" fmla="*/ 18 w 270"/>
                <a:gd name="T39" fmla="*/ 12 h 463"/>
                <a:gd name="T40" fmla="*/ 11 w 270"/>
                <a:gd name="T41" fmla="*/ 25 h 463"/>
                <a:gd name="T42" fmla="*/ 5 w 270"/>
                <a:gd name="T43" fmla="*/ 39 h 463"/>
                <a:gd name="T44" fmla="*/ 3 w 270"/>
                <a:gd name="T45" fmla="*/ 56 h 463"/>
                <a:gd name="T46" fmla="*/ 0 w 270"/>
                <a:gd name="T47" fmla="*/ 75 h 463"/>
                <a:gd name="T48" fmla="*/ 0 w 270"/>
                <a:gd name="T49" fmla="*/ 95 h 463"/>
                <a:gd name="T50" fmla="*/ 0 w 270"/>
                <a:gd name="T51" fmla="*/ 114 h 463"/>
                <a:gd name="T52" fmla="*/ 3 w 270"/>
                <a:gd name="T53" fmla="*/ 153 h 463"/>
                <a:gd name="T54" fmla="*/ 7 w 270"/>
                <a:gd name="T55" fmla="*/ 187 h 463"/>
                <a:gd name="T56" fmla="*/ 13 w 270"/>
                <a:gd name="T57" fmla="*/ 211 h 463"/>
                <a:gd name="T58" fmla="*/ 13 w 270"/>
                <a:gd name="T59" fmla="*/ 211 h 463"/>
                <a:gd name="T60" fmla="*/ 17 w 270"/>
                <a:gd name="T61" fmla="*/ 226 h 463"/>
                <a:gd name="T62" fmla="*/ 24 w 270"/>
                <a:gd name="T63" fmla="*/ 243 h 463"/>
                <a:gd name="T64" fmla="*/ 32 w 270"/>
                <a:gd name="T65" fmla="*/ 263 h 463"/>
                <a:gd name="T66" fmla="*/ 44 w 270"/>
                <a:gd name="T67" fmla="*/ 283 h 463"/>
                <a:gd name="T68" fmla="*/ 55 w 270"/>
                <a:gd name="T69" fmla="*/ 304 h 463"/>
                <a:gd name="T70" fmla="*/ 68 w 270"/>
                <a:gd name="T71" fmla="*/ 326 h 463"/>
                <a:gd name="T72" fmla="*/ 82 w 270"/>
                <a:gd name="T73" fmla="*/ 347 h 463"/>
                <a:gd name="T74" fmla="*/ 98 w 270"/>
                <a:gd name="T75" fmla="*/ 368 h 463"/>
                <a:gd name="T76" fmla="*/ 113 w 270"/>
                <a:gd name="T77" fmla="*/ 388 h 463"/>
                <a:gd name="T78" fmla="*/ 130 w 270"/>
                <a:gd name="T79" fmla="*/ 406 h 463"/>
                <a:gd name="T80" fmla="*/ 147 w 270"/>
                <a:gd name="T81" fmla="*/ 423 h 463"/>
                <a:gd name="T82" fmla="*/ 164 w 270"/>
                <a:gd name="T83" fmla="*/ 437 h 463"/>
                <a:gd name="T84" fmla="*/ 183 w 270"/>
                <a:gd name="T85" fmla="*/ 449 h 463"/>
                <a:gd name="T86" fmla="*/ 200 w 270"/>
                <a:gd name="T87" fmla="*/ 457 h 463"/>
                <a:gd name="T88" fmla="*/ 208 w 270"/>
                <a:gd name="T89" fmla="*/ 460 h 463"/>
                <a:gd name="T90" fmla="*/ 218 w 270"/>
                <a:gd name="T91" fmla="*/ 462 h 463"/>
                <a:gd name="T92" fmla="*/ 227 w 270"/>
                <a:gd name="T93" fmla="*/ 463 h 463"/>
                <a:gd name="T94" fmla="*/ 235 w 270"/>
                <a:gd name="T95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0" h="463">
                  <a:moveTo>
                    <a:pt x="270" y="447"/>
                  </a:moveTo>
                  <a:lnTo>
                    <a:pt x="270" y="447"/>
                  </a:lnTo>
                  <a:lnTo>
                    <a:pt x="242" y="395"/>
                  </a:lnTo>
                  <a:lnTo>
                    <a:pt x="217" y="341"/>
                  </a:lnTo>
                  <a:lnTo>
                    <a:pt x="193" y="287"/>
                  </a:lnTo>
                  <a:lnTo>
                    <a:pt x="170" y="231"/>
                  </a:lnTo>
                  <a:lnTo>
                    <a:pt x="151" y="174"/>
                  </a:lnTo>
                  <a:lnTo>
                    <a:pt x="133" y="117"/>
                  </a:lnTo>
                  <a:lnTo>
                    <a:pt x="119" y="61"/>
                  </a:lnTo>
                  <a:lnTo>
                    <a:pt x="106" y="2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7" y="4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1" y="25"/>
                  </a:lnTo>
                  <a:lnTo>
                    <a:pt x="5" y="39"/>
                  </a:lnTo>
                  <a:lnTo>
                    <a:pt x="3" y="56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3" y="153"/>
                  </a:lnTo>
                  <a:lnTo>
                    <a:pt x="7" y="187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17" y="226"/>
                  </a:lnTo>
                  <a:lnTo>
                    <a:pt x="24" y="243"/>
                  </a:lnTo>
                  <a:lnTo>
                    <a:pt x="32" y="263"/>
                  </a:lnTo>
                  <a:lnTo>
                    <a:pt x="44" y="283"/>
                  </a:lnTo>
                  <a:lnTo>
                    <a:pt x="55" y="304"/>
                  </a:lnTo>
                  <a:lnTo>
                    <a:pt x="68" y="326"/>
                  </a:lnTo>
                  <a:lnTo>
                    <a:pt x="82" y="347"/>
                  </a:lnTo>
                  <a:lnTo>
                    <a:pt x="98" y="368"/>
                  </a:lnTo>
                  <a:lnTo>
                    <a:pt x="113" y="388"/>
                  </a:lnTo>
                  <a:lnTo>
                    <a:pt x="130" y="406"/>
                  </a:lnTo>
                  <a:lnTo>
                    <a:pt x="147" y="423"/>
                  </a:lnTo>
                  <a:lnTo>
                    <a:pt x="164" y="437"/>
                  </a:lnTo>
                  <a:lnTo>
                    <a:pt x="183" y="449"/>
                  </a:lnTo>
                  <a:lnTo>
                    <a:pt x="200" y="457"/>
                  </a:lnTo>
                  <a:lnTo>
                    <a:pt x="208" y="460"/>
                  </a:lnTo>
                  <a:lnTo>
                    <a:pt x="218" y="462"/>
                  </a:lnTo>
                  <a:lnTo>
                    <a:pt x="227" y="463"/>
                  </a:lnTo>
                  <a:lnTo>
                    <a:pt x="23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24441F79-FF04-2E07-C6AD-9DD953022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  <a:lnTo>
                    <a:pt x="175" y="1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17EB69B7-F3BA-F466-9347-02665B4E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165"/>
              <a:ext cx="446" cy="403"/>
            </a:xfrm>
            <a:custGeom>
              <a:avLst/>
              <a:gdLst>
                <a:gd name="T0" fmla="*/ 163 w 891"/>
                <a:gd name="T1" fmla="*/ 163 h 808"/>
                <a:gd name="T2" fmla="*/ 126 w 891"/>
                <a:gd name="T3" fmla="*/ 152 h 808"/>
                <a:gd name="T4" fmla="*/ 96 w 891"/>
                <a:gd name="T5" fmla="*/ 165 h 808"/>
                <a:gd name="T6" fmla="*/ 75 w 891"/>
                <a:gd name="T7" fmla="*/ 194 h 808"/>
                <a:gd name="T8" fmla="*/ 68 w 891"/>
                <a:gd name="T9" fmla="*/ 233 h 808"/>
                <a:gd name="T10" fmla="*/ 79 w 891"/>
                <a:gd name="T11" fmla="*/ 275 h 808"/>
                <a:gd name="T12" fmla="*/ 65 w 891"/>
                <a:gd name="T13" fmla="*/ 277 h 808"/>
                <a:gd name="T14" fmla="*/ 37 w 891"/>
                <a:gd name="T15" fmla="*/ 288 h 808"/>
                <a:gd name="T16" fmla="*/ 28 w 891"/>
                <a:gd name="T17" fmla="*/ 298 h 808"/>
                <a:gd name="T18" fmla="*/ 21 w 891"/>
                <a:gd name="T19" fmla="*/ 318 h 808"/>
                <a:gd name="T20" fmla="*/ 25 w 891"/>
                <a:gd name="T21" fmla="*/ 346 h 808"/>
                <a:gd name="T22" fmla="*/ 52 w 891"/>
                <a:gd name="T23" fmla="*/ 390 h 808"/>
                <a:gd name="T24" fmla="*/ 49 w 891"/>
                <a:gd name="T25" fmla="*/ 418 h 808"/>
                <a:gd name="T26" fmla="*/ 12 w 891"/>
                <a:gd name="T27" fmla="*/ 425 h 808"/>
                <a:gd name="T28" fmla="*/ 0 w 891"/>
                <a:gd name="T29" fmla="*/ 447 h 808"/>
                <a:gd name="T30" fmla="*/ 4 w 891"/>
                <a:gd name="T31" fmla="*/ 475 h 808"/>
                <a:gd name="T32" fmla="*/ 20 w 891"/>
                <a:gd name="T33" fmla="*/ 506 h 808"/>
                <a:gd name="T34" fmla="*/ 45 w 891"/>
                <a:gd name="T35" fmla="*/ 536 h 808"/>
                <a:gd name="T36" fmla="*/ 86 w 891"/>
                <a:gd name="T37" fmla="*/ 567 h 808"/>
                <a:gd name="T38" fmla="*/ 180 w 891"/>
                <a:gd name="T39" fmla="*/ 618 h 808"/>
                <a:gd name="T40" fmla="*/ 248 w 891"/>
                <a:gd name="T41" fmla="*/ 651 h 808"/>
                <a:gd name="T42" fmla="*/ 321 w 891"/>
                <a:gd name="T43" fmla="*/ 678 h 808"/>
                <a:gd name="T44" fmla="*/ 484 w 891"/>
                <a:gd name="T45" fmla="*/ 726 h 808"/>
                <a:gd name="T46" fmla="*/ 559 w 891"/>
                <a:gd name="T47" fmla="*/ 757 h 808"/>
                <a:gd name="T48" fmla="*/ 620 w 891"/>
                <a:gd name="T49" fmla="*/ 799 h 808"/>
                <a:gd name="T50" fmla="*/ 647 w 891"/>
                <a:gd name="T51" fmla="*/ 787 h 808"/>
                <a:gd name="T52" fmla="*/ 691 w 891"/>
                <a:gd name="T53" fmla="*/ 723 h 808"/>
                <a:gd name="T54" fmla="*/ 751 w 891"/>
                <a:gd name="T55" fmla="*/ 653 h 808"/>
                <a:gd name="T56" fmla="*/ 832 w 891"/>
                <a:gd name="T57" fmla="*/ 568 h 808"/>
                <a:gd name="T58" fmla="*/ 891 w 891"/>
                <a:gd name="T59" fmla="*/ 524 h 808"/>
                <a:gd name="T60" fmla="*/ 864 w 891"/>
                <a:gd name="T61" fmla="*/ 451 h 808"/>
                <a:gd name="T62" fmla="*/ 816 w 891"/>
                <a:gd name="T63" fmla="*/ 319 h 808"/>
                <a:gd name="T64" fmla="*/ 780 w 891"/>
                <a:gd name="T65" fmla="*/ 244 h 808"/>
                <a:gd name="T66" fmla="*/ 735 w 891"/>
                <a:gd name="T67" fmla="*/ 177 h 808"/>
                <a:gd name="T68" fmla="*/ 678 w 891"/>
                <a:gd name="T69" fmla="*/ 124 h 808"/>
                <a:gd name="T70" fmla="*/ 582 w 891"/>
                <a:gd name="T71" fmla="*/ 68 h 808"/>
                <a:gd name="T72" fmla="*/ 561 w 891"/>
                <a:gd name="T73" fmla="*/ 54 h 808"/>
                <a:gd name="T74" fmla="*/ 493 w 891"/>
                <a:gd name="T75" fmla="*/ 6 h 808"/>
                <a:gd name="T76" fmla="*/ 472 w 891"/>
                <a:gd name="T77" fmla="*/ 0 h 808"/>
                <a:gd name="T78" fmla="*/ 449 w 891"/>
                <a:gd name="T79" fmla="*/ 4 h 808"/>
                <a:gd name="T80" fmla="*/ 432 w 891"/>
                <a:gd name="T81" fmla="*/ 21 h 808"/>
                <a:gd name="T82" fmla="*/ 423 w 891"/>
                <a:gd name="T83" fmla="*/ 46 h 808"/>
                <a:gd name="T84" fmla="*/ 429 w 891"/>
                <a:gd name="T85" fmla="*/ 104 h 808"/>
                <a:gd name="T86" fmla="*/ 401 w 891"/>
                <a:gd name="T87" fmla="*/ 105 h 808"/>
                <a:gd name="T88" fmla="*/ 323 w 891"/>
                <a:gd name="T89" fmla="*/ 74 h 808"/>
                <a:gd name="T90" fmla="*/ 262 w 891"/>
                <a:gd name="T91" fmla="*/ 61 h 808"/>
                <a:gd name="T92" fmla="*/ 204 w 891"/>
                <a:gd name="T93" fmla="*/ 58 h 808"/>
                <a:gd name="T94" fmla="*/ 147 w 891"/>
                <a:gd name="T95" fmla="*/ 70 h 808"/>
                <a:gd name="T96" fmla="*/ 134 w 891"/>
                <a:gd name="T97" fmla="*/ 90 h 808"/>
                <a:gd name="T98" fmla="*/ 183 w 891"/>
                <a:gd name="T99" fmla="*/ 1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1" h="808">
                  <a:moveTo>
                    <a:pt x="175" y="175"/>
                  </a:moveTo>
                  <a:lnTo>
                    <a:pt x="175" y="175"/>
                  </a:lnTo>
                  <a:lnTo>
                    <a:pt x="163" y="163"/>
                  </a:lnTo>
                  <a:lnTo>
                    <a:pt x="150" y="156"/>
                  </a:lnTo>
                  <a:lnTo>
                    <a:pt x="139" y="152"/>
                  </a:lnTo>
                  <a:lnTo>
                    <a:pt x="126" y="152"/>
                  </a:lnTo>
                  <a:lnTo>
                    <a:pt x="116" y="153"/>
                  </a:lnTo>
                  <a:lnTo>
                    <a:pt x="105" y="158"/>
                  </a:lnTo>
                  <a:lnTo>
                    <a:pt x="96" y="165"/>
                  </a:lnTo>
                  <a:lnTo>
                    <a:pt x="88" y="172"/>
                  </a:lnTo>
                  <a:lnTo>
                    <a:pt x="81" y="183"/>
                  </a:lnTo>
                  <a:lnTo>
                    <a:pt x="75" y="194"/>
                  </a:lnTo>
                  <a:lnTo>
                    <a:pt x="71" y="206"/>
                  </a:lnTo>
                  <a:lnTo>
                    <a:pt x="68" y="220"/>
                  </a:lnTo>
                  <a:lnTo>
                    <a:pt x="68" y="233"/>
                  </a:lnTo>
                  <a:lnTo>
                    <a:pt x="69" y="247"/>
                  </a:lnTo>
                  <a:lnTo>
                    <a:pt x="72" y="261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79" y="275"/>
                  </a:lnTo>
                  <a:lnTo>
                    <a:pt x="65" y="277"/>
                  </a:lnTo>
                  <a:lnTo>
                    <a:pt x="52" y="279"/>
                  </a:lnTo>
                  <a:lnTo>
                    <a:pt x="41" y="284"/>
                  </a:lnTo>
                  <a:lnTo>
                    <a:pt x="37" y="288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28" y="298"/>
                  </a:lnTo>
                  <a:lnTo>
                    <a:pt x="24" y="305"/>
                  </a:lnTo>
                  <a:lnTo>
                    <a:pt x="22" y="311"/>
                  </a:lnTo>
                  <a:lnTo>
                    <a:pt x="21" y="318"/>
                  </a:lnTo>
                  <a:lnTo>
                    <a:pt x="21" y="325"/>
                  </a:lnTo>
                  <a:lnTo>
                    <a:pt x="21" y="332"/>
                  </a:lnTo>
                  <a:lnTo>
                    <a:pt x="25" y="346"/>
                  </a:lnTo>
                  <a:lnTo>
                    <a:pt x="32" y="362"/>
                  </a:lnTo>
                  <a:lnTo>
                    <a:pt x="41" y="376"/>
                  </a:lnTo>
                  <a:lnTo>
                    <a:pt x="52" y="390"/>
                  </a:lnTo>
                  <a:lnTo>
                    <a:pt x="65" y="403"/>
                  </a:lnTo>
                  <a:lnTo>
                    <a:pt x="49" y="418"/>
                  </a:lnTo>
                  <a:lnTo>
                    <a:pt x="49" y="418"/>
                  </a:lnTo>
                  <a:lnTo>
                    <a:pt x="34" y="418"/>
                  </a:lnTo>
                  <a:lnTo>
                    <a:pt x="22" y="420"/>
                  </a:lnTo>
                  <a:lnTo>
                    <a:pt x="12" y="425"/>
                  </a:lnTo>
                  <a:lnTo>
                    <a:pt x="7" y="431"/>
                  </a:lnTo>
                  <a:lnTo>
                    <a:pt x="3" y="438"/>
                  </a:lnTo>
                  <a:lnTo>
                    <a:pt x="0" y="447"/>
                  </a:lnTo>
                  <a:lnTo>
                    <a:pt x="0" y="455"/>
                  </a:lnTo>
                  <a:lnTo>
                    <a:pt x="1" y="465"/>
                  </a:lnTo>
                  <a:lnTo>
                    <a:pt x="4" y="475"/>
                  </a:lnTo>
                  <a:lnTo>
                    <a:pt x="8" y="486"/>
                  </a:lnTo>
                  <a:lnTo>
                    <a:pt x="12" y="496"/>
                  </a:lnTo>
                  <a:lnTo>
                    <a:pt x="20" y="506"/>
                  </a:lnTo>
                  <a:lnTo>
                    <a:pt x="32" y="523"/>
                  </a:lnTo>
                  <a:lnTo>
                    <a:pt x="38" y="530"/>
                  </a:lnTo>
                  <a:lnTo>
                    <a:pt x="45" y="536"/>
                  </a:lnTo>
                  <a:lnTo>
                    <a:pt x="45" y="536"/>
                  </a:lnTo>
                  <a:lnTo>
                    <a:pt x="65" y="551"/>
                  </a:lnTo>
                  <a:lnTo>
                    <a:pt x="86" y="567"/>
                  </a:lnTo>
                  <a:lnTo>
                    <a:pt x="109" y="581"/>
                  </a:lnTo>
                  <a:lnTo>
                    <a:pt x="132" y="594"/>
                  </a:lnTo>
                  <a:lnTo>
                    <a:pt x="180" y="618"/>
                  </a:lnTo>
                  <a:lnTo>
                    <a:pt x="225" y="641"/>
                  </a:lnTo>
                  <a:lnTo>
                    <a:pt x="225" y="641"/>
                  </a:lnTo>
                  <a:lnTo>
                    <a:pt x="248" y="651"/>
                  </a:lnTo>
                  <a:lnTo>
                    <a:pt x="272" y="661"/>
                  </a:lnTo>
                  <a:lnTo>
                    <a:pt x="296" y="669"/>
                  </a:lnTo>
                  <a:lnTo>
                    <a:pt x="321" y="678"/>
                  </a:lnTo>
                  <a:lnTo>
                    <a:pt x="375" y="693"/>
                  </a:lnTo>
                  <a:lnTo>
                    <a:pt x="431" y="709"/>
                  </a:lnTo>
                  <a:lnTo>
                    <a:pt x="484" y="726"/>
                  </a:lnTo>
                  <a:lnTo>
                    <a:pt x="511" y="736"/>
                  </a:lnTo>
                  <a:lnTo>
                    <a:pt x="535" y="746"/>
                  </a:lnTo>
                  <a:lnTo>
                    <a:pt x="559" y="757"/>
                  </a:lnTo>
                  <a:lnTo>
                    <a:pt x="582" y="770"/>
                  </a:lnTo>
                  <a:lnTo>
                    <a:pt x="602" y="784"/>
                  </a:lnTo>
                  <a:lnTo>
                    <a:pt x="620" y="799"/>
                  </a:lnTo>
                  <a:lnTo>
                    <a:pt x="636" y="808"/>
                  </a:lnTo>
                  <a:lnTo>
                    <a:pt x="636" y="808"/>
                  </a:lnTo>
                  <a:lnTo>
                    <a:pt x="647" y="787"/>
                  </a:lnTo>
                  <a:lnTo>
                    <a:pt x="660" y="765"/>
                  </a:lnTo>
                  <a:lnTo>
                    <a:pt x="676" y="744"/>
                  </a:lnTo>
                  <a:lnTo>
                    <a:pt x="691" y="723"/>
                  </a:lnTo>
                  <a:lnTo>
                    <a:pt x="724" y="685"/>
                  </a:lnTo>
                  <a:lnTo>
                    <a:pt x="751" y="653"/>
                  </a:lnTo>
                  <a:lnTo>
                    <a:pt x="751" y="653"/>
                  </a:lnTo>
                  <a:lnTo>
                    <a:pt x="779" y="621"/>
                  </a:lnTo>
                  <a:lnTo>
                    <a:pt x="813" y="585"/>
                  </a:lnTo>
                  <a:lnTo>
                    <a:pt x="832" y="568"/>
                  </a:lnTo>
                  <a:lnTo>
                    <a:pt x="851" y="551"/>
                  </a:lnTo>
                  <a:lnTo>
                    <a:pt x="871" y="536"/>
                  </a:lnTo>
                  <a:lnTo>
                    <a:pt x="891" y="524"/>
                  </a:lnTo>
                  <a:lnTo>
                    <a:pt x="881" y="502"/>
                  </a:lnTo>
                  <a:lnTo>
                    <a:pt x="881" y="502"/>
                  </a:lnTo>
                  <a:lnTo>
                    <a:pt x="864" y="451"/>
                  </a:lnTo>
                  <a:lnTo>
                    <a:pt x="847" y="398"/>
                  </a:lnTo>
                  <a:lnTo>
                    <a:pt x="827" y="346"/>
                  </a:lnTo>
                  <a:lnTo>
                    <a:pt x="816" y="319"/>
                  </a:lnTo>
                  <a:lnTo>
                    <a:pt x="805" y="294"/>
                  </a:lnTo>
                  <a:lnTo>
                    <a:pt x="793" y="268"/>
                  </a:lnTo>
                  <a:lnTo>
                    <a:pt x="780" y="244"/>
                  </a:lnTo>
                  <a:lnTo>
                    <a:pt x="766" y="220"/>
                  </a:lnTo>
                  <a:lnTo>
                    <a:pt x="751" y="199"/>
                  </a:lnTo>
                  <a:lnTo>
                    <a:pt x="735" y="177"/>
                  </a:lnTo>
                  <a:lnTo>
                    <a:pt x="717" y="158"/>
                  </a:lnTo>
                  <a:lnTo>
                    <a:pt x="698" y="139"/>
                  </a:lnTo>
                  <a:lnTo>
                    <a:pt x="678" y="124"/>
                  </a:lnTo>
                  <a:lnTo>
                    <a:pt x="678" y="124"/>
                  </a:lnTo>
                  <a:lnTo>
                    <a:pt x="630" y="95"/>
                  </a:lnTo>
                  <a:lnTo>
                    <a:pt x="582" y="68"/>
                  </a:lnTo>
                  <a:lnTo>
                    <a:pt x="582" y="68"/>
                  </a:lnTo>
                  <a:lnTo>
                    <a:pt x="572" y="63"/>
                  </a:lnTo>
                  <a:lnTo>
                    <a:pt x="561" y="54"/>
                  </a:lnTo>
                  <a:lnTo>
                    <a:pt x="534" y="34"/>
                  </a:lnTo>
                  <a:lnTo>
                    <a:pt x="507" y="14"/>
                  </a:lnTo>
                  <a:lnTo>
                    <a:pt x="493" y="6"/>
                  </a:lnTo>
                  <a:lnTo>
                    <a:pt x="482" y="2"/>
                  </a:lnTo>
                  <a:lnTo>
                    <a:pt x="482" y="2"/>
                  </a:lnTo>
                  <a:lnTo>
                    <a:pt x="472" y="0"/>
                  </a:lnTo>
                  <a:lnTo>
                    <a:pt x="463" y="0"/>
                  </a:lnTo>
                  <a:lnTo>
                    <a:pt x="455" y="2"/>
                  </a:lnTo>
                  <a:lnTo>
                    <a:pt x="449" y="4"/>
                  </a:lnTo>
                  <a:lnTo>
                    <a:pt x="442" y="9"/>
                  </a:lnTo>
                  <a:lnTo>
                    <a:pt x="436" y="14"/>
                  </a:lnTo>
                  <a:lnTo>
                    <a:pt x="432" y="21"/>
                  </a:lnTo>
                  <a:lnTo>
                    <a:pt x="429" y="29"/>
                  </a:lnTo>
                  <a:lnTo>
                    <a:pt x="426" y="37"/>
                  </a:lnTo>
                  <a:lnTo>
                    <a:pt x="423" y="46"/>
                  </a:lnTo>
                  <a:lnTo>
                    <a:pt x="422" y="64"/>
                  </a:lnTo>
                  <a:lnTo>
                    <a:pt x="425" y="84"/>
                  </a:lnTo>
                  <a:lnTo>
                    <a:pt x="429" y="104"/>
                  </a:lnTo>
                  <a:lnTo>
                    <a:pt x="439" y="125"/>
                  </a:lnTo>
                  <a:lnTo>
                    <a:pt x="439" y="125"/>
                  </a:lnTo>
                  <a:lnTo>
                    <a:pt x="401" y="105"/>
                  </a:lnTo>
                  <a:lnTo>
                    <a:pt x="362" y="88"/>
                  </a:lnTo>
                  <a:lnTo>
                    <a:pt x="343" y="81"/>
                  </a:lnTo>
                  <a:lnTo>
                    <a:pt x="323" y="74"/>
                  </a:lnTo>
                  <a:lnTo>
                    <a:pt x="303" y="68"/>
                  </a:lnTo>
                  <a:lnTo>
                    <a:pt x="283" y="64"/>
                  </a:lnTo>
                  <a:lnTo>
                    <a:pt x="262" y="61"/>
                  </a:lnTo>
                  <a:lnTo>
                    <a:pt x="242" y="60"/>
                  </a:lnTo>
                  <a:lnTo>
                    <a:pt x="224" y="58"/>
                  </a:lnTo>
                  <a:lnTo>
                    <a:pt x="204" y="58"/>
                  </a:lnTo>
                  <a:lnTo>
                    <a:pt x="184" y="61"/>
                  </a:lnTo>
                  <a:lnTo>
                    <a:pt x="166" y="65"/>
                  </a:lnTo>
                  <a:lnTo>
                    <a:pt x="147" y="70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4" y="90"/>
                  </a:lnTo>
                  <a:lnTo>
                    <a:pt x="143" y="102"/>
                  </a:lnTo>
                  <a:lnTo>
                    <a:pt x="161" y="126"/>
                  </a:lnTo>
                  <a:lnTo>
                    <a:pt x="183" y="150"/>
                  </a:lnTo>
                  <a:lnTo>
                    <a:pt x="205" y="17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A3658F7A-8FC9-7FE1-15F0-90C316515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  <a:gd name="T64" fmla="*/ 112 w 408"/>
                <a:gd name="T65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230AB944-707B-883F-40C3-6D5E9ACB6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" y="3680"/>
              <a:ext cx="204" cy="367"/>
            </a:xfrm>
            <a:custGeom>
              <a:avLst/>
              <a:gdLst>
                <a:gd name="T0" fmla="*/ 112 w 408"/>
                <a:gd name="T1" fmla="*/ 733 h 734"/>
                <a:gd name="T2" fmla="*/ 128 w 408"/>
                <a:gd name="T3" fmla="*/ 731 h 734"/>
                <a:gd name="T4" fmla="*/ 148 w 408"/>
                <a:gd name="T5" fmla="*/ 723 h 734"/>
                <a:gd name="T6" fmla="*/ 189 w 408"/>
                <a:gd name="T7" fmla="*/ 697 h 734"/>
                <a:gd name="T8" fmla="*/ 207 w 408"/>
                <a:gd name="T9" fmla="*/ 685 h 734"/>
                <a:gd name="T10" fmla="*/ 243 w 408"/>
                <a:gd name="T11" fmla="*/ 659 h 734"/>
                <a:gd name="T12" fmla="*/ 274 w 408"/>
                <a:gd name="T13" fmla="*/ 629 h 734"/>
                <a:gd name="T14" fmla="*/ 302 w 408"/>
                <a:gd name="T15" fmla="*/ 597 h 734"/>
                <a:gd name="T16" fmla="*/ 315 w 408"/>
                <a:gd name="T17" fmla="*/ 580 h 734"/>
                <a:gd name="T18" fmla="*/ 335 w 408"/>
                <a:gd name="T19" fmla="*/ 551 h 734"/>
                <a:gd name="T20" fmla="*/ 350 w 408"/>
                <a:gd name="T21" fmla="*/ 522 h 734"/>
                <a:gd name="T22" fmla="*/ 376 w 408"/>
                <a:gd name="T23" fmla="*/ 457 h 734"/>
                <a:gd name="T24" fmla="*/ 393 w 408"/>
                <a:gd name="T25" fmla="*/ 384 h 734"/>
                <a:gd name="T26" fmla="*/ 403 w 408"/>
                <a:gd name="T27" fmla="*/ 308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2 h 734"/>
                <a:gd name="T34" fmla="*/ 379 w 408"/>
                <a:gd name="T35" fmla="*/ 7 h 734"/>
                <a:gd name="T36" fmla="*/ 357 w 408"/>
                <a:gd name="T37" fmla="*/ 5 h 734"/>
                <a:gd name="T38" fmla="*/ 315 w 408"/>
                <a:gd name="T39" fmla="*/ 5 h 734"/>
                <a:gd name="T40" fmla="*/ 251 w 408"/>
                <a:gd name="T41" fmla="*/ 13 h 734"/>
                <a:gd name="T42" fmla="*/ 210 w 408"/>
                <a:gd name="T43" fmla="*/ 16 h 734"/>
                <a:gd name="T44" fmla="*/ 156 w 408"/>
                <a:gd name="T45" fmla="*/ 16 h 734"/>
                <a:gd name="T46" fmla="*/ 109 w 408"/>
                <a:gd name="T47" fmla="*/ 17 h 734"/>
                <a:gd name="T48" fmla="*/ 64 w 408"/>
                <a:gd name="T49" fmla="*/ 23 h 734"/>
                <a:gd name="T50" fmla="*/ 13 w 408"/>
                <a:gd name="T51" fmla="*/ 37 h 734"/>
                <a:gd name="T52" fmla="*/ 0 w 408"/>
                <a:gd name="T53" fmla="*/ 58 h 734"/>
                <a:gd name="T54" fmla="*/ 24 w 408"/>
                <a:gd name="T55" fmla="*/ 703 h 734"/>
                <a:gd name="T56" fmla="*/ 24 w 408"/>
                <a:gd name="T57" fmla="*/ 709 h 734"/>
                <a:gd name="T58" fmla="*/ 26 w 408"/>
                <a:gd name="T59" fmla="*/ 721 h 734"/>
                <a:gd name="T60" fmla="*/ 31 w 408"/>
                <a:gd name="T61" fmla="*/ 730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3"/>
                  </a:moveTo>
                  <a:lnTo>
                    <a:pt x="112" y="733"/>
                  </a:lnTo>
                  <a:lnTo>
                    <a:pt x="119" y="733"/>
                  </a:lnTo>
                  <a:lnTo>
                    <a:pt x="128" y="731"/>
                  </a:lnTo>
                  <a:lnTo>
                    <a:pt x="138" y="729"/>
                  </a:lnTo>
                  <a:lnTo>
                    <a:pt x="148" y="723"/>
                  </a:lnTo>
                  <a:lnTo>
                    <a:pt x="169" y="710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5"/>
                  </a:lnTo>
                  <a:lnTo>
                    <a:pt x="226" y="673"/>
                  </a:lnTo>
                  <a:lnTo>
                    <a:pt x="243" y="659"/>
                  </a:lnTo>
                  <a:lnTo>
                    <a:pt x="258" y="645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7"/>
                  </a:lnTo>
                  <a:lnTo>
                    <a:pt x="315" y="580"/>
                  </a:lnTo>
                  <a:lnTo>
                    <a:pt x="315" y="580"/>
                  </a:lnTo>
                  <a:lnTo>
                    <a:pt x="325" y="566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2"/>
                  </a:lnTo>
                  <a:lnTo>
                    <a:pt x="364" y="491"/>
                  </a:lnTo>
                  <a:lnTo>
                    <a:pt x="376" y="457"/>
                  </a:lnTo>
                  <a:lnTo>
                    <a:pt x="386" y="421"/>
                  </a:lnTo>
                  <a:lnTo>
                    <a:pt x="393" y="384"/>
                  </a:lnTo>
                  <a:lnTo>
                    <a:pt x="398" y="346"/>
                  </a:lnTo>
                  <a:lnTo>
                    <a:pt x="403" y="308"/>
                  </a:lnTo>
                  <a:lnTo>
                    <a:pt x="406" y="269"/>
                  </a:lnTo>
                  <a:lnTo>
                    <a:pt x="408" y="231"/>
                  </a:lnTo>
                  <a:lnTo>
                    <a:pt x="408" y="192"/>
                  </a:lnTo>
                  <a:lnTo>
                    <a:pt x="408" y="153"/>
                  </a:lnTo>
                  <a:lnTo>
                    <a:pt x="407" y="81"/>
                  </a:lnTo>
                  <a:lnTo>
                    <a:pt x="403" y="12"/>
                  </a:lnTo>
                  <a:lnTo>
                    <a:pt x="404" y="0"/>
                  </a:lnTo>
                  <a:lnTo>
                    <a:pt x="379" y="7"/>
                  </a:lnTo>
                  <a:lnTo>
                    <a:pt x="379" y="7"/>
                  </a:lnTo>
                  <a:lnTo>
                    <a:pt x="357" y="5"/>
                  </a:lnTo>
                  <a:lnTo>
                    <a:pt x="336" y="5"/>
                  </a:lnTo>
                  <a:lnTo>
                    <a:pt x="315" y="5"/>
                  </a:lnTo>
                  <a:lnTo>
                    <a:pt x="294" y="7"/>
                  </a:lnTo>
                  <a:lnTo>
                    <a:pt x="251" y="13"/>
                  </a:lnTo>
                  <a:lnTo>
                    <a:pt x="231" y="16"/>
                  </a:lnTo>
                  <a:lnTo>
                    <a:pt x="210" y="16"/>
                  </a:lnTo>
                  <a:lnTo>
                    <a:pt x="210" y="16"/>
                  </a:lnTo>
                  <a:lnTo>
                    <a:pt x="156" y="16"/>
                  </a:lnTo>
                  <a:lnTo>
                    <a:pt x="132" y="16"/>
                  </a:lnTo>
                  <a:lnTo>
                    <a:pt x="109" y="17"/>
                  </a:lnTo>
                  <a:lnTo>
                    <a:pt x="87" y="20"/>
                  </a:lnTo>
                  <a:lnTo>
                    <a:pt x="64" y="23"/>
                  </a:lnTo>
                  <a:lnTo>
                    <a:pt x="40" y="29"/>
                  </a:lnTo>
                  <a:lnTo>
                    <a:pt x="13" y="3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9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709"/>
                  </a:lnTo>
                  <a:lnTo>
                    <a:pt x="24" y="716"/>
                  </a:lnTo>
                  <a:lnTo>
                    <a:pt x="26" y="721"/>
                  </a:lnTo>
                  <a:lnTo>
                    <a:pt x="27" y="726"/>
                  </a:lnTo>
                  <a:lnTo>
                    <a:pt x="31" y="730"/>
                  </a:lnTo>
                  <a:lnTo>
                    <a:pt x="36" y="733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6C697E92-747C-AD58-0BA7-9E2FFA97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  <a:lnTo>
                    <a:pt x="221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A1DFF924-66AA-63A0-5D8A-4F4FED4B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839"/>
              <a:ext cx="1379" cy="807"/>
            </a:xfrm>
            <a:custGeom>
              <a:avLst/>
              <a:gdLst>
                <a:gd name="T0" fmla="*/ 2122 w 2758"/>
                <a:gd name="T1" fmla="*/ 173 h 1614"/>
                <a:gd name="T2" fmla="*/ 2009 w 2758"/>
                <a:gd name="T3" fmla="*/ 365 h 1614"/>
                <a:gd name="T4" fmla="*/ 1958 w 2758"/>
                <a:gd name="T5" fmla="*/ 452 h 1614"/>
                <a:gd name="T6" fmla="*/ 1877 w 2758"/>
                <a:gd name="T7" fmla="*/ 533 h 1614"/>
                <a:gd name="T8" fmla="*/ 1731 w 2758"/>
                <a:gd name="T9" fmla="*/ 613 h 1614"/>
                <a:gd name="T10" fmla="*/ 1679 w 2758"/>
                <a:gd name="T11" fmla="*/ 608 h 1614"/>
                <a:gd name="T12" fmla="*/ 1606 w 2758"/>
                <a:gd name="T13" fmla="*/ 632 h 1614"/>
                <a:gd name="T14" fmla="*/ 1496 w 2758"/>
                <a:gd name="T15" fmla="*/ 577 h 1614"/>
                <a:gd name="T16" fmla="*/ 1448 w 2758"/>
                <a:gd name="T17" fmla="*/ 618 h 1614"/>
                <a:gd name="T18" fmla="*/ 1385 w 2758"/>
                <a:gd name="T19" fmla="*/ 654 h 1614"/>
                <a:gd name="T20" fmla="*/ 1314 w 2758"/>
                <a:gd name="T21" fmla="*/ 565 h 1614"/>
                <a:gd name="T22" fmla="*/ 1181 w 2758"/>
                <a:gd name="T23" fmla="*/ 459 h 1614"/>
                <a:gd name="T24" fmla="*/ 1177 w 2758"/>
                <a:gd name="T25" fmla="*/ 530 h 1614"/>
                <a:gd name="T26" fmla="*/ 1147 w 2758"/>
                <a:gd name="T27" fmla="*/ 639 h 1614"/>
                <a:gd name="T28" fmla="*/ 1100 w 2758"/>
                <a:gd name="T29" fmla="*/ 747 h 1614"/>
                <a:gd name="T30" fmla="*/ 881 w 2758"/>
                <a:gd name="T31" fmla="*/ 679 h 1614"/>
                <a:gd name="T32" fmla="*/ 704 w 2758"/>
                <a:gd name="T33" fmla="*/ 637 h 1614"/>
                <a:gd name="T34" fmla="*/ 592 w 2758"/>
                <a:gd name="T35" fmla="*/ 645 h 1614"/>
                <a:gd name="T36" fmla="*/ 512 w 2758"/>
                <a:gd name="T37" fmla="*/ 669 h 1614"/>
                <a:gd name="T38" fmla="*/ 379 w 2758"/>
                <a:gd name="T39" fmla="*/ 727 h 1614"/>
                <a:gd name="T40" fmla="*/ 266 w 2758"/>
                <a:gd name="T41" fmla="*/ 748 h 1614"/>
                <a:gd name="T42" fmla="*/ 195 w 2758"/>
                <a:gd name="T43" fmla="*/ 786 h 1614"/>
                <a:gd name="T44" fmla="*/ 131 w 2758"/>
                <a:gd name="T45" fmla="*/ 873 h 1614"/>
                <a:gd name="T46" fmla="*/ 82 w 2758"/>
                <a:gd name="T47" fmla="*/ 968 h 1614"/>
                <a:gd name="T48" fmla="*/ 21 w 2758"/>
                <a:gd name="T49" fmla="*/ 1075 h 1614"/>
                <a:gd name="T50" fmla="*/ 59 w 2758"/>
                <a:gd name="T51" fmla="*/ 1106 h 1614"/>
                <a:gd name="T52" fmla="*/ 164 w 2758"/>
                <a:gd name="T53" fmla="*/ 1075 h 1614"/>
                <a:gd name="T54" fmla="*/ 375 w 2758"/>
                <a:gd name="T55" fmla="*/ 1040 h 1614"/>
                <a:gd name="T56" fmla="*/ 493 w 2758"/>
                <a:gd name="T57" fmla="*/ 989 h 1614"/>
                <a:gd name="T58" fmla="*/ 568 w 2758"/>
                <a:gd name="T59" fmla="*/ 935 h 1614"/>
                <a:gd name="T60" fmla="*/ 1037 w 2758"/>
                <a:gd name="T61" fmla="*/ 1224 h 1614"/>
                <a:gd name="T62" fmla="*/ 1446 w 2758"/>
                <a:gd name="T63" fmla="*/ 1439 h 1614"/>
                <a:gd name="T64" fmla="*/ 1660 w 2758"/>
                <a:gd name="T65" fmla="*/ 1522 h 1614"/>
                <a:gd name="T66" fmla="*/ 1883 w 2758"/>
                <a:gd name="T67" fmla="*/ 1574 h 1614"/>
                <a:gd name="T68" fmla="*/ 2087 w 2758"/>
                <a:gd name="T69" fmla="*/ 1598 h 1614"/>
                <a:gd name="T70" fmla="*/ 2706 w 2758"/>
                <a:gd name="T71" fmla="*/ 1609 h 1614"/>
                <a:gd name="T72" fmla="*/ 2707 w 2758"/>
                <a:gd name="T73" fmla="*/ 1469 h 1614"/>
                <a:gd name="T74" fmla="*/ 2679 w 2758"/>
                <a:gd name="T75" fmla="*/ 1333 h 1614"/>
                <a:gd name="T76" fmla="*/ 2676 w 2758"/>
                <a:gd name="T77" fmla="*/ 1193 h 1614"/>
                <a:gd name="T78" fmla="*/ 2707 w 2758"/>
                <a:gd name="T79" fmla="*/ 1058 h 1614"/>
                <a:gd name="T80" fmla="*/ 2625 w 2758"/>
                <a:gd name="T81" fmla="*/ 1033 h 1614"/>
                <a:gd name="T82" fmla="*/ 2408 w 2758"/>
                <a:gd name="T83" fmla="*/ 1063 h 1614"/>
                <a:gd name="T84" fmla="*/ 2190 w 2758"/>
                <a:gd name="T85" fmla="*/ 1044 h 1614"/>
                <a:gd name="T86" fmla="*/ 1979 w 2758"/>
                <a:gd name="T87" fmla="*/ 985 h 1614"/>
                <a:gd name="T88" fmla="*/ 2020 w 2758"/>
                <a:gd name="T89" fmla="*/ 758 h 1614"/>
                <a:gd name="T90" fmla="*/ 2050 w 2758"/>
                <a:gd name="T91" fmla="*/ 748 h 1614"/>
                <a:gd name="T92" fmla="*/ 2124 w 2758"/>
                <a:gd name="T93" fmla="*/ 705 h 1614"/>
                <a:gd name="T94" fmla="*/ 2182 w 2758"/>
                <a:gd name="T95" fmla="*/ 618 h 1614"/>
                <a:gd name="T96" fmla="*/ 2230 w 2758"/>
                <a:gd name="T97" fmla="*/ 489 h 1614"/>
                <a:gd name="T98" fmla="*/ 2265 w 2758"/>
                <a:gd name="T99" fmla="*/ 306 h 1614"/>
                <a:gd name="T100" fmla="*/ 2299 w 2758"/>
                <a:gd name="T101" fmla="*/ 198 h 1614"/>
                <a:gd name="T102" fmla="*/ 2349 w 2758"/>
                <a:gd name="T103" fmla="*/ 89 h 1614"/>
                <a:gd name="T104" fmla="*/ 2343 w 2758"/>
                <a:gd name="T105" fmla="*/ 20 h 1614"/>
                <a:gd name="T106" fmla="*/ 2318 w 2758"/>
                <a:gd name="T107" fmla="*/ 0 h 1614"/>
                <a:gd name="T108" fmla="*/ 2288 w 2758"/>
                <a:gd name="T109" fmla="*/ 1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8" h="1614">
                  <a:moveTo>
                    <a:pt x="2210" y="68"/>
                  </a:moveTo>
                  <a:lnTo>
                    <a:pt x="2210" y="68"/>
                  </a:lnTo>
                  <a:lnTo>
                    <a:pt x="2179" y="102"/>
                  </a:lnTo>
                  <a:lnTo>
                    <a:pt x="2150" y="137"/>
                  </a:lnTo>
                  <a:lnTo>
                    <a:pt x="2122" y="173"/>
                  </a:lnTo>
                  <a:lnTo>
                    <a:pt x="2097" y="210"/>
                  </a:lnTo>
                  <a:lnTo>
                    <a:pt x="2073" y="246"/>
                  </a:lnTo>
                  <a:lnTo>
                    <a:pt x="2050" y="285"/>
                  </a:lnTo>
                  <a:lnTo>
                    <a:pt x="2029" y="324"/>
                  </a:lnTo>
                  <a:lnTo>
                    <a:pt x="2009" y="365"/>
                  </a:lnTo>
                  <a:lnTo>
                    <a:pt x="2009" y="365"/>
                  </a:lnTo>
                  <a:lnTo>
                    <a:pt x="1997" y="390"/>
                  </a:lnTo>
                  <a:lnTo>
                    <a:pt x="1985" y="412"/>
                  </a:lnTo>
                  <a:lnTo>
                    <a:pt x="1972" y="432"/>
                  </a:lnTo>
                  <a:lnTo>
                    <a:pt x="1958" y="452"/>
                  </a:lnTo>
                  <a:lnTo>
                    <a:pt x="1944" y="470"/>
                  </a:lnTo>
                  <a:lnTo>
                    <a:pt x="1928" y="487"/>
                  </a:lnTo>
                  <a:lnTo>
                    <a:pt x="1912" y="503"/>
                  </a:lnTo>
                  <a:lnTo>
                    <a:pt x="1895" y="518"/>
                  </a:lnTo>
                  <a:lnTo>
                    <a:pt x="1877" y="533"/>
                  </a:lnTo>
                  <a:lnTo>
                    <a:pt x="1859" y="545"/>
                  </a:lnTo>
                  <a:lnTo>
                    <a:pt x="1840" y="558"/>
                  </a:lnTo>
                  <a:lnTo>
                    <a:pt x="1819" y="571"/>
                  </a:lnTo>
                  <a:lnTo>
                    <a:pt x="1776" y="594"/>
                  </a:lnTo>
                  <a:lnTo>
                    <a:pt x="1731" y="613"/>
                  </a:lnTo>
                  <a:lnTo>
                    <a:pt x="1710" y="581"/>
                  </a:lnTo>
                  <a:lnTo>
                    <a:pt x="1710" y="581"/>
                  </a:lnTo>
                  <a:lnTo>
                    <a:pt x="1701" y="591"/>
                  </a:lnTo>
                  <a:lnTo>
                    <a:pt x="1690" y="599"/>
                  </a:lnTo>
                  <a:lnTo>
                    <a:pt x="1679" y="608"/>
                  </a:lnTo>
                  <a:lnTo>
                    <a:pt x="1666" y="615"/>
                  </a:lnTo>
                  <a:lnTo>
                    <a:pt x="1652" y="620"/>
                  </a:lnTo>
                  <a:lnTo>
                    <a:pt x="1638" y="625"/>
                  </a:lnTo>
                  <a:lnTo>
                    <a:pt x="1622" y="629"/>
                  </a:lnTo>
                  <a:lnTo>
                    <a:pt x="1606" y="632"/>
                  </a:lnTo>
                  <a:lnTo>
                    <a:pt x="1575" y="636"/>
                  </a:lnTo>
                  <a:lnTo>
                    <a:pt x="1544" y="637"/>
                  </a:lnTo>
                  <a:lnTo>
                    <a:pt x="1514" y="639"/>
                  </a:lnTo>
                  <a:lnTo>
                    <a:pt x="1487" y="639"/>
                  </a:lnTo>
                  <a:lnTo>
                    <a:pt x="1496" y="577"/>
                  </a:lnTo>
                  <a:lnTo>
                    <a:pt x="1496" y="577"/>
                  </a:lnTo>
                  <a:lnTo>
                    <a:pt x="1482" y="585"/>
                  </a:lnTo>
                  <a:lnTo>
                    <a:pt x="1469" y="595"/>
                  </a:lnTo>
                  <a:lnTo>
                    <a:pt x="1458" y="606"/>
                  </a:lnTo>
                  <a:lnTo>
                    <a:pt x="1448" y="618"/>
                  </a:lnTo>
                  <a:lnTo>
                    <a:pt x="1429" y="643"/>
                  </a:lnTo>
                  <a:lnTo>
                    <a:pt x="1412" y="669"/>
                  </a:lnTo>
                  <a:lnTo>
                    <a:pt x="1391" y="669"/>
                  </a:lnTo>
                  <a:lnTo>
                    <a:pt x="1391" y="669"/>
                  </a:lnTo>
                  <a:lnTo>
                    <a:pt x="1385" y="654"/>
                  </a:lnTo>
                  <a:lnTo>
                    <a:pt x="1378" y="642"/>
                  </a:lnTo>
                  <a:lnTo>
                    <a:pt x="1370" y="628"/>
                  </a:lnTo>
                  <a:lnTo>
                    <a:pt x="1361" y="615"/>
                  </a:lnTo>
                  <a:lnTo>
                    <a:pt x="1339" y="589"/>
                  </a:lnTo>
                  <a:lnTo>
                    <a:pt x="1314" y="565"/>
                  </a:lnTo>
                  <a:lnTo>
                    <a:pt x="1288" y="541"/>
                  </a:lnTo>
                  <a:lnTo>
                    <a:pt x="1262" y="518"/>
                  </a:lnTo>
                  <a:lnTo>
                    <a:pt x="1237" y="496"/>
                  </a:lnTo>
                  <a:lnTo>
                    <a:pt x="1215" y="476"/>
                  </a:lnTo>
                  <a:lnTo>
                    <a:pt x="1181" y="459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6" y="501"/>
                  </a:lnTo>
                  <a:lnTo>
                    <a:pt x="1177" y="516"/>
                  </a:lnTo>
                  <a:lnTo>
                    <a:pt x="1177" y="530"/>
                  </a:lnTo>
                  <a:lnTo>
                    <a:pt x="1176" y="545"/>
                  </a:lnTo>
                  <a:lnTo>
                    <a:pt x="1173" y="561"/>
                  </a:lnTo>
                  <a:lnTo>
                    <a:pt x="1169" y="577"/>
                  </a:lnTo>
                  <a:lnTo>
                    <a:pt x="1159" y="608"/>
                  </a:lnTo>
                  <a:lnTo>
                    <a:pt x="1147" y="639"/>
                  </a:lnTo>
                  <a:lnTo>
                    <a:pt x="1135" y="670"/>
                  </a:lnTo>
                  <a:lnTo>
                    <a:pt x="1123" y="700"/>
                  </a:lnTo>
                  <a:lnTo>
                    <a:pt x="1113" y="727"/>
                  </a:lnTo>
                  <a:lnTo>
                    <a:pt x="1100" y="747"/>
                  </a:lnTo>
                  <a:lnTo>
                    <a:pt x="1100" y="747"/>
                  </a:lnTo>
                  <a:lnTo>
                    <a:pt x="1064" y="738"/>
                  </a:lnTo>
                  <a:lnTo>
                    <a:pt x="1025" y="727"/>
                  </a:lnTo>
                  <a:lnTo>
                    <a:pt x="989" y="715"/>
                  </a:lnTo>
                  <a:lnTo>
                    <a:pt x="953" y="703"/>
                  </a:lnTo>
                  <a:lnTo>
                    <a:pt x="881" y="679"/>
                  </a:lnTo>
                  <a:lnTo>
                    <a:pt x="845" y="667"/>
                  </a:lnTo>
                  <a:lnTo>
                    <a:pt x="810" y="657"/>
                  </a:lnTo>
                  <a:lnTo>
                    <a:pt x="775" y="649"/>
                  </a:lnTo>
                  <a:lnTo>
                    <a:pt x="739" y="642"/>
                  </a:lnTo>
                  <a:lnTo>
                    <a:pt x="704" y="637"/>
                  </a:lnTo>
                  <a:lnTo>
                    <a:pt x="667" y="636"/>
                  </a:lnTo>
                  <a:lnTo>
                    <a:pt x="648" y="636"/>
                  </a:lnTo>
                  <a:lnTo>
                    <a:pt x="630" y="637"/>
                  </a:lnTo>
                  <a:lnTo>
                    <a:pt x="610" y="640"/>
                  </a:lnTo>
                  <a:lnTo>
                    <a:pt x="592" y="645"/>
                  </a:lnTo>
                  <a:lnTo>
                    <a:pt x="572" y="649"/>
                  </a:lnTo>
                  <a:lnTo>
                    <a:pt x="554" y="654"/>
                  </a:lnTo>
                  <a:lnTo>
                    <a:pt x="534" y="660"/>
                  </a:lnTo>
                  <a:lnTo>
                    <a:pt x="512" y="669"/>
                  </a:lnTo>
                  <a:lnTo>
                    <a:pt x="512" y="669"/>
                  </a:lnTo>
                  <a:lnTo>
                    <a:pt x="478" y="683"/>
                  </a:lnTo>
                  <a:lnTo>
                    <a:pt x="446" y="698"/>
                  </a:lnTo>
                  <a:lnTo>
                    <a:pt x="413" y="714"/>
                  </a:lnTo>
                  <a:lnTo>
                    <a:pt x="379" y="727"/>
                  </a:lnTo>
                  <a:lnTo>
                    <a:pt x="379" y="727"/>
                  </a:lnTo>
                  <a:lnTo>
                    <a:pt x="361" y="731"/>
                  </a:lnTo>
                  <a:lnTo>
                    <a:pt x="342" y="735"/>
                  </a:lnTo>
                  <a:lnTo>
                    <a:pt x="304" y="741"/>
                  </a:lnTo>
                  <a:lnTo>
                    <a:pt x="284" y="744"/>
                  </a:lnTo>
                  <a:lnTo>
                    <a:pt x="266" y="748"/>
                  </a:lnTo>
                  <a:lnTo>
                    <a:pt x="247" y="754"/>
                  </a:lnTo>
                  <a:lnTo>
                    <a:pt x="232" y="761"/>
                  </a:lnTo>
                  <a:lnTo>
                    <a:pt x="232" y="761"/>
                  </a:lnTo>
                  <a:lnTo>
                    <a:pt x="212" y="774"/>
                  </a:lnTo>
                  <a:lnTo>
                    <a:pt x="195" y="786"/>
                  </a:lnTo>
                  <a:lnTo>
                    <a:pt x="178" y="802"/>
                  </a:lnTo>
                  <a:lnTo>
                    <a:pt x="164" y="817"/>
                  </a:lnTo>
                  <a:lnTo>
                    <a:pt x="153" y="836"/>
                  </a:lnTo>
                  <a:lnTo>
                    <a:pt x="141" y="854"/>
                  </a:lnTo>
                  <a:lnTo>
                    <a:pt x="131" y="873"/>
                  </a:lnTo>
                  <a:lnTo>
                    <a:pt x="123" y="891"/>
                  </a:lnTo>
                  <a:lnTo>
                    <a:pt x="123" y="891"/>
                  </a:lnTo>
                  <a:lnTo>
                    <a:pt x="113" y="912"/>
                  </a:lnTo>
                  <a:lnTo>
                    <a:pt x="103" y="932"/>
                  </a:lnTo>
                  <a:lnTo>
                    <a:pt x="82" y="968"/>
                  </a:lnTo>
                  <a:lnTo>
                    <a:pt x="60" y="1002"/>
                  </a:lnTo>
                  <a:lnTo>
                    <a:pt x="38" y="1038"/>
                  </a:lnTo>
                  <a:lnTo>
                    <a:pt x="38" y="1038"/>
                  </a:lnTo>
                  <a:lnTo>
                    <a:pt x="29" y="1057"/>
                  </a:lnTo>
                  <a:lnTo>
                    <a:pt x="21" y="1075"/>
                  </a:lnTo>
                  <a:lnTo>
                    <a:pt x="8" y="1112"/>
                  </a:lnTo>
                  <a:lnTo>
                    <a:pt x="0" y="1136"/>
                  </a:lnTo>
                  <a:lnTo>
                    <a:pt x="0" y="1136"/>
                  </a:lnTo>
                  <a:lnTo>
                    <a:pt x="38" y="1115"/>
                  </a:lnTo>
                  <a:lnTo>
                    <a:pt x="59" y="1106"/>
                  </a:lnTo>
                  <a:lnTo>
                    <a:pt x="79" y="1098"/>
                  </a:lnTo>
                  <a:lnTo>
                    <a:pt x="100" y="1091"/>
                  </a:lnTo>
                  <a:lnTo>
                    <a:pt x="121" y="1084"/>
                  </a:lnTo>
                  <a:lnTo>
                    <a:pt x="143" y="1078"/>
                  </a:lnTo>
                  <a:lnTo>
                    <a:pt x="164" y="1075"/>
                  </a:lnTo>
                  <a:lnTo>
                    <a:pt x="164" y="1075"/>
                  </a:lnTo>
                  <a:lnTo>
                    <a:pt x="274" y="1060"/>
                  </a:lnTo>
                  <a:lnTo>
                    <a:pt x="325" y="1051"/>
                  </a:lnTo>
                  <a:lnTo>
                    <a:pt x="351" y="1046"/>
                  </a:lnTo>
                  <a:lnTo>
                    <a:pt x="375" y="1040"/>
                  </a:lnTo>
                  <a:lnTo>
                    <a:pt x="399" y="1033"/>
                  </a:lnTo>
                  <a:lnTo>
                    <a:pt x="423" y="1023"/>
                  </a:lnTo>
                  <a:lnTo>
                    <a:pt x="446" y="1013"/>
                  </a:lnTo>
                  <a:lnTo>
                    <a:pt x="470" y="1002"/>
                  </a:lnTo>
                  <a:lnTo>
                    <a:pt x="493" y="989"/>
                  </a:lnTo>
                  <a:lnTo>
                    <a:pt x="517" y="973"/>
                  </a:lnTo>
                  <a:lnTo>
                    <a:pt x="539" y="955"/>
                  </a:lnTo>
                  <a:lnTo>
                    <a:pt x="563" y="935"/>
                  </a:lnTo>
                  <a:lnTo>
                    <a:pt x="568" y="935"/>
                  </a:lnTo>
                  <a:lnTo>
                    <a:pt x="568" y="935"/>
                  </a:lnTo>
                  <a:lnTo>
                    <a:pt x="646" y="982"/>
                  </a:lnTo>
                  <a:lnTo>
                    <a:pt x="722" y="1029"/>
                  </a:lnTo>
                  <a:lnTo>
                    <a:pt x="879" y="1126"/>
                  </a:lnTo>
                  <a:lnTo>
                    <a:pt x="957" y="1176"/>
                  </a:lnTo>
                  <a:lnTo>
                    <a:pt x="1037" y="1224"/>
                  </a:lnTo>
                  <a:lnTo>
                    <a:pt x="1117" y="1271"/>
                  </a:lnTo>
                  <a:lnTo>
                    <a:pt x="1198" y="1316"/>
                  </a:lnTo>
                  <a:lnTo>
                    <a:pt x="1280" y="1360"/>
                  </a:lnTo>
                  <a:lnTo>
                    <a:pt x="1363" y="1401"/>
                  </a:lnTo>
                  <a:lnTo>
                    <a:pt x="1446" y="1439"/>
                  </a:lnTo>
                  <a:lnTo>
                    <a:pt x="1489" y="1458"/>
                  </a:lnTo>
                  <a:lnTo>
                    <a:pt x="1531" y="1475"/>
                  </a:lnTo>
                  <a:lnTo>
                    <a:pt x="1574" y="1492"/>
                  </a:lnTo>
                  <a:lnTo>
                    <a:pt x="1618" y="1507"/>
                  </a:lnTo>
                  <a:lnTo>
                    <a:pt x="1660" y="1522"/>
                  </a:lnTo>
                  <a:lnTo>
                    <a:pt x="1704" y="1534"/>
                  </a:lnTo>
                  <a:lnTo>
                    <a:pt x="1748" y="1546"/>
                  </a:lnTo>
                  <a:lnTo>
                    <a:pt x="1792" y="1557"/>
                  </a:lnTo>
                  <a:lnTo>
                    <a:pt x="1837" y="1567"/>
                  </a:lnTo>
                  <a:lnTo>
                    <a:pt x="1883" y="1574"/>
                  </a:lnTo>
                  <a:lnTo>
                    <a:pt x="1883" y="1574"/>
                  </a:lnTo>
                  <a:lnTo>
                    <a:pt x="1934" y="1583"/>
                  </a:lnTo>
                  <a:lnTo>
                    <a:pt x="1985" y="1588"/>
                  </a:lnTo>
                  <a:lnTo>
                    <a:pt x="2036" y="1594"/>
                  </a:lnTo>
                  <a:lnTo>
                    <a:pt x="2087" y="1598"/>
                  </a:lnTo>
                  <a:lnTo>
                    <a:pt x="2190" y="1604"/>
                  </a:lnTo>
                  <a:lnTo>
                    <a:pt x="2294" y="1608"/>
                  </a:lnTo>
                  <a:lnTo>
                    <a:pt x="2398" y="1609"/>
                  </a:lnTo>
                  <a:lnTo>
                    <a:pt x="2502" y="1609"/>
                  </a:lnTo>
                  <a:lnTo>
                    <a:pt x="2706" y="1609"/>
                  </a:lnTo>
                  <a:lnTo>
                    <a:pt x="2758" y="1614"/>
                  </a:lnTo>
                  <a:lnTo>
                    <a:pt x="2758" y="1614"/>
                  </a:lnTo>
                  <a:lnTo>
                    <a:pt x="2740" y="1566"/>
                  </a:lnTo>
                  <a:lnTo>
                    <a:pt x="2723" y="1517"/>
                  </a:lnTo>
                  <a:lnTo>
                    <a:pt x="2707" y="1469"/>
                  </a:lnTo>
                  <a:lnTo>
                    <a:pt x="2693" y="1420"/>
                  </a:lnTo>
                  <a:lnTo>
                    <a:pt x="2693" y="1420"/>
                  </a:lnTo>
                  <a:lnTo>
                    <a:pt x="2688" y="1391"/>
                  </a:lnTo>
                  <a:lnTo>
                    <a:pt x="2683" y="1362"/>
                  </a:lnTo>
                  <a:lnTo>
                    <a:pt x="2679" y="1333"/>
                  </a:lnTo>
                  <a:lnTo>
                    <a:pt x="2678" y="1305"/>
                  </a:lnTo>
                  <a:lnTo>
                    <a:pt x="2676" y="1278"/>
                  </a:lnTo>
                  <a:lnTo>
                    <a:pt x="2675" y="1250"/>
                  </a:lnTo>
                  <a:lnTo>
                    <a:pt x="2676" y="1193"/>
                  </a:lnTo>
                  <a:lnTo>
                    <a:pt x="2676" y="1193"/>
                  </a:lnTo>
                  <a:lnTo>
                    <a:pt x="2679" y="1172"/>
                  </a:lnTo>
                  <a:lnTo>
                    <a:pt x="2685" y="1148"/>
                  </a:lnTo>
                  <a:lnTo>
                    <a:pt x="2696" y="1102"/>
                  </a:lnTo>
                  <a:lnTo>
                    <a:pt x="2702" y="1080"/>
                  </a:lnTo>
                  <a:lnTo>
                    <a:pt x="2707" y="1058"/>
                  </a:lnTo>
                  <a:lnTo>
                    <a:pt x="2710" y="1037"/>
                  </a:lnTo>
                  <a:lnTo>
                    <a:pt x="2710" y="1017"/>
                  </a:lnTo>
                  <a:lnTo>
                    <a:pt x="2668" y="1021"/>
                  </a:lnTo>
                  <a:lnTo>
                    <a:pt x="2668" y="1021"/>
                  </a:lnTo>
                  <a:lnTo>
                    <a:pt x="2625" y="1033"/>
                  </a:lnTo>
                  <a:lnTo>
                    <a:pt x="2583" y="1043"/>
                  </a:lnTo>
                  <a:lnTo>
                    <a:pt x="2540" y="1051"/>
                  </a:lnTo>
                  <a:lnTo>
                    <a:pt x="2496" y="1057"/>
                  </a:lnTo>
                  <a:lnTo>
                    <a:pt x="2452" y="1061"/>
                  </a:lnTo>
                  <a:lnTo>
                    <a:pt x="2408" y="1063"/>
                  </a:lnTo>
                  <a:lnTo>
                    <a:pt x="2364" y="1063"/>
                  </a:lnTo>
                  <a:lnTo>
                    <a:pt x="2321" y="1061"/>
                  </a:lnTo>
                  <a:lnTo>
                    <a:pt x="2277" y="1057"/>
                  </a:lnTo>
                  <a:lnTo>
                    <a:pt x="2234" y="1051"/>
                  </a:lnTo>
                  <a:lnTo>
                    <a:pt x="2190" y="1044"/>
                  </a:lnTo>
                  <a:lnTo>
                    <a:pt x="2146" y="1036"/>
                  </a:lnTo>
                  <a:lnTo>
                    <a:pt x="2104" y="1026"/>
                  </a:lnTo>
                  <a:lnTo>
                    <a:pt x="2061" y="1013"/>
                  </a:lnTo>
                  <a:lnTo>
                    <a:pt x="2020" y="1000"/>
                  </a:lnTo>
                  <a:lnTo>
                    <a:pt x="1979" y="985"/>
                  </a:lnTo>
                  <a:lnTo>
                    <a:pt x="1992" y="921"/>
                  </a:lnTo>
                  <a:lnTo>
                    <a:pt x="1992" y="921"/>
                  </a:lnTo>
                  <a:lnTo>
                    <a:pt x="1997" y="880"/>
                  </a:lnTo>
                  <a:lnTo>
                    <a:pt x="2005" y="839"/>
                  </a:lnTo>
                  <a:lnTo>
                    <a:pt x="2020" y="758"/>
                  </a:lnTo>
                  <a:lnTo>
                    <a:pt x="2022" y="748"/>
                  </a:lnTo>
                  <a:lnTo>
                    <a:pt x="2022" y="748"/>
                  </a:lnTo>
                  <a:lnTo>
                    <a:pt x="2031" y="749"/>
                  </a:lnTo>
                  <a:lnTo>
                    <a:pt x="2041" y="749"/>
                  </a:lnTo>
                  <a:lnTo>
                    <a:pt x="2050" y="748"/>
                  </a:lnTo>
                  <a:lnTo>
                    <a:pt x="2060" y="745"/>
                  </a:lnTo>
                  <a:lnTo>
                    <a:pt x="2077" y="740"/>
                  </a:lnTo>
                  <a:lnTo>
                    <a:pt x="2094" y="731"/>
                  </a:lnTo>
                  <a:lnTo>
                    <a:pt x="2109" y="720"/>
                  </a:lnTo>
                  <a:lnTo>
                    <a:pt x="2124" y="705"/>
                  </a:lnTo>
                  <a:lnTo>
                    <a:pt x="2138" y="690"/>
                  </a:lnTo>
                  <a:lnTo>
                    <a:pt x="2150" y="673"/>
                  </a:lnTo>
                  <a:lnTo>
                    <a:pt x="2162" y="654"/>
                  </a:lnTo>
                  <a:lnTo>
                    <a:pt x="2172" y="636"/>
                  </a:lnTo>
                  <a:lnTo>
                    <a:pt x="2182" y="618"/>
                  </a:lnTo>
                  <a:lnTo>
                    <a:pt x="2190" y="598"/>
                  </a:lnTo>
                  <a:lnTo>
                    <a:pt x="2206" y="560"/>
                  </a:lnTo>
                  <a:lnTo>
                    <a:pt x="2218" y="526"/>
                  </a:lnTo>
                  <a:lnTo>
                    <a:pt x="2218" y="526"/>
                  </a:lnTo>
                  <a:lnTo>
                    <a:pt x="2230" y="489"/>
                  </a:lnTo>
                  <a:lnTo>
                    <a:pt x="2238" y="453"/>
                  </a:lnTo>
                  <a:lnTo>
                    <a:pt x="2245" y="416"/>
                  </a:lnTo>
                  <a:lnTo>
                    <a:pt x="2252" y="380"/>
                  </a:lnTo>
                  <a:lnTo>
                    <a:pt x="2258" y="343"/>
                  </a:lnTo>
                  <a:lnTo>
                    <a:pt x="2265" y="306"/>
                  </a:lnTo>
                  <a:lnTo>
                    <a:pt x="2275" y="271"/>
                  </a:lnTo>
                  <a:lnTo>
                    <a:pt x="2285" y="237"/>
                  </a:lnTo>
                  <a:lnTo>
                    <a:pt x="2285" y="237"/>
                  </a:lnTo>
                  <a:lnTo>
                    <a:pt x="2292" y="217"/>
                  </a:lnTo>
                  <a:lnTo>
                    <a:pt x="2299" y="198"/>
                  </a:lnTo>
                  <a:lnTo>
                    <a:pt x="2318" y="163"/>
                  </a:lnTo>
                  <a:lnTo>
                    <a:pt x="2336" y="126"/>
                  </a:lnTo>
                  <a:lnTo>
                    <a:pt x="2343" y="108"/>
                  </a:lnTo>
                  <a:lnTo>
                    <a:pt x="2349" y="89"/>
                  </a:lnTo>
                  <a:lnTo>
                    <a:pt x="2349" y="89"/>
                  </a:lnTo>
                  <a:lnTo>
                    <a:pt x="2350" y="72"/>
                  </a:lnTo>
                  <a:lnTo>
                    <a:pt x="2352" y="58"/>
                  </a:lnTo>
                  <a:lnTo>
                    <a:pt x="2350" y="44"/>
                  </a:lnTo>
                  <a:lnTo>
                    <a:pt x="2347" y="31"/>
                  </a:lnTo>
                  <a:lnTo>
                    <a:pt x="2343" y="20"/>
                  </a:lnTo>
                  <a:lnTo>
                    <a:pt x="2338" y="11"/>
                  </a:lnTo>
                  <a:lnTo>
                    <a:pt x="2330" y="4"/>
                  </a:lnTo>
                  <a:lnTo>
                    <a:pt x="2322" y="1"/>
                  </a:lnTo>
                  <a:lnTo>
                    <a:pt x="2322" y="1"/>
                  </a:lnTo>
                  <a:lnTo>
                    <a:pt x="2318" y="0"/>
                  </a:lnTo>
                  <a:lnTo>
                    <a:pt x="2312" y="1"/>
                  </a:lnTo>
                  <a:lnTo>
                    <a:pt x="2306" y="3"/>
                  </a:lnTo>
                  <a:lnTo>
                    <a:pt x="2301" y="6"/>
                  </a:lnTo>
                  <a:lnTo>
                    <a:pt x="2294" y="10"/>
                  </a:lnTo>
                  <a:lnTo>
                    <a:pt x="2288" y="15"/>
                  </a:lnTo>
                  <a:lnTo>
                    <a:pt x="227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DFE7B820-7FF5-8022-71F8-B2392EEAE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  <a:gd name="T116" fmla="*/ 653 w 713"/>
                <a:gd name="T117" fmla="*/ 1517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  <a:lnTo>
                    <a:pt x="653" y="151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C9991BAA-EC82-4CA3-0449-5950ACA78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2353"/>
              <a:ext cx="356" cy="1602"/>
            </a:xfrm>
            <a:custGeom>
              <a:avLst/>
              <a:gdLst>
                <a:gd name="T0" fmla="*/ 653 w 713"/>
                <a:gd name="T1" fmla="*/ 1563 h 3202"/>
                <a:gd name="T2" fmla="*/ 649 w 713"/>
                <a:gd name="T3" fmla="*/ 1632 h 3202"/>
                <a:gd name="T4" fmla="*/ 629 w 713"/>
                <a:gd name="T5" fmla="*/ 1741 h 3202"/>
                <a:gd name="T6" fmla="*/ 624 w 713"/>
                <a:gd name="T7" fmla="*/ 1784 h 3202"/>
                <a:gd name="T8" fmla="*/ 617 w 713"/>
                <a:gd name="T9" fmla="*/ 1998 h 3202"/>
                <a:gd name="T10" fmla="*/ 617 w 713"/>
                <a:gd name="T11" fmla="*/ 2282 h 3202"/>
                <a:gd name="T12" fmla="*/ 614 w 713"/>
                <a:gd name="T13" fmla="*/ 2383 h 3202"/>
                <a:gd name="T14" fmla="*/ 605 w 713"/>
                <a:gd name="T15" fmla="*/ 2467 h 3202"/>
                <a:gd name="T16" fmla="*/ 611 w 713"/>
                <a:gd name="T17" fmla="*/ 2505 h 3202"/>
                <a:gd name="T18" fmla="*/ 628 w 713"/>
                <a:gd name="T19" fmla="*/ 2539 h 3202"/>
                <a:gd name="T20" fmla="*/ 649 w 713"/>
                <a:gd name="T21" fmla="*/ 2559 h 3202"/>
                <a:gd name="T22" fmla="*/ 696 w 713"/>
                <a:gd name="T23" fmla="*/ 2586 h 3202"/>
                <a:gd name="T24" fmla="*/ 709 w 713"/>
                <a:gd name="T25" fmla="*/ 2627 h 3202"/>
                <a:gd name="T26" fmla="*/ 707 w 713"/>
                <a:gd name="T27" fmla="*/ 3058 h 3202"/>
                <a:gd name="T28" fmla="*/ 662 w 713"/>
                <a:gd name="T29" fmla="*/ 3202 h 3202"/>
                <a:gd name="T30" fmla="*/ 632 w 713"/>
                <a:gd name="T31" fmla="*/ 3202 h 3202"/>
                <a:gd name="T32" fmla="*/ 588 w 713"/>
                <a:gd name="T33" fmla="*/ 3191 h 3202"/>
                <a:gd name="T34" fmla="*/ 549 w 713"/>
                <a:gd name="T35" fmla="*/ 3169 h 3202"/>
                <a:gd name="T36" fmla="*/ 513 w 713"/>
                <a:gd name="T37" fmla="*/ 3137 h 3202"/>
                <a:gd name="T38" fmla="*/ 461 w 713"/>
                <a:gd name="T39" fmla="*/ 3070 h 3202"/>
                <a:gd name="T40" fmla="*/ 415 w 713"/>
                <a:gd name="T41" fmla="*/ 2974 h 3202"/>
                <a:gd name="T42" fmla="*/ 391 w 713"/>
                <a:gd name="T43" fmla="*/ 2879 h 3202"/>
                <a:gd name="T44" fmla="*/ 388 w 713"/>
                <a:gd name="T45" fmla="*/ 2824 h 3202"/>
                <a:gd name="T46" fmla="*/ 403 w 713"/>
                <a:gd name="T47" fmla="*/ 2624 h 3202"/>
                <a:gd name="T48" fmla="*/ 403 w 713"/>
                <a:gd name="T49" fmla="*/ 2556 h 3202"/>
                <a:gd name="T50" fmla="*/ 388 w 713"/>
                <a:gd name="T51" fmla="*/ 2464 h 3202"/>
                <a:gd name="T52" fmla="*/ 362 w 713"/>
                <a:gd name="T53" fmla="*/ 2376 h 3202"/>
                <a:gd name="T54" fmla="*/ 332 w 713"/>
                <a:gd name="T55" fmla="*/ 2298 h 3202"/>
                <a:gd name="T56" fmla="*/ 323 w 713"/>
                <a:gd name="T57" fmla="*/ 2237 h 3202"/>
                <a:gd name="T58" fmla="*/ 320 w 713"/>
                <a:gd name="T59" fmla="*/ 2155 h 3202"/>
                <a:gd name="T60" fmla="*/ 305 w 713"/>
                <a:gd name="T61" fmla="*/ 2057 h 3202"/>
                <a:gd name="T62" fmla="*/ 284 w 713"/>
                <a:gd name="T63" fmla="*/ 1962 h 3202"/>
                <a:gd name="T64" fmla="*/ 242 w 713"/>
                <a:gd name="T65" fmla="*/ 1816 h 3202"/>
                <a:gd name="T66" fmla="*/ 157 w 713"/>
                <a:gd name="T67" fmla="*/ 1577 h 3202"/>
                <a:gd name="T68" fmla="*/ 95 w 713"/>
                <a:gd name="T69" fmla="*/ 1407 h 3202"/>
                <a:gd name="T70" fmla="*/ 53 w 713"/>
                <a:gd name="T71" fmla="*/ 1272 h 3202"/>
                <a:gd name="T72" fmla="*/ 20 w 713"/>
                <a:gd name="T73" fmla="*/ 1135 h 3202"/>
                <a:gd name="T74" fmla="*/ 2 w 713"/>
                <a:gd name="T75" fmla="*/ 997 h 3202"/>
                <a:gd name="T76" fmla="*/ 3 w 713"/>
                <a:gd name="T77" fmla="*/ 863 h 3202"/>
                <a:gd name="T78" fmla="*/ 16 w 713"/>
                <a:gd name="T79" fmla="*/ 657 h 3202"/>
                <a:gd name="T80" fmla="*/ 36 w 713"/>
                <a:gd name="T81" fmla="*/ 297 h 3202"/>
                <a:gd name="T82" fmla="*/ 55 w 713"/>
                <a:gd name="T83" fmla="*/ 144 h 3202"/>
                <a:gd name="T84" fmla="*/ 80 w 713"/>
                <a:gd name="T85" fmla="*/ 0 h 3202"/>
                <a:gd name="T86" fmla="*/ 153 w 713"/>
                <a:gd name="T87" fmla="*/ 48 h 3202"/>
                <a:gd name="T88" fmla="*/ 301 w 713"/>
                <a:gd name="T89" fmla="*/ 140 h 3202"/>
                <a:gd name="T90" fmla="*/ 352 w 713"/>
                <a:gd name="T91" fmla="*/ 166 h 3202"/>
                <a:gd name="T92" fmla="*/ 465 w 713"/>
                <a:gd name="T93" fmla="*/ 201 h 3202"/>
                <a:gd name="T94" fmla="*/ 532 w 713"/>
                <a:gd name="T95" fmla="*/ 228 h 3202"/>
                <a:gd name="T96" fmla="*/ 571 w 713"/>
                <a:gd name="T97" fmla="*/ 253 h 3202"/>
                <a:gd name="T98" fmla="*/ 587 w 713"/>
                <a:gd name="T99" fmla="*/ 402 h 3202"/>
                <a:gd name="T100" fmla="*/ 578 w 713"/>
                <a:gd name="T101" fmla="*/ 572 h 3202"/>
                <a:gd name="T102" fmla="*/ 575 w 713"/>
                <a:gd name="T103" fmla="*/ 625 h 3202"/>
                <a:gd name="T104" fmla="*/ 551 w 713"/>
                <a:gd name="T105" fmla="*/ 703 h 3202"/>
                <a:gd name="T106" fmla="*/ 533 w 713"/>
                <a:gd name="T107" fmla="*/ 765 h 3202"/>
                <a:gd name="T108" fmla="*/ 533 w 713"/>
                <a:gd name="T109" fmla="*/ 815 h 3202"/>
                <a:gd name="T110" fmla="*/ 551 w 713"/>
                <a:gd name="T111" fmla="*/ 890 h 3202"/>
                <a:gd name="T112" fmla="*/ 591 w 713"/>
                <a:gd name="T113" fmla="*/ 1064 h 3202"/>
                <a:gd name="T114" fmla="*/ 619 w 713"/>
                <a:gd name="T115" fmla="*/ 126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3" h="3202">
                  <a:moveTo>
                    <a:pt x="653" y="1517"/>
                  </a:moveTo>
                  <a:lnTo>
                    <a:pt x="653" y="1517"/>
                  </a:lnTo>
                  <a:lnTo>
                    <a:pt x="653" y="1563"/>
                  </a:lnTo>
                  <a:lnTo>
                    <a:pt x="651" y="1609"/>
                  </a:lnTo>
                  <a:lnTo>
                    <a:pt x="651" y="1609"/>
                  </a:lnTo>
                  <a:lnTo>
                    <a:pt x="649" y="1632"/>
                  </a:lnTo>
                  <a:lnTo>
                    <a:pt x="645" y="1653"/>
                  </a:lnTo>
                  <a:lnTo>
                    <a:pt x="638" y="1697"/>
                  </a:lnTo>
                  <a:lnTo>
                    <a:pt x="629" y="1741"/>
                  </a:lnTo>
                  <a:lnTo>
                    <a:pt x="626" y="1762"/>
                  </a:lnTo>
                  <a:lnTo>
                    <a:pt x="624" y="1784"/>
                  </a:lnTo>
                  <a:lnTo>
                    <a:pt x="624" y="1784"/>
                  </a:lnTo>
                  <a:lnTo>
                    <a:pt x="619" y="1855"/>
                  </a:lnTo>
                  <a:lnTo>
                    <a:pt x="618" y="1927"/>
                  </a:lnTo>
                  <a:lnTo>
                    <a:pt x="617" y="1998"/>
                  </a:lnTo>
                  <a:lnTo>
                    <a:pt x="617" y="2069"/>
                  </a:lnTo>
                  <a:lnTo>
                    <a:pt x="617" y="2212"/>
                  </a:lnTo>
                  <a:lnTo>
                    <a:pt x="617" y="2282"/>
                  </a:lnTo>
                  <a:lnTo>
                    <a:pt x="615" y="2353"/>
                  </a:lnTo>
                  <a:lnTo>
                    <a:pt x="615" y="2353"/>
                  </a:lnTo>
                  <a:lnTo>
                    <a:pt x="614" y="2383"/>
                  </a:lnTo>
                  <a:lnTo>
                    <a:pt x="609" y="2413"/>
                  </a:lnTo>
                  <a:lnTo>
                    <a:pt x="607" y="2440"/>
                  </a:lnTo>
                  <a:lnTo>
                    <a:pt x="605" y="2467"/>
                  </a:lnTo>
                  <a:lnTo>
                    <a:pt x="607" y="2481"/>
                  </a:lnTo>
                  <a:lnTo>
                    <a:pt x="608" y="2494"/>
                  </a:lnTo>
                  <a:lnTo>
                    <a:pt x="611" y="2505"/>
                  </a:lnTo>
                  <a:lnTo>
                    <a:pt x="615" y="2518"/>
                  </a:lnTo>
                  <a:lnTo>
                    <a:pt x="621" y="2529"/>
                  </a:lnTo>
                  <a:lnTo>
                    <a:pt x="628" y="2539"/>
                  </a:lnTo>
                  <a:lnTo>
                    <a:pt x="638" y="2549"/>
                  </a:lnTo>
                  <a:lnTo>
                    <a:pt x="649" y="2559"/>
                  </a:lnTo>
                  <a:lnTo>
                    <a:pt x="649" y="2559"/>
                  </a:lnTo>
                  <a:lnTo>
                    <a:pt x="665" y="2569"/>
                  </a:lnTo>
                  <a:lnTo>
                    <a:pt x="680" y="2579"/>
                  </a:lnTo>
                  <a:lnTo>
                    <a:pt x="696" y="2586"/>
                  </a:lnTo>
                  <a:lnTo>
                    <a:pt x="713" y="2593"/>
                  </a:lnTo>
                  <a:lnTo>
                    <a:pt x="709" y="2627"/>
                  </a:lnTo>
                  <a:lnTo>
                    <a:pt x="709" y="2627"/>
                  </a:lnTo>
                  <a:lnTo>
                    <a:pt x="709" y="2914"/>
                  </a:lnTo>
                  <a:lnTo>
                    <a:pt x="709" y="2987"/>
                  </a:lnTo>
                  <a:lnTo>
                    <a:pt x="707" y="3058"/>
                  </a:lnTo>
                  <a:lnTo>
                    <a:pt x="706" y="3130"/>
                  </a:lnTo>
                  <a:lnTo>
                    <a:pt x="702" y="3201"/>
                  </a:lnTo>
                  <a:lnTo>
                    <a:pt x="662" y="3202"/>
                  </a:lnTo>
                  <a:lnTo>
                    <a:pt x="662" y="3202"/>
                  </a:lnTo>
                  <a:lnTo>
                    <a:pt x="646" y="3202"/>
                  </a:lnTo>
                  <a:lnTo>
                    <a:pt x="632" y="3202"/>
                  </a:lnTo>
                  <a:lnTo>
                    <a:pt x="617" y="3199"/>
                  </a:lnTo>
                  <a:lnTo>
                    <a:pt x="602" y="3196"/>
                  </a:lnTo>
                  <a:lnTo>
                    <a:pt x="588" y="3191"/>
                  </a:lnTo>
                  <a:lnTo>
                    <a:pt x="575" y="3185"/>
                  </a:lnTo>
                  <a:lnTo>
                    <a:pt x="561" y="3178"/>
                  </a:lnTo>
                  <a:lnTo>
                    <a:pt x="549" y="3169"/>
                  </a:lnTo>
                  <a:lnTo>
                    <a:pt x="536" y="3160"/>
                  </a:lnTo>
                  <a:lnTo>
                    <a:pt x="524" y="3148"/>
                  </a:lnTo>
                  <a:lnTo>
                    <a:pt x="513" y="3137"/>
                  </a:lnTo>
                  <a:lnTo>
                    <a:pt x="502" y="3126"/>
                  </a:lnTo>
                  <a:lnTo>
                    <a:pt x="481" y="3099"/>
                  </a:lnTo>
                  <a:lnTo>
                    <a:pt x="461" y="3070"/>
                  </a:lnTo>
                  <a:lnTo>
                    <a:pt x="444" y="3039"/>
                  </a:lnTo>
                  <a:lnTo>
                    <a:pt x="428" y="3007"/>
                  </a:lnTo>
                  <a:lnTo>
                    <a:pt x="415" y="2974"/>
                  </a:lnTo>
                  <a:lnTo>
                    <a:pt x="405" y="2941"/>
                  </a:lnTo>
                  <a:lnTo>
                    <a:pt x="397" y="2910"/>
                  </a:lnTo>
                  <a:lnTo>
                    <a:pt x="391" y="2879"/>
                  </a:lnTo>
                  <a:lnTo>
                    <a:pt x="388" y="2851"/>
                  </a:lnTo>
                  <a:lnTo>
                    <a:pt x="388" y="2824"/>
                  </a:lnTo>
                  <a:lnTo>
                    <a:pt x="388" y="2824"/>
                  </a:lnTo>
                  <a:lnTo>
                    <a:pt x="400" y="2691"/>
                  </a:lnTo>
                  <a:lnTo>
                    <a:pt x="401" y="2657"/>
                  </a:lnTo>
                  <a:lnTo>
                    <a:pt x="403" y="2624"/>
                  </a:lnTo>
                  <a:lnTo>
                    <a:pt x="403" y="2590"/>
                  </a:lnTo>
                  <a:lnTo>
                    <a:pt x="403" y="2556"/>
                  </a:lnTo>
                  <a:lnTo>
                    <a:pt x="403" y="2556"/>
                  </a:lnTo>
                  <a:lnTo>
                    <a:pt x="400" y="2525"/>
                  </a:lnTo>
                  <a:lnTo>
                    <a:pt x="394" y="2494"/>
                  </a:lnTo>
                  <a:lnTo>
                    <a:pt x="388" y="2464"/>
                  </a:lnTo>
                  <a:lnTo>
                    <a:pt x="381" y="2434"/>
                  </a:lnTo>
                  <a:lnTo>
                    <a:pt x="371" y="2406"/>
                  </a:lnTo>
                  <a:lnTo>
                    <a:pt x="362" y="2376"/>
                  </a:lnTo>
                  <a:lnTo>
                    <a:pt x="337" y="2318"/>
                  </a:lnTo>
                  <a:lnTo>
                    <a:pt x="337" y="2318"/>
                  </a:lnTo>
                  <a:lnTo>
                    <a:pt x="332" y="2298"/>
                  </a:lnTo>
                  <a:lnTo>
                    <a:pt x="328" y="2278"/>
                  </a:lnTo>
                  <a:lnTo>
                    <a:pt x="325" y="2258"/>
                  </a:lnTo>
                  <a:lnTo>
                    <a:pt x="323" y="2237"/>
                  </a:lnTo>
                  <a:lnTo>
                    <a:pt x="323" y="2195"/>
                  </a:lnTo>
                  <a:lnTo>
                    <a:pt x="322" y="2175"/>
                  </a:lnTo>
                  <a:lnTo>
                    <a:pt x="320" y="2155"/>
                  </a:lnTo>
                  <a:lnTo>
                    <a:pt x="320" y="2155"/>
                  </a:lnTo>
                  <a:lnTo>
                    <a:pt x="313" y="2105"/>
                  </a:lnTo>
                  <a:lnTo>
                    <a:pt x="305" y="2057"/>
                  </a:lnTo>
                  <a:lnTo>
                    <a:pt x="295" y="2009"/>
                  </a:lnTo>
                  <a:lnTo>
                    <a:pt x="284" y="1962"/>
                  </a:lnTo>
                  <a:lnTo>
                    <a:pt x="284" y="1962"/>
                  </a:lnTo>
                  <a:lnTo>
                    <a:pt x="271" y="1913"/>
                  </a:lnTo>
                  <a:lnTo>
                    <a:pt x="257" y="1864"/>
                  </a:lnTo>
                  <a:lnTo>
                    <a:pt x="242" y="1816"/>
                  </a:lnTo>
                  <a:lnTo>
                    <a:pt x="227" y="1768"/>
                  </a:lnTo>
                  <a:lnTo>
                    <a:pt x="193" y="1672"/>
                  </a:lnTo>
                  <a:lnTo>
                    <a:pt x="157" y="1577"/>
                  </a:lnTo>
                  <a:lnTo>
                    <a:pt x="157" y="1577"/>
                  </a:lnTo>
                  <a:lnTo>
                    <a:pt x="126" y="1493"/>
                  </a:lnTo>
                  <a:lnTo>
                    <a:pt x="95" y="1407"/>
                  </a:lnTo>
                  <a:lnTo>
                    <a:pt x="80" y="1363"/>
                  </a:lnTo>
                  <a:lnTo>
                    <a:pt x="67" y="1318"/>
                  </a:lnTo>
                  <a:lnTo>
                    <a:pt x="53" y="1272"/>
                  </a:lnTo>
                  <a:lnTo>
                    <a:pt x="41" y="1227"/>
                  </a:lnTo>
                  <a:lnTo>
                    <a:pt x="30" y="1182"/>
                  </a:lnTo>
                  <a:lnTo>
                    <a:pt x="20" y="1135"/>
                  </a:lnTo>
                  <a:lnTo>
                    <a:pt x="12" y="1089"/>
                  </a:lnTo>
                  <a:lnTo>
                    <a:pt x="6" y="1043"/>
                  </a:lnTo>
                  <a:lnTo>
                    <a:pt x="2" y="997"/>
                  </a:lnTo>
                  <a:lnTo>
                    <a:pt x="0" y="952"/>
                  </a:lnTo>
                  <a:lnTo>
                    <a:pt x="0" y="907"/>
                  </a:lnTo>
                  <a:lnTo>
                    <a:pt x="3" y="863"/>
                  </a:lnTo>
                  <a:lnTo>
                    <a:pt x="3" y="863"/>
                  </a:lnTo>
                  <a:lnTo>
                    <a:pt x="10" y="759"/>
                  </a:lnTo>
                  <a:lnTo>
                    <a:pt x="16" y="657"/>
                  </a:lnTo>
                  <a:lnTo>
                    <a:pt x="26" y="452"/>
                  </a:lnTo>
                  <a:lnTo>
                    <a:pt x="31" y="348"/>
                  </a:lnTo>
                  <a:lnTo>
                    <a:pt x="36" y="297"/>
                  </a:lnTo>
                  <a:lnTo>
                    <a:pt x="41" y="246"/>
                  </a:lnTo>
                  <a:lnTo>
                    <a:pt x="47" y="195"/>
                  </a:lnTo>
                  <a:lnTo>
                    <a:pt x="55" y="144"/>
                  </a:lnTo>
                  <a:lnTo>
                    <a:pt x="64" y="93"/>
                  </a:lnTo>
                  <a:lnTo>
                    <a:pt x="74" y="4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200" y="79"/>
                  </a:lnTo>
                  <a:lnTo>
                    <a:pt x="250" y="110"/>
                  </a:lnTo>
                  <a:lnTo>
                    <a:pt x="301" y="140"/>
                  </a:lnTo>
                  <a:lnTo>
                    <a:pt x="326" y="153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80" y="176"/>
                  </a:lnTo>
                  <a:lnTo>
                    <a:pt x="408" y="185"/>
                  </a:lnTo>
                  <a:lnTo>
                    <a:pt x="465" y="201"/>
                  </a:lnTo>
                  <a:lnTo>
                    <a:pt x="492" y="210"/>
                  </a:lnTo>
                  <a:lnTo>
                    <a:pt x="519" y="221"/>
                  </a:lnTo>
                  <a:lnTo>
                    <a:pt x="532" y="228"/>
                  </a:lnTo>
                  <a:lnTo>
                    <a:pt x="546" y="235"/>
                  </a:lnTo>
                  <a:lnTo>
                    <a:pt x="558" y="244"/>
                  </a:lnTo>
                  <a:lnTo>
                    <a:pt x="571" y="253"/>
                  </a:lnTo>
                  <a:lnTo>
                    <a:pt x="571" y="283"/>
                  </a:lnTo>
                  <a:lnTo>
                    <a:pt x="571" y="283"/>
                  </a:lnTo>
                  <a:lnTo>
                    <a:pt x="587" y="402"/>
                  </a:lnTo>
                  <a:lnTo>
                    <a:pt x="602" y="523"/>
                  </a:lnTo>
                  <a:lnTo>
                    <a:pt x="578" y="572"/>
                  </a:lnTo>
                  <a:lnTo>
                    <a:pt x="578" y="572"/>
                  </a:lnTo>
                  <a:lnTo>
                    <a:pt x="578" y="591"/>
                  </a:lnTo>
                  <a:lnTo>
                    <a:pt x="578" y="608"/>
                  </a:lnTo>
                  <a:lnTo>
                    <a:pt x="575" y="625"/>
                  </a:lnTo>
                  <a:lnTo>
                    <a:pt x="571" y="640"/>
                  </a:lnTo>
                  <a:lnTo>
                    <a:pt x="561" y="671"/>
                  </a:lnTo>
                  <a:lnTo>
                    <a:pt x="551" y="703"/>
                  </a:lnTo>
                  <a:lnTo>
                    <a:pt x="540" y="734"/>
                  </a:lnTo>
                  <a:lnTo>
                    <a:pt x="536" y="749"/>
                  </a:lnTo>
                  <a:lnTo>
                    <a:pt x="533" y="765"/>
                  </a:lnTo>
                  <a:lnTo>
                    <a:pt x="532" y="781"/>
                  </a:lnTo>
                  <a:lnTo>
                    <a:pt x="532" y="798"/>
                  </a:lnTo>
                  <a:lnTo>
                    <a:pt x="533" y="815"/>
                  </a:lnTo>
                  <a:lnTo>
                    <a:pt x="536" y="833"/>
                  </a:lnTo>
                  <a:lnTo>
                    <a:pt x="536" y="833"/>
                  </a:lnTo>
                  <a:lnTo>
                    <a:pt x="551" y="890"/>
                  </a:lnTo>
                  <a:lnTo>
                    <a:pt x="567" y="946"/>
                  </a:lnTo>
                  <a:lnTo>
                    <a:pt x="580" y="1004"/>
                  </a:lnTo>
                  <a:lnTo>
                    <a:pt x="591" y="1064"/>
                  </a:lnTo>
                  <a:lnTo>
                    <a:pt x="591" y="1064"/>
                  </a:lnTo>
                  <a:lnTo>
                    <a:pt x="605" y="1162"/>
                  </a:lnTo>
                  <a:lnTo>
                    <a:pt x="619" y="1261"/>
                  </a:lnTo>
                  <a:lnTo>
                    <a:pt x="631" y="1360"/>
                  </a:lnTo>
                  <a:lnTo>
                    <a:pt x="641" y="14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D0F6F406-ABBE-D450-18D1-28F21E4C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  <a:lnTo>
                    <a:pt x="636" y="463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AD75FB49-FC69-B73C-7758-D659A6CA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964"/>
              <a:ext cx="1766" cy="683"/>
            </a:xfrm>
            <a:custGeom>
              <a:avLst/>
              <a:gdLst>
                <a:gd name="T0" fmla="*/ 709 w 3531"/>
                <a:gd name="T1" fmla="*/ 554 h 1365"/>
                <a:gd name="T2" fmla="*/ 789 w 3531"/>
                <a:gd name="T3" fmla="*/ 619 h 1365"/>
                <a:gd name="T4" fmla="*/ 878 w 3531"/>
                <a:gd name="T5" fmla="*/ 647 h 1365"/>
                <a:gd name="T6" fmla="*/ 980 w 3531"/>
                <a:gd name="T7" fmla="*/ 643 h 1365"/>
                <a:gd name="T8" fmla="*/ 1373 w 3531"/>
                <a:gd name="T9" fmla="*/ 575 h 1365"/>
                <a:gd name="T10" fmla="*/ 1759 w 3531"/>
                <a:gd name="T11" fmla="*/ 514 h 1365"/>
                <a:gd name="T12" fmla="*/ 2367 w 3531"/>
                <a:gd name="T13" fmla="*/ 405 h 1365"/>
                <a:gd name="T14" fmla="*/ 2570 w 3531"/>
                <a:gd name="T15" fmla="*/ 358 h 1365"/>
                <a:gd name="T16" fmla="*/ 2682 w 3531"/>
                <a:gd name="T17" fmla="*/ 236 h 1365"/>
                <a:gd name="T18" fmla="*/ 2764 w 3531"/>
                <a:gd name="T19" fmla="*/ 171 h 1365"/>
                <a:gd name="T20" fmla="*/ 2921 w 3531"/>
                <a:gd name="T21" fmla="*/ 79 h 1365"/>
                <a:gd name="T22" fmla="*/ 3077 w 3531"/>
                <a:gd name="T23" fmla="*/ 11 h 1365"/>
                <a:gd name="T24" fmla="*/ 3144 w 3531"/>
                <a:gd name="T25" fmla="*/ 1 h 1365"/>
                <a:gd name="T26" fmla="*/ 3164 w 3531"/>
                <a:gd name="T27" fmla="*/ 19 h 1365"/>
                <a:gd name="T28" fmla="*/ 3158 w 3531"/>
                <a:gd name="T29" fmla="*/ 75 h 1365"/>
                <a:gd name="T30" fmla="*/ 3124 w 3531"/>
                <a:gd name="T31" fmla="*/ 127 h 1365"/>
                <a:gd name="T32" fmla="*/ 3001 w 3531"/>
                <a:gd name="T33" fmla="*/ 219 h 1365"/>
                <a:gd name="T34" fmla="*/ 2988 w 3531"/>
                <a:gd name="T35" fmla="*/ 257 h 1365"/>
                <a:gd name="T36" fmla="*/ 3205 w 3531"/>
                <a:gd name="T37" fmla="*/ 238 h 1365"/>
                <a:gd name="T38" fmla="*/ 3359 w 3531"/>
                <a:gd name="T39" fmla="*/ 174 h 1365"/>
                <a:gd name="T40" fmla="*/ 3434 w 3531"/>
                <a:gd name="T41" fmla="*/ 154 h 1365"/>
                <a:gd name="T42" fmla="*/ 3502 w 3531"/>
                <a:gd name="T43" fmla="*/ 170 h 1365"/>
                <a:gd name="T44" fmla="*/ 3531 w 3531"/>
                <a:gd name="T45" fmla="*/ 202 h 1365"/>
                <a:gd name="T46" fmla="*/ 3490 w 3531"/>
                <a:gd name="T47" fmla="*/ 276 h 1365"/>
                <a:gd name="T48" fmla="*/ 3516 w 3531"/>
                <a:gd name="T49" fmla="*/ 289 h 1365"/>
                <a:gd name="T50" fmla="*/ 3531 w 3531"/>
                <a:gd name="T51" fmla="*/ 323 h 1365"/>
                <a:gd name="T52" fmla="*/ 3516 w 3531"/>
                <a:gd name="T53" fmla="*/ 366 h 1365"/>
                <a:gd name="T54" fmla="*/ 3497 w 3531"/>
                <a:gd name="T55" fmla="*/ 418 h 1365"/>
                <a:gd name="T56" fmla="*/ 3511 w 3531"/>
                <a:gd name="T57" fmla="*/ 443 h 1365"/>
                <a:gd name="T58" fmla="*/ 3505 w 3531"/>
                <a:gd name="T59" fmla="*/ 478 h 1365"/>
                <a:gd name="T60" fmla="*/ 3437 w 3531"/>
                <a:gd name="T61" fmla="*/ 559 h 1365"/>
                <a:gd name="T62" fmla="*/ 3308 w 3531"/>
                <a:gd name="T63" fmla="*/ 637 h 1365"/>
                <a:gd name="T64" fmla="*/ 3237 w 3531"/>
                <a:gd name="T65" fmla="*/ 697 h 1365"/>
                <a:gd name="T66" fmla="*/ 3288 w 3531"/>
                <a:gd name="T67" fmla="*/ 677 h 1365"/>
                <a:gd name="T68" fmla="*/ 3346 w 3531"/>
                <a:gd name="T69" fmla="*/ 630 h 1365"/>
                <a:gd name="T70" fmla="*/ 3379 w 3531"/>
                <a:gd name="T71" fmla="*/ 637 h 1365"/>
                <a:gd name="T72" fmla="*/ 3395 w 3531"/>
                <a:gd name="T73" fmla="*/ 670 h 1365"/>
                <a:gd name="T74" fmla="*/ 3366 w 3531"/>
                <a:gd name="T75" fmla="*/ 731 h 1365"/>
                <a:gd name="T76" fmla="*/ 3300 w 3531"/>
                <a:gd name="T77" fmla="*/ 790 h 1365"/>
                <a:gd name="T78" fmla="*/ 3196 w 3531"/>
                <a:gd name="T79" fmla="*/ 817 h 1365"/>
                <a:gd name="T80" fmla="*/ 3013 w 3531"/>
                <a:gd name="T81" fmla="*/ 814 h 1365"/>
                <a:gd name="T82" fmla="*/ 2771 w 3531"/>
                <a:gd name="T83" fmla="*/ 806 h 1365"/>
                <a:gd name="T84" fmla="*/ 2536 w 3531"/>
                <a:gd name="T85" fmla="*/ 809 h 1365"/>
                <a:gd name="T86" fmla="*/ 2400 w 3531"/>
                <a:gd name="T87" fmla="*/ 835 h 1365"/>
                <a:gd name="T88" fmla="*/ 2210 w 3531"/>
                <a:gd name="T89" fmla="*/ 898 h 1365"/>
                <a:gd name="T90" fmla="*/ 1776 w 3531"/>
                <a:gd name="T91" fmla="*/ 1075 h 1365"/>
                <a:gd name="T92" fmla="*/ 1510 w 3531"/>
                <a:gd name="T93" fmla="*/ 1163 h 1365"/>
                <a:gd name="T94" fmla="*/ 1123 w 3531"/>
                <a:gd name="T95" fmla="*/ 1263 h 1365"/>
                <a:gd name="T96" fmla="*/ 861 w 3531"/>
                <a:gd name="T97" fmla="*/ 1348 h 1365"/>
                <a:gd name="T98" fmla="*/ 768 w 3531"/>
                <a:gd name="T99" fmla="*/ 1364 h 1365"/>
                <a:gd name="T100" fmla="*/ 687 w 3531"/>
                <a:gd name="T101" fmla="*/ 1358 h 1365"/>
                <a:gd name="T102" fmla="*/ 589 w 3531"/>
                <a:gd name="T103" fmla="*/ 1310 h 1365"/>
                <a:gd name="T104" fmla="*/ 402 w 3531"/>
                <a:gd name="T105" fmla="*/ 1188 h 1365"/>
                <a:gd name="T106" fmla="*/ 109 w 3531"/>
                <a:gd name="T107" fmla="*/ 957 h 1365"/>
                <a:gd name="T108" fmla="*/ 0 w 3531"/>
                <a:gd name="T109" fmla="*/ 857 h 1365"/>
                <a:gd name="T110" fmla="*/ 160 w 3531"/>
                <a:gd name="T111" fmla="*/ 680 h 1365"/>
                <a:gd name="T112" fmla="*/ 354 w 3531"/>
                <a:gd name="T113" fmla="*/ 534 h 1365"/>
                <a:gd name="T114" fmla="*/ 568 w 3531"/>
                <a:gd name="T115" fmla="*/ 43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365">
                  <a:moveTo>
                    <a:pt x="636" y="463"/>
                  </a:moveTo>
                  <a:lnTo>
                    <a:pt x="636" y="463"/>
                  </a:lnTo>
                  <a:lnTo>
                    <a:pt x="673" y="511"/>
                  </a:lnTo>
                  <a:lnTo>
                    <a:pt x="691" y="532"/>
                  </a:lnTo>
                  <a:lnTo>
                    <a:pt x="709" y="554"/>
                  </a:lnTo>
                  <a:lnTo>
                    <a:pt x="728" y="572"/>
                  </a:lnTo>
                  <a:lnTo>
                    <a:pt x="748" y="589"/>
                  </a:lnTo>
                  <a:lnTo>
                    <a:pt x="768" y="605"/>
                  </a:lnTo>
                  <a:lnTo>
                    <a:pt x="789" y="619"/>
                  </a:lnTo>
                  <a:lnTo>
                    <a:pt x="789" y="619"/>
                  </a:lnTo>
                  <a:lnTo>
                    <a:pt x="804" y="627"/>
                  </a:lnTo>
                  <a:lnTo>
                    <a:pt x="821" y="634"/>
                  </a:lnTo>
                  <a:lnTo>
                    <a:pt x="840" y="640"/>
                  </a:lnTo>
                  <a:lnTo>
                    <a:pt x="858" y="644"/>
                  </a:lnTo>
                  <a:lnTo>
                    <a:pt x="878" y="647"/>
                  </a:lnTo>
                  <a:lnTo>
                    <a:pt x="899" y="648"/>
                  </a:lnTo>
                  <a:lnTo>
                    <a:pt x="921" y="648"/>
                  </a:lnTo>
                  <a:lnTo>
                    <a:pt x="945" y="646"/>
                  </a:lnTo>
                  <a:lnTo>
                    <a:pt x="945" y="646"/>
                  </a:lnTo>
                  <a:lnTo>
                    <a:pt x="980" y="643"/>
                  </a:lnTo>
                  <a:lnTo>
                    <a:pt x="1016" y="639"/>
                  </a:lnTo>
                  <a:lnTo>
                    <a:pt x="1086" y="629"/>
                  </a:lnTo>
                  <a:lnTo>
                    <a:pt x="1157" y="617"/>
                  </a:lnTo>
                  <a:lnTo>
                    <a:pt x="1228" y="603"/>
                  </a:lnTo>
                  <a:lnTo>
                    <a:pt x="1373" y="575"/>
                  </a:lnTo>
                  <a:lnTo>
                    <a:pt x="1445" y="562"/>
                  </a:lnTo>
                  <a:lnTo>
                    <a:pt x="1517" y="551"/>
                  </a:lnTo>
                  <a:lnTo>
                    <a:pt x="1517" y="551"/>
                  </a:lnTo>
                  <a:lnTo>
                    <a:pt x="1638" y="534"/>
                  </a:lnTo>
                  <a:lnTo>
                    <a:pt x="1759" y="514"/>
                  </a:lnTo>
                  <a:lnTo>
                    <a:pt x="1881" y="491"/>
                  </a:lnTo>
                  <a:lnTo>
                    <a:pt x="2003" y="470"/>
                  </a:lnTo>
                  <a:lnTo>
                    <a:pt x="2124" y="447"/>
                  </a:lnTo>
                  <a:lnTo>
                    <a:pt x="2245" y="426"/>
                  </a:lnTo>
                  <a:lnTo>
                    <a:pt x="2367" y="405"/>
                  </a:lnTo>
                  <a:lnTo>
                    <a:pt x="2488" y="388"/>
                  </a:lnTo>
                  <a:lnTo>
                    <a:pt x="2544" y="376"/>
                  </a:lnTo>
                  <a:lnTo>
                    <a:pt x="2544" y="376"/>
                  </a:lnTo>
                  <a:lnTo>
                    <a:pt x="2557" y="368"/>
                  </a:lnTo>
                  <a:lnTo>
                    <a:pt x="2570" y="358"/>
                  </a:lnTo>
                  <a:lnTo>
                    <a:pt x="2594" y="335"/>
                  </a:lnTo>
                  <a:lnTo>
                    <a:pt x="2615" y="311"/>
                  </a:lnTo>
                  <a:lnTo>
                    <a:pt x="2638" y="286"/>
                  </a:lnTo>
                  <a:lnTo>
                    <a:pt x="2659" y="260"/>
                  </a:lnTo>
                  <a:lnTo>
                    <a:pt x="2682" y="236"/>
                  </a:lnTo>
                  <a:lnTo>
                    <a:pt x="2706" y="212"/>
                  </a:lnTo>
                  <a:lnTo>
                    <a:pt x="2720" y="202"/>
                  </a:lnTo>
                  <a:lnTo>
                    <a:pt x="2733" y="192"/>
                  </a:lnTo>
                  <a:lnTo>
                    <a:pt x="2733" y="192"/>
                  </a:lnTo>
                  <a:lnTo>
                    <a:pt x="2764" y="171"/>
                  </a:lnTo>
                  <a:lnTo>
                    <a:pt x="2794" y="150"/>
                  </a:lnTo>
                  <a:lnTo>
                    <a:pt x="2825" y="131"/>
                  </a:lnTo>
                  <a:lnTo>
                    <a:pt x="2856" y="113"/>
                  </a:lnTo>
                  <a:lnTo>
                    <a:pt x="2889" y="96"/>
                  </a:lnTo>
                  <a:lnTo>
                    <a:pt x="2921" y="79"/>
                  </a:lnTo>
                  <a:lnTo>
                    <a:pt x="2955" y="63"/>
                  </a:lnTo>
                  <a:lnTo>
                    <a:pt x="2989" y="49"/>
                  </a:lnTo>
                  <a:lnTo>
                    <a:pt x="2989" y="49"/>
                  </a:lnTo>
                  <a:lnTo>
                    <a:pt x="3043" y="25"/>
                  </a:lnTo>
                  <a:lnTo>
                    <a:pt x="3077" y="11"/>
                  </a:lnTo>
                  <a:lnTo>
                    <a:pt x="3094" y="7"/>
                  </a:lnTo>
                  <a:lnTo>
                    <a:pt x="3110" y="2"/>
                  </a:lnTo>
                  <a:lnTo>
                    <a:pt x="3125" y="0"/>
                  </a:lnTo>
                  <a:lnTo>
                    <a:pt x="3138" y="0"/>
                  </a:lnTo>
                  <a:lnTo>
                    <a:pt x="3144" y="1"/>
                  </a:lnTo>
                  <a:lnTo>
                    <a:pt x="3149" y="2"/>
                  </a:lnTo>
                  <a:lnTo>
                    <a:pt x="3154" y="5"/>
                  </a:lnTo>
                  <a:lnTo>
                    <a:pt x="3158" y="9"/>
                  </a:lnTo>
                  <a:lnTo>
                    <a:pt x="3161" y="14"/>
                  </a:lnTo>
                  <a:lnTo>
                    <a:pt x="3164" y="19"/>
                  </a:lnTo>
                  <a:lnTo>
                    <a:pt x="3165" y="25"/>
                  </a:lnTo>
                  <a:lnTo>
                    <a:pt x="3166" y="32"/>
                  </a:lnTo>
                  <a:lnTo>
                    <a:pt x="3165" y="42"/>
                  </a:lnTo>
                  <a:lnTo>
                    <a:pt x="3164" y="51"/>
                  </a:lnTo>
                  <a:lnTo>
                    <a:pt x="3158" y="75"/>
                  </a:lnTo>
                  <a:lnTo>
                    <a:pt x="3158" y="75"/>
                  </a:lnTo>
                  <a:lnTo>
                    <a:pt x="3152" y="87"/>
                  </a:lnTo>
                  <a:lnTo>
                    <a:pt x="3145" y="102"/>
                  </a:lnTo>
                  <a:lnTo>
                    <a:pt x="3135" y="114"/>
                  </a:lnTo>
                  <a:lnTo>
                    <a:pt x="3124" y="127"/>
                  </a:lnTo>
                  <a:lnTo>
                    <a:pt x="3111" y="140"/>
                  </a:lnTo>
                  <a:lnTo>
                    <a:pt x="3097" y="153"/>
                  </a:lnTo>
                  <a:lnTo>
                    <a:pt x="3066" y="177"/>
                  </a:lnTo>
                  <a:lnTo>
                    <a:pt x="3033" y="199"/>
                  </a:lnTo>
                  <a:lnTo>
                    <a:pt x="3001" y="219"/>
                  </a:lnTo>
                  <a:lnTo>
                    <a:pt x="2970" y="236"/>
                  </a:lnTo>
                  <a:lnTo>
                    <a:pt x="2944" y="250"/>
                  </a:lnTo>
                  <a:lnTo>
                    <a:pt x="2944" y="250"/>
                  </a:lnTo>
                  <a:lnTo>
                    <a:pt x="2965" y="255"/>
                  </a:lnTo>
                  <a:lnTo>
                    <a:pt x="2988" y="257"/>
                  </a:lnTo>
                  <a:lnTo>
                    <a:pt x="3032" y="260"/>
                  </a:lnTo>
                  <a:lnTo>
                    <a:pt x="3076" y="259"/>
                  </a:lnTo>
                  <a:lnTo>
                    <a:pt x="3118" y="255"/>
                  </a:lnTo>
                  <a:lnTo>
                    <a:pt x="3162" y="247"/>
                  </a:lnTo>
                  <a:lnTo>
                    <a:pt x="3205" y="238"/>
                  </a:lnTo>
                  <a:lnTo>
                    <a:pt x="3247" y="225"/>
                  </a:lnTo>
                  <a:lnTo>
                    <a:pt x="3288" y="209"/>
                  </a:lnTo>
                  <a:lnTo>
                    <a:pt x="3288" y="209"/>
                  </a:lnTo>
                  <a:lnTo>
                    <a:pt x="3324" y="191"/>
                  </a:lnTo>
                  <a:lnTo>
                    <a:pt x="3359" y="174"/>
                  </a:lnTo>
                  <a:lnTo>
                    <a:pt x="3379" y="167"/>
                  </a:lnTo>
                  <a:lnTo>
                    <a:pt x="3397" y="160"/>
                  </a:lnTo>
                  <a:lnTo>
                    <a:pt x="3416" y="155"/>
                  </a:lnTo>
                  <a:lnTo>
                    <a:pt x="3434" y="154"/>
                  </a:lnTo>
                  <a:lnTo>
                    <a:pt x="3434" y="154"/>
                  </a:lnTo>
                  <a:lnTo>
                    <a:pt x="3443" y="154"/>
                  </a:lnTo>
                  <a:lnTo>
                    <a:pt x="3451" y="154"/>
                  </a:lnTo>
                  <a:lnTo>
                    <a:pt x="3471" y="158"/>
                  </a:lnTo>
                  <a:lnTo>
                    <a:pt x="3492" y="165"/>
                  </a:lnTo>
                  <a:lnTo>
                    <a:pt x="3502" y="170"/>
                  </a:lnTo>
                  <a:lnTo>
                    <a:pt x="3511" y="174"/>
                  </a:lnTo>
                  <a:lnTo>
                    <a:pt x="3518" y="179"/>
                  </a:lnTo>
                  <a:lnTo>
                    <a:pt x="3525" y="187"/>
                  </a:lnTo>
                  <a:lnTo>
                    <a:pt x="3529" y="194"/>
                  </a:lnTo>
                  <a:lnTo>
                    <a:pt x="3531" y="202"/>
                  </a:lnTo>
                  <a:lnTo>
                    <a:pt x="3531" y="209"/>
                  </a:lnTo>
                  <a:lnTo>
                    <a:pt x="3526" y="219"/>
                  </a:lnTo>
                  <a:lnTo>
                    <a:pt x="3521" y="228"/>
                  </a:lnTo>
                  <a:lnTo>
                    <a:pt x="3511" y="239"/>
                  </a:lnTo>
                  <a:lnTo>
                    <a:pt x="3490" y="276"/>
                  </a:lnTo>
                  <a:lnTo>
                    <a:pt x="3490" y="276"/>
                  </a:lnTo>
                  <a:lnTo>
                    <a:pt x="3498" y="277"/>
                  </a:lnTo>
                  <a:lnTo>
                    <a:pt x="3505" y="280"/>
                  </a:lnTo>
                  <a:lnTo>
                    <a:pt x="3511" y="284"/>
                  </a:lnTo>
                  <a:lnTo>
                    <a:pt x="3516" y="289"/>
                  </a:lnTo>
                  <a:lnTo>
                    <a:pt x="3522" y="294"/>
                  </a:lnTo>
                  <a:lnTo>
                    <a:pt x="3525" y="300"/>
                  </a:lnTo>
                  <a:lnTo>
                    <a:pt x="3528" y="307"/>
                  </a:lnTo>
                  <a:lnTo>
                    <a:pt x="3529" y="314"/>
                  </a:lnTo>
                  <a:lnTo>
                    <a:pt x="3531" y="323"/>
                  </a:lnTo>
                  <a:lnTo>
                    <a:pt x="3529" y="331"/>
                  </a:lnTo>
                  <a:lnTo>
                    <a:pt x="3528" y="340"/>
                  </a:lnTo>
                  <a:lnTo>
                    <a:pt x="3525" y="349"/>
                  </a:lnTo>
                  <a:lnTo>
                    <a:pt x="3521" y="358"/>
                  </a:lnTo>
                  <a:lnTo>
                    <a:pt x="3516" y="366"/>
                  </a:lnTo>
                  <a:lnTo>
                    <a:pt x="3509" y="376"/>
                  </a:lnTo>
                  <a:lnTo>
                    <a:pt x="3502" y="385"/>
                  </a:lnTo>
                  <a:lnTo>
                    <a:pt x="3491" y="415"/>
                  </a:lnTo>
                  <a:lnTo>
                    <a:pt x="3491" y="415"/>
                  </a:lnTo>
                  <a:lnTo>
                    <a:pt x="3497" y="418"/>
                  </a:lnTo>
                  <a:lnTo>
                    <a:pt x="3501" y="420"/>
                  </a:lnTo>
                  <a:lnTo>
                    <a:pt x="3505" y="425"/>
                  </a:lnTo>
                  <a:lnTo>
                    <a:pt x="3508" y="430"/>
                  </a:lnTo>
                  <a:lnTo>
                    <a:pt x="3509" y="436"/>
                  </a:lnTo>
                  <a:lnTo>
                    <a:pt x="3511" y="443"/>
                  </a:lnTo>
                  <a:lnTo>
                    <a:pt x="3511" y="452"/>
                  </a:lnTo>
                  <a:lnTo>
                    <a:pt x="3511" y="461"/>
                  </a:lnTo>
                  <a:lnTo>
                    <a:pt x="3511" y="461"/>
                  </a:lnTo>
                  <a:lnTo>
                    <a:pt x="3508" y="470"/>
                  </a:lnTo>
                  <a:lnTo>
                    <a:pt x="3505" y="478"/>
                  </a:lnTo>
                  <a:lnTo>
                    <a:pt x="3497" y="495"/>
                  </a:lnTo>
                  <a:lnTo>
                    <a:pt x="3485" y="511"/>
                  </a:lnTo>
                  <a:lnTo>
                    <a:pt x="3471" y="528"/>
                  </a:lnTo>
                  <a:lnTo>
                    <a:pt x="3456" y="544"/>
                  </a:lnTo>
                  <a:lnTo>
                    <a:pt x="3437" y="559"/>
                  </a:lnTo>
                  <a:lnTo>
                    <a:pt x="3417" y="573"/>
                  </a:lnTo>
                  <a:lnTo>
                    <a:pt x="3396" y="588"/>
                  </a:lnTo>
                  <a:lnTo>
                    <a:pt x="3373" y="602"/>
                  </a:lnTo>
                  <a:lnTo>
                    <a:pt x="3352" y="614"/>
                  </a:lnTo>
                  <a:lnTo>
                    <a:pt x="3308" y="637"/>
                  </a:lnTo>
                  <a:lnTo>
                    <a:pt x="3267" y="656"/>
                  </a:lnTo>
                  <a:lnTo>
                    <a:pt x="3233" y="671"/>
                  </a:lnTo>
                  <a:lnTo>
                    <a:pt x="3225" y="697"/>
                  </a:lnTo>
                  <a:lnTo>
                    <a:pt x="3225" y="697"/>
                  </a:lnTo>
                  <a:lnTo>
                    <a:pt x="3237" y="697"/>
                  </a:lnTo>
                  <a:lnTo>
                    <a:pt x="3249" y="695"/>
                  </a:lnTo>
                  <a:lnTo>
                    <a:pt x="3260" y="692"/>
                  </a:lnTo>
                  <a:lnTo>
                    <a:pt x="3270" y="688"/>
                  </a:lnTo>
                  <a:lnTo>
                    <a:pt x="3278" y="682"/>
                  </a:lnTo>
                  <a:lnTo>
                    <a:pt x="3288" y="677"/>
                  </a:lnTo>
                  <a:lnTo>
                    <a:pt x="3305" y="663"/>
                  </a:lnTo>
                  <a:lnTo>
                    <a:pt x="3320" y="648"/>
                  </a:lnTo>
                  <a:lnTo>
                    <a:pt x="3334" y="637"/>
                  </a:lnTo>
                  <a:lnTo>
                    <a:pt x="3341" y="633"/>
                  </a:lnTo>
                  <a:lnTo>
                    <a:pt x="3346" y="630"/>
                  </a:lnTo>
                  <a:lnTo>
                    <a:pt x="3354" y="629"/>
                  </a:lnTo>
                  <a:lnTo>
                    <a:pt x="3359" y="629"/>
                  </a:lnTo>
                  <a:lnTo>
                    <a:pt x="3359" y="629"/>
                  </a:lnTo>
                  <a:lnTo>
                    <a:pt x="3373" y="634"/>
                  </a:lnTo>
                  <a:lnTo>
                    <a:pt x="3379" y="637"/>
                  </a:lnTo>
                  <a:lnTo>
                    <a:pt x="3385" y="641"/>
                  </a:lnTo>
                  <a:lnTo>
                    <a:pt x="3388" y="644"/>
                  </a:lnTo>
                  <a:lnTo>
                    <a:pt x="3390" y="650"/>
                  </a:lnTo>
                  <a:lnTo>
                    <a:pt x="3395" y="658"/>
                  </a:lnTo>
                  <a:lnTo>
                    <a:pt x="3395" y="670"/>
                  </a:lnTo>
                  <a:lnTo>
                    <a:pt x="3393" y="681"/>
                  </a:lnTo>
                  <a:lnTo>
                    <a:pt x="3389" y="694"/>
                  </a:lnTo>
                  <a:lnTo>
                    <a:pt x="3382" y="707"/>
                  </a:lnTo>
                  <a:lnTo>
                    <a:pt x="3375" y="718"/>
                  </a:lnTo>
                  <a:lnTo>
                    <a:pt x="3366" y="731"/>
                  </a:lnTo>
                  <a:lnTo>
                    <a:pt x="3349" y="752"/>
                  </a:lnTo>
                  <a:lnTo>
                    <a:pt x="3331" y="770"/>
                  </a:lnTo>
                  <a:lnTo>
                    <a:pt x="3317" y="780"/>
                  </a:lnTo>
                  <a:lnTo>
                    <a:pt x="3317" y="780"/>
                  </a:lnTo>
                  <a:lnTo>
                    <a:pt x="3300" y="790"/>
                  </a:lnTo>
                  <a:lnTo>
                    <a:pt x="3281" y="799"/>
                  </a:lnTo>
                  <a:lnTo>
                    <a:pt x="3261" y="806"/>
                  </a:lnTo>
                  <a:lnTo>
                    <a:pt x="3240" y="810"/>
                  </a:lnTo>
                  <a:lnTo>
                    <a:pt x="3219" y="814"/>
                  </a:lnTo>
                  <a:lnTo>
                    <a:pt x="3196" y="817"/>
                  </a:lnTo>
                  <a:lnTo>
                    <a:pt x="3174" y="818"/>
                  </a:lnTo>
                  <a:lnTo>
                    <a:pt x="3149" y="818"/>
                  </a:lnTo>
                  <a:lnTo>
                    <a:pt x="3103" y="818"/>
                  </a:lnTo>
                  <a:lnTo>
                    <a:pt x="3057" y="817"/>
                  </a:lnTo>
                  <a:lnTo>
                    <a:pt x="3013" y="814"/>
                  </a:lnTo>
                  <a:lnTo>
                    <a:pt x="2972" y="814"/>
                  </a:lnTo>
                  <a:lnTo>
                    <a:pt x="2972" y="814"/>
                  </a:lnTo>
                  <a:lnTo>
                    <a:pt x="2906" y="813"/>
                  </a:lnTo>
                  <a:lnTo>
                    <a:pt x="2838" y="809"/>
                  </a:lnTo>
                  <a:lnTo>
                    <a:pt x="2771" y="806"/>
                  </a:lnTo>
                  <a:lnTo>
                    <a:pt x="2705" y="803"/>
                  </a:lnTo>
                  <a:lnTo>
                    <a:pt x="2637" y="801"/>
                  </a:lnTo>
                  <a:lnTo>
                    <a:pt x="2604" y="803"/>
                  </a:lnTo>
                  <a:lnTo>
                    <a:pt x="2570" y="804"/>
                  </a:lnTo>
                  <a:lnTo>
                    <a:pt x="2536" y="809"/>
                  </a:lnTo>
                  <a:lnTo>
                    <a:pt x="2503" y="813"/>
                  </a:lnTo>
                  <a:lnTo>
                    <a:pt x="2469" y="818"/>
                  </a:lnTo>
                  <a:lnTo>
                    <a:pt x="2435" y="827"/>
                  </a:lnTo>
                  <a:lnTo>
                    <a:pt x="2435" y="827"/>
                  </a:lnTo>
                  <a:lnTo>
                    <a:pt x="2400" y="835"/>
                  </a:lnTo>
                  <a:lnTo>
                    <a:pt x="2364" y="844"/>
                  </a:lnTo>
                  <a:lnTo>
                    <a:pt x="2328" y="852"/>
                  </a:lnTo>
                  <a:lnTo>
                    <a:pt x="2292" y="864"/>
                  </a:lnTo>
                  <a:lnTo>
                    <a:pt x="2210" y="898"/>
                  </a:lnTo>
                  <a:lnTo>
                    <a:pt x="2210" y="898"/>
                  </a:lnTo>
                  <a:lnTo>
                    <a:pt x="2148" y="922"/>
                  </a:lnTo>
                  <a:lnTo>
                    <a:pt x="2085" y="947"/>
                  </a:lnTo>
                  <a:lnTo>
                    <a:pt x="1962" y="998"/>
                  </a:lnTo>
                  <a:lnTo>
                    <a:pt x="1839" y="1049"/>
                  </a:lnTo>
                  <a:lnTo>
                    <a:pt x="1776" y="1075"/>
                  </a:lnTo>
                  <a:lnTo>
                    <a:pt x="1713" y="1099"/>
                  </a:lnTo>
                  <a:lnTo>
                    <a:pt x="1713" y="1099"/>
                  </a:lnTo>
                  <a:lnTo>
                    <a:pt x="1646" y="1122"/>
                  </a:lnTo>
                  <a:lnTo>
                    <a:pt x="1578" y="1143"/>
                  </a:lnTo>
                  <a:lnTo>
                    <a:pt x="1510" y="1163"/>
                  </a:lnTo>
                  <a:lnTo>
                    <a:pt x="1441" y="1183"/>
                  </a:lnTo>
                  <a:lnTo>
                    <a:pt x="1303" y="1217"/>
                  </a:lnTo>
                  <a:lnTo>
                    <a:pt x="1164" y="1251"/>
                  </a:lnTo>
                  <a:lnTo>
                    <a:pt x="1164" y="1251"/>
                  </a:lnTo>
                  <a:lnTo>
                    <a:pt x="1123" y="1263"/>
                  </a:lnTo>
                  <a:lnTo>
                    <a:pt x="1081" y="1278"/>
                  </a:lnTo>
                  <a:lnTo>
                    <a:pt x="993" y="1309"/>
                  </a:lnTo>
                  <a:lnTo>
                    <a:pt x="949" y="1323"/>
                  </a:lnTo>
                  <a:lnTo>
                    <a:pt x="905" y="1336"/>
                  </a:lnTo>
                  <a:lnTo>
                    <a:pt x="861" y="1348"/>
                  </a:lnTo>
                  <a:lnTo>
                    <a:pt x="817" y="1357"/>
                  </a:lnTo>
                  <a:lnTo>
                    <a:pt x="817" y="1357"/>
                  </a:lnTo>
                  <a:lnTo>
                    <a:pt x="792" y="1361"/>
                  </a:lnTo>
                  <a:lnTo>
                    <a:pt x="768" y="1364"/>
                  </a:lnTo>
                  <a:lnTo>
                    <a:pt x="768" y="1364"/>
                  </a:lnTo>
                  <a:lnTo>
                    <a:pt x="751" y="1365"/>
                  </a:lnTo>
                  <a:lnTo>
                    <a:pt x="734" y="1365"/>
                  </a:lnTo>
                  <a:lnTo>
                    <a:pt x="718" y="1364"/>
                  </a:lnTo>
                  <a:lnTo>
                    <a:pt x="702" y="1361"/>
                  </a:lnTo>
                  <a:lnTo>
                    <a:pt x="687" y="1358"/>
                  </a:lnTo>
                  <a:lnTo>
                    <a:pt x="673" y="1353"/>
                  </a:lnTo>
                  <a:lnTo>
                    <a:pt x="658" y="1347"/>
                  </a:lnTo>
                  <a:lnTo>
                    <a:pt x="644" y="1341"/>
                  </a:lnTo>
                  <a:lnTo>
                    <a:pt x="616" y="1326"/>
                  </a:lnTo>
                  <a:lnTo>
                    <a:pt x="589" y="1310"/>
                  </a:lnTo>
                  <a:lnTo>
                    <a:pt x="562" y="1293"/>
                  </a:lnTo>
                  <a:lnTo>
                    <a:pt x="534" y="1276"/>
                  </a:lnTo>
                  <a:lnTo>
                    <a:pt x="534" y="1276"/>
                  </a:lnTo>
                  <a:lnTo>
                    <a:pt x="470" y="1234"/>
                  </a:lnTo>
                  <a:lnTo>
                    <a:pt x="402" y="1188"/>
                  </a:lnTo>
                  <a:lnTo>
                    <a:pt x="335" y="1142"/>
                  </a:lnTo>
                  <a:lnTo>
                    <a:pt x="267" y="1091"/>
                  </a:lnTo>
                  <a:lnTo>
                    <a:pt x="202" y="1038"/>
                  </a:lnTo>
                  <a:lnTo>
                    <a:pt x="138" y="984"/>
                  </a:lnTo>
                  <a:lnTo>
                    <a:pt x="109" y="957"/>
                  </a:lnTo>
                  <a:lnTo>
                    <a:pt x="79" y="929"/>
                  </a:lnTo>
                  <a:lnTo>
                    <a:pt x="51" y="901"/>
                  </a:lnTo>
                  <a:lnTo>
                    <a:pt x="24" y="872"/>
                  </a:lnTo>
                  <a:lnTo>
                    <a:pt x="0" y="857"/>
                  </a:lnTo>
                  <a:lnTo>
                    <a:pt x="0" y="857"/>
                  </a:lnTo>
                  <a:lnTo>
                    <a:pt x="29" y="818"/>
                  </a:lnTo>
                  <a:lnTo>
                    <a:pt x="59" y="783"/>
                  </a:lnTo>
                  <a:lnTo>
                    <a:pt x="92" y="748"/>
                  </a:lnTo>
                  <a:lnTo>
                    <a:pt x="124" y="712"/>
                  </a:lnTo>
                  <a:lnTo>
                    <a:pt x="160" y="680"/>
                  </a:lnTo>
                  <a:lnTo>
                    <a:pt x="197" y="647"/>
                  </a:lnTo>
                  <a:lnTo>
                    <a:pt x="233" y="616"/>
                  </a:lnTo>
                  <a:lnTo>
                    <a:pt x="273" y="588"/>
                  </a:lnTo>
                  <a:lnTo>
                    <a:pt x="313" y="559"/>
                  </a:lnTo>
                  <a:lnTo>
                    <a:pt x="354" y="534"/>
                  </a:lnTo>
                  <a:lnTo>
                    <a:pt x="395" y="510"/>
                  </a:lnTo>
                  <a:lnTo>
                    <a:pt x="437" y="487"/>
                  </a:lnTo>
                  <a:lnTo>
                    <a:pt x="480" y="466"/>
                  </a:lnTo>
                  <a:lnTo>
                    <a:pt x="524" y="449"/>
                  </a:lnTo>
                  <a:lnTo>
                    <a:pt x="568" y="432"/>
                  </a:lnTo>
                  <a:lnTo>
                    <a:pt x="613" y="4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6339D149-FA29-ACB5-722B-F2F20DCB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  <a:gd name="T66" fmla="*/ 258 w 400"/>
                <a:gd name="T67" fmla="*/ 0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7862F48F-6A4D-44F5-0D9C-BD4556E65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091"/>
              <a:ext cx="200" cy="280"/>
            </a:xfrm>
            <a:custGeom>
              <a:avLst/>
              <a:gdLst>
                <a:gd name="T0" fmla="*/ 258 w 400"/>
                <a:gd name="T1" fmla="*/ 0 h 561"/>
                <a:gd name="T2" fmla="*/ 258 w 400"/>
                <a:gd name="T3" fmla="*/ 0 h 561"/>
                <a:gd name="T4" fmla="*/ 296 w 400"/>
                <a:gd name="T5" fmla="*/ 9 h 561"/>
                <a:gd name="T6" fmla="*/ 333 w 400"/>
                <a:gd name="T7" fmla="*/ 19 h 561"/>
                <a:gd name="T8" fmla="*/ 338 w 400"/>
                <a:gd name="T9" fmla="*/ 40 h 561"/>
                <a:gd name="T10" fmla="*/ 338 w 400"/>
                <a:gd name="T11" fmla="*/ 40 h 561"/>
                <a:gd name="T12" fmla="*/ 343 w 400"/>
                <a:gd name="T13" fmla="*/ 105 h 561"/>
                <a:gd name="T14" fmla="*/ 352 w 400"/>
                <a:gd name="T15" fmla="*/ 170 h 561"/>
                <a:gd name="T16" fmla="*/ 372 w 400"/>
                <a:gd name="T17" fmla="*/ 299 h 561"/>
                <a:gd name="T18" fmla="*/ 381 w 400"/>
                <a:gd name="T19" fmla="*/ 363 h 561"/>
                <a:gd name="T20" fmla="*/ 390 w 400"/>
                <a:gd name="T21" fmla="*/ 428 h 561"/>
                <a:gd name="T22" fmla="*/ 397 w 400"/>
                <a:gd name="T23" fmla="*/ 493 h 561"/>
                <a:gd name="T24" fmla="*/ 399 w 400"/>
                <a:gd name="T25" fmla="*/ 527 h 561"/>
                <a:gd name="T26" fmla="*/ 400 w 400"/>
                <a:gd name="T27" fmla="*/ 561 h 561"/>
                <a:gd name="T28" fmla="*/ 360 w 400"/>
                <a:gd name="T29" fmla="*/ 544 h 561"/>
                <a:gd name="T30" fmla="*/ 360 w 400"/>
                <a:gd name="T31" fmla="*/ 544 h 561"/>
                <a:gd name="T32" fmla="*/ 272 w 400"/>
                <a:gd name="T33" fmla="*/ 483 h 561"/>
                <a:gd name="T34" fmla="*/ 228 w 400"/>
                <a:gd name="T35" fmla="*/ 454 h 561"/>
                <a:gd name="T36" fmla="*/ 186 w 400"/>
                <a:gd name="T37" fmla="*/ 424 h 561"/>
                <a:gd name="T38" fmla="*/ 145 w 400"/>
                <a:gd name="T39" fmla="*/ 391 h 561"/>
                <a:gd name="T40" fmla="*/ 104 w 400"/>
                <a:gd name="T41" fmla="*/ 357 h 561"/>
                <a:gd name="T42" fmla="*/ 66 w 400"/>
                <a:gd name="T43" fmla="*/ 320 h 561"/>
                <a:gd name="T44" fmla="*/ 46 w 400"/>
                <a:gd name="T45" fmla="*/ 301 h 561"/>
                <a:gd name="T46" fmla="*/ 26 w 400"/>
                <a:gd name="T47" fmla="*/ 279 h 561"/>
                <a:gd name="T48" fmla="*/ 0 w 400"/>
                <a:gd name="T49" fmla="*/ 247 h 561"/>
                <a:gd name="T50" fmla="*/ 0 w 400"/>
                <a:gd name="T51" fmla="*/ 247 h 561"/>
                <a:gd name="T52" fmla="*/ 32 w 400"/>
                <a:gd name="T53" fmla="*/ 224 h 561"/>
                <a:gd name="T54" fmla="*/ 64 w 400"/>
                <a:gd name="T55" fmla="*/ 199 h 561"/>
                <a:gd name="T56" fmla="*/ 97 w 400"/>
                <a:gd name="T57" fmla="*/ 170 h 561"/>
                <a:gd name="T58" fmla="*/ 128 w 400"/>
                <a:gd name="T59" fmla="*/ 140 h 561"/>
                <a:gd name="T60" fmla="*/ 156 w 400"/>
                <a:gd name="T61" fmla="*/ 111 h 561"/>
                <a:gd name="T62" fmla="*/ 183 w 400"/>
                <a:gd name="T63" fmla="*/ 82 h 561"/>
                <a:gd name="T64" fmla="*/ 228 w 400"/>
                <a:gd name="T65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0" h="561">
                  <a:moveTo>
                    <a:pt x="258" y="0"/>
                  </a:moveTo>
                  <a:lnTo>
                    <a:pt x="258" y="0"/>
                  </a:lnTo>
                  <a:lnTo>
                    <a:pt x="296" y="9"/>
                  </a:lnTo>
                  <a:lnTo>
                    <a:pt x="333" y="19"/>
                  </a:lnTo>
                  <a:lnTo>
                    <a:pt x="338" y="40"/>
                  </a:lnTo>
                  <a:lnTo>
                    <a:pt x="338" y="40"/>
                  </a:lnTo>
                  <a:lnTo>
                    <a:pt x="343" y="105"/>
                  </a:lnTo>
                  <a:lnTo>
                    <a:pt x="352" y="170"/>
                  </a:lnTo>
                  <a:lnTo>
                    <a:pt x="372" y="299"/>
                  </a:lnTo>
                  <a:lnTo>
                    <a:pt x="381" y="363"/>
                  </a:lnTo>
                  <a:lnTo>
                    <a:pt x="390" y="428"/>
                  </a:lnTo>
                  <a:lnTo>
                    <a:pt x="397" y="493"/>
                  </a:lnTo>
                  <a:lnTo>
                    <a:pt x="399" y="527"/>
                  </a:lnTo>
                  <a:lnTo>
                    <a:pt x="400" y="561"/>
                  </a:lnTo>
                  <a:lnTo>
                    <a:pt x="360" y="544"/>
                  </a:lnTo>
                  <a:lnTo>
                    <a:pt x="360" y="544"/>
                  </a:lnTo>
                  <a:lnTo>
                    <a:pt x="272" y="483"/>
                  </a:lnTo>
                  <a:lnTo>
                    <a:pt x="228" y="454"/>
                  </a:lnTo>
                  <a:lnTo>
                    <a:pt x="186" y="424"/>
                  </a:lnTo>
                  <a:lnTo>
                    <a:pt x="145" y="391"/>
                  </a:lnTo>
                  <a:lnTo>
                    <a:pt x="104" y="357"/>
                  </a:lnTo>
                  <a:lnTo>
                    <a:pt x="66" y="320"/>
                  </a:lnTo>
                  <a:lnTo>
                    <a:pt x="46" y="301"/>
                  </a:lnTo>
                  <a:lnTo>
                    <a:pt x="26" y="27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32" y="224"/>
                  </a:lnTo>
                  <a:lnTo>
                    <a:pt x="64" y="199"/>
                  </a:lnTo>
                  <a:lnTo>
                    <a:pt x="97" y="170"/>
                  </a:lnTo>
                  <a:lnTo>
                    <a:pt x="128" y="140"/>
                  </a:lnTo>
                  <a:lnTo>
                    <a:pt x="156" y="111"/>
                  </a:lnTo>
                  <a:lnTo>
                    <a:pt x="183" y="82"/>
                  </a:lnTo>
                  <a:lnTo>
                    <a:pt x="228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F5D6AE3F-0D37-06B9-6F9D-FDC66753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31 w 563"/>
                <a:gd name="T3" fmla="*/ 257 h 402"/>
                <a:gd name="T4" fmla="*/ 58 w 563"/>
                <a:gd name="T5" fmla="*/ 222 h 402"/>
                <a:gd name="T6" fmla="*/ 113 w 563"/>
                <a:gd name="T7" fmla="*/ 156 h 402"/>
                <a:gd name="T8" fmla="*/ 172 w 563"/>
                <a:gd name="T9" fmla="*/ 95 h 402"/>
                <a:gd name="T10" fmla="*/ 217 w 563"/>
                <a:gd name="T11" fmla="*/ 57 h 402"/>
                <a:gd name="T12" fmla="*/ 248 w 563"/>
                <a:gd name="T13" fmla="*/ 35 h 402"/>
                <a:gd name="T14" fmla="*/ 281 w 563"/>
                <a:gd name="T15" fmla="*/ 18 h 402"/>
                <a:gd name="T16" fmla="*/ 313 w 563"/>
                <a:gd name="T17" fmla="*/ 7 h 402"/>
                <a:gd name="T18" fmla="*/ 347 w 563"/>
                <a:gd name="T19" fmla="*/ 0 h 402"/>
                <a:gd name="T20" fmla="*/ 383 w 563"/>
                <a:gd name="T21" fmla="*/ 0 h 402"/>
                <a:gd name="T22" fmla="*/ 418 w 563"/>
                <a:gd name="T23" fmla="*/ 7 h 402"/>
                <a:gd name="T24" fmla="*/ 453 w 563"/>
                <a:gd name="T25" fmla="*/ 20 h 402"/>
                <a:gd name="T26" fmla="*/ 492 w 563"/>
                <a:gd name="T27" fmla="*/ 41 h 402"/>
                <a:gd name="T28" fmla="*/ 529 w 563"/>
                <a:gd name="T29" fmla="*/ 71 h 402"/>
                <a:gd name="T30" fmla="*/ 563 w 563"/>
                <a:gd name="T31" fmla="*/ 105 h 402"/>
                <a:gd name="T32" fmla="*/ 539 w 563"/>
                <a:gd name="T33" fmla="*/ 118 h 402"/>
                <a:gd name="T34" fmla="*/ 495 w 563"/>
                <a:gd name="T35" fmla="*/ 152 h 402"/>
                <a:gd name="T36" fmla="*/ 472 w 563"/>
                <a:gd name="T37" fmla="*/ 173 h 402"/>
                <a:gd name="T38" fmla="*/ 407 w 563"/>
                <a:gd name="T39" fmla="*/ 248 h 402"/>
                <a:gd name="T40" fmla="*/ 380 w 563"/>
                <a:gd name="T41" fmla="*/ 288 h 402"/>
                <a:gd name="T42" fmla="*/ 354 w 563"/>
                <a:gd name="T43" fmla="*/ 329 h 402"/>
                <a:gd name="T44" fmla="*/ 343 w 563"/>
                <a:gd name="T45" fmla="*/ 353 h 402"/>
                <a:gd name="T46" fmla="*/ 327 w 563"/>
                <a:gd name="T47" fmla="*/ 388 h 402"/>
                <a:gd name="T48" fmla="*/ 300 w 563"/>
                <a:gd name="T49" fmla="*/ 400 h 402"/>
                <a:gd name="T50" fmla="*/ 232 w 563"/>
                <a:gd name="T51" fmla="*/ 384 h 402"/>
                <a:gd name="T52" fmla="*/ 166 w 563"/>
                <a:gd name="T53" fmla="*/ 366 h 402"/>
                <a:gd name="T54" fmla="*/ 147 w 563"/>
                <a:gd name="T55" fmla="*/ 357 h 402"/>
                <a:gd name="T56" fmla="*/ 101 w 563"/>
                <a:gd name="T57" fmla="*/ 322 h 402"/>
                <a:gd name="T58" fmla="*/ 68 w 563"/>
                <a:gd name="T59" fmla="*/ 298 h 402"/>
                <a:gd name="T60" fmla="*/ 38 w 563"/>
                <a:gd name="T61" fmla="*/ 285 h 402"/>
                <a:gd name="T62" fmla="*/ 0 w 563"/>
                <a:gd name="T63" fmla="*/ 26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335623DF-F070-E75A-6C2B-F7511437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073"/>
              <a:ext cx="281" cy="201"/>
            </a:xfrm>
            <a:custGeom>
              <a:avLst/>
              <a:gdLst>
                <a:gd name="T0" fmla="*/ 0 w 563"/>
                <a:gd name="T1" fmla="*/ 261 h 402"/>
                <a:gd name="T2" fmla="*/ 0 w 563"/>
                <a:gd name="T3" fmla="*/ 261 h 402"/>
                <a:gd name="T4" fmla="*/ 6 w 563"/>
                <a:gd name="T5" fmla="*/ 261 h 402"/>
                <a:gd name="T6" fmla="*/ 31 w 563"/>
                <a:gd name="T7" fmla="*/ 257 h 402"/>
                <a:gd name="T8" fmla="*/ 31 w 563"/>
                <a:gd name="T9" fmla="*/ 257 h 402"/>
                <a:gd name="T10" fmla="*/ 58 w 563"/>
                <a:gd name="T11" fmla="*/ 222 h 402"/>
                <a:gd name="T12" fmla="*/ 85 w 563"/>
                <a:gd name="T13" fmla="*/ 188 h 402"/>
                <a:gd name="T14" fmla="*/ 113 w 563"/>
                <a:gd name="T15" fmla="*/ 156 h 402"/>
                <a:gd name="T16" fmla="*/ 142 w 563"/>
                <a:gd name="T17" fmla="*/ 123 h 402"/>
                <a:gd name="T18" fmla="*/ 172 w 563"/>
                <a:gd name="T19" fmla="*/ 95 h 402"/>
                <a:gd name="T20" fmla="*/ 201 w 563"/>
                <a:gd name="T21" fmla="*/ 68 h 402"/>
                <a:gd name="T22" fmla="*/ 217 w 563"/>
                <a:gd name="T23" fmla="*/ 57 h 402"/>
                <a:gd name="T24" fmla="*/ 232 w 563"/>
                <a:gd name="T25" fmla="*/ 45 h 402"/>
                <a:gd name="T26" fmla="*/ 248 w 563"/>
                <a:gd name="T27" fmla="*/ 35 h 402"/>
                <a:gd name="T28" fmla="*/ 265 w 563"/>
                <a:gd name="T29" fmla="*/ 27 h 402"/>
                <a:gd name="T30" fmla="*/ 281 w 563"/>
                <a:gd name="T31" fmla="*/ 18 h 402"/>
                <a:gd name="T32" fmla="*/ 298 w 563"/>
                <a:gd name="T33" fmla="*/ 13 h 402"/>
                <a:gd name="T34" fmla="*/ 313 w 563"/>
                <a:gd name="T35" fmla="*/ 7 h 402"/>
                <a:gd name="T36" fmla="*/ 330 w 563"/>
                <a:gd name="T37" fmla="*/ 3 h 402"/>
                <a:gd name="T38" fmla="*/ 347 w 563"/>
                <a:gd name="T39" fmla="*/ 0 h 402"/>
                <a:gd name="T40" fmla="*/ 366 w 563"/>
                <a:gd name="T41" fmla="*/ 0 h 402"/>
                <a:gd name="T42" fmla="*/ 383 w 563"/>
                <a:gd name="T43" fmla="*/ 0 h 402"/>
                <a:gd name="T44" fmla="*/ 400 w 563"/>
                <a:gd name="T45" fmla="*/ 3 h 402"/>
                <a:gd name="T46" fmla="*/ 418 w 563"/>
                <a:gd name="T47" fmla="*/ 7 h 402"/>
                <a:gd name="T48" fmla="*/ 436 w 563"/>
                <a:gd name="T49" fmla="*/ 13 h 402"/>
                <a:gd name="T50" fmla="*/ 453 w 563"/>
                <a:gd name="T51" fmla="*/ 20 h 402"/>
                <a:gd name="T52" fmla="*/ 472 w 563"/>
                <a:gd name="T53" fmla="*/ 30 h 402"/>
                <a:gd name="T54" fmla="*/ 492 w 563"/>
                <a:gd name="T55" fmla="*/ 41 h 402"/>
                <a:gd name="T56" fmla="*/ 510 w 563"/>
                <a:gd name="T57" fmla="*/ 55 h 402"/>
                <a:gd name="T58" fmla="*/ 529 w 563"/>
                <a:gd name="T59" fmla="*/ 71 h 402"/>
                <a:gd name="T60" fmla="*/ 548 w 563"/>
                <a:gd name="T61" fmla="*/ 89 h 402"/>
                <a:gd name="T62" fmla="*/ 563 w 563"/>
                <a:gd name="T63" fmla="*/ 105 h 402"/>
                <a:gd name="T64" fmla="*/ 563 w 563"/>
                <a:gd name="T65" fmla="*/ 105 h 402"/>
                <a:gd name="T66" fmla="*/ 539 w 563"/>
                <a:gd name="T67" fmla="*/ 118 h 402"/>
                <a:gd name="T68" fmla="*/ 516 w 563"/>
                <a:gd name="T69" fmla="*/ 133 h 402"/>
                <a:gd name="T70" fmla="*/ 495 w 563"/>
                <a:gd name="T71" fmla="*/ 152 h 402"/>
                <a:gd name="T72" fmla="*/ 472 w 563"/>
                <a:gd name="T73" fmla="*/ 173 h 402"/>
                <a:gd name="T74" fmla="*/ 472 w 563"/>
                <a:gd name="T75" fmla="*/ 173 h 402"/>
                <a:gd name="T76" fmla="*/ 439 w 563"/>
                <a:gd name="T77" fmla="*/ 210 h 402"/>
                <a:gd name="T78" fmla="*/ 407 w 563"/>
                <a:gd name="T79" fmla="*/ 248 h 402"/>
                <a:gd name="T80" fmla="*/ 393 w 563"/>
                <a:gd name="T81" fmla="*/ 268 h 402"/>
                <a:gd name="T82" fmla="*/ 380 w 563"/>
                <a:gd name="T83" fmla="*/ 288 h 402"/>
                <a:gd name="T84" fmla="*/ 367 w 563"/>
                <a:gd name="T85" fmla="*/ 308 h 402"/>
                <a:gd name="T86" fmla="*/ 354 w 563"/>
                <a:gd name="T87" fmla="*/ 329 h 402"/>
                <a:gd name="T88" fmla="*/ 354 w 563"/>
                <a:gd name="T89" fmla="*/ 329 h 402"/>
                <a:gd name="T90" fmla="*/ 343 w 563"/>
                <a:gd name="T91" fmla="*/ 353 h 402"/>
                <a:gd name="T92" fmla="*/ 333 w 563"/>
                <a:gd name="T93" fmla="*/ 373 h 402"/>
                <a:gd name="T94" fmla="*/ 327 w 563"/>
                <a:gd name="T95" fmla="*/ 388 h 402"/>
                <a:gd name="T96" fmla="*/ 325 w 563"/>
                <a:gd name="T97" fmla="*/ 402 h 402"/>
                <a:gd name="T98" fmla="*/ 300 w 563"/>
                <a:gd name="T99" fmla="*/ 400 h 402"/>
                <a:gd name="T100" fmla="*/ 300 w 563"/>
                <a:gd name="T101" fmla="*/ 400 h 402"/>
                <a:gd name="T102" fmla="*/ 232 w 563"/>
                <a:gd name="T103" fmla="*/ 384 h 402"/>
                <a:gd name="T104" fmla="*/ 197 w 563"/>
                <a:gd name="T105" fmla="*/ 376 h 402"/>
                <a:gd name="T106" fmla="*/ 166 w 563"/>
                <a:gd name="T107" fmla="*/ 366 h 402"/>
                <a:gd name="T108" fmla="*/ 166 w 563"/>
                <a:gd name="T109" fmla="*/ 366 h 402"/>
                <a:gd name="T110" fmla="*/ 147 w 563"/>
                <a:gd name="T111" fmla="*/ 357 h 402"/>
                <a:gd name="T112" fmla="*/ 132 w 563"/>
                <a:gd name="T113" fmla="*/ 346 h 402"/>
                <a:gd name="T114" fmla="*/ 101 w 563"/>
                <a:gd name="T115" fmla="*/ 322 h 402"/>
                <a:gd name="T116" fmla="*/ 85 w 563"/>
                <a:gd name="T117" fmla="*/ 309 h 402"/>
                <a:gd name="T118" fmla="*/ 68 w 563"/>
                <a:gd name="T119" fmla="*/ 298 h 402"/>
                <a:gd name="T120" fmla="*/ 50 w 563"/>
                <a:gd name="T121" fmla="*/ 289 h 402"/>
                <a:gd name="T122" fmla="*/ 38 w 563"/>
                <a:gd name="T123" fmla="*/ 285 h 402"/>
                <a:gd name="T124" fmla="*/ 27 w 563"/>
                <a:gd name="T125" fmla="*/ 28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3" h="402">
                  <a:moveTo>
                    <a:pt x="0" y="261"/>
                  </a:moveTo>
                  <a:lnTo>
                    <a:pt x="0" y="261"/>
                  </a:lnTo>
                  <a:lnTo>
                    <a:pt x="6" y="261"/>
                  </a:lnTo>
                  <a:lnTo>
                    <a:pt x="31" y="257"/>
                  </a:lnTo>
                  <a:lnTo>
                    <a:pt x="31" y="257"/>
                  </a:lnTo>
                  <a:lnTo>
                    <a:pt x="58" y="222"/>
                  </a:lnTo>
                  <a:lnTo>
                    <a:pt x="85" y="188"/>
                  </a:lnTo>
                  <a:lnTo>
                    <a:pt x="113" y="156"/>
                  </a:lnTo>
                  <a:lnTo>
                    <a:pt x="142" y="123"/>
                  </a:lnTo>
                  <a:lnTo>
                    <a:pt x="172" y="95"/>
                  </a:lnTo>
                  <a:lnTo>
                    <a:pt x="201" y="68"/>
                  </a:lnTo>
                  <a:lnTo>
                    <a:pt x="217" y="57"/>
                  </a:lnTo>
                  <a:lnTo>
                    <a:pt x="232" y="45"/>
                  </a:lnTo>
                  <a:lnTo>
                    <a:pt x="248" y="35"/>
                  </a:lnTo>
                  <a:lnTo>
                    <a:pt x="265" y="27"/>
                  </a:lnTo>
                  <a:lnTo>
                    <a:pt x="281" y="18"/>
                  </a:lnTo>
                  <a:lnTo>
                    <a:pt x="298" y="13"/>
                  </a:lnTo>
                  <a:lnTo>
                    <a:pt x="313" y="7"/>
                  </a:lnTo>
                  <a:lnTo>
                    <a:pt x="330" y="3"/>
                  </a:lnTo>
                  <a:lnTo>
                    <a:pt x="347" y="0"/>
                  </a:lnTo>
                  <a:lnTo>
                    <a:pt x="366" y="0"/>
                  </a:lnTo>
                  <a:lnTo>
                    <a:pt x="383" y="0"/>
                  </a:lnTo>
                  <a:lnTo>
                    <a:pt x="400" y="3"/>
                  </a:lnTo>
                  <a:lnTo>
                    <a:pt x="418" y="7"/>
                  </a:lnTo>
                  <a:lnTo>
                    <a:pt x="436" y="13"/>
                  </a:lnTo>
                  <a:lnTo>
                    <a:pt x="453" y="20"/>
                  </a:lnTo>
                  <a:lnTo>
                    <a:pt x="472" y="30"/>
                  </a:lnTo>
                  <a:lnTo>
                    <a:pt x="492" y="41"/>
                  </a:lnTo>
                  <a:lnTo>
                    <a:pt x="510" y="55"/>
                  </a:lnTo>
                  <a:lnTo>
                    <a:pt x="529" y="71"/>
                  </a:lnTo>
                  <a:lnTo>
                    <a:pt x="548" y="89"/>
                  </a:lnTo>
                  <a:lnTo>
                    <a:pt x="563" y="105"/>
                  </a:lnTo>
                  <a:lnTo>
                    <a:pt x="563" y="105"/>
                  </a:lnTo>
                  <a:lnTo>
                    <a:pt x="539" y="118"/>
                  </a:lnTo>
                  <a:lnTo>
                    <a:pt x="516" y="133"/>
                  </a:lnTo>
                  <a:lnTo>
                    <a:pt x="495" y="152"/>
                  </a:lnTo>
                  <a:lnTo>
                    <a:pt x="472" y="173"/>
                  </a:lnTo>
                  <a:lnTo>
                    <a:pt x="472" y="173"/>
                  </a:lnTo>
                  <a:lnTo>
                    <a:pt x="439" y="210"/>
                  </a:lnTo>
                  <a:lnTo>
                    <a:pt x="407" y="248"/>
                  </a:lnTo>
                  <a:lnTo>
                    <a:pt x="393" y="268"/>
                  </a:lnTo>
                  <a:lnTo>
                    <a:pt x="380" y="288"/>
                  </a:lnTo>
                  <a:lnTo>
                    <a:pt x="367" y="308"/>
                  </a:lnTo>
                  <a:lnTo>
                    <a:pt x="354" y="329"/>
                  </a:lnTo>
                  <a:lnTo>
                    <a:pt x="354" y="329"/>
                  </a:lnTo>
                  <a:lnTo>
                    <a:pt x="343" y="353"/>
                  </a:lnTo>
                  <a:lnTo>
                    <a:pt x="333" y="373"/>
                  </a:lnTo>
                  <a:lnTo>
                    <a:pt x="327" y="388"/>
                  </a:lnTo>
                  <a:lnTo>
                    <a:pt x="325" y="402"/>
                  </a:lnTo>
                  <a:lnTo>
                    <a:pt x="300" y="400"/>
                  </a:lnTo>
                  <a:lnTo>
                    <a:pt x="300" y="400"/>
                  </a:lnTo>
                  <a:lnTo>
                    <a:pt x="232" y="384"/>
                  </a:lnTo>
                  <a:lnTo>
                    <a:pt x="197" y="376"/>
                  </a:lnTo>
                  <a:lnTo>
                    <a:pt x="166" y="366"/>
                  </a:lnTo>
                  <a:lnTo>
                    <a:pt x="166" y="366"/>
                  </a:lnTo>
                  <a:lnTo>
                    <a:pt x="147" y="357"/>
                  </a:lnTo>
                  <a:lnTo>
                    <a:pt x="132" y="346"/>
                  </a:lnTo>
                  <a:lnTo>
                    <a:pt x="101" y="322"/>
                  </a:lnTo>
                  <a:lnTo>
                    <a:pt x="85" y="309"/>
                  </a:lnTo>
                  <a:lnTo>
                    <a:pt x="68" y="298"/>
                  </a:lnTo>
                  <a:lnTo>
                    <a:pt x="50" y="289"/>
                  </a:lnTo>
                  <a:lnTo>
                    <a:pt x="38" y="285"/>
                  </a:lnTo>
                  <a:lnTo>
                    <a:pt x="27" y="2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3380C038-D466-23EC-B730-6A0CA626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  <a:lnTo>
                    <a:pt x="937" y="439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060E6EAA-D9EC-8EF3-5BD1-0977E5DE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719"/>
              <a:ext cx="556" cy="523"/>
            </a:xfrm>
            <a:custGeom>
              <a:avLst/>
              <a:gdLst>
                <a:gd name="T0" fmla="*/ 938 w 1114"/>
                <a:gd name="T1" fmla="*/ 451 h 1046"/>
                <a:gd name="T2" fmla="*/ 937 w 1114"/>
                <a:gd name="T3" fmla="*/ 487 h 1046"/>
                <a:gd name="T4" fmla="*/ 920 w 1114"/>
                <a:gd name="T5" fmla="*/ 538 h 1046"/>
                <a:gd name="T6" fmla="*/ 883 w 1114"/>
                <a:gd name="T7" fmla="*/ 608 h 1046"/>
                <a:gd name="T8" fmla="*/ 846 w 1114"/>
                <a:gd name="T9" fmla="*/ 650 h 1046"/>
                <a:gd name="T10" fmla="*/ 842 w 1114"/>
                <a:gd name="T11" fmla="*/ 869 h 1046"/>
                <a:gd name="T12" fmla="*/ 828 w 1114"/>
                <a:gd name="T13" fmla="*/ 998 h 1046"/>
                <a:gd name="T14" fmla="*/ 806 w 1114"/>
                <a:gd name="T15" fmla="*/ 1036 h 1046"/>
                <a:gd name="T16" fmla="*/ 751 w 1114"/>
                <a:gd name="T17" fmla="*/ 1043 h 1046"/>
                <a:gd name="T18" fmla="*/ 541 w 1114"/>
                <a:gd name="T19" fmla="*/ 1044 h 1046"/>
                <a:gd name="T20" fmla="*/ 476 w 1114"/>
                <a:gd name="T21" fmla="*/ 1024 h 1046"/>
                <a:gd name="T22" fmla="*/ 390 w 1114"/>
                <a:gd name="T23" fmla="*/ 955 h 1046"/>
                <a:gd name="T24" fmla="*/ 367 w 1114"/>
                <a:gd name="T25" fmla="*/ 918 h 1046"/>
                <a:gd name="T26" fmla="*/ 343 w 1114"/>
                <a:gd name="T27" fmla="*/ 904 h 1046"/>
                <a:gd name="T28" fmla="*/ 308 w 1114"/>
                <a:gd name="T29" fmla="*/ 903 h 1046"/>
                <a:gd name="T30" fmla="*/ 249 w 1114"/>
                <a:gd name="T31" fmla="*/ 914 h 1046"/>
                <a:gd name="T32" fmla="*/ 231 w 1114"/>
                <a:gd name="T33" fmla="*/ 914 h 1046"/>
                <a:gd name="T34" fmla="*/ 198 w 1114"/>
                <a:gd name="T35" fmla="*/ 907 h 1046"/>
                <a:gd name="T36" fmla="*/ 150 w 1114"/>
                <a:gd name="T37" fmla="*/ 883 h 1046"/>
                <a:gd name="T38" fmla="*/ 79 w 1114"/>
                <a:gd name="T39" fmla="*/ 835 h 1046"/>
                <a:gd name="T40" fmla="*/ 40 w 1114"/>
                <a:gd name="T41" fmla="*/ 813 h 1046"/>
                <a:gd name="T42" fmla="*/ 30 w 1114"/>
                <a:gd name="T43" fmla="*/ 784 h 1046"/>
                <a:gd name="T44" fmla="*/ 6 w 1114"/>
                <a:gd name="T45" fmla="*/ 574 h 1046"/>
                <a:gd name="T46" fmla="*/ 0 w 1114"/>
                <a:gd name="T47" fmla="*/ 448 h 1046"/>
                <a:gd name="T48" fmla="*/ 34 w 1114"/>
                <a:gd name="T49" fmla="*/ 473 h 1046"/>
                <a:gd name="T50" fmla="*/ 88 w 1114"/>
                <a:gd name="T51" fmla="*/ 550 h 1046"/>
                <a:gd name="T52" fmla="*/ 147 w 1114"/>
                <a:gd name="T53" fmla="*/ 619 h 1046"/>
                <a:gd name="T54" fmla="*/ 163 w 1114"/>
                <a:gd name="T55" fmla="*/ 608 h 1046"/>
                <a:gd name="T56" fmla="*/ 196 w 1114"/>
                <a:gd name="T57" fmla="*/ 655 h 1046"/>
                <a:gd name="T58" fmla="*/ 242 w 1114"/>
                <a:gd name="T59" fmla="*/ 662 h 1046"/>
                <a:gd name="T60" fmla="*/ 281 w 1114"/>
                <a:gd name="T61" fmla="*/ 710 h 1046"/>
                <a:gd name="T62" fmla="*/ 327 w 1114"/>
                <a:gd name="T63" fmla="*/ 691 h 1046"/>
                <a:gd name="T64" fmla="*/ 367 w 1114"/>
                <a:gd name="T65" fmla="*/ 733 h 1046"/>
                <a:gd name="T66" fmla="*/ 436 w 1114"/>
                <a:gd name="T67" fmla="*/ 731 h 1046"/>
                <a:gd name="T68" fmla="*/ 470 w 1114"/>
                <a:gd name="T69" fmla="*/ 720 h 1046"/>
                <a:gd name="T70" fmla="*/ 516 w 1114"/>
                <a:gd name="T71" fmla="*/ 684 h 1046"/>
                <a:gd name="T72" fmla="*/ 597 w 1114"/>
                <a:gd name="T73" fmla="*/ 662 h 1046"/>
                <a:gd name="T74" fmla="*/ 655 w 1114"/>
                <a:gd name="T75" fmla="*/ 612 h 1046"/>
                <a:gd name="T76" fmla="*/ 693 w 1114"/>
                <a:gd name="T77" fmla="*/ 568 h 1046"/>
                <a:gd name="T78" fmla="*/ 693 w 1114"/>
                <a:gd name="T79" fmla="*/ 591 h 1046"/>
                <a:gd name="T80" fmla="*/ 754 w 1114"/>
                <a:gd name="T81" fmla="*/ 547 h 1046"/>
                <a:gd name="T82" fmla="*/ 808 w 1114"/>
                <a:gd name="T83" fmla="*/ 497 h 1046"/>
                <a:gd name="T84" fmla="*/ 842 w 1114"/>
                <a:gd name="T85" fmla="*/ 460 h 1046"/>
                <a:gd name="T86" fmla="*/ 911 w 1114"/>
                <a:gd name="T87" fmla="*/ 363 h 1046"/>
                <a:gd name="T88" fmla="*/ 945 w 1114"/>
                <a:gd name="T89" fmla="*/ 298 h 1046"/>
                <a:gd name="T90" fmla="*/ 979 w 1114"/>
                <a:gd name="T91" fmla="*/ 208 h 1046"/>
                <a:gd name="T92" fmla="*/ 999 w 1114"/>
                <a:gd name="T93" fmla="*/ 115 h 1046"/>
                <a:gd name="T94" fmla="*/ 1006 w 1114"/>
                <a:gd name="T95" fmla="*/ 54 h 1046"/>
                <a:gd name="T96" fmla="*/ 1020 w 1114"/>
                <a:gd name="T97" fmla="*/ 14 h 1046"/>
                <a:gd name="T98" fmla="*/ 1050 w 1114"/>
                <a:gd name="T99" fmla="*/ 1 h 1046"/>
                <a:gd name="T100" fmla="*/ 1073 w 1114"/>
                <a:gd name="T101" fmla="*/ 4 h 1046"/>
                <a:gd name="T102" fmla="*/ 1090 w 1114"/>
                <a:gd name="T103" fmla="*/ 20 h 1046"/>
                <a:gd name="T104" fmla="*/ 1108 w 1114"/>
                <a:gd name="T105" fmla="*/ 68 h 1046"/>
                <a:gd name="T106" fmla="*/ 1114 w 1114"/>
                <a:gd name="T107" fmla="*/ 143 h 1046"/>
                <a:gd name="T108" fmla="*/ 1110 w 1114"/>
                <a:gd name="T109" fmla="*/ 235 h 1046"/>
                <a:gd name="T110" fmla="*/ 1094 w 1114"/>
                <a:gd name="T111" fmla="*/ 290 h 1046"/>
                <a:gd name="T112" fmla="*/ 1056 w 1114"/>
                <a:gd name="T113" fmla="*/ 366 h 1046"/>
                <a:gd name="T114" fmla="*/ 1022 w 1114"/>
                <a:gd name="T115" fmla="*/ 412 h 1046"/>
                <a:gd name="T116" fmla="*/ 998 w 1114"/>
                <a:gd name="T117" fmla="*/ 428 h 1046"/>
                <a:gd name="T118" fmla="*/ 981 w 1114"/>
                <a:gd name="T119" fmla="*/ 426 h 1046"/>
                <a:gd name="T120" fmla="*/ 966 w 1114"/>
                <a:gd name="T121" fmla="*/ 412 h 1046"/>
                <a:gd name="T122" fmla="*/ 952 w 1114"/>
                <a:gd name="T123" fmla="*/ 383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4" h="1046">
                  <a:moveTo>
                    <a:pt x="937" y="439"/>
                  </a:moveTo>
                  <a:lnTo>
                    <a:pt x="937" y="439"/>
                  </a:lnTo>
                  <a:lnTo>
                    <a:pt x="938" y="451"/>
                  </a:lnTo>
                  <a:lnTo>
                    <a:pt x="938" y="463"/>
                  </a:lnTo>
                  <a:lnTo>
                    <a:pt x="938" y="476"/>
                  </a:lnTo>
                  <a:lnTo>
                    <a:pt x="937" y="487"/>
                  </a:lnTo>
                  <a:lnTo>
                    <a:pt x="934" y="500"/>
                  </a:lnTo>
                  <a:lnTo>
                    <a:pt x="930" y="513"/>
                  </a:lnTo>
                  <a:lnTo>
                    <a:pt x="920" y="538"/>
                  </a:lnTo>
                  <a:lnTo>
                    <a:pt x="908" y="563"/>
                  </a:lnTo>
                  <a:lnTo>
                    <a:pt x="896" y="587"/>
                  </a:lnTo>
                  <a:lnTo>
                    <a:pt x="883" y="608"/>
                  </a:lnTo>
                  <a:lnTo>
                    <a:pt x="869" y="628"/>
                  </a:lnTo>
                  <a:lnTo>
                    <a:pt x="846" y="650"/>
                  </a:lnTo>
                  <a:lnTo>
                    <a:pt x="846" y="650"/>
                  </a:lnTo>
                  <a:lnTo>
                    <a:pt x="846" y="738"/>
                  </a:lnTo>
                  <a:lnTo>
                    <a:pt x="845" y="826"/>
                  </a:lnTo>
                  <a:lnTo>
                    <a:pt x="842" y="869"/>
                  </a:lnTo>
                  <a:lnTo>
                    <a:pt x="839" y="912"/>
                  </a:lnTo>
                  <a:lnTo>
                    <a:pt x="833" y="955"/>
                  </a:lnTo>
                  <a:lnTo>
                    <a:pt x="828" y="998"/>
                  </a:lnTo>
                  <a:lnTo>
                    <a:pt x="833" y="1030"/>
                  </a:lnTo>
                  <a:lnTo>
                    <a:pt x="833" y="1030"/>
                  </a:lnTo>
                  <a:lnTo>
                    <a:pt x="806" y="1036"/>
                  </a:lnTo>
                  <a:lnTo>
                    <a:pt x="781" y="1040"/>
                  </a:lnTo>
                  <a:lnTo>
                    <a:pt x="781" y="1040"/>
                  </a:lnTo>
                  <a:lnTo>
                    <a:pt x="751" y="1043"/>
                  </a:lnTo>
                  <a:lnTo>
                    <a:pt x="721" y="1044"/>
                  </a:lnTo>
                  <a:lnTo>
                    <a:pt x="662" y="1044"/>
                  </a:lnTo>
                  <a:lnTo>
                    <a:pt x="541" y="1044"/>
                  </a:lnTo>
                  <a:lnTo>
                    <a:pt x="506" y="1046"/>
                  </a:lnTo>
                  <a:lnTo>
                    <a:pt x="506" y="1046"/>
                  </a:lnTo>
                  <a:lnTo>
                    <a:pt x="476" y="1024"/>
                  </a:lnTo>
                  <a:lnTo>
                    <a:pt x="446" y="1002"/>
                  </a:lnTo>
                  <a:lnTo>
                    <a:pt x="418" y="979"/>
                  </a:lnTo>
                  <a:lnTo>
                    <a:pt x="390" y="955"/>
                  </a:lnTo>
                  <a:lnTo>
                    <a:pt x="374" y="927"/>
                  </a:lnTo>
                  <a:lnTo>
                    <a:pt x="374" y="927"/>
                  </a:lnTo>
                  <a:lnTo>
                    <a:pt x="367" y="918"/>
                  </a:lnTo>
                  <a:lnTo>
                    <a:pt x="360" y="911"/>
                  </a:lnTo>
                  <a:lnTo>
                    <a:pt x="351" y="907"/>
                  </a:lnTo>
                  <a:lnTo>
                    <a:pt x="343" y="904"/>
                  </a:lnTo>
                  <a:lnTo>
                    <a:pt x="334" y="903"/>
                  </a:lnTo>
                  <a:lnTo>
                    <a:pt x="326" y="901"/>
                  </a:lnTo>
                  <a:lnTo>
                    <a:pt x="308" y="903"/>
                  </a:lnTo>
                  <a:lnTo>
                    <a:pt x="288" y="907"/>
                  </a:lnTo>
                  <a:lnTo>
                    <a:pt x="268" y="910"/>
                  </a:lnTo>
                  <a:lnTo>
                    <a:pt x="249" y="914"/>
                  </a:lnTo>
                  <a:lnTo>
                    <a:pt x="240" y="914"/>
                  </a:lnTo>
                  <a:lnTo>
                    <a:pt x="231" y="914"/>
                  </a:lnTo>
                  <a:lnTo>
                    <a:pt x="231" y="914"/>
                  </a:lnTo>
                  <a:lnTo>
                    <a:pt x="220" y="912"/>
                  </a:lnTo>
                  <a:lnTo>
                    <a:pt x="208" y="910"/>
                  </a:lnTo>
                  <a:lnTo>
                    <a:pt x="198" y="907"/>
                  </a:lnTo>
                  <a:lnTo>
                    <a:pt x="187" y="904"/>
                  </a:lnTo>
                  <a:lnTo>
                    <a:pt x="169" y="894"/>
                  </a:lnTo>
                  <a:lnTo>
                    <a:pt x="150" y="883"/>
                  </a:lnTo>
                  <a:lnTo>
                    <a:pt x="116" y="859"/>
                  </a:lnTo>
                  <a:lnTo>
                    <a:pt x="98" y="846"/>
                  </a:lnTo>
                  <a:lnTo>
                    <a:pt x="79" y="835"/>
                  </a:lnTo>
                  <a:lnTo>
                    <a:pt x="79" y="835"/>
                  </a:lnTo>
                  <a:lnTo>
                    <a:pt x="52" y="819"/>
                  </a:lnTo>
                  <a:lnTo>
                    <a:pt x="40" y="813"/>
                  </a:lnTo>
                  <a:lnTo>
                    <a:pt x="27" y="808"/>
                  </a:lnTo>
                  <a:lnTo>
                    <a:pt x="30" y="784"/>
                  </a:lnTo>
                  <a:lnTo>
                    <a:pt x="30" y="784"/>
                  </a:lnTo>
                  <a:lnTo>
                    <a:pt x="20" y="699"/>
                  </a:lnTo>
                  <a:lnTo>
                    <a:pt x="10" y="615"/>
                  </a:lnTo>
                  <a:lnTo>
                    <a:pt x="6" y="574"/>
                  </a:lnTo>
                  <a:lnTo>
                    <a:pt x="3" y="531"/>
                  </a:lnTo>
                  <a:lnTo>
                    <a:pt x="0" y="490"/>
                  </a:lnTo>
                  <a:lnTo>
                    <a:pt x="0" y="448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34" y="473"/>
                  </a:lnTo>
                  <a:lnTo>
                    <a:pt x="51" y="500"/>
                  </a:lnTo>
                  <a:lnTo>
                    <a:pt x="69" y="524"/>
                  </a:lnTo>
                  <a:lnTo>
                    <a:pt x="88" y="550"/>
                  </a:lnTo>
                  <a:lnTo>
                    <a:pt x="106" y="574"/>
                  </a:lnTo>
                  <a:lnTo>
                    <a:pt x="126" y="597"/>
                  </a:lnTo>
                  <a:lnTo>
                    <a:pt x="147" y="619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63" y="608"/>
                  </a:lnTo>
                  <a:lnTo>
                    <a:pt x="173" y="623"/>
                  </a:lnTo>
                  <a:lnTo>
                    <a:pt x="184" y="639"/>
                  </a:lnTo>
                  <a:lnTo>
                    <a:pt x="196" y="655"/>
                  </a:lnTo>
                  <a:lnTo>
                    <a:pt x="220" y="686"/>
                  </a:lnTo>
                  <a:lnTo>
                    <a:pt x="242" y="717"/>
                  </a:lnTo>
                  <a:lnTo>
                    <a:pt x="242" y="662"/>
                  </a:lnTo>
                  <a:lnTo>
                    <a:pt x="242" y="662"/>
                  </a:lnTo>
                  <a:lnTo>
                    <a:pt x="262" y="686"/>
                  </a:lnTo>
                  <a:lnTo>
                    <a:pt x="281" y="710"/>
                  </a:lnTo>
                  <a:lnTo>
                    <a:pt x="298" y="733"/>
                  </a:lnTo>
                  <a:lnTo>
                    <a:pt x="319" y="754"/>
                  </a:lnTo>
                  <a:lnTo>
                    <a:pt x="327" y="691"/>
                  </a:lnTo>
                  <a:lnTo>
                    <a:pt x="327" y="691"/>
                  </a:lnTo>
                  <a:lnTo>
                    <a:pt x="347" y="713"/>
                  </a:lnTo>
                  <a:lnTo>
                    <a:pt x="367" y="733"/>
                  </a:lnTo>
                  <a:lnTo>
                    <a:pt x="411" y="775"/>
                  </a:lnTo>
                  <a:lnTo>
                    <a:pt x="411" y="775"/>
                  </a:lnTo>
                  <a:lnTo>
                    <a:pt x="436" y="731"/>
                  </a:lnTo>
                  <a:lnTo>
                    <a:pt x="448" y="708"/>
                  </a:lnTo>
                  <a:lnTo>
                    <a:pt x="458" y="687"/>
                  </a:lnTo>
                  <a:lnTo>
                    <a:pt x="470" y="720"/>
                  </a:lnTo>
                  <a:lnTo>
                    <a:pt x="470" y="720"/>
                  </a:lnTo>
                  <a:lnTo>
                    <a:pt x="493" y="703"/>
                  </a:lnTo>
                  <a:lnTo>
                    <a:pt x="516" y="684"/>
                  </a:lnTo>
                  <a:lnTo>
                    <a:pt x="540" y="666"/>
                  </a:lnTo>
                  <a:lnTo>
                    <a:pt x="563" y="645"/>
                  </a:lnTo>
                  <a:lnTo>
                    <a:pt x="597" y="662"/>
                  </a:lnTo>
                  <a:lnTo>
                    <a:pt x="597" y="662"/>
                  </a:lnTo>
                  <a:lnTo>
                    <a:pt x="625" y="638"/>
                  </a:lnTo>
                  <a:lnTo>
                    <a:pt x="655" y="612"/>
                  </a:lnTo>
                  <a:lnTo>
                    <a:pt x="669" y="598"/>
                  </a:lnTo>
                  <a:lnTo>
                    <a:pt x="682" y="584"/>
                  </a:lnTo>
                  <a:lnTo>
                    <a:pt x="693" y="568"/>
                  </a:lnTo>
                  <a:lnTo>
                    <a:pt x="701" y="553"/>
                  </a:lnTo>
                  <a:lnTo>
                    <a:pt x="693" y="591"/>
                  </a:lnTo>
                  <a:lnTo>
                    <a:pt x="693" y="591"/>
                  </a:lnTo>
                  <a:lnTo>
                    <a:pt x="714" y="577"/>
                  </a:lnTo>
                  <a:lnTo>
                    <a:pt x="734" y="561"/>
                  </a:lnTo>
                  <a:lnTo>
                    <a:pt x="754" y="547"/>
                  </a:lnTo>
                  <a:lnTo>
                    <a:pt x="772" y="531"/>
                  </a:lnTo>
                  <a:lnTo>
                    <a:pt x="791" y="514"/>
                  </a:lnTo>
                  <a:lnTo>
                    <a:pt x="808" y="497"/>
                  </a:lnTo>
                  <a:lnTo>
                    <a:pt x="825" y="479"/>
                  </a:lnTo>
                  <a:lnTo>
                    <a:pt x="842" y="460"/>
                  </a:lnTo>
                  <a:lnTo>
                    <a:pt x="842" y="460"/>
                  </a:lnTo>
                  <a:lnTo>
                    <a:pt x="867" y="429"/>
                  </a:lnTo>
                  <a:lnTo>
                    <a:pt x="890" y="397"/>
                  </a:lnTo>
                  <a:lnTo>
                    <a:pt x="911" y="363"/>
                  </a:lnTo>
                  <a:lnTo>
                    <a:pt x="931" y="327"/>
                  </a:lnTo>
                  <a:lnTo>
                    <a:pt x="931" y="327"/>
                  </a:lnTo>
                  <a:lnTo>
                    <a:pt x="945" y="298"/>
                  </a:lnTo>
                  <a:lnTo>
                    <a:pt x="958" y="269"/>
                  </a:lnTo>
                  <a:lnTo>
                    <a:pt x="969" y="238"/>
                  </a:lnTo>
                  <a:lnTo>
                    <a:pt x="979" y="208"/>
                  </a:lnTo>
                  <a:lnTo>
                    <a:pt x="988" y="177"/>
                  </a:lnTo>
                  <a:lnTo>
                    <a:pt x="995" y="146"/>
                  </a:lnTo>
                  <a:lnTo>
                    <a:pt x="999" y="115"/>
                  </a:lnTo>
                  <a:lnTo>
                    <a:pt x="1003" y="82"/>
                  </a:lnTo>
                  <a:lnTo>
                    <a:pt x="1003" y="82"/>
                  </a:lnTo>
                  <a:lnTo>
                    <a:pt x="1006" y="54"/>
                  </a:lnTo>
                  <a:lnTo>
                    <a:pt x="1008" y="27"/>
                  </a:lnTo>
                  <a:lnTo>
                    <a:pt x="1020" y="14"/>
                  </a:lnTo>
                  <a:lnTo>
                    <a:pt x="1020" y="14"/>
                  </a:lnTo>
                  <a:lnTo>
                    <a:pt x="1032" y="9"/>
                  </a:lnTo>
                  <a:lnTo>
                    <a:pt x="1042" y="4"/>
                  </a:lnTo>
                  <a:lnTo>
                    <a:pt x="1050" y="1"/>
                  </a:lnTo>
                  <a:lnTo>
                    <a:pt x="1059" y="0"/>
                  </a:lnTo>
                  <a:lnTo>
                    <a:pt x="1066" y="1"/>
                  </a:lnTo>
                  <a:lnTo>
                    <a:pt x="1073" y="4"/>
                  </a:lnTo>
                  <a:lnTo>
                    <a:pt x="1080" y="9"/>
                  </a:lnTo>
                  <a:lnTo>
                    <a:pt x="1085" y="13"/>
                  </a:lnTo>
                  <a:lnTo>
                    <a:pt x="1090" y="20"/>
                  </a:lnTo>
                  <a:lnTo>
                    <a:pt x="1094" y="27"/>
                  </a:lnTo>
                  <a:lnTo>
                    <a:pt x="1102" y="45"/>
                  </a:lnTo>
                  <a:lnTo>
                    <a:pt x="1108" y="68"/>
                  </a:lnTo>
                  <a:lnTo>
                    <a:pt x="1111" y="92"/>
                  </a:lnTo>
                  <a:lnTo>
                    <a:pt x="1114" y="116"/>
                  </a:lnTo>
                  <a:lnTo>
                    <a:pt x="1114" y="143"/>
                  </a:lnTo>
                  <a:lnTo>
                    <a:pt x="1114" y="169"/>
                  </a:lnTo>
                  <a:lnTo>
                    <a:pt x="1114" y="193"/>
                  </a:lnTo>
                  <a:lnTo>
                    <a:pt x="1110" y="235"/>
                  </a:lnTo>
                  <a:lnTo>
                    <a:pt x="1104" y="262"/>
                  </a:lnTo>
                  <a:lnTo>
                    <a:pt x="1104" y="262"/>
                  </a:lnTo>
                  <a:lnTo>
                    <a:pt x="1094" y="290"/>
                  </a:lnTo>
                  <a:lnTo>
                    <a:pt x="1077" y="327"/>
                  </a:lnTo>
                  <a:lnTo>
                    <a:pt x="1067" y="346"/>
                  </a:lnTo>
                  <a:lnTo>
                    <a:pt x="1056" y="366"/>
                  </a:lnTo>
                  <a:lnTo>
                    <a:pt x="1044" y="383"/>
                  </a:lnTo>
                  <a:lnTo>
                    <a:pt x="1033" y="398"/>
                  </a:lnTo>
                  <a:lnTo>
                    <a:pt x="1022" y="412"/>
                  </a:lnTo>
                  <a:lnTo>
                    <a:pt x="1009" y="422"/>
                  </a:lnTo>
                  <a:lnTo>
                    <a:pt x="1003" y="425"/>
                  </a:lnTo>
                  <a:lnTo>
                    <a:pt x="998" y="428"/>
                  </a:lnTo>
                  <a:lnTo>
                    <a:pt x="992" y="429"/>
                  </a:lnTo>
                  <a:lnTo>
                    <a:pt x="986" y="428"/>
                  </a:lnTo>
                  <a:lnTo>
                    <a:pt x="981" y="426"/>
                  </a:lnTo>
                  <a:lnTo>
                    <a:pt x="976" y="424"/>
                  </a:lnTo>
                  <a:lnTo>
                    <a:pt x="971" y="419"/>
                  </a:lnTo>
                  <a:lnTo>
                    <a:pt x="966" y="412"/>
                  </a:lnTo>
                  <a:lnTo>
                    <a:pt x="961" y="404"/>
                  </a:lnTo>
                  <a:lnTo>
                    <a:pt x="956" y="394"/>
                  </a:lnTo>
                  <a:lnTo>
                    <a:pt x="952" y="383"/>
                  </a:lnTo>
                  <a:lnTo>
                    <a:pt x="949" y="3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AF301924-97D0-58A2-2570-EF66C8149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  <a:gd name="T64" fmla="*/ 112 w 408"/>
                <a:gd name="T65" fmla="*/ 732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  <a:lnTo>
                    <a:pt x="112" y="73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76BD5D25-EAA2-9517-5678-D6ADF1C8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" y="3498"/>
              <a:ext cx="204" cy="367"/>
            </a:xfrm>
            <a:custGeom>
              <a:avLst/>
              <a:gdLst>
                <a:gd name="T0" fmla="*/ 112 w 408"/>
                <a:gd name="T1" fmla="*/ 732 h 734"/>
                <a:gd name="T2" fmla="*/ 128 w 408"/>
                <a:gd name="T3" fmla="*/ 731 h 734"/>
                <a:gd name="T4" fmla="*/ 148 w 408"/>
                <a:gd name="T5" fmla="*/ 722 h 734"/>
                <a:gd name="T6" fmla="*/ 189 w 408"/>
                <a:gd name="T7" fmla="*/ 697 h 734"/>
                <a:gd name="T8" fmla="*/ 207 w 408"/>
                <a:gd name="T9" fmla="*/ 684 h 734"/>
                <a:gd name="T10" fmla="*/ 242 w 408"/>
                <a:gd name="T11" fmla="*/ 658 h 734"/>
                <a:gd name="T12" fmla="*/ 274 w 408"/>
                <a:gd name="T13" fmla="*/ 629 h 734"/>
                <a:gd name="T14" fmla="*/ 302 w 408"/>
                <a:gd name="T15" fmla="*/ 596 h 734"/>
                <a:gd name="T16" fmla="*/ 315 w 408"/>
                <a:gd name="T17" fmla="*/ 579 h 734"/>
                <a:gd name="T18" fmla="*/ 335 w 408"/>
                <a:gd name="T19" fmla="*/ 551 h 734"/>
                <a:gd name="T20" fmla="*/ 350 w 408"/>
                <a:gd name="T21" fmla="*/ 521 h 734"/>
                <a:gd name="T22" fmla="*/ 376 w 408"/>
                <a:gd name="T23" fmla="*/ 456 h 734"/>
                <a:gd name="T24" fmla="*/ 393 w 408"/>
                <a:gd name="T25" fmla="*/ 384 h 734"/>
                <a:gd name="T26" fmla="*/ 403 w 408"/>
                <a:gd name="T27" fmla="*/ 307 h 734"/>
                <a:gd name="T28" fmla="*/ 408 w 408"/>
                <a:gd name="T29" fmla="*/ 231 h 734"/>
                <a:gd name="T30" fmla="*/ 408 w 408"/>
                <a:gd name="T31" fmla="*/ 153 h 734"/>
                <a:gd name="T32" fmla="*/ 403 w 408"/>
                <a:gd name="T33" fmla="*/ 11 h 734"/>
                <a:gd name="T34" fmla="*/ 378 w 408"/>
                <a:gd name="T35" fmla="*/ 7 h 734"/>
                <a:gd name="T36" fmla="*/ 357 w 408"/>
                <a:gd name="T37" fmla="*/ 4 h 734"/>
                <a:gd name="T38" fmla="*/ 315 w 408"/>
                <a:gd name="T39" fmla="*/ 4 h 734"/>
                <a:gd name="T40" fmla="*/ 251 w 408"/>
                <a:gd name="T41" fmla="*/ 12 h 734"/>
                <a:gd name="T42" fmla="*/ 210 w 408"/>
                <a:gd name="T43" fmla="*/ 15 h 734"/>
                <a:gd name="T44" fmla="*/ 156 w 408"/>
                <a:gd name="T45" fmla="*/ 15 h 734"/>
                <a:gd name="T46" fmla="*/ 109 w 408"/>
                <a:gd name="T47" fmla="*/ 17 h 734"/>
                <a:gd name="T48" fmla="*/ 64 w 408"/>
                <a:gd name="T49" fmla="*/ 22 h 734"/>
                <a:gd name="T50" fmla="*/ 13 w 408"/>
                <a:gd name="T51" fmla="*/ 36 h 734"/>
                <a:gd name="T52" fmla="*/ 0 w 408"/>
                <a:gd name="T53" fmla="*/ 58 h 734"/>
                <a:gd name="T54" fmla="*/ 24 w 408"/>
                <a:gd name="T55" fmla="*/ 702 h 734"/>
                <a:gd name="T56" fmla="*/ 24 w 408"/>
                <a:gd name="T57" fmla="*/ 708 h 734"/>
                <a:gd name="T58" fmla="*/ 26 w 408"/>
                <a:gd name="T59" fmla="*/ 721 h 734"/>
                <a:gd name="T60" fmla="*/ 31 w 408"/>
                <a:gd name="T61" fmla="*/ 729 h 734"/>
                <a:gd name="T62" fmla="*/ 43 w 408"/>
                <a:gd name="T63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734">
                  <a:moveTo>
                    <a:pt x="112" y="732"/>
                  </a:moveTo>
                  <a:lnTo>
                    <a:pt x="112" y="732"/>
                  </a:lnTo>
                  <a:lnTo>
                    <a:pt x="119" y="732"/>
                  </a:lnTo>
                  <a:lnTo>
                    <a:pt x="128" y="731"/>
                  </a:lnTo>
                  <a:lnTo>
                    <a:pt x="138" y="728"/>
                  </a:lnTo>
                  <a:lnTo>
                    <a:pt x="148" y="722"/>
                  </a:lnTo>
                  <a:lnTo>
                    <a:pt x="169" y="709"/>
                  </a:lnTo>
                  <a:lnTo>
                    <a:pt x="189" y="697"/>
                  </a:lnTo>
                  <a:lnTo>
                    <a:pt x="189" y="697"/>
                  </a:lnTo>
                  <a:lnTo>
                    <a:pt x="207" y="684"/>
                  </a:lnTo>
                  <a:lnTo>
                    <a:pt x="225" y="673"/>
                  </a:lnTo>
                  <a:lnTo>
                    <a:pt x="242" y="658"/>
                  </a:lnTo>
                  <a:lnTo>
                    <a:pt x="258" y="644"/>
                  </a:lnTo>
                  <a:lnTo>
                    <a:pt x="274" y="629"/>
                  </a:lnTo>
                  <a:lnTo>
                    <a:pt x="288" y="612"/>
                  </a:lnTo>
                  <a:lnTo>
                    <a:pt x="302" y="596"/>
                  </a:lnTo>
                  <a:lnTo>
                    <a:pt x="315" y="579"/>
                  </a:lnTo>
                  <a:lnTo>
                    <a:pt x="315" y="579"/>
                  </a:lnTo>
                  <a:lnTo>
                    <a:pt x="325" y="565"/>
                  </a:lnTo>
                  <a:lnTo>
                    <a:pt x="335" y="551"/>
                  </a:lnTo>
                  <a:lnTo>
                    <a:pt x="343" y="537"/>
                  </a:lnTo>
                  <a:lnTo>
                    <a:pt x="350" y="521"/>
                  </a:lnTo>
                  <a:lnTo>
                    <a:pt x="364" y="490"/>
                  </a:lnTo>
                  <a:lnTo>
                    <a:pt x="376" y="456"/>
                  </a:lnTo>
                  <a:lnTo>
                    <a:pt x="386" y="420"/>
                  </a:lnTo>
                  <a:lnTo>
                    <a:pt x="393" y="384"/>
                  </a:lnTo>
                  <a:lnTo>
                    <a:pt x="398" y="345"/>
                  </a:lnTo>
                  <a:lnTo>
                    <a:pt x="403" y="307"/>
                  </a:lnTo>
                  <a:lnTo>
                    <a:pt x="405" y="269"/>
                  </a:lnTo>
                  <a:lnTo>
                    <a:pt x="408" y="231"/>
                  </a:lnTo>
                  <a:lnTo>
                    <a:pt x="408" y="191"/>
                  </a:lnTo>
                  <a:lnTo>
                    <a:pt x="408" y="153"/>
                  </a:lnTo>
                  <a:lnTo>
                    <a:pt x="407" y="80"/>
                  </a:lnTo>
                  <a:lnTo>
                    <a:pt x="403" y="11"/>
                  </a:lnTo>
                  <a:lnTo>
                    <a:pt x="404" y="0"/>
                  </a:lnTo>
                  <a:lnTo>
                    <a:pt x="378" y="7"/>
                  </a:lnTo>
                  <a:lnTo>
                    <a:pt x="378" y="7"/>
                  </a:lnTo>
                  <a:lnTo>
                    <a:pt x="357" y="4"/>
                  </a:lnTo>
                  <a:lnTo>
                    <a:pt x="336" y="4"/>
                  </a:lnTo>
                  <a:lnTo>
                    <a:pt x="315" y="4"/>
                  </a:lnTo>
                  <a:lnTo>
                    <a:pt x="293" y="7"/>
                  </a:lnTo>
                  <a:lnTo>
                    <a:pt x="251" y="12"/>
                  </a:lnTo>
                  <a:lnTo>
                    <a:pt x="231" y="15"/>
                  </a:lnTo>
                  <a:lnTo>
                    <a:pt x="210" y="15"/>
                  </a:lnTo>
                  <a:lnTo>
                    <a:pt x="210" y="15"/>
                  </a:lnTo>
                  <a:lnTo>
                    <a:pt x="156" y="15"/>
                  </a:lnTo>
                  <a:lnTo>
                    <a:pt x="132" y="15"/>
                  </a:lnTo>
                  <a:lnTo>
                    <a:pt x="109" y="17"/>
                  </a:lnTo>
                  <a:lnTo>
                    <a:pt x="87" y="19"/>
                  </a:lnTo>
                  <a:lnTo>
                    <a:pt x="64" y="22"/>
                  </a:lnTo>
                  <a:lnTo>
                    <a:pt x="40" y="28"/>
                  </a:lnTo>
                  <a:lnTo>
                    <a:pt x="13" y="3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98"/>
                  </a:lnTo>
                  <a:lnTo>
                    <a:pt x="24" y="702"/>
                  </a:lnTo>
                  <a:lnTo>
                    <a:pt x="24" y="702"/>
                  </a:lnTo>
                  <a:lnTo>
                    <a:pt x="24" y="708"/>
                  </a:lnTo>
                  <a:lnTo>
                    <a:pt x="24" y="715"/>
                  </a:lnTo>
                  <a:lnTo>
                    <a:pt x="26" y="721"/>
                  </a:lnTo>
                  <a:lnTo>
                    <a:pt x="27" y="725"/>
                  </a:lnTo>
                  <a:lnTo>
                    <a:pt x="31" y="729"/>
                  </a:lnTo>
                  <a:lnTo>
                    <a:pt x="36" y="732"/>
                  </a:lnTo>
                  <a:lnTo>
                    <a:pt x="43" y="734"/>
                  </a:lnTo>
                  <a:lnTo>
                    <a:pt x="50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8E434D68-EC14-1531-8423-30884501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836"/>
              <a:ext cx="173" cy="382"/>
            </a:xfrm>
            <a:custGeom>
              <a:avLst/>
              <a:gdLst>
                <a:gd name="T0" fmla="*/ 210 w 347"/>
                <a:gd name="T1" fmla="*/ 242 h 764"/>
                <a:gd name="T2" fmla="*/ 225 w 347"/>
                <a:gd name="T3" fmla="*/ 140 h 764"/>
                <a:gd name="T4" fmla="*/ 247 w 347"/>
                <a:gd name="T5" fmla="*/ 76 h 764"/>
                <a:gd name="T6" fmla="*/ 264 w 347"/>
                <a:gd name="T7" fmla="*/ 47 h 764"/>
                <a:gd name="T8" fmla="*/ 288 w 347"/>
                <a:gd name="T9" fmla="*/ 22 h 764"/>
                <a:gd name="T10" fmla="*/ 306 w 347"/>
                <a:gd name="T11" fmla="*/ 18 h 764"/>
                <a:gd name="T12" fmla="*/ 317 w 347"/>
                <a:gd name="T13" fmla="*/ 25 h 764"/>
                <a:gd name="T14" fmla="*/ 327 w 347"/>
                <a:gd name="T15" fmla="*/ 42 h 764"/>
                <a:gd name="T16" fmla="*/ 330 w 347"/>
                <a:gd name="T17" fmla="*/ 66 h 764"/>
                <a:gd name="T18" fmla="*/ 325 w 347"/>
                <a:gd name="T19" fmla="*/ 102 h 764"/>
                <a:gd name="T20" fmla="*/ 312 w 347"/>
                <a:gd name="T21" fmla="*/ 136 h 764"/>
                <a:gd name="T22" fmla="*/ 262 w 347"/>
                <a:gd name="T23" fmla="*/ 249 h 764"/>
                <a:gd name="T24" fmla="*/ 249 w 347"/>
                <a:gd name="T25" fmla="*/ 289 h 764"/>
                <a:gd name="T26" fmla="*/ 225 w 347"/>
                <a:gd name="T27" fmla="*/ 418 h 764"/>
                <a:gd name="T28" fmla="*/ 208 w 347"/>
                <a:gd name="T29" fmla="*/ 493 h 764"/>
                <a:gd name="T30" fmla="*/ 176 w 347"/>
                <a:gd name="T31" fmla="*/ 586 h 764"/>
                <a:gd name="T32" fmla="*/ 150 w 347"/>
                <a:gd name="T33" fmla="*/ 643 h 764"/>
                <a:gd name="T34" fmla="*/ 115 w 347"/>
                <a:gd name="T35" fmla="*/ 695 h 764"/>
                <a:gd name="T36" fmla="*/ 81 w 347"/>
                <a:gd name="T37" fmla="*/ 727 h 764"/>
                <a:gd name="T38" fmla="*/ 40 w 347"/>
                <a:gd name="T39" fmla="*/ 745 h 764"/>
                <a:gd name="T40" fmla="*/ 9 w 347"/>
                <a:gd name="T41" fmla="*/ 747 h 764"/>
                <a:gd name="T42" fmla="*/ 0 w 347"/>
                <a:gd name="T43" fmla="*/ 752 h 764"/>
                <a:gd name="T44" fmla="*/ 1 w 347"/>
                <a:gd name="T45" fmla="*/ 761 h 764"/>
                <a:gd name="T46" fmla="*/ 9 w 347"/>
                <a:gd name="T47" fmla="*/ 764 h 764"/>
                <a:gd name="T48" fmla="*/ 57 w 347"/>
                <a:gd name="T49" fmla="*/ 758 h 764"/>
                <a:gd name="T50" fmla="*/ 99 w 347"/>
                <a:gd name="T51" fmla="*/ 735 h 764"/>
                <a:gd name="T52" fmla="*/ 133 w 347"/>
                <a:gd name="T53" fmla="*/ 700 h 764"/>
                <a:gd name="T54" fmla="*/ 176 w 347"/>
                <a:gd name="T55" fmla="*/ 629 h 764"/>
                <a:gd name="T56" fmla="*/ 205 w 347"/>
                <a:gd name="T57" fmla="*/ 559 h 764"/>
                <a:gd name="T58" fmla="*/ 239 w 347"/>
                <a:gd name="T59" fmla="*/ 433 h 764"/>
                <a:gd name="T60" fmla="*/ 261 w 347"/>
                <a:gd name="T61" fmla="*/ 321 h 764"/>
                <a:gd name="T62" fmla="*/ 282 w 347"/>
                <a:gd name="T63" fmla="*/ 239 h 764"/>
                <a:gd name="T64" fmla="*/ 302 w 347"/>
                <a:gd name="T65" fmla="*/ 192 h 764"/>
                <a:gd name="T66" fmla="*/ 330 w 347"/>
                <a:gd name="T67" fmla="*/ 134 h 764"/>
                <a:gd name="T68" fmla="*/ 346 w 347"/>
                <a:gd name="T69" fmla="*/ 85 h 764"/>
                <a:gd name="T70" fmla="*/ 346 w 347"/>
                <a:gd name="T71" fmla="*/ 52 h 764"/>
                <a:gd name="T72" fmla="*/ 339 w 347"/>
                <a:gd name="T73" fmla="*/ 25 h 764"/>
                <a:gd name="T74" fmla="*/ 319 w 347"/>
                <a:gd name="T75" fmla="*/ 4 h 764"/>
                <a:gd name="T76" fmla="*/ 302 w 347"/>
                <a:gd name="T77" fmla="*/ 0 h 764"/>
                <a:gd name="T78" fmla="*/ 283 w 347"/>
                <a:gd name="T79" fmla="*/ 5 h 764"/>
                <a:gd name="T80" fmla="*/ 268 w 347"/>
                <a:gd name="T81" fmla="*/ 15 h 764"/>
                <a:gd name="T82" fmla="*/ 238 w 347"/>
                <a:gd name="T83" fmla="*/ 54 h 764"/>
                <a:gd name="T84" fmla="*/ 217 w 347"/>
                <a:gd name="T85" fmla="*/ 110 h 764"/>
                <a:gd name="T86" fmla="*/ 200 w 347"/>
                <a:gd name="T87" fmla="*/ 188 h 764"/>
                <a:gd name="T88" fmla="*/ 188 w 347"/>
                <a:gd name="T89" fmla="*/ 310 h 764"/>
                <a:gd name="T90" fmla="*/ 191 w 347"/>
                <a:gd name="T91" fmla="*/ 316 h 764"/>
                <a:gd name="T92" fmla="*/ 200 w 347"/>
                <a:gd name="T93" fmla="*/ 317 h 764"/>
                <a:gd name="T94" fmla="*/ 205 w 347"/>
                <a:gd name="T95" fmla="*/ 31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7" h="764">
                  <a:moveTo>
                    <a:pt x="205" y="310"/>
                  </a:moveTo>
                  <a:lnTo>
                    <a:pt x="205" y="310"/>
                  </a:lnTo>
                  <a:lnTo>
                    <a:pt x="210" y="242"/>
                  </a:lnTo>
                  <a:lnTo>
                    <a:pt x="213" y="208"/>
                  </a:lnTo>
                  <a:lnTo>
                    <a:pt x="218" y="174"/>
                  </a:lnTo>
                  <a:lnTo>
                    <a:pt x="225" y="140"/>
                  </a:lnTo>
                  <a:lnTo>
                    <a:pt x="234" y="107"/>
                  </a:lnTo>
                  <a:lnTo>
                    <a:pt x="241" y="92"/>
                  </a:lnTo>
                  <a:lnTo>
                    <a:pt x="247" y="76"/>
                  </a:lnTo>
                  <a:lnTo>
                    <a:pt x="255" y="61"/>
                  </a:lnTo>
                  <a:lnTo>
                    <a:pt x="264" y="47"/>
                  </a:lnTo>
                  <a:lnTo>
                    <a:pt x="264" y="47"/>
                  </a:lnTo>
                  <a:lnTo>
                    <a:pt x="271" y="37"/>
                  </a:lnTo>
                  <a:lnTo>
                    <a:pt x="279" y="30"/>
                  </a:lnTo>
                  <a:lnTo>
                    <a:pt x="288" y="22"/>
                  </a:lnTo>
                  <a:lnTo>
                    <a:pt x="298" y="20"/>
                  </a:lnTo>
                  <a:lnTo>
                    <a:pt x="302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5" y="22"/>
                  </a:lnTo>
                  <a:lnTo>
                    <a:pt x="317" y="25"/>
                  </a:lnTo>
                  <a:lnTo>
                    <a:pt x="322" y="30"/>
                  </a:lnTo>
                  <a:lnTo>
                    <a:pt x="325" y="35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30" y="54"/>
                  </a:lnTo>
                  <a:lnTo>
                    <a:pt x="330" y="66"/>
                  </a:lnTo>
                  <a:lnTo>
                    <a:pt x="330" y="78"/>
                  </a:lnTo>
                  <a:lnTo>
                    <a:pt x="327" y="90"/>
                  </a:lnTo>
                  <a:lnTo>
                    <a:pt x="325" y="102"/>
                  </a:lnTo>
                  <a:lnTo>
                    <a:pt x="322" y="113"/>
                  </a:lnTo>
                  <a:lnTo>
                    <a:pt x="312" y="136"/>
                  </a:lnTo>
                  <a:lnTo>
                    <a:pt x="312" y="136"/>
                  </a:lnTo>
                  <a:lnTo>
                    <a:pt x="295" y="173"/>
                  </a:lnTo>
                  <a:lnTo>
                    <a:pt x="278" y="211"/>
                  </a:lnTo>
                  <a:lnTo>
                    <a:pt x="262" y="249"/>
                  </a:lnTo>
                  <a:lnTo>
                    <a:pt x="255" y="269"/>
                  </a:lnTo>
                  <a:lnTo>
                    <a:pt x="249" y="289"/>
                  </a:lnTo>
                  <a:lnTo>
                    <a:pt x="249" y="289"/>
                  </a:lnTo>
                  <a:lnTo>
                    <a:pt x="239" y="331"/>
                  </a:lnTo>
                  <a:lnTo>
                    <a:pt x="232" y="374"/>
                  </a:lnTo>
                  <a:lnTo>
                    <a:pt x="225" y="418"/>
                  </a:lnTo>
                  <a:lnTo>
                    <a:pt x="217" y="460"/>
                  </a:lnTo>
                  <a:lnTo>
                    <a:pt x="217" y="460"/>
                  </a:lnTo>
                  <a:lnTo>
                    <a:pt x="208" y="493"/>
                  </a:lnTo>
                  <a:lnTo>
                    <a:pt x="200" y="524"/>
                  </a:lnTo>
                  <a:lnTo>
                    <a:pt x="188" y="555"/>
                  </a:lnTo>
                  <a:lnTo>
                    <a:pt x="176" y="586"/>
                  </a:lnTo>
                  <a:lnTo>
                    <a:pt x="176" y="586"/>
                  </a:lnTo>
                  <a:lnTo>
                    <a:pt x="164" y="615"/>
                  </a:lnTo>
                  <a:lnTo>
                    <a:pt x="150" y="643"/>
                  </a:lnTo>
                  <a:lnTo>
                    <a:pt x="133" y="670"/>
                  </a:lnTo>
                  <a:lnTo>
                    <a:pt x="125" y="684"/>
                  </a:lnTo>
                  <a:lnTo>
                    <a:pt x="115" y="695"/>
                  </a:lnTo>
                  <a:lnTo>
                    <a:pt x="105" y="708"/>
                  </a:lnTo>
                  <a:lnTo>
                    <a:pt x="94" y="718"/>
                  </a:lnTo>
                  <a:lnTo>
                    <a:pt x="81" y="727"/>
                  </a:lnTo>
                  <a:lnTo>
                    <a:pt x="68" y="735"/>
                  </a:lnTo>
                  <a:lnTo>
                    <a:pt x="54" y="741"/>
                  </a:lnTo>
                  <a:lnTo>
                    <a:pt x="40" y="745"/>
                  </a:lnTo>
                  <a:lnTo>
                    <a:pt x="24" y="747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4" y="748"/>
                  </a:lnTo>
                  <a:lnTo>
                    <a:pt x="1" y="749"/>
                  </a:lnTo>
                  <a:lnTo>
                    <a:pt x="0" y="752"/>
                  </a:lnTo>
                  <a:lnTo>
                    <a:pt x="0" y="755"/>
                  </a:lnTo>
                  <a:lnTo>
                    <a:pt x="0" y="758"/>
                  </a:lnTo>
                  <a:lnTo>
                    <a:pt x="1" y="761"/>
                  </a:lnTo>
                  <a:lnTo>
                    <a:pt x="4" y="762"/>
                  </a:lnTo>
                  <a:lnTo>
                    <a:pt x="9" y="764"/>
                  </a:lnTo>
                  <a:lnTo>
                    <a:pt x="9" y="764"/>
                  </a:lnTo>
                  <a:lnTo>
                    <a:pt x="26" y="764"/>
                  </a:lnTo>
                  <a:lnTo>
                    <a:pt x="43" y="762"/>
                  </a:lnTo>
                  <a:lnTo>
                    <a:pt x="57" y="758"/>
                  </a:lnTo>
                  <a:lnTo>
                    <a:pt x="72" y="752"/>
                  </a:lnTo>
                  <a:lnTo>
                    <a:pt x="85" y="745"/>
                  </a:lnTo>
                  <a:lnTo>
                    <a:pt x="99" y="735"/>
                  </a:lnTo>
                  <a:lnTo>
                    <a:pt x="111" y="725"/>
                  </a:lnTo>
                  <a:lnTo>
                    <a:pt x="122" y="712"/>
                  </a:lnTo>
                  <a:lnTo>
                    <a:pt x="133" y="700"/>
                  </a:lnTo>
                  <a:lnTo>
                    <a:pt x="143" y="687"/>
                  </a:lnTo>
                  <a:lnTo>
                    <a:pt x="160" y="659"/>
                  </a:lnTo>
                  <a:lnTo>
                    <a:pt x="176" y="629"/>
                  </a:lnTo>
                  <a:lnTo>
                    <a:pt x="188" y="599"/>
                  </a:lnTo>
                  <a:lnTo>
                    <a:pt x="188" y="599"/>
                  </a:lnTo>
                  <a:lnTo>
                    <a:pt x="205" y="559"/>
                  </a:lnTo>
                  <a:lnTo>
                    <a:pt x="218" y="518"/>
                  </a:lnTo>
                  <a:lnTo>
                    <a:pt x="230" y="476"/>
                  </a:lnTo>
                  <a:lnTo>
                    <a:pt x="239" y="433"/>
                  </a:lnTo>
                  <a:lnTo>
                    <a:pt x="239" y="433"/>
                  </a:lnTo>
                  <a:lnTo>
                    <a:pt x="249" y="378"/>
                  </a:lnTo>
                  <a:lnTo>
                    <a:pt x="261" y="321"/>
                  </a:lnTo>
                  <a:lnTo>
                    <a:pt x="266" y="293"/>
                  </a:lnTo>
                  <a:lnTo>
                    <a:pt x="274" y="266"/>
                  </a:lnTo>
                  <a:lnTo>
                    <a:pt x="282" y="239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302" y="192"/>
                  </a:lnTo>
                  <a:lnTo>
                    <a:pt x="312" y="174"/>
                  </a:lnTo>
                  <a:lnTo>
                    <a:pt x="322" y="154"/>
                  </a:lnTo>
                  <a:lnTo>
                    <a:pt x="330" y="134"/>
                  </a:lnTo>
                  <a:lnTo>
                    <a:pt x="339" y="116"/>
                  </a:lnTo>
                  <a:lnTo>
                    <a:pt x="344" y="95"/>
                  </a:lnTo>
                  <a:lnTo>
                    <a:pt x="346" y="85"/>
                  </a:lnTo>
                  <a:lnTo>
                    <a:pt x="347" y="73"/>
                  </a:lnTo>
                  <a:lnTo>
                    <a:pt x="347" y="64"/>
                  </a:lnTo>
                  <a:lnTo>
                    <a:pt x="346" y="52"/>
                  </a:lnTo>
                  <a:lnTo>
                    <a:pt x="346" y="52"/>
                  </a:lnTo>
                  <a:lnTo>
                    <a:pt x="343" y="38"/>
                  </a:lnTo>
                  <a:lnTo>
                    <a:pt x="339" y="25"/>
                  </a:lnTo>
                  <a:lnTo>
                    <a:pt x="332" y="15"/>
                  </a:lnTo>
                  <a:lnTo>
                    <a:pt x="323" y="7"/>
                  </a:lnTo>
                  <a:lnTo>
                    <a:pt x="319" y="4"/>
                  </a:lnTo>
                  <a:lnTo>
                    <a:pt x="313" y="1"/>
                  </a:lnTo>
                  <a:lnTo>
                    <a:pt x="308" y="0"/>
                  </a:lnTo>
                  <a:lnTo>
                    <a:pt x="302" y="0"/>
                  </a:lnTo>
                  <a:lnTo>
                    <a:pt x="296" y="1"/>
                  </a:lnTo>
                  <a:lnTo>
                    <a:pt x="291" y="3"/>
                  </a:lnTo>
                  <a:lnTo>
                    <a:pt x="283" y="5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68" y="15"/>
                  </a:lnTo>
                  <a:lnTo>
                    <a:pt x="261" y="21"/>
                  </a:lnTo>
                  <a:lnTo>
                    <a:pt x="249" y="37"/>
                  </a:lnTo>
                  <a:lnTo>
                    <a:pt x="238" y="54"/>
                  </a:lnTo>
                  <a:lnTo>
                    <a:pt x="230" y="72"/>
                  </a:lnTo>
                  <a:lnTo>
                    <a:pt x="222" y="90"/>
                  </a:lnTo>
                  <a:lnTo>
                    <a:pt x="217" y="110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0" y="188"/>
                  </a:lnTo>
                  <a:lnTo>
                    <a:pt x="194" y="228"/>
                  </a:lnTo>
                  <a:lnTo>
                    <a:pt x="191" y="269"/>
                  </a:lnTo>
                  <a:lnTo>
                    <a:pt x="188" y="310"/>
                  </a:lnTo>
                  <a:lnTo>
                    <a:pt x="188" y="310"/>
                  </a:lnTo>
                  <a:lnTo>
                    <a:pt x="188" y="314"/>
                  </a:lnTo>
                  <a:lnTo>
                    <a:pt x="191" y="316"/>
                  </a:lnTo>
                  <a:lnTo>
                    <a:pt x="194" y="317"/>
                  </a:lnTo>
                  <a:lnTo>
                    <a:pt x="197" y="319"/>
                  </a:lnTo>
                  <a:lnTo>
                    <a:pt x="200" y="317"/>
                  </a:lnTo>
                  <a:lnTo>
                    <a:pt x="203" y="316"/>
                  </a:lnTo>
                  <a:lnTo>
                    <a:pt x="204" y="313"/>
                  </a:lnTo>
                  <a:lnTo>
                    <a:pt x="205" y="310"/>
                  </a:lnTo>
                  <a:lnTo>
                    <a:pt x="205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7C4855C0-59A2-1B73-879B-E9F2667F2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38"/>
              <a:ext cx="32" cy="165"/>
            </a:xfrm>
            <a:custGeom>
              <a:avLst/>
              <a:gdLst>
                <a:gd name="T0" fmla="*/ 47 w 64"/>
                <a:gd name="T1" fmla="*/ 7 h 330"/>
                <a:gd name="T2" fmla="*/ 47 w 64"/>
                <a:gd name="T3" fmla="*/ 7 h 330"/>
                <a:gd name="T4" fmla="*/ 44 w 64"/>
                <a:gd name="T5" fmla="*/ 48 h 330"/>
                <a:gd name="T6" fmla="*/ 40 w 64"/>
                <a:gd name="T7" fmla="*/ 88 h 330"/>
                <a:gd name="T8" fmla="*/ 34 w 64"/>
                <a:gd name="T9" fmla="*/ 126 h 330"/>
                <a:gd name="T10" fmla="*/ 29 w 64"/>
                <a:gd name="T11" fmla="*/ 166 h 330"/>
                <a:gd name="T12" fmla="*/ 13 w 64"/>
                <a:gd name="T13" fmla="*/ 244 h 330"/>
                <a:gd name="T14" fmla="*/ 6 w 64"/>
                <a:gd name="T15" fmla="*/ 283 h 330"/>
                <a:gd name="T16" fmla="*/ 0 w 64"/>
                <a:gd name="T17" fmla="*/ 323 h 330"/>
                <a:gd name="T18" fmla="*/ 0 w 64"/>
                <a:gd name="T19" fmla="*/ 323 h 330"/>
                <a:gd name="T20" fmla="*/ 0 w 64"/>
                <a:gd name="T21" fmla="*/ 326 h 330"/>
                <a:gd name="T22" fmla="*/ 2 w 64"/>
                <a:gd name="T23" fmla="*/ 329 h 330"/>
                <a:gd name="T24" fmla="*/ 5 w 64"/>
                <a:gd name="T25" fmla="*/ 330 h 330"/>
                <a:gd name="T26" fmla="*/ 7 w 64"/>
                <a:gd name="T27" fmla="*/ 330 h 330"/>
                <a:gd name="T28" fmla="*/ 10 w 64"/>
                <a:gd name="T29" fmla="*/ 330 h 330"/>
                <a:gd name="T30" fmla="*/ 14 w 64"/>
                <a:gd name="T31" fmla="*/ 329 h 330"/>
                <a:gd name="T32" fmla="*/ 16 w 64"/>
                <a:gd name="T33" fmla="*/ 326 h 330"/>
                <a:gd name="T34" fmla="*/ 17 w 64"/>
                <a:gd name="T35" fmla="*/ 323 h 330"/>
                <a:gd name="T36" fmla="*/ 17 w 64"/>
                <a:gd name="T37" fmla="*/ 323 h 330"/>
                <a:gd name="T38" fmla="*/ 23 w 64"/>
                <a:gd name="T39" fmla="*/ 283 h 330"/>
                <a:gd name="T40" fmla="*/ 30 w 64"/>
                <a:gd name="T41" fmla="*/ 244 h 330"/>
                <a:gd name="T42" fmla="*/ 46 w 64"/>
                <a:gd name="T43" fmla="*/ 166 h 330"/>
                <a:gd name="T44" fmla="*/ 51 w 64"/>
                <a:gd name="T45" fmla="*/ 126 h 330"/>
                <a:gd name="T46" fmla="*/ 57 w 64"/>
                <a:gd name="T47" fmla="*/ 88 h 330"/>
                <a:gd name="T48" fmla="*/ 61 w 64"/>
                <a:gd name="T49" fmla="*/ 48 h 330"/>
                <a:gd name="T50" fmla="*/ 64 w 64"/>
                <a:gd name="T51" fmla="*/ 7 h 330"/>
                <a:gd name="T52" fmla="*/ 64 w 64"/>
                <a:gd name="T53" fmla="*/ 7 h 330"/>
                <a:gd name="T54" fmla="*/ 63 w 64"/>
                <a:gd name="T55" fmla="*/ 4 h 330"/>
                <a:gd name="T56" fmla="*/ 61 w 64"/>
                <a:gd name="T57" fmla="*/ 1 h 330"/>
                <a:gd name="T58" fmla="*/ 58 w 64"/>
                <a:gd name="T59" fmla="*/ 0 h 330"/>
                <a:gd name="T60" fmla="*/ 56 w 64"/>
                <a:gd name="T61" fmla="*/ 0 h 330"/>
                <a:gd name="T62" fmla="*/ 51 w 64"/>
                <a:gd name="T63" fmla="*/ 0 h 330"/>
                <a:gd name="T64" fmla="*/ 48 w 64"/>
                <a:gd name="T65" fmla="*/ 1 h 330"/>
                <a:gd name="T66" fmla="*/ 47 w 64"/>
                <a:gd name="T67" fmla="*/ 4 h 330"/>
                <a:gd name="T68" fmla="*/ 47 w 64"/>
                <a:gd name="T69" fmla="*/ 7 h 330"/>
                <a:gd name="T70" fmla="*/ 47 w 64"/>
                <a:gd name="T71" fmla="*/ 7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330">
                  <a:moveTo>
                    <a:pt x="47" y="7"/>
                  </a:moveTo>
                  <a:lnTo>
                    <a:pt x="47" y="7"/>
                  </a:lnTo>
                  <a:lnTo>
                    <a:pt x="44" y="48"/>
                  </a:lnTo>
                  <a:lnTo>
                    <a:pt x="40" y="88"/>
                  </a:lnTo>
                  <a:lnTo>
                    <a:pt x="34" y="126"/>
                  </a:lnTo>
                  <a:lnTo>
                    <a:pt x="29" y="166"/>
                  </a:lnTo>
                  <a:lnTo>
                    <a:pt x="13" y="244"/>
                  </a:lnTo>
                  <a:lnTo>
                    <a:pt x="6" y="283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6"/>
                  </a:lnTo>
                  <a:lnTo>
                    <a:pt x="2" y="329"/>
                  </a:lnTo>
                  <a:lnTo>
                    <a:pt x="5" y="330"/>
                  </a:lnTo>
                  <a:lnTo>
                    <a:pt x="7" y="330"/>
                  </a:lnTo>
                  <a:lnTo>
                    <a:pt x="10" y="330"/>
                  </a:lnTo>
                  <a:lnTo>
                    <a:pt x="14" y="329"/>
                  </a:lnTo>
                  <a:lnTo>
                    <a:pt x="16" y="326"/>
                  </a:lnTo>
                  <a:lnTo>
                    <a:pt x="17" y="323"/>
                  </a:lnTo>
                  <a:lnTo>
                    <a:pt x="17" y="323"/>
                  </a:lnTo>
                  <a:lnTo>
                    <a:pt x="23" y="283"/>
                  </a:lnTo>
                  <a:lnTo>
                    <a:pt x="30" y="244"/>
                  </a:lnTo>
                  <a:lnTo>
                    <a:pt x="46" y="166"/>
                  </a:lnTo>
                  <a:lnTo>
                    <a:pt x="51" y="126"/>
                  </a:lnTo>
                  <a:lnTo>
                    <a:pt x="57" y="88"/>
                  </a:lnTo>
                  <a:lnTo>
                    <a:pt x="61" y="4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3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97ACCFF6-4CB2-9383-CEBE-FDA84C087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7"/>
              <a:ext cx="40" cy="63"/>
            </a:xfrm>
            <a:custGeom>
              <a:avLst/>
              <a:gdLst>
                <a:gd name="T0" fmla="*/ 0 w 79"/>
                <a:gd name="T1" fmla="*/ 11 h 126"/>
                <a:gd name="T2" fmla="*/ 0 w 79"/>
                <a:gd name="T3" fmla="*/ 11 h 126"/>
                <a:gd name="T4" fmla="*/ 4 w 79"/>
                <a:gd name="T5" fmla="*/ 27 h 126"/>
                <a:gd name="T6" fmla="*/ 10 w 79"/>
                <a:gd name="T7" fmla="*/ 42 h 126"/>
                <a:gd name="T8" fmla="*/ 15 w 79"/>
                <a:gd name="T9" fmla="*/ 58 h 126"/>
                <a:gd name="T10" fmla="*/ 24 w 79"/>
                <a:gd name="T11" fmla="*/ 72 h 126"/>
                <a:gd name="T12" fmla="*/ 32 w 79"/>
                <a:gd name="T13" fmla="*/ 86 h 126"/>
                <a:gd name="T14" fmla="*/ 42 w 79"/>
                <a:gd name="T15" fmla="*/ 99 h 126"/>
                <a:gd name="T16" fmla="*/ 52 w 79"/>
                <a:gd name="T17" fmla="*/ 112 h 126"/>
                <a:gd name="T18" fmla="*/ 65 w 79"/>
                <a:gd name="T19" fmla="*/ 123 h 126"/>
                <a:gd name="T20" fmla="*/ 65 w 79"/>
                <a:gd name="T21" fmla="*/ 123 h 126"/>
                <a:gd name="T22" fmla="*/ 68 w 79"/>
                <a:gd name="T23" fmla="*/ 126 h 126"/>
                <a:gd name="T24" fmla="*/ 70 w 79"/>
                <a:gd name="T25" fmla="*/ 126 h 126"/>
                <a:gd name="T26" fmla="*/ 75 w 79"/>
                <a:gd name="T27" fmla="*/ 124 h 126"/>
                <a:gd name="T28" fmla="*/ 76 w 79"/>
                <a:gd name="T29" fmla="*/ 123 h 126"/>
                <a:gd name="T30" fmla="*/ 79 w 79"/>
                <a:gd name="T31" fmla="*/ 120 h 126"/>
                <a:gd name="T32" fmla="*/ 79 w 79"/>
                <a:gd name="T33" fmla="*/ 117 h 126"/>
                <a:gd name="T34" fmla="*/ 79 w 79"/>
                <a:gd name="T35" fmla="*/ 114 h 126"/>
                <a:gd name="T36" fmla="*/ 76 w 79"/>
                <a:gd name="T37" fmla="*/ 112 h 126"/>
                <a:gd name="T38" fmla="*/ 76 w 79"/>
                <a:gd name="T39" fmla="*/ 112 h 126"/>
                <a:gd name="T40" fmla="*/ 65 w 79"/>
                <a:gd name="T41" fmla="*/ 100 h 126"/>
                <a:gd name="T42" fmla="*/ 55 w 79"/>
                <a:gd name="T43" fmla="*/ 89 h 126"/>
                <a:gd name="T44" fmla="*/ 46 w 79"/>
                <a:gd name="T45" fmla="*/ 76 h 126"/>
                <a:gd name="T46" fmla="*/ 38 w 79"/>
                <a:gd name="T47" fmla="*/ 63 h 126"/>
                <a:gd name="T48" fmla="*/ 31 w 79"/>
                <a:gd name="T49" fmla="*/ 51 h 126"/>
                <a:gd name="T50" fmla="*/ 25 w 79"/>
                <a:gd name="T51" fmla="*/ 36 h 126"/>
                <a:gd name="T52" fmla="*/ 19 w 79"/>
                <a:gd name="T53" fmla="*/ 21 h 126"/>
                <a:gd name="T54" fmla="*/ 17 w 79"/>
                <a:gd name="T55" fmla="*/ 5 h 126"/>
                <a:gd name="T56" fmla="*/ 17 w 79"/>
                <a:gd name="T57" fmla="*/ 5 h 126"/>
                <a:gd name="T58" fmla="*/ 14 w 79"/>
                <a:gd name="T59" fmla="*/ 2 h 126"/>
                <a:gd name="T60" fmla="*/ 12 w 79"/>
                <a:gd name="T61" fmla="*/ 1 h 126"/>
                <a:gd name="T62" fmla="*/ 10 w 79"/>
                <a:gd name="T63" fmla="*/ 0 h 126"/>
                <a:gd name="T64" fmla="*/ 5 w 79"/>
                <a:gd name="T65" fmla="*/ 0 h 126"/>
                <a:gd name="T66" fmla="*/ 2 w 79"/>
                <a:gd name="T67" fmla="*/ 1 h 126"/>
                <a:gd name="T68" fmla="*/ 1 w 79"/>
                <a:gd name="T69" fmla="*/ 4 h 126"/>
                <a:gd name="T70" fmla="*/ 0 w 79"/>
                <a:gd name="T71" fmla="*/ 7 h 126"/>
                <a:gd name="T72" fmla="*/ 0 w 79"/>
                <a:gd name="T73" fmla="*/ 11 h 126"/>
                <a:gd name="T74" fmla="*/ 0 w 79"/>
                <a:gd name="T75" fmla="*/ 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126">
                  <a:moveTo>
                    <a:pt x="0" y="11"/>
                  </a:moveTo>
                  <a:lnTo>
                    <a:pt x="0" y="11"/>
                  </a:lnTo>
                  <a:lnTo>
                    <a:pt x="4" y="27"/>
                  </a:lnTo>
                  <a:lnTo>
                    <a:pt x="10" y="42"/>
                  </a:lnTo>
                  <a:lnTo>
                    <a:pt x="15" y="58"/>
                  </a:lnTo>
                  <a:lnTo>
                    <a:pt x="24" y="72"/>
                  </a:lnTo>
                  <a:lnTo>
                    <a:pt x="32" y="86"/>
                  </a:lnTo>
                  <a:lnTo>
                    <a:pt x="42" y="99"/>
                  </a:lnTo>
                  <a:lnTo>
                    <a:pt x="52" y="11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8" y="126"/>
                  </a:lnTo>
                  <a:lnTo>
                    <a:pt x="70" y="126"/>
                  </a:lnTo>
                  <a:lnTo>
                    <a:pt x="75" y="124"/>
                  </a:lnTo>
                  <a:lnTo>
                    <a:pt x="76" y="123"/>
                  </a:lnTo>
                  <a:lnTo>
                    <a:pt x="79" y="120"/>
                  </a:lnTo>
                  <a:lnTo>
                    <a:pt x="79" y="117"/>
                  </a:lnTo>
                  <a:lnTo>
                    <a:pt x="79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65" y="100"/>
                  </a:lnTo>
                  <a:lnTo>
                    <a:pt x="55" y="89"/>
                  </a:lnTo>
                  <a:lnTo>
                    <a:pt x="46" y="76"/>
                  </a:lnTo>
                  <a:lnTo>
                    <a:pt x="38" y="63"/>
                  </a:lnTo>
                  <a:lnTo>
                    <a:pt x="31" y="51"/>
                  </a:lnTo>
                  <a:lnTo>
                    <a:pt x="25" y="36"/>
                  </a:lnTo>
                  <a:lnTo>
                    <a:pt x="19" y="2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1790DBFA-3B7D-81D7-558F-71CD56F0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080"/>
              <a:ext cx="41" cy="127"/>
            </a:xfrm>
            <a:custGeom>
              <a:avLst/>
              <a:gdLst>
                <a:gd name="T0" fmla="*/ 59 w 81"/>
                <a:gd name="T1" fmla="*/ 10 h 255"/>
                <a:gd name="T2" fmla="*/ 59 w 81"/>
                <a:gd name="T3" fmla="*/ 10 h 255"/>
                <a:gd name="T4" fmla="*/ 62 w 81"/>
                <a:gd name="T5" fmla="*/ 26 h 255"/>
                <a:gd name="T6" fmla="*/ 64 w 81"/>
                <a:gd name="T7" fmla="*/ 40 h 255"/>
                <a:gd name="T8" fmla="*/ 64 w 81"/>
                <a:gd name="T9" fmla="*/ 55 h 255"/>
                <a:gd name="T10" fmla="*/ 62 w 81"/>
                <a:gd name="T11" fmla="*/ 70 h 255"/>
                <a:gd name="T12" fmla="*/ 59 w 81"/>
                <a:gd name="T13" fmla="*/ 85 h 255"/>
                <a:gd name="T14" fmla="*/ 55 w 81"/>
                <a:gd name="T15" fmla="*/ 99 h 255"/>
                <a:gd name="T16" fmla="*/ 47 w 81"/>
                <a:gd name="T17" fmla="*/ 131 h 255"/>
                <a:gd name="T18" fmla="*/ 34 w 81"/>
                <a:gd name="T19" fmla="*/ 159 h 255"/>
                <a:gd name="T20" fmla="*/ 22 w 81"/>
                <a:gd name="T21" fmla="*/ 189 h 255"/>
                <a:gd name="T22" fmla="*/ 11 w 81"/>
                <a:gd name="T23" fmla="*/ 217 h 255"/>
                <a:gd name="T24" fmla="*/ 1 w 81"/>
                <a:gd name="T25" fmla="*/ 245 h 255"/>
                <a:gd name="T26" fmla="*/ 1 w 81"/>
                <a:gd name="T27" fmla="*/ 245 h 255"/>
                <a:gd name="T28" fmla="*/ 0 w 81"/>
                <a:gd name="T29" fmla="*/ 248 h 255"/>
                <a:gd name="T30" fmla="*/ 1 w 81"/>
                <a:gd name="T31" fmla="*/ 251 h 255"/>
                <a:gd name="T32" fmla="*/ 4 w 81"/>
                <a:gd name="T33" fmla="*/ 254 h 255"/>
                <a:gd name="T34" fmla="*/ 7 w 81"/>
                <a:gd name="T35" fmla="*/ 255 h 255"/>
                <a:gd name="T36" fmla="*/ 10 w 81"/>
                <a:gd name="T37" fmla="*/ 255 h 255"/>
                <a:gd name="T38" fmla="*/ 12 w 81"/>
                <a:gd name="T39" fmla="*/ 255 h 255"/>
                <a:gd name="T40" fmla="*/ 15 w 81"/>
                <a:gd name="T41" fmla="*/ 252 h 255"/>
                <a:gd name="T42" fmla="*/ 17 w 81"/>
                <a:gd name="T43" fmla="*/ 250 h 255"/>
                <a:gd name="T44" fmla="*/ 17 w 81"/>
                <a:gd name="T45" fmla="*/ 250 h 255"/>
                <a:gd name="T46" fmla="*/ 27 w 81"/>
                <a:gd name="T47" fmla="*/ 220 h 255"/>
                <a:gd name="T48" fmla="*/ 39 w 81"/>
                <a:gd name="T49" fmla="*/ 190 h 255"/>
                <a:gd name="T50" fmla="*/ 52 w 81"/>
                <a:gd name="T51" fmla="*/ 160 h 255"/>
                <a:gd name="T52" fmla="*/ 64 w 81"/>
                <a:gd name="T53" fmla="*/ 131 h 255"/>
                <a:gd name="T54" fmla="*/ 73 w 81"/>
                <a:gd name="T55" fmla="*/ 99 h 255"/>
                <a:gd name="T56" fmla="*/ 76 w 81"/>
                <a:gd name="T57" fmla="*/ 84 h 255"/>
                <a:gd name="T58" fmla="*/ 79 w 81"/>
                <a:gd name="T59" fmla="*/ 68 h 255"/>
                <a:gd name="T60" fmla="*/ 81 w 81"/>
                <a:gd name="T61" fmla="*/ 53 h 255"/>
                <a:gd name="T62" fmla="*/ 81 w 81"/>
                <a:gd name="T63" fmla="*/ 37 h 255"/>
                <a:gd name="T64" fmla="*/ 79 w 81"/>
                <a:gd name="T65" fmla="*/ 21 h 255"/>
                <a:gd name="T66" fmla="*/ 76 w 81"/>
                <a:gd name="T67" fmla="*/ 6 h 255"/>
                <a:gd name="T68" fmla="*/ 76 w 81"/>
                <a:gd name="T69" fmla="*/ 6 h 255"/>
                <a:gd name="T70" fmla="*/ 75 w 81"/>
                <a:gd name="T71" fmla="*/ 2 h 255"/>
                <a:gd name="T72" fmla="*/ 72 w 81"/>
                <a:gd name="T73" fmla="*/ 0 h 255"/>
                <a:gd name="T74" fmla="*/ 69 w 81"/>
                <a:gd name="T75" fmla="*/ 0 h 255"/>
                <a:gd name="T76" fmla="*/ 65 w 81"/>
                <a:gd name="T77" fmla="*/ 0 h 255"/>
                <a:gd name="T78" fmla="*/ 62 w 81"/>
                <a:gd name="T79" fmla="*/ 2 h 255"/>
                <a:gd name="T80" fmla="*/ 61 w 81"/>
                <a:gd name="T81" fmla="*/ 3 h 255"/>
                <a:gd name="T82" fmla="*/ 59 w 81"/>
                <a:gd name="T83" fmla="*/ 6 h 255"/>
                <a:gd name="T84" fmla="*/ 59 w 81"/>
                <a:gd name="T85" fmla="*/ 10 h 255"/>
                <a:gd name="T86" fmla="*/ 59 w 81"/>
                <a:gd name="T87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255">
                  <a:moveTo>
                    <a:pt x="59" y="10"/>
                  </a:moveTo>
                  <a:lnTo>
                    <a:pt x="59" y="10"/>
                  </a:lnTo>
                  <a:lnTo>
                    <a:pt x="62" y="26"/>
                  </a:lnTo>
                  <a:lnTo>
                    <a:pt x="64" y="40"/>
                  </a:lnTo>
                  <a:lnTo>
                    <a:pt x="64" y="55"/>
                  </a:lnTo>
                  <a:lnTo>
                    <a:pt x="62" y="70"/>
                  </a:lnTo>
                  <a:lnTo>
                    <a:pt x="59" y="85"/>
                  </a:lnTo>
                  <a:lnTo>
                    <a:pt x="55" y="99"/>
                  </a:lnTo>
                  <a:lnTo>
                    <a:pt x="47" y="131"/>
                  </a:lnTo>
                  <a:lnTo>
                    <a:pt x="34" y="159"/>
                  </a:lnTo>
                  <a:lnTo>
                    <a:pt x="22" y="189"/>
                  </a:lnTo>
                  <a:lnTo>
                    <a:pt x="11" y="21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4" y="254"/>
                  </a:lnTo>
                  <a:lnTo>
                    <a:pt x="7" y="255"/>
                  </a:lnTo>
                  <a:lnTo>
                    <a:pt x="10" y="255"/>
                  </a:lnTo>
                  <a:lnTo>
                    <a:pt x="12" y="255"/>
                  </a:lnTo>
                  <a:lnTo>
                    <a:pt x="15" y="252"/>
                  </a:lnTo>
                  <a:lnTo>
                    <a:pt x="17" y="250"/>
                  </a:lnTo>
                  <a:lnTo>
                    <a:pt x="17" y="250"/>
                  </a:lnTo>
                  <a:lnTo>
                    <a:pt x="27" y="220"/>
                  </a:lnTo>
                  <a:lnTo>
                    <a:pt x="39" y="190"/>
                  </a:lnTo>
                  <a:lnTo>
                    <a:pt x="52" y="160"/>
                  </a:lnTo>
                  <a:lnTo>
                    <a:pt x="64" y="131"/>
                  </a:lnTo>
                  <a:lnTo>
                    <a:pt x="73" y="99"/>
                  </a:lnTo>
                  <a:lnTo>
                    <a:pt x="76" y="84"/>
                  </a:lnTo>
                  <a:lnTo>
                    <a:pt x="79" y="68"/>
                  </a:lnTo>
                  <a:lnTo>
                    <a:pt x="81" y="53"/>
                  </a:lnTo>
                  <a:lnTo>
                    <a:pt x="81" y="37"/>
                  </a:lnTo>
                  <a:lnTo>
                    <a:pt x="79" y="21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1" y="3"/>
                  </a:lnTo>
                  <a:lnTo>
                    <a:pt x="59" y="6"/>
                  </a:lnTo>
                  <a:lnTo>
                    <a:pt x="59" y="10"/>
                  </a:lnTo>
                  <a:lnTo>
                    <a:pt x="5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F2E14928-1530-7847-62AB-C5D93D6E7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730"/>
              <a:ext cx="92" cy="236"/>
            </a:xfrm>
            <a:custGeom>
              <a:avLst/>
              <a:gdLst>
                <a:gd name="T0" fmla="*/ 91 w 184"/>
                <a:gd name="T1" fmla="*/ 1 h 472"/>
                <a:gd name="T2" fmla="*/ 73 w 184"/>
                <a:gd name="T3" fmla="*/ 0 h 472"/>
                <a:gd name="T4" fmla="*/ 57 w 184"/>
                <a:gd name="T5" fmla="*/ 3 h 472"/>
                <a:gd name="T6" fmla="*/ 44 w 184"/>
                <a:gd name="T7" fmla="*/ 8 h 472"/>
                <a:gd name="T8" fmla="*/ 33 w 184"/>
                <a:gd name="T9" fmla="*/ 20 h 472"/>
                <a:gd name="T10" fmla="*/ 16 w 184"/>
                <a:gd name="T11" fmla="*/ 48 h 472"/>
                <a:gd name="T12" fmla="*/ 6 w 184"/>
                <a:gd name="T13" fmla="*/ 83 h 472"/>
                <a:gd name="T14" fmla="*/ 0 w 184"/>
                <a:gd name="T15" fmla="*/ 123 h 472"/>
                <a:gd name="T16" fmla="*/ 2 w 184"/>
                <a:gd name="T17" fmla="*/ 197 h 472"/>
                <a:gd name="T18" fmla="*/ 5 w 184"/>
                <a:gd name="T19" fmla="*/ 224 h 472"/>
                <a:gd name="T20" fmla="*/ 19 w 184"/>
                <a:gd name="T21" fmla="*/ 301 h 472"/>
                <a:gd name="T22" fmla="*/ 33 w 184"/>
                <a:gd name="T23" fmla="*/ 343 h 472"/>
                <a:gd name="T24" fmla="*/ 51 w 184"/>
                <a:gd name="T25" fmla="*/ 384 h 472"/>
                <a:gd name="T26" fmla="*/ 74 w 184"/>
                <a:gd name="T27" fmla="*/ 419 h 472"/>
                <a:gd name="T28" fmla="*/ 102 w 184"/>
                <a:gd name="T29" fmla="*/ 447 h 472"/>
                <a:gd name="T30" fmla="*/ 128 w 184"/>
                <a:gd name="T31" fmla="*/ 462 h 472"/>
                <a:gd name="T32" fmla="*/ 146 w 184"/>
                <a:gd name="T33" fmla="*/ 469 h 472"/>
                <a:gd name="T34" fmla="*/ 166 w 184"/>
                <a:gd name="T35" fmla="*/ 472 h 472"/>
                <a:gd name="T36" fmla="*/ 177 w 184"/>
                <a:gd name="T37" fmla="*/ 470 h 472"/>
                <a:gd name="T38" fmla="*/ 183 w 184"/>
                <a:gd name="T39" fmla="*/ 467 h 472"/>
                <a:gd name="T40" fmla="*/ 184 w 184"/>
                <a:gd name="T41" fmla="*/ 462 h 472"/>
                <a:gd name="T42" fmla="*/ 183 w 184"/>
                <a:gd name="T43" fmla="*/ 456 h 472"/>
                <a:gd name="T44" fmla="*/ 177 w 184"/>
                <a:gd name="T45" fmla="*/ 453 h 472"/>
                <a:gd name="T46" fmla="*/ 167 w 184"/>
                <a:gd name="T47" fmla="*/ 455 h 472"/>
                <a:gd name="T48" fmla="*/ 142 w 184"/>
                <a:gd name="T49" fmla="*/ 449 h 472"/>
                <a:gd name="T50" fmla="*/ 111 w 184"/>
                <a:gd name="T51" fmla="*/ 433 h 472"/>
                <a:gd name="T52" fmla="*/ 87 w 184"/>
                <a:gd name="T53" fmla="*/ 408 h 472"/>
                <a:gd name="T54" fmla="*/ 67 w 184"/>
                <a:gd name="T55" fmla="*/ 377 h 472"/>
                <a:gd name="T56" fmla="*/ 50 w 184"/>
                <a:gd name="T57" fmla="*/ 341 h 472"/>
                <a:gd name="T58" fmla="*/ 39 w 184"/>
                <a:gd name="T59" fmla="*/ 304 h 472"/>
                <a:gd name="T60" fmla="*/ 23 w 184"/>
                <a:gd name="T61" fmla="*/ 238 h 472"/>
                <a:gd name="T62" fmla="*/ 17 w 184"/>
                <a:gd name="T63" fmla="*/ 198 h 472"/>
                <a:gd name="T64" fmla="*/ 16 w 184"/>
                <a:gd name="T65" fmla="*/ 160 h 472"/>
                <a:gd name="T66" fmla="*/ 17 w 184"/>
                <a:gd name="T67" fmla="*/ 120 h 472"/>
                <a:gd name="T68" fmla="*/ 24 w 184"/>
                <a:gd name="T69" fmla="*/ 82 h 472"/>
                <a:gd name="T70" fmla="*/ 27 w 184"/>
                <a:gd name="T71" fmla="*/ 71 h 472"/>
                <a:gd name="T72" fmla="*/ 37 w 184"/>
                <a:gd name="T73" fmla="*/ 46 h 472"/>
                <a:gd name="T74" fmla="*/ 51 w 184"/>
                <a:gd name="T75" fmla="*/ 27 h 472"/>
                <a:gd name="T76" fmla="*/ 67 w 184"/>
                <a:gd name="T77" fmla="*/ 18 h 472"/>
                <a:gd name="T78" fmla="*/ 80 w 184"/>
                <a:gd name="T79" fmla="*/ 17 h 472"/>
                <a:gd name="T80" fmla="*/ 87 w 184"/>
                <a:gd name="T81" fmla="*/ 17 h 472"/>
                <a:gd name="T82" fmla="*/ 94 w 184"/>
                <a:gd name="T83" fmla="*/ 15 h 472"/>
                <a:gd name="T84" fmla="*/ 97 w 184"/>
                <a:gd name="T85" fmla="*/ 10 h 472"/>
                <a:gd name="T86" fmla="*/ 97 w 184"/>
                <a:gd name="T87" fmla="*/ 4 h 472"/>
                <a:gd name="T88" fmla="*/ 91 w 184"/>
                <a:gd name="T89" fmla="*/ 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472">
                  <a:moveTo>
                    <a:pt x="91" y="1"/>
                  </a:moveTo>
                  <a:lnTo>
                    <a:pt x="91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7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33" y="20"/>
                  </a:lnTo>
                  <a:lnTo>
                    <a:pt x="23" y="32"/>
                  </a:lnTo>
                  <a:lnTo>
                    <a:pt x="16" y="48"/>
                  </a:lnTo>
                  <a:lnTo>
                    <a:pt x="10" y="65"/>
                  </a:lnTo>
                  <a:lnTo>
                    <a:pt x="6" y="83"/>
                  </a:lnTo>
                  <a:lnTo>
                    <a:pt x="3" y="103"/>
                  </a:lnTo>
                  <a:lnTo>
                    <a:pt x="0" y="123"/>
                  </a:lnTo>
                  <a:lnTo>
                    <a:pt x="0" y="161"/>
                  </a:lnTo>
                  <a:lnTo>
                    <a:pt x="2" y="197"/>
                  </a:lnTo>
                  <a:lnTo>
                    <a:pt x="5" y="224"/>
                  </a:lnTo>
                  <a:lnTo>
                    <a:pt x="5" y="224"/>
                  </a:lnTo>
                  <a:lnTo>
                    <a:pt x="10" y="260"/>
                  </a:lnTo>
                  <a:lnTo>
                    <a:pt x="19" y="301"/>
                  </a:lnTo>
                  <a:lnTo>
                    <a:pt x="26" y="323"/>
                  </a:lnTo>
                  <a:lnTo>
                    <a:pt x="33" y="343"/>
                  </a:lnTo>
                  <a:lnTo>
                    <a:pt x="41" y="364"/>
                  </a:lnTo>
                  <a:lnTo>
                    <a:pt x="51" y="384"/>
                  </a:lnTo>
                  <a:lnTo>
                    <a:pt x="61" y="402"/>
                  </a:lnTo>
                  <a:lnTo>
                    <a:pt x="74" y="419"/>
                  </a:lnTo>
                  <a:lnTo>
                    <a:pt x="87" y="435"/>
                  </a:lnTo>
                  <a:lnTo>
                    <a:pt x="102" y="447"/>
                  </a:lnTo>
                  <a:lnTo>
                    <a:pt x="118" y="457"/>
                  </a:lnTo>
                  <a:lnTo>
                    <a:pt x="128" y="462"/>
                  </a:lnTo>
                  <a:lnTo>
                    <a:pt x="136" y="466"/>
                  </a:lnTo>
                  <a:lnTo>
                    <a:pt x="146" y="469"/>
                  </a:lnTo>
                  <a:lnTo>
                    <a:pt x="156" y="470"/>
                  </a:lnTo>
                  <a:lnTo>
                    <a:pt x="166" y="472"/>
                  </a:lnTo>
                  <a:lnTo>
                    <a:pt x="177" y="470"/>
                  </a:lnTo>
                  <a:lnTo>
                    <a:pt x="177" y="470"/>
                  </a:lnTo>
                  <a:lnTo>
                    <a:pt x="180" y="470"/>
                  </a:lnTo>
                  <a:lnTo>
                    <a:pt x="183" y="467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4" y="459"/>
                  </a:lnTo>
                  <a:lnTo>
                    <a:pt x="183" y="456"/>
                  </a:lnTo>
                  <a:lnTo>
                    <a:pt x="180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67" y="455"/>
                  </a:lnTo>
                  <a:lnTo>
                    <a:pt x="159" y="453"/>
                  </a:lnTo>
                  <a:lnTo>
                    <a:pt x="142" y="449"/>
                  </a:lnTo>
                  <a:lnTo>
                    <a:pt x="126" y="442"/>
                  </a:lnTo>
                  <a:lnTo>
                    <a:pt x="111" y="433"/>
                  </a:lnTo>
                  <a:lnTo>
                    <a:pt x="98" y="422"/>
                  </a:lnTo>
                  <a:lnTo>
                    <a:pt x="87" y="408"/>
                  </a:lnTo>
                  <a:lnTo>
                    <a:pt x="75" y="394"/>
                  </a:lnTo>
                  <a:lnTo>
                    <a:pt x="67" y="377"/>
                  </a:lnTo>
                  <a:lnTo>
                    <a:pt x="58" y="360"/>
                  </a:lnTo>
                  <a:lnTo>
                    <a:pt x="50" y="341"/>
                  </a:lnTo>
                  <a:lnTo>
                    <a:pt x="44" y="323"/>
                  </a:lnTo>
                  <a:lnTo>
                    <a:pt x="39" y="304"/>
                  </a:lnTo>
                  <a:lnTo>
                    <a:pt x="29" y="269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17" y="198"/>
                  </a:lnTo>
                  <a:lnTo>
                    <a:pt x="16" y="180"/>
                  </a:lnTo>
                  <a:lnTo>
                    <a:pt x="16" y="160"/>
                  </a:lnTo>
                  <a:lnTo>
                    <a:pt x="16" y="140"/>
                  </a:lnTo>
                  <a:lnTo>
                    <a:pt x="17" y="120"/>
                  </a:lnTo>
                  <a:lnTo>
                    <a:pt x="20" y="102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7" y="71"/>
                  </a:lnTo>
                  <a:lnTo>
                    <a:pt x="31" y="58"/>
                  </a:lnTo>
                  <a:lnTo>
                    <a:pt x="37" y="46"/>
                  </a:lnTo>
                  <a:lnTo>
                    <a:pt x="43" y="35"/>
                  </a:lnTo>
                  <a:lnTo>
                    <a:pt x="51" y="27"/>
                  </a:lnTo>
                  <a:lnTo>
                    <a:pt x="61" y="20"/>
                  </a:lnTo>
                  <a:lnTo>
                    <a:pt x="67" y="18"/>
                  </a:lnTo>
                  <a:lnTo>
                    <a:pt x="73" y="17"/>
                  </a:lnTo>
                  <a:lnTo>
                    <a:pt x="80" y="17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7"/>
                  </a:lnTo>
                  <a:lnTo>
                    <a:pt x="94" y="15"/>
                  </a:lnTo>
                  <a:lnTo>
                    <a:pt x="95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3145ADC1-B680-4CAE-C89B-1699E6F2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668"/>
              <a:ext cx="34" cy="163"/>
            </a:xfrm>
            <a:custGeom>
              <a:avLst/>
              <a:gdLst>
                <a:gd name="T0" fmla="*/ 51 w 68"/>
                <a:gd name="T1" fmla="*/ 7 h 326"/>
                <a:gd name="T2" fmla="*/ 51 w 68"/>
                <a:gd name="T3" fmla="*/ 7 h 326"/>
                <a:gd name="T4" fmla="*/ 50 w 68"/>
                <a:gd name="T5" fmla="*/ 47 h 326"/>
                <a:gd name="T6" fmla="*/ 49 w 68"/>
                <a:gd name="T7" fmla="*/ 86 h 326"/>
                <a:gd name="T8" fmla="*/ 46 w 68"/>
                <a:gd name="T9" fmla="*/ 126 h 326"/>
                <a:gd name="T10" fmla="*/ 41 w 68"/>
                <a:gd name="T11" fmla="*/ 164 h 326"/>
                <a:gd name="T12" fmla="*/ 34 w 68"/>
                <a:gd name="T13" fmla="*/ 203 h 326"/>
                <a:gd name="T14" fmla="*/ 26 w 68"/>
                <a:gd name="T15" fmla="*/ 241 h 326"/>
                <a:gd name="T16" fmla="*/ 15 w 68"/>
                <a:gd name="T17" fmla="*/ 279 h 326"/>
                <a:gd name="T18" fmla="*/ 0 w 68"/>
                <a:gd name="T19" fmla="*/ 316 h 326"/>
                <a:gd name="T20" fmla="*/ 0 w 68"/>
                <a:gd name="T21" fmla="*/ 316 h 326"/>
                <a:gd name="T22" fmla="*/ 0 w 68"/>
                <a:gd name="T23" fmla="*/ 320 h 326"/>
                <a:gd name="T24" fmla="*/ 0 w 68"/>
                <a:gd name="T25" fmla="*/ 323 h 326"/>
                <a:gd name="T26" fmla="*/ 3 w 68"/>
                <a:gd name="T27" fmla="*/ 324 h 326"/>
                <a:gd name="T28" fmla="*/ 6 w 68"/>
                <a:gd name="T29" fmla="*/ 326 h 326"/>
                <a:gd name="T30" fmla="*/ 9 w 68"/>
                <a:gd name="T31" fmla="*/ 326 h 326"/>
                <a:gd name="T32" fmla="*/ 12 w 68"/>
                <a:gd name="T33" fmla="*/ 326 h 326"/>
                <a:gd name="T34" fmla="*/ 15 w 68"/>
                <a:gd name="T35" fmla="*/ 324 h 326"/>
                <a:gd name="T36" fmla="*/ 17 w 68"/>
                <a:gd name="T37" fmla="*/ 320 h 326"/>
                <a:gd name="T38" fmla="*/ 17 w 68"/>
                <a:gd name="T39" fmla="*/ 320 h 326"/>
                <a:gd name="T40" fmla="*/ 32 w 68"/>
                <a:gd name="T41" fmla="*/ 283 h 326"/>
                <a:gd name="T42" fmla="*/ 43 w 68"/>
                <a:gd name="T43" fmla="*/ 245 h 326"/>
                <a:gd name="T44" fmla="*/ 51 w 68"/>
                <a:gd name="T45" fmla="*/ 205 h 326"/>
                <a:gd name="T46" fmla="*/ 57 w 68"/>
                <a:gd name="T47" fmla="*/ 167 h 326"/>
                <a:gd name="T48" fmla="*/ 63 w 68"/>
                <a:gd name="T49" fmla="*/ 128 h 326"/>
                <a:gd name="T50" fmla="*/ 66 w 68"/>
                <a:gd name="T51" fmla="*/ 88 h 326"/>
                <a:gd name="T52" fmla="*/ 67 w 68"/>
                <a:gd name="T53" fmla="*/ 48 h 326"/>
                <a:gd name="T54" fmla="*/ 68 w 68"/>
                <a:gd name="T55" fmla="*/ 7 h 326"/>
                <a:gd name="T56" fmla="*/ 68 w 68"/>
                <a:gd name="T57" fmla="*/ 7 h 326"/>
                <a:gd name="T58" fmla="*/ 67 w 68"/>
                <a:gd name="T59" fmla="*/ 4 h 326"/>
                <a:gd name="T60" fmla="*/ 66 w 68"/>
                <a:gd name="T61" fmla="*/ 1 h 326"/>
                <a:gd name="T62" fmla="*/ 63 w 68"/>
                <a:gd name="T63" fmla="*/ 0 h 326"/>
                <a:gd name="T64" fmla="*/ 60 w 68"/>
                <a:gd name="T65" fmla="*/ 0 h 326"/>
                <a:gd name="T66" fmla="*/ 56 w 68"/>
                <a:gd name="T67" fmla="*/ 0 h 326"/>
                <a:gd name="T68" fmla="*/ 54 w 68"/>
                <a:gd name="T69" fmla="*/ 1 h 326"/>
                <a:gd name="T70" fmla="*/ 51 w 68"/>
                <a:gd name="T71" fmla="*/ 4 h 326"/>
                <a:gd name="T72" fmla="*/ 51 w 68"/>
                <a:gd name="T73" fmla="*/ 7 h 326"/>
                <a:gd name="T74" fmla="*/ 51 w 68"/>
                <a:gd name="T75" fmla="*/ 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326">
                  <a:moveTo>
                    <a:pt x="51" y="7"/>
                  </a:moveTo>
                  <a:lnTo>
                    <a:pt x="51" y="7"/>
                  </a:lnTo>
                  <a:lnTo>
                    <a:pt x="50" y="47"/>
                  </a:lnTo>
                  <a:lnTo>
                    <a:pt x="49" y="86"/>
                  </a:lnTo>
                  <a:lnTo>
                    <a:pt x="46" y="126"/>
                  </a:lnTo>
                  <a:lnTo>
                    <a:pt x="41" y="164"/>
                  </a:lnTo>
                  <a:lnTo>
                    <a:pt x="34" y="203"/>
                  </a:lnTo>
                  <a:lnTo>
                    <a:pt x="26" y="241"/>
                  </a:lnTo>
                  <a:lnTo>
                    <a:pt x="15" y="279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3" y="324"/>
                  </a:lnTo>
                  <a:lnTo>
                    <a:pt x="6" y="326"/>
                  </a:lnTo>
                  <a:lnTo>
                    <a:pt x="9" y="326"/>
                  </a:lnTo>
                  <a:lnTo>
                    <a:pt x="12" y="326"/>
                  </a:lnTo>
                  <a:lnTo>
                    <a:pt x="15" y="324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32" y="283"/>
                  </a:lnTo>
                  <a:lnTo>
                    <a:pt x="43" y="245"/>
                  </a:lnTo>
                  <a:lnTo>
                    <a:pt x="51" y="205"/>
                  </a:lnTo>
                  <a:lnTo>
                    <a:pt x="57" y="167"/>
                  </a:lnTo>
                  <a:lnTo>
                    <a:pt x="63" y="128"/>
                  </a:lnTo>
                  <a:lnTo>
                    <a:pt x="66" y="88"/>
                  </a:lnTo>
                  <a:lnTo>
                    <a:pt x="67" y="48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7" y="4"/>
                  </a:lnTo>
                  <a:lnTo>
                    <a:pt x="66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DCED08BA-173C-682E-8E44-08EC001E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73"/>
              <a:ext cx="715" cy="905"/>
            </a:xfrm>
            <a:custGeom>
              <a:avLst/>
              <a:gdLst>
                <a:gd name="T0" fmla="*/ 1289 w 1431"/>
                <a:gd name="T1" fmla="*/ 121 h 1811"/>
                <a:gd name="T2" fmla="*/ 1095 w 1431"/>
                <a:gd name="T3" fmla="*/ 105 h 1811"/>
                <a:gd name="T4" fmla="*/ 864 w 1431"/>
                <a:gd name="T5" fmla="*/ 32 h 1811"/>
                <a:gd name="T6" fmla="*/ 686 w 1431"/>
                <a:gd name="T7" fmla="*/ 0 h 1811"/>
                <a:gd name="T8" fmla="*/ 533 w 1431"/>
                <a:gd name="T9" fmla="*/ 22 h 1811"/>
                <a:gd name="T10" fmla="*/ 425 w 1431"/>
                <a:gd name="T11" fmla="*/ 78 h 1811"/>
                <a:gd name="T12" fmla="*/ 337 w 1431"/>
                <a:gd name="T13" fmla="*/ 169 h 1811"/>
                <a:gd name="T14" fmla="*/ 231 w 1431"/>
                <a:gd name="T15" fmla="*/ 200 h 1811"/>
                <a:gd name="T16" fmla="*/ 100 w 1431"/>
                <a:gd name="T17" fmla="*/ 277 h 1811"/>
                <a:gd name="T18" fmla="*/ 32 w 1431"/>
                <a:gd name="T19" fmla="*/ 398 h 1811"/>
                <a:gd name="T20" fmla="*/ 4 w 1431"/>
                <a:gd name="T21" fmla="*/ 543 h 1811"/>
                <a:gd name="T22" fmla="*/ 7 w 1431"/>
                <a:gd name="T23" fmla="*/ 781 h 1811"/>
                <a:gd name="T24" fmla="*/ 54 w 1431"/>
                <a:gd name="T25" fmla="*/ 1093 h 1811"/>
                <a:gd name="T26" fmla="*/ 130 w 1431"/>
                <a:gd name="T27" fmla="*/ 1393 h 1811"/>
                <a:gd name="T28" fmla="*/ 180 w 1431"/>
                <a:gd name="T29" fmla="*/ 1545 h 1811"/>
                <a:gd name="T30" fmla="*/ 204 w 1431"/>
                <a:gd name="T31" fmla="*/ 1603 h 1811"/>
                <a:gd name="T32" fmla="*/ 262 w 1431"/>
                <a:gd name="T33" fmla="*/ 1640 h 1811"/>
                <a:gd name="T34" fmla="*/ 358 w 1431"/>
                <a:gd name="T35" fmla="*/ 1729 h 1811"/>
                <a:gd name="T36" fmla="*/ 409 w 1431"/>
                <a:gd name="T37" fmla="*/ 1810 h 1811"/>
                <a:gd name="T38" fmla="*/ 438 w 1431"/>
                <a:gd name="T39" fmla="*/ 1810 h 1811"/>
                <a:gd name="T40" fmla="*/ 491 w 1431"/>
                <a:gd name="T41" fmla="*/ 1743 h 1811"/>
                <a:gd name="T42" fmla="*/ 511 w 1431"/>
                <a:gd name="T43" fmla="*/ 1711 h 1811"/>
                <a:gd name="T44" fmla="*/ 511 w 1431"/>
                <a:gd name="T45" fmla="*/ 1781 h 1811"/>
                <a:gd name="T46" fmla="*/ 664 w 1431"/>
                <a:gd name="T47" fmla="*/ 1767 h 1811"/>
                <a:gd name="T48" fmla="*/ 741 w 1431"/>
                <a:gd name="T49" fmla="*/ 1720 h 1811"/>
                <a:gd name="T50" fmla="*/ 751 w 1431"/>
                <a:gd name="T51" fmla="*/ 1754 h 1811"/>
                <a:gd name="T52" fmla="*/ 833 w 1431"/>
                <a:gd name="T53" fmla="*/ 1719 h 1811"/>
                <a:gd name="T54" fmla="*/ 975 w 1431"/>
                <a:gd name="T55" fmla="*/ 1607 h 1811"/>
                <a:gd name="T56" fmla="*/ 1037 w 1431"/>
                <a:gd name="T57" fmla="*/ 1514 h 1811"/>
                <a:gd name="T58" fmla="*/ 1138 w 1431"/>
                <a:gd name="T59" fmla="*/ 1334 h 1811"/>
                <a:gd name="T60" fmla="*/ 1242 w 1431"/>
                <a:gd name="T61" fmla="*/ 1202 h 1811"/>
                <a:gd name="T62" fmla="*/ 1228 w 1431"/>
                <a:gd name="T63" fmla="*/ 1196 h 1811"/>
                <a:gd name="T64" fmla="*/ 1108 w 1431"/>
                <a:gd name="T65" fmla="*/ 1346 h 1811"/>
                <a:gd name="T66" fmla="*/ 1003 w 1431"/>
                <a:gd name="T67" fmla="*/ 1539 h 1811"/>
                <a:gd name="T68" fmla="*/ 919 w 1431"/>
                <a:gd name="T69" fmla="*/ 1640 h 1811"/>
                <a:gd name="T70" fmla="*/ 751 w 1431"/>
                <a:gd name="T71" fmla="*/ 1740 h 1811"/>
                <a:gd name="T72" fmla="*/ 739 w 1431"/>
                <a:gd name="T73" fmla="*/ 1708 h 1811"/>
                <a:gd name="T74" fmla="*/ 707 w 1431"/>
                <a:gd name="T75" fmla="*/ 1728 h 1811"/>
                <a:gd name="T76" fmla="*/ 628 w 1431"/>
                <a:gd name="T77" fmla="*/ 1759 h 1811"/>
                <a:gd name="T78" fmla="*/ 520 w 1431"/>
                <a:gd name="T79" fmla="*/ 1773 h 1811"/>
                <a:gd name="T80" fmla="*/ 516 w 1431"/>
                <a:gd name="T81" fmla="*/ 1702 h 1811"/>
                <a:gd name="T82" fmla="*/ 457 w 1431"/>
                <a:gd name="T83" fmla="*/ 1757 h 1811"/>
                <a:gd name="T84" fmla="*/ 415 w 1431"/>
                <a:gd name="T85" fmla="*/ 1794 h 1811"/>
                <a:gd name="T86" fmla="*/ 372 w 1431"/>
                <a:gd name="T87" fmla="*/ 1720 h 1811"/>
                <a:gd name="T88" fmla="*/ 266 w 1431"/>
                <a:gd name="T89" fmla="*/ 1624 h 1811"/>
                <a:gd name="T90" fmla="*/ 217 w 1431"/>
                <a:gd name="T91" fmla="*/ 1589 h 1811"/>
                <a:gd name="T92" fmla="*/ 170 w 1431"/>
                <a:gd name="T93" fmla="*/ 1461 h 1811"/>
                <a:gd name="T94" fmla="*/ 71 w 1431"/>
                <a:gd name="T95" fmla="*/ 1089 h 1811"/>
                <a:gd name="T96" fmla="*/ 18 w 1431"/>
                <a:gd name="T97" fmla="*/ 690 h 1811"/>
                <a:gd name="T98" fmla="*/ 24 w 1431"/>
                <a:gd name="T99" fmla="*/ 509 h 1811"/>
                <a:gd name="T100" fmla="*/ 79 w 1431"/>
                <a:gd name="T101" fmla="*/ 333 h 1811"/>
                <a:gd name="T102" fmla="*/ 149 w 1431"/>
                <a:gd name="T103" fmla="*/ 255 h 1811"/>
                <a:gd name="T104" fmla="*/ 214 w 1431"/>
                <a:gd name="T105" fmla="*/ 223 h 1811"/>
                <a:gd name="T106" fmla="*/ 316 w 1431"/>
                <a:gd name="T107" fmla="*/ 213 h 1811"/>
                <a:gd name="T108" fmla="*/ 346 w 1431"/>
                <a:gd name="T109" fmla="*/ 190 h 1811"/>
                <a:gd name="T110" fmla="*/ 435 w 1431"/>
                <a:gd name="T111" fmla="*/ 91 h 1811"/>
                <a:gd name="T112" fmla="*/ 581 w 1431"/>
                <a:gd name="T113" fmla="*/ 26 h 1811"/>
                <a:gd name="T114" fmla="*/ 741 w 1431"/>
                <a:gd name="T115" fmla="*/ 20 h 1811"/>
                <a:gd name="T116" fmla="*/ 992 w 1431"/>
                <a:gd name="T117" fmla="*/ 94 h 1811"/>
                <a:gd name="T118" fmla="*/ 1206 w 1431"/>
                <a:gd name="T119" fmla="*/ 138 h 1811"/>
                <a:gd name="T120" fmla="*/ 1425 w 1431"/>
                <a:gd name="T121" fmla="*/ 122 h 1811"/>
                <a:gd name="T122" fmla="*/ 1428 w 1431"/>
                <a:gd name="T123" fmla="*/ 107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811">
                  <a:moveTo>
                    <a:pt x="1421" y="105"/>
                  </a:moveTo>
                  <a:lnTo>
                    <a:pt x="1421" y="105"/>
                  </a:lnTo>
                  <a:lnTo>
                    <a:pt x="1388" y="112"/>
                  </a:lnTo>
                  <a:lnTo>
                    <a:pt x="1356" y="117"/>
                  </a:lnTo>
                  <a:lnTo>
                    <a:pt x="1322" y="119"/>
                  </a:lnTo>
                  <a:lnTo>
                    <a:pt x="1289" y="121"/>
                  </a:lnTo>
                  <a:lnTo>
                    <a:pt x="1257" y="121"/>
                  </a:lnTo>
                  <a:lnTo>
                    <a:pt x="1223" y="119"/>
                  </a:lnTo>
                  <a:lnTo>
                    <a:pt x="1156" y="115"/>
                  </a:lnTo>
                  <a:lnTo>
                    <a:pt x="1156" y="115"/>
                  </a:lnTo>
                  <a:lnTo>
                    <a:pt x="1125" y="111"/>
                  </a:lnTo>
                  <a:lnTo>
                    <a:pt x="1095" y="105"/>
                  </a:lnTo>
                  <a:lnTo>
                    <a:pt x="1064" y="98"/>
                  </a:lnTo>
                  <a:lnTo>
                    <a:pt x="1033" y="90"/>
                  </a:lnTo>
                  <a:lnTo>
                    <a:pt x="973" y="70"/>
                  </a:lnTo>
                  <a:lnTo>
                    <a:pt x="914" y="49"/>
                  </a:lnTo>
                  <a:lnTo>
                    <a:pt x="914" y="49"/>
                  </a:lnTo>
                  <a:lnTo>
                    <a:pt x="864" y="32"/>
                  </a:lnTo>
                  <a:lnTo>
                    <a:pt x="813" y="19"/>
                  </a:lnTo>
                  <a:lnTo>
                    <a:pt x="788" y="13"/>
                  </a:lnTo>
                  <a:lnTo>
                    <a:pt x="762" y="7"/>
                  </a:lnTo>
                  <a:lnTo>
                    <a:pt x="737" y="5"/>
                  </a:lnTo>
                  <a:lnTo>
                    <a:pt x="711" y="2"/>
                  </a:lnTo>
                  <a:lnTo>
                    <a:pt x="686" y="0"/>
                  </a:lnTo>
                  <a:lnTo>
                    <a:pt x="660" y="0"/>
                  </a:lnTo>
                  <a:lnTo>
                    <a:pt x="635" y="2"/>
                  </a:lnTo>
                  <a:lnTo>
                    <a:pt x="609" y="5"/>
                  </a:lnTo>
                  <a:lnTo>
                    <a:pt x="584" y="9"/>
                  </a:lnTo>
                  <a:lnTo>
                    <a:pt x="558" y="15"/>
                  </a:lnTo>
                  <a:lnTo>
                    <a:pt x="533" y="22"/>
                  </a:lnTo>
                  <a:lnTo>
                    <a:pt x="507" y="32"/>
                  </a:lnTo>
                  <a:lnTo>
                    <a:pt x="507" y="32"/>
                  </a:lnTo>
                  <a:lnTo>
                    <a:pt x="484" y="41"/>
                  </a:lnTo>
                  <a:lnTo>
                    <a:pt x="465" y="51"/>
                  </a:lnTo>
                  <a:lnTo>
                    <a:pt x="443" y="64"/>
                  </a:lnTo>
                  <a:lnTo>
                    <a:pt x="425" y="78"/>
                  </a:lnTo>
                  <a:lnTo>
                    <a:pt x="406" y="92"/>
                  </a:lnTo>
                  <a:lnTo>
                    <a:pt x="389" y="108"/>
                  </a:lnTo>
                  <a:lnTo>
                    <a:pt x="372" y="125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37" y="169"/>
                  </a:lnTo>
                  <a:lnTo>
                    <a:pt x="317" y="196"/>
                  </a:lnTo>
                  <a:lnTo>
                    <a:pt x="317" y="196"/>
                  </a:lnTo>
                  <a:lnTo>
                    <a:pt x="289" y="196"/>
                  </a:lnTo>
                  <a:lnTo>
                    <a:pt x="256" y="196"/>
                  </a:lnTo>
                  <a:lnTo>
                    <a:pt x="256" y="196"/>
                  </a:lnTo>
                  <a:lnTo>
                    <a:pt x="231" y="200"/>
                  </a:lnTo>
                  <a:lnTo>
                    <a:pt x="205" y="207"/>
                  </a:lnTo>
                  <a:lnTo>
                    <a:pt x="183" y="217"/>
                  </a:lnTo>
                  <a:lnTo>
                    <a:pt x="160" y="228"/>
                  </a:lnTo>
                  <a:lnTo>
                    <a:pt x="139" y="243"/>
                  </a:lnTo>
                  <a:lnTo>
                    <a:pt x="119" y="258"/>
                  </a:lnTo>
                  <a:lnTo>
                    <a:pt x="100" y="277"/>
                  </a:lnTo>
                  <a:lnTo>
                    <a:pt x="85" y="296"/>
                  </a:lnTo>
                  <a:lnTo>
                    <a:pt x="85" y="296"/>
                  </a:lnTo>
                  <a:lnTo>
                    <a:pt x="68" y="321"/>
                  </a:lnTo>
                  <a:lnTo>
                    <a:pt x="54" y="345"/>
                  </a:lnTo>
                  <a:lnTo>
                    <a:pt x="42" y="372"/>
                  </a:lnTo>
                  <a:lnTo>
                    <a:pt x="32" y="398"/>
                  </a:lnTo>
                  <a:lnTo>
                    <a:pt x="25" y="425"/>
                  </a:lnTo>
                  <a:lnTo>
                    <a:pt x="18" y="454"/>
                  </a:lnTo>
                  <a:lnTo>
                    <a:pt x="13" y="482"/>
                  </a:lnTo>
                  <a:lnTo>
                    <a:pt x="8" y="509"/>
                  </a:lnTo>
                  <a:lnTo>
                    <a:pt x="8" y="509"/>
                  </a:lnTo>
                  <a:lnTo>
                    <a:pt x="4" y="543"/>
                  </a:lnTo>
                  <a:lnTo>
                    <a:pt x="1" y="577"/>
                  </a:lnTo>
                  <a:lnTo>
                    <a:pt x="0" y="611"/>
                  </a:lnTo>
                  <a:lnTo>
                    <a:pt x="0" y="645"/>
                  </a:lnTo>
                  <a:lnTo>
                    <a:pt x="0" y="679"/>
                  </a:lnTo>
                  <a:lnTo>
                    <a:pt x="1" y="713"/>
                  </a:lnTo>
                  <a:lnTo>
                    <a:pt x="7" y="781"/>
                  </a:lnTo>
                  <a:lnTo>
                    <a:pt x="7" y="781"/>
                  </a:lnTo>
                  <a:lnTo>
                    <a:pt x="13" y="845"/>
                  </a:lnTo>
                  <a:lnTo>
                    <a:pt x="21" y="907"/>
                  </a:lnTo>
                  <a:lnTo>
                    <a:pt x="30" y="970"/>
                  </a:lnTo>
                  <a:lnTo>
                    <a:pt x="41" y="1032"/>
                  </a:lnTo>
                  <a:lnTo>
                    <a:pt x="54" y="1093"/>
                  </a:lnTo>
                  <a:lnTo>
                    <a:pt x="68" y="1155"/>
                  </a:lnTo>
                  <a:lnTo>
                    <a:pt x="82" y="1216"/>
                  </a:lnTo>
                  <a:lnTo>
                    <a:pt x="98" y="1277"/>
                  </a:lnTo>
                  <a:lnTo>
                    <a:pt x="98" y="1277"/>
                  </a:lnTo>
                  <a:lnTo>
                    <a:pt x="113" y="1335"/>
                  </a:lnTo>
                  <a:lnTo>
                    <a:pt x="130" y="1393"/>
                  </a:lnTo>
                  <a:lnTo>
                    <a:pt x="130" y="1393"/>
                  </a:lnTo>
                  <a:lnTo>
                    <a:pt x="146" y="1444"/>
                  </a:lnTo>
                  <a:lnTo>
                    <a:pt x="163" y="1495"/>
                  </a:lnTo>
                  <a:lnTo>
                    <a:pt x="163" y="1495"/>
                  </a:lnTo>
                  <a:lnTo>
                    <a:pt x="180" y="1545"/>
                  </a:lnTo>
                  <a:lnTo>
                    <a:pt x="180" y="1545"/>
                  </a:lnTo>
                  <a:lnTo>
                    <a:pt x="188" y="1572"/>
                  </a:lnTo>
                  <a:lnTo>
                    <a:pt x="193" y="1584"/>
                  </a:lnTo>
                  <a:lnTo>
                    <a:pt x="198" y="1597"/>
                  </a:lnTo>
                  <a:lnTo>
                    <a:pt x="198" y="1597"/>
                  </a:lnTo>
                  <a:lnTo>
                    <a:pt x="200" y="1600"/>
                  </a:lnTo>
                  <a:lnTo>
                    <a:pt x="204" y="1603"/>
                  </a:lnTo>
                  <a:lnTo>
                    <a:pt x="212" y="1607"/>
                  </a:lnTo>
                  <a:lnTo>
                    <a:pt x="231" y="1614"/>
                  </a:lnTo>
                  <a:lnTo>
                    <a:pt x="231" y="1614"/>
                  </a:lnTo>
                  <a:lnTo>
                    <a:pt x="239" y="1620"/>
                  </a:lnTo>
                  <a:lnTo>
                    <a:pt x="246" y="1626"/>
                  </a:lnTo>
                  <a:lnTo>
                    <a:pt x="262" y="1640"/>
                  </a:lnTo>
                  <a:lnTo>
                    <a:pt x="276" y="1654"/>
                  </a:lnTo>
                  <a:lnTo>
                    <a:pt x="290" y="1668"/>
                  </a:lnTo>
                  <a:lnTo>
                    <a:pt x="290" y="1668"/>
                  </a:lnTo>
                  <a:lnTo>
                    <a:pt x="324" y="1696"/>
                  </a:lnTo>
                  <a:lnTo>
                    <a:pt x="341" y="1713"/>
                  </a:lnTo>
                  <a:lnTo>
                    <a:pt x="358" y="1729"/>
                  </a:lnTo>
                  <a:lnTo>
                    <a:pt x="372" y="1746"/>
                  </a:lnTo>
                  <a:lnTo>
                    <a:pt x="387" y="1764"/>
                  </a:lnTo>
                  <a:lnTo>
                    <a:pt x="398" y="1784"/>
                  </a:lnTo>
                  <a:lnTo>
                    <a:pt x="406" y="1804"/>
                  </a:lnTo>
                  <a:lnTo>
                    <a:pt x="406" y="1804"/>
                  </a:lnTo>
                  <a:lnTo>
                    <a:pt x="409" y="1810"/>
                  </a:lnTo>
                  <a:lnTo>
                    <a:pt x="412" y="1811"/>
                  </a:lnTo>
                  <a:lnTo>
                    <a:pt x="415" y="1811"/>
                  </a:lnTo>
                  <a:lnTo>
                    <a:pt x="415" y="1811"/>
                  </a:lnTo>
                  <a:lnTo>
                    <a:pt x="426" y="1811"/>
                  </a:lnTo>
                  <a:lnTo>
                    <a:pt x="435" y="1811"/>
                  </a:lnTo>
                  <a:lnTo>
                    <a:pt x="438" y="1810"/>
                  </a:lnTo>
                  <a:lnTo>
                    <a:pt x="442" y="1807"/>
                  </a:lnTo>
                  <a:lnTo>
                    <a:pt x="449" y="1800"/>
                  </a:lnTo>
                  <a:lnTo>
                    <a:pt x="449" y="1800"/>
                  </a:lnTo>
                  <a:lnTo>
                    <a:pt x="465" y="1777"/>
                  </a:lnTo>
                  <a:lnTo>
                    <a:pt x="482" y="1754"/>
                  </a:lnTo>
                  <a:lnTo>
                    <a:pt x="491" y="1743"/>
                  </a:lnTo>
                  <a:lnTo>
                    <a:pt x="501" y="1735"/>
                  </a:lnTo>
                  <a:lnTo>
                    <a:pt x="511" y="1725"/>
                  </a:lnTo>
                  <a:lnTo>
                    <a:pt x="524" y="1718"/>
                  </a:lnTo>
                  <a:lnTo>
                    <a:pt x="524" y="1718"/>
                  </a:lnTo>
                  <a:lnTo>
                    <a:pt x="511" y="1711"/>
                  </a:lnTo>
                  <a:lnTo>
                    <a:pt x="511" y="1711"/>
                  </a:lnTo>
                  <a:lnTo>
                    <a:pt x="503" y="1773"/>
                  </a:lnTo>
                  <a:lnTo>
                    <a:pt x="503" y="1773"/>
                  </a:lnTo>
                  <a:lnTo>
                    <a:pt x="504" y="1776"/>
                  </a:lnTo>
                  <a:lnTo>
                    <a:pt x="506" y="1779"/>
                  </a:lnTo>
                  <a:lnTo>
                    <a:pt x="508" y="1781"/>
                  </a:lnTo>
                  <a:lnTo>
                    <a:pt x="511" y="1781"/>
                  </a:lnTo>
                  <a:lnTo>
                    <a:pt x="511" y="1781"/>
                  </a:lnTo>
                  <a:lnTo>
                    <a:pt x="572" y="1781"/>
                  </a:lnTo>
                  <a:lnTo>
                    <a:pt x="603" y="1779"/>
                  </a:lnTo>
                  <a:lnTo>
                    <a:pt x="635" y="1774"/>
                  </a:lnTo>
                  <a:lnTo>
                    <a:pt x="650" y="1771"/>
                  </a:lnTo>
                  <a:lnTo>
                    <a:pt x="664" y="1767"/>
                  </a:lnTo>
                  <a:lnTo>
                    <a:pt x="679" y="1763"/>
                  </a:lnTo>
                  <a:lnTo>
                    <a:pt x="693" y="1757"/>
                  </a:lnTo>
                  <a:lnTo>
                    <a:pt x="705" y="1749"/>
                  </a:lnTo>
                  <a:lnTo>
                    <a:pt x="718" y="1742"/>
                  </a:lnTo>
                  <a:lnTo>
                    <a:pt x="730" y="1732"/>
                  </a:lnTo>
                  <a:lnTo>
                    <a:pt x="741" y="1720"/>
                  </a:lnTo>
                  <a:lnTo>
                    <a:pt x="741" y="1720"/>
                  </a:lnTo>
                  <a:lnTo>
                    <a:pt x="727" y="1719"/>
                  </a:lnTo>
                  <a:lnTo>
                    <a:pt x="727" y="1719"/>
                  </a:lnTo>
                  <a:lnTo>
                    <a:pt x="748" y="1752"/>
                  </a:lnTo>
                  <a:lnTo>
                    <a:pt x="748" y="1752"/>
                  </a:lnTo>
                  <a:lnTo>
                    <a:pt x="751" y="1754"/>
                  </a:lnTo>
                  <a:lnTo>
                    <a:pt x="754" y="1756"/>
                  </a:lnTo>
                  <a:lnTo>
                    <a:pt x="756" y="1756"/>
                  </a:lnTo>
                  <a:lnTo>
                    <a:pt x="759" y="1756"/>
                  </a:lnTo>
                  <a:lnTo>
                    <a:pt x="759" y="1756"/>
                  </a:lnTo>
                  <a:lnTo>
                    <a:pt x="798" y="1737"/>
                  </a:lnTo>
                  <a:lnTo>
                    <a:pt x="833" y="1719"/>
                  </a:lnTo>
                  <a:lnTo>
                    <a:pt x="868" y="1698"/>
                  </a:lnTo>
                  <a:lnTo>
                    <a:pt x="901" y="1675"/>
                  </a:lnTo>
                  <a:lnTo>
                    <a:pt x="932" y="1650"/>
                  </a:lnTo>
                  <a:lnTo>
                    <a:pt x="948" y="1637"/>
                  </a:lnTo>
                  <a:lnTo>
                    <a:pt x="962" y="1623"/>
                  </a:lnTo>
                  <a:lnTo>
                    <a:pt x="975" y="1607"/>
                  </a:lnTo>
                  <a:lnTo>
                    <a:pt x="987" y="1592"/>
                  </a:lnTo>
                  <a:lnTo>
                    <a:pt x="1000" y="1575"/>
                  </a:lnTo>
                  <a:lnTo>
                    <a:pt x="1012" y="1558"/>
                  </a:lnTo>
                  <a:lnTo>
                    <a:pt x="1012" y="1558"/>
                  </a:lnTo>
                  <a:lnTo>
                    <a:pt x="1024" y="1535"/>
                  </a:lnTo>
                  <a:lnTo>
                    <a:pt x="1037" y="1514"/>
                  </a:lnTo>
                  <a:lnTo>
                    <a:pt x="1060" y="1468"/>
                  </a:lnTo>
                  <a:lnTo>
                    <a:pt x="1082" y="1423"/>
                  </a:lnTo>
                  <a:lnTo>
                    <a:pt x="1094" y="1400"/>
                  </a:lnTo>
                  <a:lnTo>
                    <a:pt x="1108" y="1379"/>
                  </a:lnTo>
                  <a:lnTo>
                    <a:pt x="1108" y="1379"/>
                  </a:lnTo>
                  <a:lnTo>
                    <a:pt x="1138" y="1334"/>
                  </a:lnTo>
                  <a:lnTo>
                    <a:pt x="1170" y="1290"/>
                  </a:lnTo>
                  <a:lnTo>
                    <a:pt x="1204" y="1249"/>
                  </a:lnTo>
                  <a:lnTo>
                    <a:pt x="1240" y="1208"/>
                  </a:lnTo>
                  <a:lnTo>
                    <a:pt x="1240" y="1208"/>
                  </a:lnTo>
                  <a:lnTo>
                    <a:pt x="1242" y="1205"/>
                  </a:lnTo>
                  <a:lnTo>
                    <a:pt x="1242" y="1202"/>
                  </a:lnTo>
                  <a:lnTo>
                    <a:pt x="1241" y="1198"/>
                  </a:lnTo>
                  <a:lnTo>
                    <a:pt x="1240" y="1196"/>
                  </a:lnTo>
                  <a:lnTo>
                    <a:pt x="1237" y="1193"/>
                  </a:lnTo>
                  <a:lnTo>
                    <a:pt x="1234" y="1193"/>
                  </a:lnTo>
                  <a:lnTo>
                    <a:pt x="1231" y="1193"/>
                  </a:lnTo>
                  <a:lnTo>
                    <a:pt x="1228" y="1196"/>
                  </a:lnTo>
                  <a:lnTo>
                    <a:pt x="1228" y="1196"/>
                  </a:lnTo>
                  <a:lnTo>
                    <a:pt x="1196" y="1232"/>
                  </a:lnTo>
                  <a:lnTo>
                    <a:pt x="1166" y="1268"/>
                  </a:lnTo>
                  <a:lnTo>
                    <a:pt x="1136" y="1307"/>
                  </a:lnTo>
                  <a:lnTo>
                    <a:pt x="1108" y="1346"/>
                  </a:lnTo>
                  <a:lnTo>
                    <a:pt x="1108" y="1346"/>
                  </a:lnTo>
                  <a:lnTo>
                    <a:pt x="1095" y="1368"/>
                  </a:lnTo>
                  <a:lnTo>
                    <a:pt x="1082" y="1389"/>
                  </a:lnTo>
                  <a:lnTo>
                    <a:pt x="1058" y="1431"/>
                  </a:lnTo>
                  <a:lnTo>
                    <a:pt x="1014" y="1519"/>
                  </a:lnTo>
                  <a:lnTo>
                    <a:pt x="1014" y="1519"/>
                  </a:lnTo>
                  <a:lnTo>
                    <a:pt x="1003" y="1539"/>
                  </a:lnTo>
                  <a:lnTo>
                    <a:pt x="992" y="1559"/>
                  </a:lnTo>
                  <a:lnTo>
                    <a:pt x="979" y="1576"/>
                  </a:lnTo>
                  <a:lnTo>
                    <a:pt x="965" y="1593"/>
                  </a:lnTo>
                  <a:lnTo>
                    <a:pt x="951" y="1610"/>
                  </a:lnTo>
                  <a:lnTo>
                    <a:pt x="935" y="1624"/>
                  </a:lnTo>
                  <a:lnTo>
                    <a:pt x="919" y="1640"/>
                  </a:lnTo>
                  <a:lnTo>
                    <a:pt x="902" y="1652"/>
                  </a:lnTo>
                  <a:lnTo>
                    <a:pt x="885" y="1667"/>
                  </a:lnTo>
                  <a:lnTo>
                    <a:pt x="867" y="1678"/>
                  </a:lnTo>
                  <a:lnTo>
                    <a:pt x="830" y="1701"/>
                  </a:lnTo>
                  <a:lnTo>
                    <a:pt x="792" y="1722"/>
                  </a:lnTo>
                  <a:lnTo>
                    <a:pt x="751" y="1740"/>
                  </a:lnTo>
                  <a:lnTo>
                    <a:pt x="751" y="1740"/>
                  </a:lnTo>
                  <a:lnTo>
                    <a:pt x="762" y="1743"/>
                  </a:lnTo>
                  <a:lnTo>
                    <a:pt x="762" y="1743"/>
                  </a:lnTo>
                  <a:lnTo>
                    <a:pt x="742" y="1711"/>
                  </a:lnTo>
                  <a:lnTo>
                    <a:pt x="742" y="1711"/>
                  </a:lnTo>
                  <a:lnTo>
                    <a:pt x="739" y="1708"/>
                  </a:lnTo>
                  <a:lnTo>
                    <a:pt x="735" y="1706"/>
                  </a:lnTo>
                  <a:lnTo>
                    <a:pt x="731" y="1706"/>
                  </a:lnTo>
                  <a:lnTo>
                    <a:pt x="728" y="1708"/>
                  </a:lnTo>
                  <a:lnTo>
                    <a:pt x="728" y="1708"/>
                  </a:lnTo>
                  <a:lnTo>
                    <a:pt x="718" y="1719"/>
                  </a:lnTo>
                  <a:lnTo>
                    <a:pt x="707" y="1728"/>
                  </a:lnTo>
                  <a:lnTo>
                    <a:pt x="696" y="1736"/>
                  </a:lnTo>
                  <a:lnTo>
                    <a:pt x="683" y="1742"/>
                  </a:lnTo>
                  <a:lnTo>
                    <a:pt x="670" y="1747"/>
                  </a:lnTo>
                  <a:lnTo>
                    <a:pt x="656" y="1752"/>
                  </a:lnTo>
                  <a:lnTo>
                    <a:pt x="642" y="1756"/>
                  </a:lnTo>
                  <a:lnTo>
                    <a:pt x="628" y="1759"/>
                  </a:lnTo>
                  <a:lnTo>
                    <a:pt x="598" y="1763"/>
                  </a:lnTo>
                  <a:lnTo>
                    <a:pt x="568" y="1764"/>
                  </a:lnTo>
                  <a:lnTo>
                    <a:pt x="511" y="1764"/>
                  </a:lnTo>
                  <a:lnTo>
                    <a:pt x="511" y="1764"/>
                  </a:lnTo>
                  <a:lnTo>
                    <a:pt x="520" y="1773"/>
                  </a:lnTo>
                  <a:lnTo>
                    <a:pt x="520" y="1773"/>
                  </a:lnTo>
                  <a:lnTo>
                    <a:pt x="528" y="1711"/>
                  </a:lnTo>
                  <a:lnTo>
                    <a:pt x="528" y="1711"/>
                  </a:lnTo>
                  <a:lnTo>
                    <a:pt x="528" y="1706"/>
                  </a:lnTo>
                  <a:lnTo>
                    <a:pt x="524" y="1703"/>
                  </a:lnTo>
                  <a:lnTo>
                    <a:pt x="520" y="1702"/>
                  </a:lnTo>
                  <a:lnTo>
                    <a:pt x="516" y="1702"/>
                  </a:lnTo>
                  <a:lnTo>
                    <a:pt x="516" y="1702"/>
                  </a:lnTo>
                  <a:lnTo>
                    <a:pt x="499" y="1713"/>
                  </a:lnTo>
                  <a:lnTo>
                    <a:pt x="483" y="1726"/>
                  </a:lnTo>
                  <a:lnTo>
                    <a:pt x="470" y="1742"/>
                  </a:lnTo>
                  <a:lnTo>
                    <a:pt x="457" y="1757"/>
                  </a:lnTo>
                  <a:lnTo>
                    <a:pt x="457" y="1757"/>
                  </a:lnTo>
                  <a:lnTo>
                    <a:pt x="433" y="1791"/>
                  </a:lnTo>
                  <a:lnTo>
                    <a:pt x="433" y="1791"/>
                  </a:lnTo>
                  <a:lnTo>
                    <a:pt x="431" y="1793"/>
                  </a:lnTo>
                  <a:lnTo>
                    <a:pt x="426" y="1794"/>
                  </a:lnTo>
                  <a:lnTo>
                    <a:pt x="415" y="1794"/>
                  </a:lnTo>
                  <a:lnTo>
                    <a:pt x="415" y="1794"/>
                  </a:lnTo>
                  <a:lnTo>
                    <a:pt x="423" y="1800"/>
                  </a:lnTo>
                  <a:lnTo>
                    <a:pt x="423" y="1800"/>
                  </a:lnTo>
                  <a:lnTo>
                    <a:pt x="414" y="1779"/>
                  </a:lnTo>
                  <a:lnTo>
                    <a:pt x="402" y="1757"/>
                  </a:lnTo>
                  <a:lnTo>
                    <a:pt x="388" y="1739"/>
                  </a:lnTo>
                  <a:lnTo>
                    <a:pt x="372" y="1720"/>
                  </a:lnTo>
                  <a:lnTo>
                    <a:pt x="355" y="1703"/>
                  </a:lnTo>
                  <a:lnTo>
                    <a:pt x="338" y="1686"/>
                  </a:lnTo>
                  <a:lnTo>
                    <a:pt x="303" y="1655"/>
                  </a:lnTo>
                  <a:lnTo>
                    <a:pt x="303" y="1655"/>
                  </a:lnTo>
                  <a:lnTo>
                    <a:pt x="266" y="1624"/>
                  </a:lnTo>
                  <a:lnTo>
                    <a:pt x="266" y="1624"/>
                  </a:lnTo>
                  <a:lnTo>
                    <a:pt x="255" y="1611"/>
                  </a:lnTo>
                  <a:lnTo>
                    <a:pt x="248" y="1606"/>
                  </a:lnTo>
                  <a:lnTo>
                    <a:pt x="242" y="1601"/>
                  </a:lnTo>
                  <a:lnTo>
                    <a:pt x="242" y="1601"/>
                  </a:lnTo>
                  <a:lnTo>
                    <a:pt x="217" y="1589"/>
                  </a:lnTo>
                  <a:lnTo>
                    <a:pt x="217" y="1589"/>
                  </a:lnTo>
                  <a:lnTo>
                    <a:pt x="212" y="1586"/>
                  </a:lnTo>
                  <a:lnTo>
                    <a:pt x="210" y="1580"/>
                  </a:lnTo>
                  <a:lnTo>
                    <a:pt x="204" y="1567"/>
                  </a:lnTo>
                  <a:lnTo>
                    <a:pt x="197" y="1541"/>
                  </a:lnTo>
                  <a:lnTo>
                    <a:pt x="197" y="1541"/>
                  </a:lnTo>
                  <a:lnTo>
                    <a:pt x="170" y="1461"/>
                  </a:lnTo>
                  <a:lnTo>
                    <a:pt x="144" y="1382"/>
                  </a:lnTo>
                  <a:lnTo>
                    <a:pt x="122" y="1301"/>
                  </a:lnTo>
                  <a:lnTo>
                    <a:pt x="100" y="1220"/>
                  </a:lnTo>
                  <a:lnTo>
                    <a:pt x="100" y="1220"/>
                  </a:lnTo>
                  <a:lnTo>
                    <a:pt x="85" y="1155"/>
                  </a:lnTo>
                  <a:lnTo>
                    <a:pt x="71" y="1089"/>
                  </a:lnTo>
                  <a:lnTo>
                    <a:pt x="56" y="1023"/>
                  </a:lnTo>
                  <a:lnTo>
                    <a:pt x="45" y="957"/>
                  </a:lnTo>
                  <a:lnTo>
                    <a:pt x="35" y="890"/>
                  </a:lnTo>
                  <a:lnTo>
                    <a:pt x="27" y="824"/>
                  </a:lnTo>
                  <a:lnTo>
                    <a:pt x="21" y="757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17" y="632"/>
                  </a:lnTo>
                  <a:lnTo>
                    <a:pt x="17" y="603"/>
                  </a:lnTo>
                  <a:lnTo>
                    <a:pt x="18" y="571"/>
                  </a:lnTo>
                  <a:lnTo>
                    <a:pt x="21" y="540"/>
                  </a:lnTo>
                  <a:lnTo>
                    <a:pt x="24" y="509"/>
                  </a:lnTo>
                  <a:lnTo>
                    <a:pt x="30" y="478"/>
                  </a:lnTo>
                  <a:lnTo>
                    <a:pt x="35" y="447"/>
                  </a:lnTo>
                  <a:lnTo>
                    <a:pt x="44" y="417"/>
                  </a:lnTo>
                  <a:lnTo>
                    <a:pt x="54" y="387"/>
                  </a:lnTo>
                  <a:lnTo>
                    <a:pt x="65" y="359"/>
                  </a:lnTo>
                  <a:lnTo>
                    <a:pt x="79" y="333"/>
                  </a:lnTo>
                  <a:lnTo>
                    <a:pt x="96" y="308"/>
                  </a:lnTo>
                  <a:lnTo>
                    <a:pt x="105" y="296"/>
                  </a:lnTo>
                  <a:lnTo>
                    <a:pt x="115" y="285"/>
                  </a:lnTo>
                  <a:lnTo>
                    <a:pt x="126" y="275"/>
                  </a:lnTo>
                  <a:lnTo>
                    <a:pt x="137" y="265"/>
                  </a:lnTo>
                  <a:lnTo>
                    <a:pt x="149" y="255"/>
                  </a:lnTo>
                  <a:lnTo>
                    <a:pt x="161" y="247"/>
                  </a:lnTo>
                  <a:lnTo>
                    <a:pt x="161" y="247"/>
                  </a:lnTo>
                  <a:lnTo>
                    <a:pt x="174" y="240"/>
                  </a:lnTo>
                  <a:lnTo>
                    <a:pt x="187" y="233"/>
                  </a:lnTo>
                  <a:lnTo>
                    <a:pt x="200" y="227"/>
                  </a:lnTo>
                  <a:lnTo>
                    <a:pt x="214" y="223"/>
                  </a:lnTo>
                  <a:lnTo>
                    <a:pt x="242" y="216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83" y="211"/>
                  </a:lnTo>
                  <a:lnTo>
                    <a:pt x="300" y="213"/>
                  </a:lnTo>
                  <a:lnTo>
                    <a:pt x="316" y="213"/>
                  </a:lnTo>
                  <a:lnTo>
                    <a:pt x="321" y="211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1" y="206"/>
                  </a:lnTo>
                  <a:lnTo>
                    <a:pt x="337" y="202"/>
                  </a:lnTo>
                  <a:lnTo>
                    <a:pt x="346" y="190"/>
                  </a:lnTo>
                  <a:lnTo>
                    <a:pt x="360" y="168"/>
                  </a:lnTo>
                  <a:lnTo>
                    <a:pt x="360" y="168"/>
                  </a:lnTo>
                  <a:lnTo>
                    <a:pt x="377" y="145"/>
                  </a:lnTo>
                  <a:lnTo>
                    <a:pt x="395" y="125"/>
                  </a:lnTo>
                  <a:lnTo>
                    <a:pt x="415" y="107"/>
                  </a:lnTo>
                  <a:lnTo>
                    <a:pt x="435" y="91"/>
                  </a:lnTo>
                  <a:lnTo>
                    <a:pt x="457" y="75"/>
                  </a:lnTo>
                  <a:lnTo>
                    <a:pt x="480" y="63"/>
                  </a:lnTo>
                  <a:lnTo>
                    <a:pt x="504" y="51"/>
                  </a:lnTo>
                  <a:lnTo>
                    <a:pt x="530" y="41"/>
                  </a:lnTo>
                  <a:lnTo>
                    <a:pt x="555" y="33"/>
                  </a:lnTo>
                  <a:lnTo>
                    <a:pt x="581" y="26"/>
                  </a:lnTo>
                  <a:lnTo>
                    <a:pt x="608" y="22"/>
                  </a:lnTo>
                  <a:lnTo>
                    <a:pt x="635" y="17"/>
                  </a:lnTo>
                  <a:lnTo>
                    <a:pt x="662" y="16"/>
                  </a:lnTo>
                  <a:lnTo>
                    <a:pt x="688" y="16"/>
                  </a:lnTo>
                  <a:lnTo>
                    <a:pt x="714" y="17"/>
                  </a:lnTo>
                  <a:lnTo>
                    <a:pt x="741" y="20"/>
                  </a:lnTo>
                  <a:lnTo>
                    <a:pt x="741" y="20"/>
                  </a:lnTo>
                  <a:lnTo>
                    <a:pt x="783" y="27"/>
                  </a:lnTo>
                  <a:lnTo>
                    <a:pt x="826" y="39"/>
                  </a:lnTo>
                  <a:lnTo>
                    <a:pt x="868" y="51"/>
                  </a:lnTo>
                  <a:lnTo>
                    <a:pt x="909" y="64"/>
                  </a:lnTo>
                  <a:lnTo>
                    <a:pt x="992" y="94"/>
                  </a:lnTo>
                  <a:lnTo>
                    <a:pt x="1034" y="107"/>
                  </a:lnTo>
                  <a:lnTo>
                    <a:pt x="1075" y="118"/>
                  </a:lnTo>
                  <a:lnTo>
                    <a:pt x="1075" y="118"/>
                  </a:lnTo>
                  <a:lnTo>
                    <a:pt x="1118" y="126"/>
                  </a:lnTo>
                  <a:lnTo>
                    <a:pt x="1162" y="134"/>
                  </a:lnTo>
                  <a:lnTo>
                    <a:pt x="1206" y="138"/>
                  </a:lnTo>
                  <a:lnTo>
                    <a:pt x="1251" y="139"/>
                  </a:lnTo>
                  <a:lnTo>
                    <a:pt x="1295" y="139"/>
                  </a:lnTo>
                  <a:lnTo>
                    <a:pt x="1339" y="135"/>
                  </a:lnTo>
                  <a:lnTo>
                    <a:pt x="1383" y="131"/>
                  </a:lnTo>
                  <a:lnTo>
                    <a:pt x="1425" y="122"/>
                  </a:lnTo>
                  <a:lnTo>
                    <a:pt x="1425" y="122"/>
                  </a:lnTo>
                  <a:lnTo>
                    <a:pt x="1428" y="121"/>
                  </a:lnTo>
                  <a:lnTo>
                    <a:pt x="1431" y="118"/>
                  </a:lnTo>
                  <a:lnTo>
                    <a:pt x="1431" y="115"/>
                  </a:lnTo>
                  <a:lnTo>
                    <a:pt x="1431" y="112"/>
                  </a:lnTo>
                  <a:lnTo>
                    <a:pt x="1430" y="109"/>
                  </a:lnTo>
                  <a:lnTo>
                    <a:pt x="1428" y="107"/>
                  </a:lnTo>
                  <a:lnTo>
                    <a:pt x="1425" y="105"/>
                  </a:lnTo>
                  <a:lnTo>
                    <a:pt x="1421" y="105"/>
                  </a:lnTo>
                  <a:lnTo>
                    <a:pt x="142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D33C0AB2-59C1-C184-5C93-DC6DCB1F2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29"/>
              <a:ext cx="81" cy="347"/>
            </a:xfrm>
            <a:custGeom>
              <a:avLst/>
              <a:gdLst>
                <a:gd name="T0" fmla="*/ 44 w 161"/>
                <a:gd name="T1" fmla="*/ 5 h 693"/>
                <a:gd name="T2" fmla="*/ 16 w 161"/>
                <a:gd name="T3" fmla="*/ 75 h 693"/>
                <a:gd name="T4" fmla="*/ 3 w 161"/>
                <a:gd name="T5" fmla="*/ 123 h 693"/>
                <a:gd name="T6" fmla="*/ 0 w 161"/>
                <a:gd name="T7" fmla="*/ 147 h 693"/>
                <a:gd name="T8" fmla="*/ 1 w 161"/>
                <a:gd name="T9" fmla="*/ 171 h 693"/>
                <a:gd name="T10" fmla="*/ 8 w 161"/>
                <a:gd name="T11" fmla="*/ 195 h 693"/>
                <a:gd name="T12" fmla="*/ 14 w 161"/>
                <a:gd name="T13" fmla="*/ 205 h 693"/>
                <a:gd name="T14" fmla="*/ 28 w 161"/>
                <a:gd name="T15" fmla="*/ 225 h 693"/>
                <a:gd name="T16" fmla="*/ 54 w 161"/>
                <a:gd name="T17" fmla="*/ 252 h 693"/>
                <a:gd name="T18" fmla="*/ 71 w 161"/>
                <a:gd name="T19" fmla="*/ 269 h 693"/>
                <a:gd name="T20" fmla="*/ 106 w 161"/>
                <a:gd name="T21" fmla="*/ 309 h 693"/>
                <a:gd name="T22" fmla="*/ 119 w 161"/>
                <a:gd name="T23" fmla="*/ 331 h 693"/>
                <a:gd name="T24" fmla="*/ 129 w 161"/>
                <a:gd name="T25" fmla="*/ 355 h 693"/>
                <a:gd name="T26" fmla="*/ 133 w 161"/>
                <a:gd name="T27" fmla="*/ 375 h 693"/>
                <a:gd name="T28" fmla="*/ 142 w 161"/>
                <a:gd name="T29" fmla="*/ 416 h 693"/>
                <a:gd name="T30" fmla="*/ 146 w 161"/>
                <a:gd name="T31" fmla="*/ 464 h 693"/>
                <a:gd name="T32" fmla="*/ 146 w 161"/>
                <a:gd name="T33" fmla="*/ 513 h 693"/>
                <a:gd name="T34" fmla="*/ 139 w 161"/>
                <a:gd name="T35" fmla="*/ 559 h 693"/>
                <a:gd name="T36" fmla="*/ 125 w 161"/>
                <a:gd name="T37" fmla="*/ 603 h 693"/>
                <a:gd name="T38" fmla="*/ 102 w 161"/>
                <a:gd name="T39" fmla="*/ 640 h 693"/>
                <a:gd name="T40" fmla="*/ 88 w 161"/>
                <a:gd name="T41" fmla="*/ 656 h 693"/>
                <a:gd name="T42" fmla="*/ 69 w 161"/>
                <a:gd name="T43" fmla="*/ 667 h 693"/>
                <a:gd name="T44" fmla="*/ 50 w 161"/>
                <a:gd name="T45" fmla="*/ 677 h 693"/>
                <a:gd name="T46" fmla="*/ 47 w 161"/>
                <a:gd name="T47" fmla="*/ 678 h 693"/>
                <a:gd name="T48" fmla="*/ 44 w 161"/>
                <a:gd name="T49" fmla="*/ 684 h 693"/>
                <a:gd name="T50" fmla="*/ 45 w 161"/>
                <a:gd name="T51" fmla="*/ 690 h 693"/>
                <a:gd name="T52" fmla="*/ 51 w 161"/>
                <a:gd name="T53" fmla="*/ 693 h 693"/>
                <a:gd name="T54" fmla="*/ 54 w 161"/>
                <a:gd name="T55" fmla="*/ 693 h 693"/>
                <a:gd name="T56" fmla="*/ 74 w 161"/>
                <a:gd name="T57" fmla="*/ 684 h 693"/>
                <a:gd name="T58" fmla="*/ 106 w 161"/>
                <a:gd name="T59" fmla="*/ 660 h 693"/>
                <a:gd name="T60" fmla="*/ 130 w 161"/>
                <a:gd name="T61" fmla="*/ 627 h 693"/>
                <a:gd name="T62" fmla="*/ 147 w 161"/>
                <a:gd name="T63" fmla="*/ 589 h 693"/>
                <a:gd name="T64" fmla="*/ 157 w 161"/>
                <a:gd name="T65" fmla="*/ 547 h 693"/>
                <a:gd name="T66" fmla="*/ 161 w 161"/>
                <a:gd name="T67" fmla="*/ 503 h 693"/>
                <a:gd name="T68" fmla="*/ 161 w 161"/>
                <a:gd name="T69" fmla="*/ 459 h 693"/>
                <a:gd name="T70" fmla="*/ 156 w 161"/>
                <a:gd name="T71" fmla="*/ 399 h 693"/>
                <a:gd name="T72" fmla="*/ 153 w 161"/>
                <a:gd name="T73" fmla="*/ 381 h 693"/>
                <a:gd name="T74" fmla="*/ 143 w 161"/>
                <a:gd name="T75" fmla="*/ 343 h 693"/>
                <a:gd name="T76" fmla="*/ 136 w 161"/>
                <a:gd name="T77" fmla="*/ 324 h 693"/>
                <a:gd name="T78" fmla="*/ 122 w 161"/>
                <a:gd name="T79" fmla="*/ 302 h 693"/>
                <a:gd name="T80" fmla="*/ 105 w 161"/>
                <a:gd name="T81" fmla="*/ 279 h 693"/>
                <a:gd name="T82" fmla="*/ 67 w 161"/>
                <a:gd name="T83" fmla="*/ 241 h 693"/>
                <a:gd name="T84" fmla="*/ 54 w 161"/>
                <a:gd name="T85" fmla="*/ 228 h 693"/>
                <a:gd name="T86" fmla="*/ 35 w 161"/>
                <a:gd name="T87" fmla="*/ 204 h 693"/>
                <a:gd name="T88" fmla="*/ 21 w 161"/>
                <a:gd name="T89" fmla="*/ 177 h 693"/>
                <a:gd name="T90" fmla="*/ 17 w 161"/>
                <a:gd name="T91" fmla="*/ 146 h 693"/>
                <a:gd name="T92" fmla="*/ 18 w 161"/>
                <a:gd name="T93" fmla="*/ 129 h 693"/>
                <a:gd name="T94" fmla="*/ 25 w 161"/>
                <a:gd name="T95" fmla="*/ 99 h 693"/>
                <a:gd name="T96" fmla="*/ 59 w 161"/>
                <a:gd name="T97" fmla="*/ 11 h 693"/>
                <a:gd name="T98" fmla="*/ 61 w 161"/>
                <a:gd name="T99" fmla="*/ 7 h 693"/>
                <a:gd name="T100" fmla="*/ 57 w 161"/>
                <a:gd name="T101" fmla="*/ 3 h 693"/>
                <a:gd name="T102" fmla="*/ 51 w 161"/>
                <a:gd name="T103" fmla="*/ 0 h 693"/>
                <a:gd name="T104" fmla="*/ 45 w 161"/>
                <a:gd name="T105" fmla="*/ 3 h 693"/>
                <a:gd name="T106" fmla="*/ 44 w 161"/>
                <a:gd name="T107" fmla="*/ 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1" h="693">
                  <a:moveTo>
                    <a:pt x="44" y="5"/>
                  </a:moveTo>
                  <a:lnTo>
                    <a:pt x="44" y="5"/>
                  </a:lnTo>
                  <a:lnTo>
                    <a:pt x="25" y="52"/>
                  </a:lnTo>
                  <a:lnTo>
                    <a:pt x="16" y="75"/>
                  </a:lnTo>
                  <a:lnTo>
                    <a:pt x="8" y="99"/>
                  </a:lnTo>
                  <a:lnTo>
                    <a:pt x="3" y="123"/>
                  </a:lnTo>
                  <a:lnTo>
                    <a:pt x="1" y="136"/>
                  </a:lnTo>
                  <a:lnTo>
                    <a:pt x="0" y="147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4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4" y="205"/>
                  </a:lnTo>
                  <a:lnTo>
                    <a:pt x="21" y="216"/>
                  </a:lnTo>
                  <a:lnTo>
                    <a:pt x="28" y="225"/>
                  </a:lnTo>
                  <a:lnTo>
                    <a:pt x="37" y="235"/>
                  </a:lnTo>
                  <a:lnTo>
                    <a:pt x="54" y="252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89" y="287"/>
                  </a:lnTo>
                  <a:lnTo>
                    <a:pt x="106" y="309"/>
                  </a:lnTo>
                  <a:lnTo>
                    <a:pt x="113" y="320"/>
                  </a:lnTo>
                  <a:lnTo>
                    <a:pt x="119" y="331"/>
                  </a:lnTo>
                  <a:lnTo>
                    <a:pt x="125" y="343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33" y="375"/>
                  </a:lnTo>
                  <a:lnTo>
                    <a:pt x="139" y="395"/>
                  </a:lnTo>
                  <a:lnTo>
                    <a:pt x="142" y="416"/>
                  </a:lnTo>
                  <a:lnTo>
                    <a:pt x="144" y="440"/>
                  </a:lnTo>
                  <a:lnTo>
                    <a:pt x="146" y="464"/>
                  </a:lnTo>
                  <a:lnTo>
                    <a:pt x="146" y="489"/>
                  </a:lnTo>
                  <a:lnTo>
                    <a:pt x="146" y="513"/>
                  </a:lnTo>
                  <a:lnTo>
                    <a:pt x="143" y="537"/>
                  </a:lnTo>
                  <a:lnTo>
                    <a:pt x="139" y="559"/>
                  </a:lnTo>
                  <a:lnTo>
                    <a:pt x="133" y="582"/>
                  </a:lnTo>
                  <a:lnTo>
                    <a:pt x="125" y="603"/>
                  </a:lnTo>
                  <a:lnTo>
                    <a:pt x="115" y="623"/>
                  </a:lnTo>
                  <a:lnTo>
                    <a:pt x="102" y="640"/>
                  </a:lnTo>
                  <a:lnTo>
                    <a:pt x="95" y="649"/>
                  </a:lnTo>
                  <a:lnTo>
                    <a:pt x="88" y="656"/>
                  </a:lnTo>
                  <a:lnTo>
                    <a:pt x="79" y="661"/>
                  </a:lnTo>
                  <a:lnTo>
                    <a:pt x="69" y="667"/>
                  </a:lnTo>
                  <a:lnTo>
                    <a:pt x="59" y="673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7" y="678"/>
                  </a:lnTo>
                  <a:lnTo>
                    <a:pt x="44" y="681"/>
                  </a:lnTo>
                  <a:lnTo>
                    <a:pt x="44" y="684"/>
                  </a:lnTo>
                  <a:lnTo>
                    <a:pt x="44" y="687"/>
                  </a:lnTo>
                  <a:lnTo>
                    <a:pt x="45" y="690"/>
                  </a:lnTo>
                  <a:lnTo>
                    <a:pt x="47" y="693"/>
                  </a:lnTo>
                  <a:lnTo>
                    <a:pt x="51" y="693"/>
                  </a:lnTo>
                  <a:lnTo>
                    <a:pt x="54" y="693"/>
                  </a:lnTo>
                  <a:lnTo>
                    <a:pt x="54" y="693"/>
                  </a:lnTo>
                  <a:lnTo>
                    <a:pt x="64" y="688"/>
                  </a:lnTo>
                  <a:lnTo>
                    <a:pt x="74" y="684"/>
                  </a:lnTo>
                  <a:lnTo>
                    <a:pt x="92" y="673"/>
                  </a:lnTo>
                  <a:lnTo>
                    <a:pt x="106" y="660"/>
                  </a:lnTo>
                  <a:lnTo>
                    <a:pt x="120" y="644"/>
                  </a:lnTo>
                  <a:lnTo>
                    <a:pt x="130" y="627"/>
                  </a:lnTo>
                  <a:lnTo>
                    <a:pt x="140" y="609"/>
                  </a:lnTo>
                  <a:lnTo>
                    <a:pt x="147" y="589"/>
                  </a:lnTo>
                  <a:lnTo>
                    <a:pt x="153" y="568"/>
                  </a:lnTo>
                  <a:lnTo>
                    <a:pt x="157" y="547"/>
                  </a:lnTo>
                  <a:lnTo>
                    <a:pt x="160" y="525"/>
                  </a:lnTo>
                  <a:lnTo>
                    <a:pt x="161" y="503"/>
                  </a:lnTo>
                  <a:lnTo>
                    <a:pt x="161" y="481"/>
                  </a:lnTo>
                  <a:lnTo>
                    <a:pt x="161" y="459"/>
                  </a:lnTo>
                  <a:lnTo>
                    <a:pt x="160" y="439"/>
                  </a:lnTo>
                  <a:lnTo>
                    <a:pt x="156" y="399"/>
                  </a:lnTo>
                  <a:lnTo>
                    <a:pt x="156" y="399"/>
                  </a:lnTo>
                  <a:lnTo>
                    <a:pt x="153" y="381"/>
                  </a:lnTo>
                  <a:lnTo>
                    <a:pt x="149" y="361"/>
                  </a:lnTo>
                  <a:lnTo>
                    <a:pt x="143" y="343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29" y="313"/>
                  </a:lnTo>
                  <a:lnTo>
                    <a:pt x="122" y="302"/>
                  </a:lnTo>
                  <a:lnTo>
                    <a:pt x="113" y="290"/>
                  </a:lnTo>
                  <a:lnTo>
                    <a:pt x="105" y="279"/>
                  </a:lnTo>
                  <a:lnTo>
                    <a:pt x="86" y="259"/>
                  </a:lnTo>
                  <a:lnTo>
                    <a:pt x="67" y="241"/>
                  </a:lnTo>
                  <a:lnTo>
                    <a:pt x="67" y="241"/>
                  </a:lnTo>
                  <a:lnTo>
                    <a:pt x="54" y="228"/>
                  </a:lnTo>
                  <a:lnTo>
                    <a:pt x="44" y="216"/>
                  </a:lnTo>
                  <a:lnTo>
                    <a:pt x="35" y="204"/>
                  </a:lnTo>
                  <a:lnTo>
                    <a:pt x="27" y="191"/>
                  </a:lnTo>
                  <a:lnTo>
                    <a:pt x="21" y="177"/>
                  </a:lnTo>
                  <a:lnTo>
                    <a:pt x="18" y="163"/>
                  </a:lnTo>
                  <a:lnTo>
                    <a:pt x="17" y="146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21" y="113"/>
                  </a:lnTo>
                  <a:lnTo>
                    <a:pt x="25" y="99"/>
                  </a:lnTo>
                  <a:lnTo>
                    <a:pt x="37" y="69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7"/>
                  </a:lnTo>
                  <a:lnTo>
                    <a:pt x="59" y="4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5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66B9A892-3EC2-DC86-3720-BBA2B1AD6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462"/>
              <a:ext cx="132" cy="124"/>
            </a:xfrm>
            <a:custGeom>
              <a:avLst/>
              <a:gdLst>
                <a:gd name="T0" fmla="*/ 259 w 263"/>
                <a:gd name="T1" fmla="*/ 21 h 248"/>
                <a:gd name="T2" fmla="*/ 233 w 263"/>
                <a:gd name="T3" fmla="*/ 8 h 248"/>
                <a:gd name="T4" fmla="*/ 209 w 263"/>
                <a:gd name="T5" fmla="*/ 1 h 248"/>
                <a:gd name="T6" fmla="*/ 185 w 263"/>
                <a:gd name="T7" fmla="*/ 0 h 248"/>
                <a:gd name="T8" fmla="*/ 163 w 263"/>
                <a:gd name="T9" fmla="*/ 2 h 248"/>
                <a:gd name="T10" fmla="*/ 140 w 263"/>
                <a:gd name="T11" fmla="*/ 11 h 248"/>
                <a:gd name="T12" fmla="*/ 119 w 263"/>
                <a:gd name="T13" fmla="*/ 22 h 248"/>
                <a:gd name="T14" fmla="*/ 82 w 263"/>
                <a:gd name="T15" fmla="*/ 54 h 248"/>
                <a:gd name="T16" fmla="*/ 49 w 263"/>
                <a:gd name="T17" fmla="*/ 96 h 248"/>
                <a:gd name="T18" fmla="*/ 25 w 263"/>
                <a:gd name="T19" fmla="*/ 143 h 248"/>
                <a:gd name="T20" fmla="*/ 8 w 263"/>
                <a:gd name="T21" fmla="*/ 192 h 248"/>
                <a:gd name="T22" fmla="*/ 0 w 263"/>
                <a:gd name="T23" fmla="*/ 239 h 248"/>
                <a:gd name="T24" fmla="*/ 0 w 263"/>
                <a:gd name="T25" fmla="*/ 242 h 248"/>
                <a:gd name="T26" fmla="*/ 4 w 263"/>
                <a:gd name="T27" fmla="*/ 246 h 248"/>
                <a:gd name="T28" fmla="*/ 10 w 263"/>
                <a:gd name="T29" fmla="*/ 246 h 248"/>
                <a:gd name="T30" fmla="*/ 15 w 263"/>
                <a:gd name="T31" fmla="*/ 242 h 248"/>
                <a:gd name="T32" fmla="*/ 17 w 263"/>
                <a:gd name="T33" fmla="*/ 239 h 248"/>
                <a:gd name="T34" fmla="*/ 24 w 263"/>
                <a:gd name="T35" fmla="*/ 197 h 248"/>
                <a:gd name="T36" fmla="*/ 39 w 263"/>
                <a:gd name="T37" fmla="*/ 151 h 248"/>
                <a:gd name="T38" fmla="*/ 62 w 263"/>
                <a:gd name="T39" fmla="*/ 107 h 248"/>
                <a:gd name="T40" fmla="*/ 90 w 263"/>
                <a:gd name="T41" fmla="*/ 69 h 248"/>
                <a:gd name="T42" fmla="*/ 124 w 263"/>
                <a:gd name="T43" fmla="*/ 39 h 248"/>
                <a:gd name="T44" fmla="*/ 143 w 263"/>
                <a:gd name="T45" fmla="*/ 28 h 248"/>
                <a:gd name="T46" fmla="*/ 163 w 263"/>
                <a:gd name="T47" fmla="*/ 21 h 248"/>
                <a:gd name="T48" fmla="*/ 184 w 263"/>
                <a:gd name="T49" fmla="*/ 17 h 248"/>
                <a:gd name="T50" fmla="*/ 205 w 263"/>
                <a:gd name="T51" fmla="*/ 18 h 248"/>
                <a:gd name="T52" fmla="*/ 228 w 263"/>
                <a:gd name="T53" fmla="*/ 25 h 248"/>
                <a:gd name="T54" fmla="*/ 250 w 263"/>
                <a:gd name="T55" fmla="*/ 37 h 248"/>
                <a:gd name="T56" fmla="*/ 255 w 263"/>
                <a:gd name="T57" fmla="*/ 38 h 248"/>
                <a:gd name="T58" fmla="*/ 260 w 263"/>
                <a:gd name="T59" fmla="*/ 35 h 248"/>
                <a:gd name="T60" fmla="*/ 263 w 263"/>
                <a:gd name="T61" fmla="*/ 31 h 248"/>
                <a:gd name="T62" fmla="*/ 262 w 263"/>
                <a:gd name="T63" fmla="*/ 24 h 248"/>
                <a:gd name="T64" fmla="*/ 259 w 263"/>
                <a:gd name="T65" fmla="*/ 2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3" h="248">
                  <a:moveTo>
                    <a:pt x="259" y="21"/>
                  </a:moveTo>
                  <a:lnTo>
                    <a:pt x="259" y="21"/>
                  </a:lnTo>
                  <a:lnTo>
                    <a:pt x="246" y="14"/>
                  </a:lnTo>
                  <a:lnTo>
                    <a:pt x="233" y="8"/>
                  </a:lnTo>
                  <a:lnTo>
                    <a:pt x="222" y="4"/>
                  </a:lnTo>
                  <a:lnTo>
                    <a:pt x="209" y="1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4" y="1"/>
                  </a:lnTo>
                  <a:lnTo>
                    <a:pt x="163" y="2"/>
                  </a:lnTo>
                  <a:lnTo>
                    <a:pt x="151" y="7"/>
                  </a:lnTo>
                  <a:lnTo>
                    <a:pt x="140" y="11"/>
                  </a:lnTo>
                  <a:lnTo>
                    <a:pt x="130" y="15"/>
                  </a:lnTo>
                  <a:lnTo>
                    <a:pt x="119" y="22"/>
                  </a:lnTo>
                  <a:lnTo>
                    <a:pt x="100" y="37"/>
                  </a:lnTo>
                  <a:lnTo>
                    <a:pt x="82" y="54"/>
                  </a:lnTo>
                  <a:lnTo>
                    <a:pt x="65" y="73"/>
                  </a:lnTo>
                  <a:lnTo>
                    <a:pt x="49" y="96"/>
                  </a:lnTo>
                  <a:lnTo>
                    <a:pt x="36" y="119"/>
                  </a:lnTo>
                  <a:lnTo>
                    <a:pt x="25" y="143"/>
                  </a:lnTo>
                  <a:lnTo>
                    <a:pt x="15" y="168"/>
                  </a:lnTo>
                  <a:lnTo>
                    <a:pt x="8" y="192"/>
                  </a:lnTo>
                  <a:lnTo>
                    <a:pt x="2" y="216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2"/>
                  </a:lnTo>
                  <a:lnTo>
                    <a:pt x="1" y="245"/>
                  </a:lnTo>
                  <a:lnTo>
                    <a:pt x="4" y="246"/>
                  </a:lnTo>
                  <a:lnTo>
                    <a:pt x="7" y="248"/>
                  </a:lnTo>
                  <a:lnTo>
                    <a:pt x="10" y="246"/>
                  </a:lnTo>
                  <a:lnTo>
                    <a:pt x="12" y="245"/>
                  </a:lnTo>
                  <a:lnTo>
                    <a:pt x="15" y="242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9" y="218"/>
                  </a:lnTo>
                  <a:lnTo>
                    <a:pt x="24" y="197"/>
                  </a:lnTo>
                  <a:lnTo>
                    <a:pt x="31" y="174"/>
                  </a:lnTo>
                  <a:lnTo>
                    <a:pt x="39" y="151"/>
                  </a:lnTo>
                  <a:lnTo>
                    <a:pt x="49" y="130"/>
                  </a:lnTo>
                  <a:lnTo>
                    <a:pt x="62" y="107"/>
                  </a:lnTo>
                  <a:lnTo>
                    <a:pt x="75" y="88"/>
                  </a:lnTo>
                  <a:lnTo>
                    <a:pt x="90" y="69"/>
                  </a:lnTo>
                  <a:lnTo>
                    <a:pt x="106" y="52"/>
                  </a:lnTo>
                  <a:lnTo>
                    <a:pt x="124" y="39"/>
                  </a:lnTo>
                  <a:lnTo>
                    <a:pt x="133" y="32"/>
                  </a:lnTo>
                  <a:lnTo>
                    <a:pt x="143" y="28"/>
                  </a:lnTo>
                  <a:lnTo>
                    <a:pt x="153" y="24"/>
                  </a:lnTo>
                  <a:lnTo>
                    <a:pt x="163" y="21"/>
                  </a:lnTo>
                  <a:lnTo>
                    <a:pt x="172" y="18"/>
                  </a:lnTo>
                  <a:lnTo>
                    <a:pt x="184" y="17"/>
                  </a:lnTo>
                  <a:lnTo>
                    <a:pt x="194" y="17"/>
                  </a:lnTo>
                  <a:lnTo>
                    <a:pt x="205" y="18"/>
                  </a:lnTo>
                  <a:lnTo>
                    <a:pt x="216" y="21"/>
                  </a:lnTo>
                  <a:lnTo>
                    <a:pt x="228" y="25"/>
                  </a:lnTo>
                  <a:lnTo>
                    <a:pt x="239" y="29"/>
                  </a:lnTo>
                  <a:lnTo>
                    <a:pt x="250" y="37"/>
                  </a:lnTo>
                  <a:lnTo>
                    <a:pt x="250" y="37"/>
                  </a:lnTo>
                  <a:lnTo>
                    <a:pt x="255" y="38"/>
                  </a:lnTo>
                  <a:lnTo>
                    <a:pt x="258" y="38"/>
                  </a:lnTo>
                  <a:lnTo>
                    <a:pt x="260" y="35"/>
                  </a:lnTo>
                  <a:lnTo>
                    <a:pt x="262" y="34"/>
                  </a:lnTo>
                  <a:lnTo>
                    <a:pt x="263" y="31"/>
                  </a:lnTo>
                  <a:lnTo>
                    <a:pt x="263" y="27"/>
                  </a:lnTo>
                  <a:lnTo>
                    <a:pt x="262" y="24"/>
                  </a:lnTo>
                  <a:lnTo>
                    <a:pt x="259" y="21"/>
                  </a:lnTo>
                  <a:lnTo>
                    <a:pt x="25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8CDA95DA-8385-16FC-7639-C475B3F7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82"/>
              <a:ext cx="73" cy="190"/>
            </a:xfrm>
            <a:custGeom>
              <a:avLst/>
              <a:gdLst>
                <a:gd name="T0" fmla="*/ 5 w 146"/>
                <a:gd name="T1" fmla="*/ 17 h 378"/>
                <a:gd name="T2" fmla="*/ 5 w 146"/>
                <a:gd name="T3" fmla="*/ 17 h 378"/>
                <a:gd name="T4" fmla="*/ 25 w 146"/>
                <a:gd name="T5" fmla="*/ 32 h 378"/>
                <a:gd name="T6" fmla="*/ 43 w 146"/>
                <a:gd name="T7" fmla="*/ 51 h 378"/>
                <a:gd name="T8" fmla="*/ 60 w 146"/>
                <a:gd name="T9" fmla="*/ 69 h 378"/>
                <a:gd name="T10" fmla="*/ 74 w 146"/>
                <a:gd name="T11" fmla="*/ 88 h 378"/>
                <a:gd name="T12" fmla="*/ 87 w 146"/>
                <a:gd name="T13" fmla="*/ 109 h 378"/>
                <a:gd name="T14" fmla="*/ 97 w 146"/>
                <a:gd name="T15" fmla="*/ 130 h 378"/>
                <a:gd name="T16" fmla="*/ 107 w 146"/>
                <a:gd name="T17" fmla="*/ 151 h 378"/>
                <a:gd name="T18" fmla="*/ 114 w 146"/>
                <a:gd name="T19" fmla="*/ 174 h 378"/>
                <a:gd name="T20" fmla="*/ 119 w 146"/>
                <a:gd name="T21" fmla="*/ 197 h 378"/>
                <a:gd name="T22" fmla="*/ 124 w 146"/>
                <a:gd name="T23" fmla="*/ 221 h 378"/>
                <a:gd name="T24" fmla="*/ 127 w 146"/>
                <a:gd name="T25" fmla="*/ 243 h 378"/>
                <a:gd name="T26" fmla="*/ 128 w 146"/>
                <a:gd name="T27" fmla="*/ 269 h 378"/>
                <a:gd name="T28" fmla="*/ 128 w 146"/>
                <a:gd name="T29" fmla="*/ 293 h 378"/>
                <a:gd name="T30" fmla="*/ 128 w 146"/>
                <a:gd name="T31" fmla="*/ 319 h 378"/>
                <a:gd name="T32" fmla="*/ 125 w 146"/>
                <a:gd name="T33" fmla="*/ 343 h 378"/>
                <a:gd name="T34" fmla="*/ 122 w 146"/>
                <a:gd name="T35" fmla="*/ 368 h 378"/>
                <a:gd name="T36" fmla="*/ 122 w 146"/>
                <a:gd name="T37" fmla="*/ 368 h 378"/>
                <a:gd name="T38" fmla="*/ 122 w 146"/>
                <a:gd name="T39" fmla="*/ 371 h 378"/>
                <a:gd name="T40" fmla="*/ 124 w 146"/>
                <a:gd name="T41" fmla="*/ 375 h 378"/>
                <a:gd name="T42" fmla="*/ 127 w 146"/>
                <a:gd name="T43" fmla="*/ 377 h 378"/>
                <a:gd name="T44" fmla="*/ 129 w 146"/>
                <a:gd name="T45" fmla="*/ 378 h 378"/>
                <a:gd name="T46" fmla="*/ 132 w 146"/>
                <a:gd name="T47" fmla="*/ 378 h 378"/>
                <a:gd name="T48" fmla="*/ 135 w 146"/>
                <a:gd name="T49" fmla="*/ 378 h 378"/>
                <a:gd name="T50" fmla="*/ 138 w 146"/>
                <a:gd name="T51" fmla="*/ 375 h 378"/>
                <a:gd name="T52" fmla="*/ 139 w 146"/>
                <a:gd name="T53" fmla="*/ 372 h 378"/>
                <a:gd name="T54" fmla="*/ 139 w 146"/>
                <a:gd name="T55" fmla="*/ 372 h 378"/>
                <a:gd name="T56" fmla="*/ 142 w 146"/>
                <a:gd name="T57" fmla="*/ 347 h 378"/>
                <a:gd name="T58" fmla="*/ 145 w 146"/>
                <a:gd name="T59" fmla="*/ 321 h 378"/>
                <a:gd name="T60" fmla="*/ 146 w 146"/>
                <a:gd name="T61" fmla="*/ 294 h 378"/>
                <a:gd name="T62" fmla="*/ 146 w 146"/>
                <a:gd name="T63" fmla="*/ 269 h 378"/>
                <a:gd name="T64" fmla="*/ 145 w 146"/>
                <a:gd name="T65" fmla="*/ 243 h 378"/>
                <a:gd name="T66" fmla="*/ 142 w 146"/>
                <a:gd name="T67" fmla="*/ 218 h 378"/>
                <a:gd name="T68" fmla="*/ 138 w 146"/>
                <a:gd name="T69" fmla="*/ 192 h 378"/>
                <a:gd name="T70" fmla="*/ 132 w 146"/>
                <a:gd name="T71" fmla="*/ 167 h 378"/>
                <a:gd name="T72" fmla="*/ 132 w 146"/>
                <a:gd name="T73" fmla="*/ 167 h 378"/>
                <a:gd name="T74" fmla="*/ 124 w 146"/>
                <a:gd name="T75" fmla="*/ 141 h 378"/>
                <a:gd name="T76" fmla="*/ 112 w 146"/>
                <a:gd name="T77" fmla="*/ 119 h 378"/>
                <a:gd name="T78" fmla="*/ 101 w 146"/>
                <a:gd name="T79" fmla="*/ 96 h 378"/>
                <a:gd name="T80" fmla="*/ 87 w 146"/>
                <a:gd name="T81" fmla="*/ 75 h 378"/>
                <a:gd name="T82" fmla="*/ 70 w 146"/>
                <a:gd name="T83" fmla="*/ 54 h 378"/>
                <a:gd name="T84" fmla="*/ 53 w 146"/>
                <a:gd name="T85" fmla="*/ 35 h 378"/>
                <a:gd name="T86" fmla="*/ 33 w 146"/>
                <a:gd name="T87" fmla="*/ 18 h 378"/>
                <a:gd name="T88" fmla="*/ 13 w 146"/>
                <a:gd name="T89" fmla="*/ 1 h 378"/>
                <a:gd name="T90" fmla="*/ 13 w 146"/>
                <a:gd name="T91" fmla="*/ 1 h 378"/>
                <a:gd name="T92" fmla="*/ 10 w 146"/>
                <a:gd name="T93" fmla="*/ 0 h 378"/>
                <a:gd name="T94" fmla="*/ 8 w 146"/>
                <a:gd name="T95" fmla="*/ 0 h 378"/>
                <a:gd name="T96" fmla="*/ 5 w 146"/>
                <a:gd name="T97" fmla="*/ 1 h 378"/>
                <a:gd name="T98" fmla="*/ 2 w 146"/>
                <a:gd name="T99" fmla="*/ 4 h 378"/>
                <a:gd name="T100" fmla="*/ 0 w 146"/>
                <a:gd name="T101" fmla="*/ 7 h 378"/>
                <a:gd name="T102" fmla="*/ 0 w 146"/>
                <a:gd name="T103" fmla="*/ 10 h 378"/>
                <a:gd name="T104" fmla="*/ 2 w 146"/>
                <a:gd name="T105" fmla="*/ 14 h 378"/>
                <a:gd name="T106" fmla="*/ 5 w 146"/>
                <a:gd name="T107" fmla="*/ 17 h 378"/>
                <a:gd name="T108" fmla="*/ 5 w 146"/>
                <a:gd name="T109" fmla="*/ 1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78">
                  <a:moveTo>
                    <a:pt x="5" y="17"/>
                  </a:moveTo>
                  <a:lnTo>
                    <a:pt x="5" y="17"/>
                  </a:lnTo>
                  <a:lnTo>
                    <a:pt x="25" y="32"/>
                  </a:lnTo>
                  <a:lnTo>
                    <a:pt x="43" y="51"/>
                  </a:lnTo>
                  <a:lnTo>
                    <a:pt x="60" y="69"/>
                  </a:lnTo>
                  <a:lnTo>
                    <a:pt x="74" y="88"/>
                  </a:lnTo>
                  <a:lnTo>
                    <a:pt x="87" y="109"/>
                  </a:lnTo>
                  <a:lnTo>
                    <a:pt x="97" y="130"/>
                  </a:lnTo>
                  <a:lnTo>
                    <a:pt x="107" y="151"/>
                  </a:lnTo>
                  <a:lnTo>
                    <a:pt x="114" y="174"/>
                  </a:lnTo>
                  <a:lnTo>
                    <a:pt x="119" y="197"/>
                  </a:lnTo>
                  <a:lnTo>
                    <a:pt x="124" y="221"/>
                  </a:lnTo>
                  <a:lnTo>
                    <a:pt x="127" y="243"/>
                  </a:lnTo>
                  <a:lnTo>
                    <a:pt x="128" y="269"/>
                  </a:lnTo>
                  <a:lnTo>
                    <a:pt x="128" y="293"/>
                  </a:lnTo>
                  <a:lnTo>
                    <a:pt x="128" y="319"/>
                  </a:lnTo>
                  <a:lnTo>
                    <a:pt x="125" y="343"/>
                  </a:lnTo>
                  <a:lnTo>
                    <a:pt x="122" y="368"/>
                  </a:lnTo>
                  <a:lnTo>
                    <a:pt x="122" y="368"/>
                  </a:lnTo>
                  <a:lnTo>
                    <a:pt x="122" y="371"/>
                  </a:lnTo>
                  <a:lnTo>
                    <a:pt x="124" y="375"/>
                  </a:lnTo>
                  <a:lnTo>
                    <a:pt x="127" y="377"/>
                  </a:lnTo>
                  <a:lnTo>
                    <a:pt x="129" y="378"/>
                  </a:lnTo>
                  <a:lnTo>
                    <a:pt x="132" y="378"/>
                  </a:lnTo>
                  <a:lnTo>
                    <a:pt x="135" y="378"/>
                  </a:lnTo>
                  <a:lnTo>
                    <a:pt x="138" y="375"/>
                  </a:lnTo>
                  <a:lnTo>
                    <a:pt x="139" y="372"/>
                  </a:lnTo>
                  <a:lnTo>
                    <a:pt x="139" y="372"/>
                  </a:lnTo>
                  <a:lnTo>
                    <a:pt x="142" y="347"/>
                  </a:lnTo>
                  <a:lnTo>
                    <a:pt x="145" y="321"/>
                  </a:lnTo>
                  <a:lnTo>
                    <a:pt x="146" y="294"/>
                  </a:lnTo>
                  <a:lnTo>
                    <a:pt x="146" y="269"/>
                  </a:lnTo>
                  <a:lnTo>
                    <a:pt x="145" y="243"/>
                  </a:lnTo>
                  <a:lnTo>
                    <a:pt x="142" y="218"/>
                  </a:lnTo>
                  <a:lnTo>
                    <a:pt x="138" y="192"/>
                  </a:lnTo>
                  <a:lnTo>
                    <a:pt x="132" y="167"/>
                  </a:lnTo>
                  <a:lnTo>
                    <a:pt x="132" y="167"/>
                  </a:lnTo>
                  <a:lnTo>
                    <a:pt x="124" y="141"/>
                  </a:lnTo>
                  <a:lnTo>
                    <a:pt x="112" y="119"/>
                  </a:lnTo>
                  <a:lnTo>
                    <a:pt x="101" y="96"/>
                  </a:lnTo>
                  <a:lnTo>
                    <a:pt x="87" y="75"/>
                  </a:lnTo>
                  <a:lnTo>
                    <a:pt x="70" y="54"/>
                  </a:lnTo>
                  <a:lnTo>
                    <a:pt x="53" y="35"/>
                  </a:lnTo>
                  <a:lnTo>
                    <a:pt x="33" y="1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05FBC372-87B6-A3CF-4ED0-386B9FE3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412"/>
              <a:ext cx="122" cy="37"/>
            </a:xfrm>
            <a:custGeom>
              <a:avLst/>
              <a:gdLst>
                <a:gd name="T0" fmla="*/ 14 w 244"/>
                <a:gd name="T1" fmla="*/ 71 h 74"/>
                <a:gd name="T2" fmla="*/ 14 w 244"/>
                <a:gd name="T3" fmla="*/ 71 h 74"/>
                <a:gd name="T4" fmla="*/ 24 w 244"/>
                <a:gd name="T5" fmla="*/ 61 h 74"/>
                <a:gd name="T6" fmla="*/ 35 w 244"/>
                <a:gd name="T7" fmla="*/ 53 h 74"/>
                <a:gd name="T8" fmla="*/ 48 w 244"/>
                <a:gd name="T9" fmla="*/ 44 h 74"/>
                <a:gd name="T10" fmla="*/ 59 w 244"/>
                <a:gd name="T11" fmla="*/ 39 h 74"/>
                <a:gd name="T12" fmla="*/ 74 w 244"/>
                <a:gd name="T13" fmla="*/ 33 h 74"/>
                <a:gd name="T14" fmla="*/ 88 w 244"/>
                <a:gd name="T15" fmla="*/ 27 h 74"/>
                <a:gd name="T16" fmla="*/ 102 w 244"/>
                <a:gd name="T17" fmla="*/ 25 h 74"/>
                <a:gd name="T18" fmla="*/ 116 w 244"/>
                <a:gd name="T19" fmla="*/ 22 h 74"/>
                <a:gd name="T20" fmla="*/ 146 w 244"/>
                <a:gd name="T21" fmla="*/ 19 h 74"/>
                <a:gd name="T22" fmla="*/ 176 w 244"/>
                <a:gd name="T23" fmla="*/ 17 h 74"/>
                <a:gd name="T24" fmla="*/ 204 w 244"/>
                <a:gd name="T25" fmla="*/ 20 h 74"/>
                <a:gd name="T26" fmla="*/ 232 w 244"/>
                <a:gd name="T27" fmla="*/ 23 h 74"/>
                <a:gd name="T28" fmla="*/ 232 w 244"/>
                <a:gd name="T29" fmla="*/ 23 h 74"/>
                <a:gd name="T30" fmla="*/ 237 w 244"/>
                <a:gd name="T31" fmla="*/ 23 h 74"/>
                <a:gd name="T32" fmla="*/ 239 w 244"/>
                <a:gd name="T33" fmla="*/ 22 h 74"/>
                <a:gd name="T34" fmla="*/ 241 w 244"/>
                <a:gd name="T35" fmla="*/ 20 h 74"/>
                <a:gd name="T36" fmla="*/ 242 w 244"/>
                <a:gd name="T37" fmla="*/ 17 h 74"/>
                <a:gd name="T38" fmla="*/ 244 w 244"/>
                <a:gd name="T39" fmla="*/ 13 h 74"/>
                <a:gd name="T40" fmla="*/ 242 w 244"/>
                <a:gd name="T41" fmla="*/ 10 h 74"/>
                <a:gd name="T42" fmla="*/ 241 w 244"/>
                <a:gd name="T43" fmla="*/ 9 h 74"/>
                <a:gd name="T44" fmla="*/ 237 w 244"/>
                <a:gd name="T45" fmla="*/ 8 h 74"/>
                <a:gd name="T46" fmla="*/ 237 w 244"/>
                <a:gd name="T47" fmla="*/ 8 h 74"/>
                <a:gd name="T48" fmla="*/ 207 w 244"/>
                <a:gd name="T49" fmla="*/ 3 h 74"/>
                <a:gd name="T50" fmla="*/ 176 w 244"/>
                <a:gd name="T51" fmla="*/ 0 h 74"/>
                <a:gd name="T52" fmla="*/ 143 w 244"/>
                <a:gd name="T53" fmla="*/ 2 h 74"/>
                <a:gd name="T54" fmla="*/ 127 w 244"/>
                <a:gd name="T55" fmla="*/ 3 h 74"/>
                <a:gd name="T56" fmla="*/ 112 w 244"/>
                <a:gd name="T57" fmla="*/ 5 h 74"/>
                <a:gd name="T58" fmla="*/ 96 w 244"/>
                <a:gd name="T59" fmla="*/ 8 h 74"/>
                <a:gd name="T60" fmla="*/ 81 w 244"/>
                <a:gd name="T61" fmla="*/ 12 h 74"/>
                <a:gd name="T62" fmla="*/ 67 w 244"/>
                <a:gd name="T63" fmla="*/ 17 h 74"/>
                <a:gd name="T64" fmla="*/ 52 w 244"/>
                <a:gd name="T65" fmla="*/ 23 h 74"/>
                <a:gd name="T66" fmla="*/ 38 w 244"/>
                <a:gd name="T67" fmla="*/ 30 h 74"/>
                <a:gd name="T68" fmla="*/ 25 w 244"/>
                <a:gd name="T69" fmla="*/ 39 h 74"/>
                <a:gd name="T70" fmla="*/ 13 w 244"/>
                <a:gd name="T71" fmla="*/ 49 h 74"/>
                <a:gd name="T72" fmla="*/ 1 w 244"/>
                <a:gd name="T73" fmla="*/ 60 h 74"/>
                <a:gd name="T74" fmla="*/ 1 w 244"/>
                <a:gd name="T75" fmla="*/ 60 h 74"/>
                <a:gd name="T76" fmla="*/ 0 w 244"/>
                <a:gd name="T77" fmla="*/ 63 h 74"/>
                <a:gd name="T78" fmla="*/ 0 w 244"/>
                <a:gd name="T79" fmla="*/ 66 h 74"/>
                <a:gd name="T80" fmla="*/ 0 w 244"/>
                <a:gd name="T81" fmla="*/ 70 h 74"/>
                <a:gd name="T82" fmla="*/ 3 w 244"/>
                <a:gd name="T83" fmla="*/ 71 h 74"/>
                <a:gd name="T84" fmla="*/ 4 w 244"/>
                <a:gd name="T85" fmla="*/ 74 h 74"/>
                <a:gd name="T86" fmla="*/ 8 w 244"/>
                <a:gd name="T87" fmla="*/ 74 h 74"/>
                <a:gd name="T88" fmla="*/ 11 w 244"/>
                <a:gd name="T89" fmla="*/ 74 h 74"/>
                <a:gd name="T90" fmla="*/ 14 w 244"/>
                <a:gd name="T91" fmla="*/ 71 h 74"/>
                <a:gd name="T92" fmla="*/ 14 w 244"/>
                <a:gd name="T93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74">
                  <a:moveTo>
                    <a:pt x="14" y="71"/>
                  </a:moveTo>
                  <a:lnTo>
                    <a:pt x="14" y="71"/>
                  </a:lnTo>
                  <a:lnTo>
                    <a:pt x="24" y="61"/>
                  </a:lnTo>
                  <a:lnTo>
                    <a:pt x="35" y="53"/>
                  </a:lnTo>
                  <a:lnTo>
                    <a:pt x="48" y="44"/>
                  </a:lnTo>
                  <a:lnTo>
                    <a:pt x="59" y="39"/>
                  </a:lnTo>
                  <a:lnTo>
                    <a:pt x="74" y="33"/>
                  </a:lnTo>
                  <a:lnTo>
                    <a:pt x="88" y="27"/>
                  </a:lnTo>
                  <a:lnTo>
                    <a:pt x="102" y="25"/>
                  </a:lnTo>
                  <a:lnTo>
                    <a:pt x="116" y="22"/>
                  </a:lnTo>
                  <a:lnTo>
                    <a:pt x="146" y="19"/>
                  </a:lnTo>
                  <a:lnTo>
                    <a:pt x="176" y="17"/>
                  </a:lnTo>
                  <a:lnTo>
                    <a:pt x="204" y="20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7" y="23"/>
                  </a:lnTo>
                  <a:lnTo>
                    <a:pt x="239" y="22"/>
                  </a:lnTo>
                  <a:lnTo>
                    <a:pt x="241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2" y="10"/>
                  </a:lnTo>
                  <a:lnTo>
                    <a:pt x="241" y="9"/>
                  </a:lnTo>
                  <a:lnTo>
                    <a:pt x="237" y="8"/>
                  </a:lnTo>
                  <a:lnTo>
                    <a:pt x="237" y="8"/>
                  </a:lnTo>
                  <a:lnTo>
                    <a:pt x="207" y="3"/>
                  </a:lnTo>
                  <a:lnTo>
                    <a:pt x="176" y="0"/>
                  </a:lnTo>
                  <a:lnTo>
                    <a:pt x="143" y="2"/>
                  </a:lnTo>
                  <a:lnTo>
                    <a:pt x="127" y="3"/>
                  </a:lnTo>
                  <a:lnTo>
                    <a:pt x="112" y="5"/>
                  </a:lnTo>
                  <a:lnTo>
                    <a:pt x="96" y="8"/>
                  </a:lnTo>
                  <a:lnTo>
                    <a:pt x="81" y="12"/>
                  </a:lnTo>
                  <a:lnTo>
                    <a:pt x="67" y="17"/>
                  </a:lnTo>
                  <a:lnTo>
                    <a:pt x="52" y="23"/>
                  </a:lnTo>
                  <a:lnTo>
                    <a:pt x="38" y="30"/>
                  </a:lnTo>
                  <a:lnTo>
                    <a:pt x="25" y="39"/>
                  </a:lnTo>
                  <a:lnTo>
                    <a:pt x="13" y="49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60">
              <a:extLst>
                <a:ext uri="{FF2B5EF4-FFF2-40B4-BE49-F238E27FC236}">
                  <a16:creationId xmlns:a16="http://schemas.microsoft.com/office/drawing/2014/main" id="{50685017-7D39-993B-3412-CDC6400C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53"/>
              <a:ext cx="1344" cy="262"/>
            </a:xfrm>
            <a:custGeom>
              <a:avLst/>
              <a:gdLst>
                <a:gd name="T0" fmla="*/ 2616 w 2688"/>
                <a:gd name="T1" fmla="*/ 402 h 524"/>
                <a:gd name="T2" fmla="*/ 2490 w 2688"/>
                <a:gd name="T3" fmla="*/ 422 h 524"/>
                <a:gd name="T4" fmla="*/ 2362 w 2688"/>
                <a:gd name="T5" fmla="*/ 425 h 524"/>
                <a:gd name="T6" fmla="*/ 2235 w 2688"/>
                <a:gd name="T7" fmla="*/ 413 h 524"/>
                <a:gd name="T8" fmla="*/ 2143 w 2688"/>
                <a:gd name="T9" fmla="*/ 395 h 524"/>
                <a:gd name="T10" fmla="*/ 1937 w 2688"/>
                <a:gd name="T11" fmla="*/ 327 h 524"/>
                <a:gd name="T12" fmla="*/ 1749 w 2688"/>
                <a:gd name="T13" fmla="*/ 259 h 524"/>
                <a:gd name="T14" fmla="*/ 1556 w 2688"/>
                <a:gd name="T15" fmla="*/ 206 h 524"/>
                <a:gd name="T16" fmla="*/ 1166 w 2688"/>
                <a:gd name="T17" fmla="*/ 121 h 524"/>
                <a:gd name="T18" fmla="*/ 995 w 2688"/>
                <a:gd name="T19" fmla="*/ 76 h 524"/>
                <a:gd name="T20" fmla="*/ 838 w 2688"/>
                <a:gd name="T21" fmla="*/ 25 h 524"/>
                <a:gd name="T22" fmla="*/ 733 w 2688"/>
                <a:gd name="T23" fmla="*/ 2 h 524"/>
                <a:gd name="T24" fmla="*/ 643 w 2688"/>
                <a:gd name="T25" fmla="*/ 2 h 524"/>
                <a:gd name="T26" fmla="*/ 529 w 2688"/>
                <a:gd name="T27" fmla="*/ 29 h 524"/>
                <a:gd name="T28" fmla="*/ 438 w 2688"/>
                <a:gd name="T29" fmla="*/ 70 h 524"/>
                <a:gd name="T30" fmla="*/ 371 w 2688"/>
                <a:gd name="T31" fmla="*/ 95 h 524"/>
                <a:gd name="T32" fmla="*/ 264 w 2688"/>
                <a:gd name="T33" fmla="*/ 116 h 524"/>
                <a:gd name="T34" fmla="*/ 224 w 2688"/>
                <a:gd name="T35" fmla="*/ 134 h 524"/>
                <a:gd name="T36" fmla="*/ 183 w 2688"/>
                <a:gd name="T37" fmla="*/ 170 h 524"/>
                <a:gd name="T38" fmla="*/ 114 w 2688"/>
                <a:gd name="T39" fmla="*/ 287 h 524"/>
                <a:gd name="T40" fmla="*/ 53 w 2688"/>
                <a:gd name="T41" fmla="*/ 389 h 524"/>
                <a:gd name="T42" fmla="*/ 26 w 2688"/>
                <a:gd name="T43" fmla="*/ 449 h 524"/>
                <a:gd name="T44" fmla="*/ 0 w 2688"/>
                <a:gd name="T45" fmla="*/ 514 h 524"/>
                <a:gd name="T46" fmla="*/ 7 w 2688"/>
                <a:gd name="T47" fmla="*/ 524 h 524"/>
                <a:gd name="T48" fmla="*/ 16 w 2688"/>
                <a:gd name="T49" fmla="*/ 520 h 524"/>
                <a:gd name="T50" fmla="*/ 51 w 2688"/>
                <a:gd name="T51" fmla="*/ 427 h 524"/>
                <a:gd name="T52" fmla="*/ 105 w 2688"/>
                <a:gd name="T53" fmla="*/ 338 h 524"/>
                <a:gd name="T54" fmla="*/ 148 w 2688"/>
                <a:gd name="T55" fmla="*/ 257 h 524"/>
                <a:gd name="T56" fmla="*/ 194 w 2688"/>
                <a:gd name="T57" fmla="*/ 182 h 524"/>
                <a:gd name="T58" fmla="*/ 240 w 2688"/>
                <a:gd name="T59" fmla="*/ 146 h 524"/>
                <a:gd name="T60" fmla="*/ 296 w 2688"/>
                <a:gd name="T61" fmla="*/ 124 h 524"/>
                <a:gd name="T62" fmla="*/ 376 w 2688"/>
                <a:gd name="T63" fmla="*/ 112 h 524"/>
                <a:gd name="T64" fmla="*/ 490 w 2688"/>
                <a:gd name="T65" fmla="*/ 63 h 524"/>
                <a:gd name="T66" fmla="*/ 578 w 2688"/>
                <a:gd name="T67" fmla="*/ 32 h 524"/>
                <a:gd name="T68" fmla="*/ 702 w 2688"/>
                <a:gd name="T69" fmla="*/ 18 h 524"/>
                <a:gd name="T70" fmla="*/ 789 w 2688"/>
                <a:gd name="T71" fmla="*/ 29 h 524"/>
                <a:gd name="T72" fmla="*/ 951 w 2688"/>
                <a:gd name="T73" fmla="*/ 79 h 524"/>
                <a:gd name="T74" fmla="*/ 1124 w 2688"/>
                <a:gd name="T75" fmla="*/ 129 h 524"/>
                <a:gd name="T76" fmla="*/ 1443 w 2688"/>
                <a:gd name="T77" fmla="*/ 197 h 524"/>
                <a:gd name="T78" fmla="*/ 1702 w 2688"/>
                <a:gd name="T79" fmla="*/ 263 h 524"/>
                <a:gd name="T80" fmla="*/ 1947 w 2688"/>
                <a:gd name="T81" fmla="*/ 350 h 524"/>
                <a:gd name="T82" fmla="*/ 2165 w 2688"/>
                <a:gd name="T83" fmla="*/ 418 h 524"/>
                <a:gd name="T84" fmla="*/ 2289 w 2688"/>
                <a:gd name="T85" fmla="*/ 437 h 524"/>
                <a:gd name="T86" fmla="*/ 2410 w 2688"/>
                <a:gd name="T87" fmla="*/ 443 h 524"/>
                <a:gd name="T88" fmla="*/ 2532 w 2688"/>
                <a:gd name="T89" fmla="*/ 435 h 524"/>
                <a:gd name="T90" fmla="*/ 2653 w 2688"/>
                <a:gd name="T91" fmla="*/ 410 h 524"/>
                <a:gd name="T92" fmla="*/ 2688 w 2688"/>
                <a:gd name="T93" fmla="*/ 398 h 524"/>
                <a:gd name="T94" fmla="*/ 2684 w 2688"/>
                <a:gd name="T95" fmla="*/ 3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8" h="524">
                  <a:moveTo>
                    <a:pt x="2678" y="385"/>
                  </a:moveTo>
                  <a:lnTo>
                    <a:pt x="2678" y="385"/>
                  </a:lnTo>
                  <a:lnTo>
                    <a:pt x="2647" y="393"/>
                  </a:lnTo>
                  <a:lnTo>
                    <a:pt x="2616" y="402"/>
                  </a:lnTo>
                  <a:lnTo>
                    <a:pt x="2585" y="409"/>
                  </a:lnTo>
                  <a:lnTo>
                    <a:pt x="2554" y="415"/>
                  </a:lnTo>
                  <a:lnTo>
                    <a:pt x="2521" y="419"/>
                  </a:lnTo>
                  <a:lnTo>
                    <a:pt x="2490" y="422"/>
                  </a:lnTo>
                  <a:lnTo>
                    <a:pt x="2459" y="425"/>
                  </a:lnTo>
                  <a:lnTo>
                    <a:pt x="2426" y="426"/>
                  </a:lnTo>
                  <a:lnTo>
                    <a:pt x="2395" y="426"/>
                  </a:lnTo>
                  <a:lnTo>
                    <a:pt x="2362" y="425"/>
                  </a:lnTo>
                  <a:lnTo>
                    <a:pt x="2331" y="423"/>
                  </a:lnTo>
                  <a:lnTo>
                    <a:pt x="2299" y="420"/>
                  </a:lnTo>
                  <a:lnTo>
                    <a:pt x="2267" y="418"/>
                  </a:lnTo>
                  <a:lnTo>
                    <a:pt x="2235" y="413"/>
                  </a:lnTo>
                  <a:lnTo>
                    <a:pt x="2204" y="408"/>
                  </a:lnTo>
                  <a:lnTo>
                    <a:pt x="2172" y="402"/>
                  </a:lnTo>
                  <a:lnTo>
                    <a:pt x="2172" y="402"/>
                  </a:lnTo>
                  <a:lnTo>
                    <a:pt x="2143" y="395"/>
                  </a:lnTo>
                  <a:lnTo>
                    <a:pt x="2113" y="388"/>
                  </a:lnTo>
                  <a:lnTo>
                    <a:pt x="2053" y="369"/>
                  </a:lnTo>
                  <a:lnTo>
                    <a:pt x="1995" y="350"/>
                  </a:lnTo>
                  <a:lnTo>
                    <a:pt x="1937" y="327"/>
                  </a:lnTo>
                  <a:lnTo>
                    <a:pt x="1937" y="327"/>
                  </a:lnTo>
                  <a:lnTo>
                    <a:pt x="1875" y="303"/>
                  </a:lnTo>
                  <a:lnTo>
                    <a:pt x="1812" y="280"/>
                  </a:lnTo>
                  <a:lnTo>
                    <a:pt x="1749" y="259"/>
                  </a:lnTo>
                  <a:lnTo>
                    <a:pt x="1685" y="240"/>
                  </a:lnTo>
                  <a:lnTo>
                    <a:pt x="1685" y="240"/>
                  </a:lnTo>
                  <a:lnTo>
                    <a:pt x="1621" y="222"/>
                  </a:lnTo>
                  <a:lnTo>
                    <a:pt x="1556" y="206"/>
                  </a:lnTo>
                  <a:lnTo>
                    <a:pt x="1492" y="191"/>
                  </a:lnTo>
                  <a:lnTo>
                    <a:pt x="1427" y="175"/>
                  </a:lnTo>
                  <a:lnTo>
                    <a:pt x="1297" y="148"/>
                  </a:lnTo>
                  <a:lnTo>
                    <a:pt x="1166" y="121"/>
                  </a:lnTo>
                  <a:lnTo>
                    <a:pt x="1166" y="121"/>
                  </a:lnTo>
                  <a:lnTo>
                    <a:pt x="1108" y="107"/>
                  </a:lnTo>
                  <a:lnTo>
                    <a:pt x="1052" y="93"/>
                  </a:lnTo>
                  <a:lnTo>
                    <a:pt x="995" y="76"/>
                  </a:lnTo>
                  <a:lnTo>
                    <a:pt x="938" y="58"/>
                  </a:lnTo>
                  <a:lnTo>
                    <a:pt x="938" y="58"/>
                  </a:lnTo>
                  <a:lnTo>
                    <a:pt x="889" y="41"/>
                  </a:lnTo>
                  <a:lnTo>
                    <a:pt x="838" y="25"/>
                  </a:lnTo>
                  <a:lnTo>
                    <a:pt x="812" y="18"/>
                  </a:lnTo>
                  <a:lnTo>
                    <a:pt x="785" y="11"/>
                  </a:lnTo>
                  <a:lnTo>
                    <a:pt x="760" y="7"/>
                  </a:lnTo>
                  <a:lnTo>
                    <a:pt x="733" y="2"/>
                  </a:lnTo>
                  <a:lnTo>
                    <a:pt x="733" y="2"/>
                  </a:lnTo>
                  <a:lnTo>
                    <a:pt x="703" y="0"/>
                  </a:lnTo>
                  <a:lnTo>
                    <a:pt x="673" y="0"/>
                  </a:lnTo>
                  <a:lnTo>
                    <a:pt x="643" y="2"/>
                  </a:lnTo>
                  <a:lnTo>
                    <a:pt x="615" y="7"/>
                  </a:lnTo>
                  <a:lnTo>
                    <a:pt x="585" y="12"/>
                  </a:lnTo>
                  <a:lnTo>
                    <a:pt x="557" y="19"/>
                  </a:lnTo>
                  <a:lnTo>
                    <a:pt x="529" y="29"/>
                  </a:lnTo>
                  <a:lnTo>
                    <a:pt x="502" y="41"/>
                  </a:lnTo>
                  <a:lnTo>
                    <a:pt x="502" y="41"/>
                  </a:lnTo>
                  <a:lnTo>
                    <a:pt x="469" y="56"/>
                  </a:lnTo>
                  <a:lnTo>
                    <a:pt x="438" y="70"/>
                  </a:lnTo>
                  <a:lnTo>
                    <a:pt x="405" y="85"/>
                  </a:lnTo>
                  <a:lnTo>
                    <a:pt x="388" y="90"/>
                  </a:lnTo>
                  <a:lnTo>
                    <a:pt x="371" y="95"/>
                  </a:lnTo>
                  <a:lnTo>
                    <a:pt x="371" y="95"/>
                  </a:lnTo>
                  <a:lnTo>
                    <a:pt x="340" y="100"/>
                  </a:lnTo>
                  <a:lnTo>
                    <a:pt x="309" y="106"/>
                  </a:lnTo>
                  <a:lnTo>
                    <a:pt x="279" y="112"/>
                  </a:lnTo>
                  <a:lnTo>
                    <a:pt x="264" y="116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5" y="127"/>
                  </a:lnTo>
                  <a:lnTo>
                    <a:pt x="224" y="134"/>
                  </a:lnTo>
                  <a:lnTo>
                    <a:pt x="213" y="141"/>
                  </a:lnTo>
                  <a:lnTo>
                    <a:pt x="201" y="150"/>
                  </a:lnTo>
                  <a:lnTo>
                    <a:pt x="191" y="160"/>
                  </a:lnTo>
                  <a:lnTo>
                    <a:pt x="183" y="170"/>
                  </a:lnTo>
                  <a:lnTo>
                    <a:pt x="166" y="191"/>
                  </a:lnTo>
                  <a:lnTo>
                    <a:pt x="152" y="214"/>
                  </a:lnTo>
                  <a:lnTo>
                    <a:pt x="139" y="23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01" y="313"/>
                  </a:lnTo>
                  <a:lnTo>
                    <a:pt x="85" y="33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44" y="405"/>
                  </a:lnTo>
                  <a:lnTo>
                    <a:pt x="37" y="419"/>
                  </a:lnTo>
                  <a:lnTo>
                    <a:pt x="26" y="449"/>
                  </a:lnTo>
                  <a:lnTo>
                    <a:pt x="14" y="480"/>
                  </a:lnTo>
                  <a:lnTo>
                    <a:pt x="2" y="511"/>
                  </a:lnTo>
                  <a:lnTo>
                    <a:pt x="2" y="511"/>
                  </a:lnTo>
                  <a:lnTo>
                    <a:pt x="0" y="514"/>
                  </a:lnTo>
                  <a:lnTo>
                    <a:pt x="0" y="518"/>
                  </a:lnTo>
                  <a:lnTo>
                    <a:pt x="3" y="521"/>
                  </a:lnTo>
                  <a:lnTo>
                    <a:pt x="4" y="522"/>
                  </a:lnTo>
                  <a:lnTo>
                    <a:pt x="7" y="524"/>
                  </a:lnTo>
                  <a:lnTo>
                    <a:pt x="12" y="524"/>
                  </a:lnTo>
                  <a:lnTo>
                    <a:pt x="13" y="522"/>
                  </a:lnTo>
                  <a:lnTo>
                    <a:pt x="16" y="520"/>
                  </a:lnTo>
                  <a:lnTo>
                    <a:pt x="16" y="520"/>
                  </a:lnTo>
                  <a:lnTo>
                    <a:pt x="27" y="493"/>
                  </a:lnTo>
                  <a:lnTo>
                    <a:pt x="36" y="466"/>
                  </a:lnTo>
                  <a:lnTo>
                    <a:pt x="46" y="440"/>
                  </a:lnTo>
                  <a:lnTo>
                    <a:pt x="51" y="427"/>
                  </a:lnTo>
                  <a:lnTo>
                    <a:pt x="58" y="415"/>
                  </a:lnTo>
                  <a:lnTo>
                    <a:pt x="58" y="415"/>
                  </a:lnTo>
                  <a:lnTo>
                    <a:pt x="89" y="364"/>
                  </a:lnTo>
                  <a:lnTo>
                    <a:pt x="105" y="338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35" y="286"/>
                  </a:lnTo>
                  <a:lnTo>
                    <a:pt x="148" y="257"/>
                  </a:lnTo>
                  <a:lnTo>
                    <a:pt x="162" y="232"/>
                  </a:lnTo>
                  <a:lnTo>
                    <a:pt x="177" y="206"/>
                  </a:lnTo>
                  <a:lnTo>
                    <a:pt x="186" y="194"/>
                  </a:lnTo>
                  <a:lnTo>
                    <a:pt x="194" y="182"/>
                  </a:lnTo>
                  <a:lnTo>
                    <a:pt x="204" y="172"/>
                  </a:lnTo>
                  <a:lnTo>
                    <a:pt x="216" y="163"/>
                  </a:lnTo>
                  <a:lnTo>
                    <a:pt x="227" y="153"/>
                  </a:lnTo>
                  <a:lnTo>
                    <a:pt x="240" y="146"/>
                  </a:lnTo>
                  <a:lnTo>
                    <a:pt x="254" y="138"/>
                  </a:lnTo>
                  <a:lnTo>
                    <a:pt x="269" y="131"/>
                  </a:lnTo>
                  <a:lnTo>
                    <a:pt x="269" y="131"/>
                  </a:lnTo>
                  <a:lnTo>
                    <a:pt x="296" y="124"/>
                  </a:lnTo>
                  <a:lnTo>
                    <a:pt x="322" y="120"/>
                  </a:lnTo>
                  <a:lnTo>
                    <a:pt x="349" y="116"/>
                  </a:lnTo>
                  <a:lnTo>
                    <a:pt x="376" y="112"/>
                  </a:lnTo>
                  <a:lnTo>
                    <a:pt x="376" y="112"/>
                  </a:lnTo>
                  <a:lnTo>
                    <a:pt x="391" y="107"/>
                  </a:lnTo>
                  <a:lnTo>
                    <a:pt x="405" y="103"/>
                  </a:lnTo>
                  <a:lnTo>
                    <a:pt x="435" y="92"/>
                  </a:lnTo>
                  <a:lnTo>
                    <a:pt x="490" y="63"/>
                  </a:lnTo>
                  <a:lnTo>
                    <a:pt x="490" y="63"/>
                  </a:lnTo>
                  <a:lnTo>
                    <a:pt x="520" y="52"/>
                  </a:lnTo>
                  <a:lnTo>
                    <a:pt x="549" y="41"/>
                  </a:lnTo>
                  <a:lnTo>
                    <a:pt x="578" y="32"/>
                  </a:lnTo>
                  <a:lnTo>
                    <a:pt x="609" y="25"/>
                  </a:lnTo>
                  <a:lnTo>
                    <a:pt x="639" y="21"/>
                  </a:lnTo>
                  <a:lnTo>
                    <a:pt x="670" y="18"/>
                  </a:lnTo>
                  <a:lnTo>
                    <a:pt x="702" y="18"/>
                  </a:lnTo>
                  <a:lnTo>
                    <a:pt x="733" y="19"/>
                  </a:lnTo>
                  <a:lnTo>
                    <a:pt x="733" y="19"/>
                  </a:lnTo>
                  <a:lnTo>
                    <a:pt x="761" y="24"/>
                  </a:lnTo>
                  <a:lnTo>
                    <a:pt x="789" y="29"/>
                  </a:lnTo>
                  <a:lnTo>
                    <a:pt x="816" y="35"/>
                  </a:lnTo>
                  <a:lnTo>
                    <a:pt x="843" y="43"/>
                  </a:lnTo>
                  <a:lnTo>
                    <a:pt x="897" y="60"/>
                  </a:lnTo>
                  <a:lnTo>
                    <a:pt x="951" y="79"/>
                  </a:lnTo>
                  <a:lnTo>
                    <a:pt x="951" y="79"/>
                  </a:lnTo>
                  <a:lnTo>
                    <a:pt x="1008" y="97"/>
                  </a:lnTo>
                  <a:lnTo>
                    <a:pt x="1066" y="114"/>
                  </a:lnTo>
                  <a:lnTo>
                    <a:pt x="1124" y="129"/>
                  </a:lnTo>
                  <a:lnTo>
                    <a:pt x="1182" y="141"/>
                  </a:lnTo>
                  <a:lnTo>
                    <a:pt x="1182" y="141"/>
                  </a:lnTo>
                  <a:lnTo>
                    <a:pt x="1314" y="168"/>
                  </a:lnTo>
                  <a:lnTo>
                    <a:pt x="1443" y="197"/>
                  </a:lnTo>
                  <a:lnTo>
                    <a:pt x="1508" y="212"/>
                  </a:lnTo>
                  <a:lnTo>
                    <a:pt x="1573" y="228"/>
                  </a:lnTo>
                  <a:lnTo>
                    <a:pt x="1637" y="245"/>
                  </a:lnTo>
                  <a:lnTo>
                    <a:pt x="1702" y="263"/>
                  </a:lnTo>
                  <a:lnTo>
                    <a:pt x="1702" y="263"/>
                  </a:lnTo>
                  <a:lnTo>
                    <a:pt x="1763" y="283"/>
                  </a:lnTo>
                  <a:lnTo>
                    <a:pt x="1825" y="304"/>
                  </a:lnTo>
                  <a:lnTo>
                    <a:pt x="1947" y="350"/>
                  </a:lnTo>
                  <a:lnTo>
                    <a:pt x="2009" y="371"/>
                  </a:lnTo>
                  <a:lnTo>
                    <a:pt x="2070" y="392"/>
                  </a:lnTo>
                  <a:lnTo>
                    <a:pt x="2133" y="409"/>
                  </a:lnTo>
                  <a:lnTo>
                    <a:pt x="2165" y="418"/>
                  </a:lnTo>
                  <a:lnTo>
                    <a:pt x="2196" y="425"/>
                  </a:lnTo>
                  <a:lnTo>
                    <a:pt x="2196" y="425"/>
                  </a:lnTo>
                  <a:lnTo>
                    <a:pt x="2257" y="433"/>
                  </a:lnTo>
                  <a:lnTo>
                    <a:pt x="2289" y="437"/>
                  </a:lnTo>
                  <a:lnTo>
                    <a:pt x="2318" y="440"/>
                  </a:lnTo>
                  <a:lnTo>
                    <a:pt x="2350" y="442"/>
                  </a:lnTo>
                  <a:lnTo>
                    <a:pt x="2379" y="443"/>
                  </a:lnTo>
                  <a:lnTo>
                    <a:pt x="2410" y="443"/>
                  </a:lnTo>
                  <a:lnTo>
                    <a:pt x="2442" y="443"/>
                  </a:lnTo>
                  <a:lnTo>
                    <a:pt x="2471" y="440"/>
                  </a:lnTo>
                  <a:lnTo>
                    <a:pt x="2503" y="437"/>
                  </a:lnTo>
                  <a:lnTo>
                    <a:pt x="2532" y="435"/>
                  </a:lnTo>
                  <a:lnTo>
                    <a:pt x="2563" y="430"/>
                  </a:lnTo>
                  <a:lnTo>
                    <a:pt x="2593" y="425"/>
                  </a:lnTo>
                  <a:lnTo>
                    <a:pt x="2623" y="418"/>
                  </a:lnTo>
                  <a:lnTo>
                    <a:pt x="2653" y="410"/>
                  </a:lnTo>
                  <a:lnTo>
                    <a:pt x="2683" y="402"/>
                  </a:lnTo>
                  <a:lnTo>
                    <a:pt x="2683" y="402"/>
                  </a:lnTo>
                  <a:lnTo>
                    <a:pt x="2685" y="399"/>
                  </a:lnTo>
                  <a:lnTo>
                    <a:pt x="2688" y="398"/>
                  </a:lnTo>
                  <a:lnTo>
                    <a:pt x="2688" y="393"/>
                  </a:lnTo>
                  <a:lnTo>
                    <a:pt x="2688" y="391"/>
                  </a:lnTo>
                  <a:lnTo>
                    <a:pt x="2687" y="388"/>
                  </a:lnTo>
                  <a:lnTo>
                    <a:pt x="2684" y="386"/>
                  </a:lnTo>
                  <a:lnTo>
                    <a:pt x="2681" y="385"/>
                  </a:lnTo>
                  <a:lnTo>
                    <a:pt x="2678" y="385"/>
                  </a:lnTo>
                  <a:lnTo>
                    <a:pt x="267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61">
              <a:extLst>
                <a:ext uri="{FF2B5EF4-FFF2-40B4-BE49-F238E27FC236}">
                  <a16:creationId xmlns:a16="http://schemas.microsoft.com/office/drawing/2014/main" id="{C0E96C2E-DF6F-5716-2237-52914098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304"/>
              <a:ext cx="1077" cy="344"/>
            </a:xfrm>
            <a:custGeom>
              <a:avLst/>
              <a:gdLst>
                <a:gd name="T0" fmla="*/ 4 w 2154"/>
                <a:gd name="T1" fmla="*/ 16 h 689"/>
                <a:gd name="T2" fmla="*/ 210 w 2154"/>
                <a:gd name="T3" fmla="*/ 139 h 689"/>
                <a:gd name="T4" fmla="*/ 516 w 2154"/>
                <a:gd name="T5" fmla="*/ 326 h 689"/>
                <a:gd name="T6" fmla="*/ 672 w 2154"/>
                <a:gd name="T7" fmla="*/ 414 h 689"/>
                <a:gd name="T8" fmla="*/ 778 w 2154"/>
                <a:gd name="T9" fmla="*/ 469 h 689"/>
                <a:gd name="T10" fmla="*/ 832 w 2154"/>
                <a:gd name="T11" fmla="*/ 496 h 689"/>
                <a:gd name="T12" fmla="*/ 940 w 2154"/>
                <a:gd name="T13" fmla="*/ 543 h 689"/>
                <a:gd name="T14" fmla="*/ 1049 w 2154"/>
                <a:gd name="T15" fmla="*/ 584 h 689"/>
                <a:gd name="T16" fmla="*/ 1161 w 2154"/>
                <a:gd name="T17" fmla="*/ 620 h 689"/>
                <a:gd name="T18" fmla="*/ 1274 w 2154"/>
                <a:gd name="T19" fmla="*/ 646 h 689"/>
                <a:gd name="T20" fmla="*/ 1338 w 2154"/>
                <a:gd name="T21" fmla="*/ 658 h 689"/>
                <a:gd name="T22" fmla="*/ 1468 w 2154"/>
                <a:gd name="T23" fmla="*/ 675 h 689"/>
                <a:gd name="T24" fmla="*/ 1599 w 2154"/>
                <a:gd name="T25" fmla="*/ 683 h 689"/>
                <a:gd name="T26" fmla="*/ 1794 w 2154"/>
                <a:gd name="T27" fmla="*/ 689 h 689"/>
                <a:gd name="T28" fmla="*/ 1882 w 2154"/>
                <a:gd name="T29" fmla="*/ 689 h 689"/>
                <a:gd name="T30" fmla="*/ 2146 w 2154"/>
                <a:gd name="T31" fmla="*/ 689 h 689"/>
                <a:gd name="T32" fmla="*/ 2150 w 2154"/>
                <a:gd name="T33" fmla="*/ 688 h 689"/>
                <a:gd name="T34" fmla="*/ 2154 w 2154"/>
                <a:gd name="T35" fmla="*/ 683 h 689"/>
                <a:gd name="T36" fmla="*/ 2154 w 2154"/>
                <a:gd name="T37" fmla="*/ 678 h 689"/>
                <a:gd name="T38" fmla="*/ 2150 w 2154"/>
                <a:gd name="T39" fmla="*/ 672 h 689"/>
                <a:gd name="T40" fmla="*/ 2146 w 2154"/>
                <a:gd name="T41" fmla="*/ 672 h 689"/>
                <a:gd name="T42" fmla="*/ 1753 w 2154"/>
                <a:gd name="T43" fmla="*/ 672 h 689"/>
                <a:gd name="T44" fmla="*/ 1621 w 2154"/>
                <a:gd name="T45" fmla="*/ 668 h 689"/>
                <a:gd name="T46" fmla="*/ 1489 w 2154"/>
                <a:gd name="T47" fmla="*/ 659 h 689"/>
                <a:gd name="T48" fmla="*/ 1359 w 2154"/>
                <a:gd name="T49" fmla="*/ 644 h 689"/>
                <a:gd name="T50" fmla="*/ 1230 w 2154"/>
                <a:gd name="T51" fmla="*/ 620 h 689"/>
                <a:gd name="T52" fmla="*/ 1104 w 2154"/>
                <a:gd name="T53" fmla="*/ 586 h 689"/>
                <a:gd name="T54" fmla="*/ 1046 w 2154"/>
                <a:gd name="T55" fmla="*/ 566 h 689"/>
                <a:gd name="T56" fmla="*/ 934 w 2154"/>
                <a:gd name="T57" fmla="*/ 523 h 689"/>
                <a:gd name="T58" fmla="*/ 823 w 2154"/>
                <a:gd name="T59" fmla="*/ 474 h 689"/>
                <a:gd name="T60" fmla="*/ 714 w 2154"/>
                <a:gd name="T61" fmla="*/ 420 h 689"/>
                <a:gd name="T62" fmla="*/ 608 w 2154"/>
                <a:gd name="T63" fmla="*/ 362 h 689"/>
                <a:gd name="T64" fmla="*/ 452 w 2154"/>
                <a:gd name="T65" fmla="*/ 270 h 689"/>
                <a:gd name="T66" fmla="*/ 247 w 2154"/>
                <a:gd name="T67" fmla="*/ 142 h 689"/>
                <a:gd name="T68" fmla="*/ 131 w 2154"/>
                <a:gd name="T69" fmla="*/ 71 h 689"/>
                <a:gd name="T70" fmla="*/ 13 w 2154"/>
                <a:gd name="T71" fmla="*/ 0 h 689"/>
                <a:gd name="T72" fmla="*/ 6 w 2154"/>
                <a:gd name="T73" fmla="*/ 0 h 689"/>
                <a:gd name="T74" fmla="*/ 2 w 2154"/>
                <a:gd name="T75" fmla="*/ 5 h 689"/>
                <a:gd name="T76" fmla="*/ 0 w 2154"/>
                <a:gd name="T77" fmla="*/ 10 h 689"/>
                <a:gd name="T78" fmla="*/ 4 w 2154"/>
                <a:gd name="T79" fmla="*/ 1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4" h="689">
                  <a:moveTo>
                    <a:pt x="4" y="16"/>
                  </a:moveTo>
                  <a:lnTo>
                    <a:pt x="4" y="16"/>
                  </a:lnTo>
                  <a:lnTo>
                    <a:pt x="108" y="77"/>
                  </a:lnTo>
                  <a:lnTo>
                    <a:pt x="210" y="139"/>
                  </a:lnTo>
                  <a:lnTo>
                    <a:pt x="413" y="265"/>
                  </a:lnTo>
                  <a:lnTo>
                    <a:pt x="516" y="326"/>
                  </a:lnTo>
                  <a:lnTo>
                    <a:pt x="619" y="386"/>
                  </a:lnTo>
                  <a:lnTo>
                    <a:pt x="672" y="414"/>
                  </a:lnTo>
                  <a:lnTo>
                    <a:pt x="724" y="442"/>
                  </a:lnTo>
                  <a:lnTo>
                    <a:pt x="778" y="469"/>
                  </a:lnTo>
                  <a:lnTo>
                    <a:pt x="832" y="496"/>
                  </a:lnTo>
                  <a:lnTo>
                    <a:pt x="832" y="496"/>
                  </a:lnTo>
                  <a:lnTo>
                    <a:pt x="886" y="520"/>
                  </a:lnTo>
                  <a:lnTo>
                    <a:pt x="940" y="543"/>
                  </a:lnTo>
                  <a:lnTo>
                    <a:pt x="994" y="564"/>
                  </a:lnTo>
                  <a:lnTo>
                    <a:pt x="1049" y="584"/>
                  </a:lnTo>
                  <a:lnTo>
                    <a:pt x="1104" y="603"/>
                  </a:lnTo>
                  <a:lnTo>
                    <a:pt x="1161" y="620"/>
                  </a:lnTo>
                  <a:lnTo>
                    <a:pt x="1217" y="634"/>
                  </a:lnTo>
                  <a:lnTo>
                    <a:pt x="1274" y="646"/>
                  </a:lnTo>
                  <a:lnTo>
                    <a:pt x="1274" y="646"/>
                  </a:lnTo>
                  <a:lnTo>
                    <a:pt x="1338" y="658"/>
                  </a:lnTo>
                  <a:lnTo>
                    <a:pt x="1403" y="668"/>
                  </a:lnTo>
                  <a:lnTo>
                    <a:pt x="1468" y="675"/>
                  </a:lnTo>
                  <a:lnTo>
                    <a:pt x="1533" y="679"/>
                  </a:lnTo>
                  <a:lnTo>
                    <a:pt x="1599" y="683"/>
                  </a:lnTo>
                  <a:lnTo>
                    <a:pt x="1664" y="686"/>
                  </a:lnTo>
                  <a:lnTo>
                    <a:pt x="1794" y="689"/>
                  </a:lnTo>
                  <a:lnTo>
                    <a:pt x="1794" y="689"/>
                  </a:lnTo>
                  <a:lnTo>
                    <a:pt x="1882" y="689"/>
                  </a:lnTo>
                  <a:lnTo>
                    <a:pt x="1971" y="689"/>
                  </a:lnTo>
                  <a:lnTo>
                    <a:pt x="2146" y="689"/>
                  </a:lnTo>
                  <a:lnTo>
                    <a:pt x="2146" y="689"/>
                  </a:lnTo>
                  <a:lnTo>
                    <a:pt x="2150" y="688"/>
                  </a:lnTo>
                  <a:lnTo>
                    <a:pt x="2153" y="686"/>
                  </a:lnTo>
                  <a:lnTo>
                    <a:pt x="2154" y="683"/>
                  </a:lnTo>
                  <a:lnTo>
                    <a:pt x="2154" y="680"/>
                  </a:lnTo>
                  <a:lnTo>
                    <a:pt x="2154" y="678"/>
                  </a:lnTo>
                  <a:lnTo>
                    <a:pt x="2153" y="675"/>
                  </a:lnTo>
                  <a:lnTo>
                    <a:pt x="2150" y="672"/>
                  </a:lnTo>
                  <a:lnTo>
                    <a:pt x="2146" y="672"/>
                  </a:lnTo>
                  <a:lnTo>
                    <a:pt x="2146" y="672"/>
                  </a:lnTo>
                  <a:lnTo>
                    <a:pt x="1885" y="673"/>
                  </a:lnTo>
                  <a:lnTo>
                    <a:pt x="1753" y="672"/>
                  </a:lnTo>
                  <a:lnTo>
                    <a:pt x="1686" y="671"/>
                  </a:lnTo>
                  <a:lnTo>
                    <a:pt x="1621" y="668"/>
                  </a:lnTo>
                  <a:lnTo>
                    <a:pt x="1555" y="663"/>
                  </a:lnTo>
                  <a:lnTo>
                    <a:pt x="1489" y="659"/>
                  </a:lnTo>
                  <a:lnTo>
                    <a:pt x="1424" y="652"/>
                  </a:lnTo>
                  <a:lnTo>
                    <a:pt x="1359" y="644"/>
                  </a:lnTo>
                  <a:lnTo>
                    <a:pt x="1295" y="632"/>
                  </a:lnTo>
                  <a:lnTo>
                    <a:pt x="1230" y="620"/>
                  </a:lnTo>
                  <a:lnTo>
                    <a:pt x="1166" y="604"/>
                  </a:lnTo>
                  <a:lnTo>
                    <a:pt x="1104" y="586"/>
                  </a:lnTo>
                  <a:lnTo>
                    <a:pt x="1104" y="586"/>
                  </a:lnTo>
                  <a:lnTo>
                    <a:pt x="1046" y="566"/>
                  </a:lnTo>
                  <a:lnTo>
                    <a:pt x="989" y="546"/>
                  </a:lnTo>
                  <a:lnTo>
                    <a:pt x="934" y="523"/>
                  </a:lnTo>
                  <a:lnTo>
                    <a:pt x="877" y="499"/>
                  </a:lnTo>
                  <a:lnTo>
                    <a:pt x="823" y="474"/>
                  </a:lnTo>
                  <a:lnTo>
                    <a:pt x="768" y="447"/>
                  </a:lnTo>
                  <a:lnTo>
                    <a:pt x="714" y="420"/>
                  </a:lnTo>
                  <a:lnTo>
                    <a:pt x="662" y="391"/>
                  </a:lnTo>
                  <a:lnTo>
                    <a:pt x="608" y="362"/>
                  </a:lnTo>
                  <a:lnTo>
                    <a:pt x="556" y="332"/>
                  </a:lnTo>
                  <a:lnTo>
                    <a:pt x="452" y="270"/>
                  </a:lnTo>
                  <a:lnTo>
                    <a:pt x="349" y="206"/>
                  </a:lnTo>
                  <a:lnTo>
                    <a:pt x="247" y="142"/>
                  </a:lnTo>
                  <a:lnTo>
                    <a:pt x="247" y="142"/>
                  </a:lnTo>
                  <a:lnTo>
                    <a:pt x="131" y="7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7F8E01E8-8964-14C3-09F0-8EB235CE4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44"/>
              <a:ext cx="476" cy="497"/>
            </a:xfrm>
            <a:custGeom>
              <a:avLst/>
              <a:gdLst>
                <a:gd name="T0" fmla="*/ 831 w 951"/>
                <a:gd name="T1" fmla="*/ 960 h 994"/>
                <a:gd name="T2" fmla="*/ 665 w 951"/>
                <a:gd name="T3" fmla="*/ 936 h 994"/>
                <a:gd name="T4" fmla="*/ 510 w 951"/>
                <a:gd name="T5" fmla="*/ 921 h 994"/>
                <a:gd name="T6" fmla="*/ 369 w 951"/>
                <a:gd name="T7" fmla="*/ 915 h 994"/>
                <a:gd name="T8" fmla="*/ 320 w 951"/>
                <a:gd name="T9" fmla="*/ 919 h 994"/>
                <a:gd name="T10" fmla="*/ 288 w 951"/>
                <a:gd name="T11" fmla="*/ 925 h 994"/>
                <a:gd name="T12" fmla="*/ 261 w 951"/>
                <a:gd name="T13" fmla="*/ 933 h 994"/>
                <a:gd name="T14" fmla="*/ 257 w 951"/>
                <a:gd name="T15" fmla="*/ 936 h 994"/>
                <a:gd name="T16" fmla="*/ 240 w 951"/>
                <a:gd name="T17" fmla="*/ 922 h 994"/>
                <a:gd name="T18" fmla="*/ 228 w 951"/>
                <a:gd name="T19" fmla="*/ 895 h 994"/>
                <a:gd name="T20" fmla="*/ 216 w 951"/>
                <a:gd name="T21" fmla="*/ 867 h 994"/>
                <a:gd name="T22" fmla="*/ 101 w 951"/>
                <a:gd name="T23" fmla="*/ 602 h 994"/>
                <a:gd name="T24" fmla="*/ 44 w 951"/>
                <a:gd name="T25" fmla="*/ 439 h 994"/>
                <a:gd name="T26" fmla="*/ 30 w 951"/>
                <a:gd name="T27" fmla="*/ 382 h 994"/>
                <a:gd name="T28" fmla="*/ 19 w 951"/>
                <a:gd name="T29" fmla="*/ 293 h 994"/>
                <a:gd name="T30" fmla="*/ 19 w 951"/>
                <a:gd name="T31" fmla="*/ 205 h 994"/>
                <a:gd name="T32" fmla="*/ 24 w 951"/>
                <a:gd name="T33" fmla="*/ 156 h 994"/>
                <a:gd name="T34" fmla="*/ 44 w 951"/>
                <a:gd name="T35" fmla="*/ 82 h 994"/>
                <a:gd name="T36" fmla="*/ 53 w 951"/>
                <a:gd name="T37" fmla="*/ 8 h 994"/>
                <a:gd name="T38" fmla="*/ 50 w 951"/>
                <a:gd name="T39" fmla="*/ 3 h 994"/>
                <a:gd name="T40" fmla="*/ 40 w 951"/>
                <a:gd name="T41" fmla="*/ 1 h 994"/>
                <a:gd name="T42" fmla="*/ 36 w 951"/>
                <a:gd name="T43" fmla="*/ 8 h 994"/>
                <a:gd name="T44" fmla="*/ 34 w 951"/>
                <a:gd name="T45" fmla="*/ 38 h 994"/>
                <a:gd name="T46" fmla="*/ 20 w 951"/>
                <a:gd name="T47" fmla="*/ 99 h 994"/>
                <a:gd name="T48" fmla="*/ 6 w 951"/>
                <a:gd name="T49" fmla="*/ 157 h 994"/>
                <a:gd name="T50" fmla="*/ 0 w 951"/>
                <a:gd name="T51" fmla="*/ 246 h 994"/>
                <a:gd name="T52" fmla="*/ 5 w 951"/>
                <a:gd name="T53" fmla="*/ 314 h 994"/>
                <a:gd name="T54" fmla="*/ 22 w 951"/>
                <a:gd name="T55" fmla="*/ 415 h 994"/>
                <a:gd name="T56" fmla="*/ 50 w 951"/>
                <a:gd name="T57" fmla="*/ 513 h 994"/>
                <a:gd name="T58" fmla="*/ 97 w 951"/>
                <a:gd name="T59" fmla="*/ 637 h 994"/>
                <a:gd name="T60" fmla="*/ 149 w 951"/>
                <a:gd name="T61" fmla="*/ 759 h 994"/>
                <a:gd name="T62" fmla="*/ 214 w 951"/>
                <a:gd name="T63" fmla="*/ 911 h 994"/>
                <a:gd name="T64" fmla="*/ 228 w 951"/>
                <a:gd name="T65" fmla="*/ 935 h 994"/>
                <a:gd name="T66" fmla="*/ 248 w 951"/>
                <a:gd name="T67" fmla="*/ 950 h 994"/>
                <a:gd name="T68" fmla="*/ 257 w 951"/>
                <a:gd name="T69" fmla="*/ 953 h 994"/>
                <a:gd name="T70" fmla="*/ 291 w 951"/>
                <a:gd name="T71" fmla="*/ 942 h 994"/>
                <a:gd name="T72" fmla="*/ 346 w 951"/>
                <a:gd name="T73" fmla="*/ 932 h 994"/>
                <a:gd name="T74" fmla="*/ 441 w 951"/>
                <a:gd name="T75" fmla="*/ 932 h 994"/>
                <a:gd name="T76" fmla="*/ 551 w 951"/>
                <a:gd name="T77" fmla="*/ 942 h 994"/>
                <a:gd name="T78" fmla="*/ 941 w 951"/>
                <a:gd name="T79" fmla="*/ 994 h 994"/>
                <a:gd name="T80" fmla="*/ 947 w 951"/>
                <a:gd name="T81" fmla="*/ 993 h 994"/>
                <a:gd name="T82" fmla="*/ 951 w 951"/>
                <a:gd name="T83" fmla="*/ 984 h 994"/>
                <a:gd name="T84" fmla="*/ 945 w 951"/>
                <a:gd name="T85" fmla="*/ 979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94">
                  <a:moveTo>
                    <a:pt x="945" y="979"/>
                  </a:moveTo>
                  <a:lnTo>
                    <a:pt x="945" y="979"/>
                  </a:lnTo>
                  <a:lnTo>
                    <a:pt x="831" y="960"/>
                  </a:lnTo>
                  <a:lnTo>
                    <a:pt x="716" y="943"/>
                  </a:lnTo>
                  <a:lnTo>
                    <a:pt x="716" y="943"/>
                  </a:lnTo>
                  <a:lnTo>
                    <a:pt x="665" y="936"/>
                  </a:lnTo>
                  <a:lnTo>
                    <a:pt x="614" y="931"/>
                  </a:lnTo>
                  <a:lnTo>
                    <a:pt x="510" y="921"/>
                  </a:lnTo>
                  <a:lnTo>
                    <a:pt x="510" y="921"/>
                  </a:lnTo>
                  <a:lnTo>
                    <a:pt x="464" y="916"/>
                  </a:lnTo>
                  <a:lnTo>
                    <a:pt x="415" y="915"/>
                  </a:lnTo>
                  <a:lnTo>
                    <a:pt x="369" y="915"/>
                  </a:lnTo>
                  <a:lnTo>
                    <a:pt x="345" y="916"/>
                  </a:lnTo>
                  <a:lnTo>
                    <a:pt x="320" y="919"/>
                  </a:lnTo>
                  <a:lnTo>
                    <a:pt x="320" y="919"/>
                  </a:lnTo>
                  <a:lnTo>
                    <a:pt x="303" y="922"/>
                  </a:lnTo>
                  <a:lnTo>
                    <a:pt x="288" y="925"/>
                  </a:lnTo>
                  <a:lnTo>
                    <a:pt x="288" y="925"/>
                  </a:lnTo>
                  <a:lnTo>
                    <a:pt x="265" y="932"/>
                  </a:lnTo>
                  <a:lnTo>
                    <a:pt x="265" y="932"/>
                  </a:lnTo>
                  <a:lnTo>
                    <a:pt x="261" y="933"/>
                  </a:lnTo>
                  <a:lnTo>
                    <a:pt x="260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6"/>
                  </a:lnTo>
                  <a:lnTo>
                    <a:pt x="240" y="922"/>
                  </a:lnTo>
                  <a:lnTo>
                    <a:pt x="240" y="922"/>
                  </a:lnTo>
                  <a:lnTo>
                    <a:pt x="237" y="918"/>
                  </a:lnTo>
                  <a:lnTo>
                    <a:pt x="233" y="909"/>
                  </a:lnTo>
                  <a:lnTo>
                    <a:pt x="228" y="895"/>
                  </a:lnTo>
                  <a:lnTo>
                    <a:pt x="228" y="895"/>
                  </a:lnTo>
                  <a:lnTo>
                    <a:pt x="216" y="867"/>
                  </a:lnTo>
                  <a:lnTo>
                    <a:pt x="216" y="867"/>
                  </a:lnTo>
                  <a:lnTo>
                    <a:pt x="169" y="761"/>
                  </a:lnTo>
                  <a:lnTo>
                    <a:pt x="122" y="656"/>
                  </a:lnTo>
                  <a:lnTo>
                    <a:pt x="101" y="602"/>
                  </a:lnTo>
                  <a:lnTo>
                    <a:pt x="80" y="548"/>
                  </a:lnTo>
                  <a:lnTo>
                    <a:pt x="61" y="494"/>
                  </a:lnTo>
                  <a:lnTo>
                    <a:pt x="44" y="439"/>
                  </a:lnTo>
                  <a:lnTo>
                    <a:pt x="44" y="439"/>
                  </a:lnTo>
                  <a:lnTo>
                    <a:pt x="36" y="411"/>
                  </a:lnTo>
                  <a:lnTo>
                    <a:pt x="30" y="382"/>
                  </a:lnTo>
                  <a:lnTo>
                    <a:pt x="26" y="353"/>
                  </a:lnTo>
                  <a:lnTo>
                    <a:pt x="22" y="323"/>
                  </a:lnTo>
                  <a:lnTo>
                    <a:pt x="19" y="293"/>
                  </a:lnTo>
                  <a:lnTo>
                    <a:pt x="17" y="265"/>
                  </a:lnTo>
                  <a:lnTo>
                    <a:pt x="17" y="23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0" y="180"/>
                  </a:lnTo>
                  <a:lnTo>
                    <a:pt x="24" y="156"/>
                  </a:lnTo>
                  <a:lnTo>
                    <a:pt x="30" y="131"/>
                  </a:lnTo>
                  <a:lnTo>
                    <a:pt x="37" y="106"/>
                  </a:lnTo>
                  <a:lnTo>
                    <a:pt x="44" y="82"/>
                  </a:lnTo>
                  <a:lnTo>
                    <a:pt x="48" y="58"/>
                  </a:lnTo>
                  <a:lnTo>
                    <a:pt x="53" y="34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24"/>
                  </a:lnTo>
                  <a:lnTo>
                    <a:pt x="34" y="38"/>
                  </a:lnTo>
                  <a:lnTo>
                    <a:pt x="31" y="54"/>
                  </a:lnTo>
                  <a:lnTo>
                    <a:pt x="29" y="69"/>
                  </a:lnTo>
                  <a:lnTo>
                    <a:pt x="20" y="9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6" y="157"/>
                  </a:lnTo>
                  <a:lnTo>
                    <a:pt x="3" y="187"/>
                  </a:lnTo>
                  <a:lnTo>
                    <a:pt x="0" y="217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80"/>
                  </a:lnTo>
                  <a:lnTo>
                    <a:pt x="5" y="314"/>
                  </a:lnTo>
                  <a:lnTo>
                    <a:pt x="9" y="348"/>
                  </a:lnTo>
                  <a:lnTo>
                    <a:pt x="14" y="381"/>
                  </a:lnTo>
                  <a:lnTo>
                    <a:pt x="22" y="415"/>
                  </a:lnTo>
                  <a:lnTo>
                    <a:pt x="29" y="447"/>
                  </a:lnTo>
                  <a:lnTo>
                    <a:pt x="39" y="480"/>
                  </a:lnTo>
                  <a:lnTo>
                    <a:pt x="50" y="513"/>
                  </a:lnTo>
                  <a:lnTo>
                    <a:pt x="50" y="513"/>
                  </a:lnTo>
                  <a:lnTo>
                    <a:pt x="73" y="575"/>
                  </a:lnTo>
                  <a:lnTo>
                    <a:pt x="97" y="637"/>
                  </a:lnTo>
                  <a:lnTo>
                    <a:pt x="122" y="698"/>
                  </a:lnTo>
                  <a:lnTo>
                    <a:pt x="149" y="759"/>
                  </a:lnTo>
                  <a:lnTo>
                    <a:pt x="149" y="759"/>
                  </a:lnTo>
                  <a:lnTo>
                    <a:pt x="206" y="885"/>
                  </a:lnTo>
                  <a:lnTo>
                    <a:pt x="206" y="885"/>
                  </a:lnTo>
                  <a:lnTo>
                    <a:pt x="214" y="911"/>
                  </a:lnTo>
                  <a:lnTo>
                    <a:pt x="220" y="925"/>
                  </a:lnTo>
                  <a:lnTo>
                    <a:pt x="224" y="931"/>
                  </a:lnTo>
                  <a:lnTo>
                    <a:pt x="228" y="935"/>
                  </a:lnTo>
                  <a:lnTo>
                    <a:pt x="228" y="935"/>
                  </a:lnTo>
                  <a:lnTo>
                    <a:pt x="248" y="950"/>
                  </a:lnTo>
                  <a:lnTo>
                    <a:pt x="248" y="950"/>
                  </a:lnTo>
                  <a:lnTo>
                    <a:pt x="252" y="953"/>
                  </a:lnTo>
                  <a:lnTo>
                    <a:pt x="254" y="953"/>
                  </a:lnTo>
                  <a:lnTo>
                    <a:pt x="257" y="953"/>
                  </a:lnTo>
                  <a:lnTo>
                    <a:pt x="257" y="953"/>
                  </a:lnTo>
                  <a:lnTo>
                    <a:pt x="274" y="946"/>
                  </a:lnTo>
                  <a:lnTo>
                    <a:pt x="291" y="942"/>
                  </a:lnTo>
                  <a:lnTo>
                    <a:pt x="309" y="938"/>
                  </a:lnTo>
                  <a:lnTo>
                    <a:pt x="328" y="935"/>
                  </a:lnTo>
                  <a:lnTo>
                    <a:pt x="346" y="932"/>
                  </a:lnTo>
                  <a:lnTo>
                    <a:pt x="364" y="931"/>
                  </a:lnTo>
                  <a:lnTo>
                    <a:pt x="403" y="931"/>
                  </a:lnTo>
                  <a:lnTo>
                    <a:pt x="441" y="932"/>
                  </a:lnTo>
                  <a:lnTo>
                    <a:pt x="478" y="935"/>
                  </a:lnTo>
                  <a:lnTo>
                    <a:pt x="551" y="942"/>
                  </a:lnTo>
                  <a:lnTo>
                    <a:pt x="551" y="942"/>
                  </a:lnTo>
                  <a:lnTo>
                    <a:pt x="649" y="953"/>
                  </a:lnTo>
                  <a:lnTo>
                    <a:pt x="747" y="966"/>
                  </a:lnTo>
                  <a:lnTo>
                    <a:pt x="941" y="994"/>
                  </a:lnTo>
                  <a:lnTo>
                    <a:pt x="941" y="994"/>
                  </a:lnTo>
                  <a:lnTo>
                    <a:pt x="944" y="994"/>
                  </a:lnTo>
                  <a:lnTo>
                    <a:pt x="947" y="993"/>
                  </a:lnTo>
                  <a:lnTo>
                    <a:pt x="950" y="992"/>
                  </a:lnTo>
                  <a:lnTo>
                    <a:pt x="951" y="987"/>
                  </a:lnTo>
                  <a:lnTo>
                    <a:pt x="951" y="984"/>
                  </a:lnTo>
                  <a:lnTo>
                    <a:pt x="951" y="982"/>
                  </a:lnTo>
                  <a:lnTo>
                    <a:pt x="948" y="980"/>
                  </a:lnTo>
                  <a:lnTo>
                    <a:pt x="945" y="979"/>
                  </a:lnTo>
                  <a:lnTo>
                    <a:pt x="945" y="9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3">
              <a:extLst>
                <a:ext uri="{FF2B5EF4-FFF2-40B4-BE49-F238E27FC236}">
                  <a16:creationId xmlns:a16="http://schemas.microsoft.com/office/drawing/2014/main" id="{E719108A-8D19-0304-AA5F-34AA7F77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842"/>
              <a:ext cx="38" cy="422"/>
            </a:xfrm>
            <a:custGeom>
              <a:avLst/>
              <a:gdLst>
                <a:gd name="T0" fmla="*/ 0 w 77"/>
                <a:gd name="T1" fmla="*/ 10 h 844"/>
                <a:gd name="T2" fmla="*/ 0 w 77"/>
                <a:gd name="T3" fmla="*/ 10 h 844"/>
                <a:gd name="T4" fmla="*/ 9 w 77"/>
                <a:gd name="T5" fmla="*/ 32 h 844"/>
                <a:gd name="T6" fmla="*/ 17 w 77"/>
                <a:gd name="T7" fmla="*/ 54 h 844"/>
                <a:gd name="T8" fmla="*/ 23 w 77"/>
                <a:gd name="T9" fmla="*/ 76 h 844"/>
                <a:gd name="T10" fmla="*/ 30 w 77"/>
                <a:gd name="T11" fmla="*/ 99 h 844"/>
                <a:gd name="T12" fmla="*/ 39 w 77"/>
                <a:gd name="T13" fmla="*/ 146 h 844"/>
                <a:gd name="T14" fmla="*/ 46 w 77"/>
                <a:gd name="T15" fmla="*/ 193 h 844"/>
                <a:gd name="T16" fmla="*/ 50 w 77"/>
                <a:gd name="T17" fmla="*/ 239 h 844"/>
                <a:gd name="T18" fmla="*/ 53 w 77"/>
                <a:gd name="T19" fmla="*/ 287 h 844"/>
                <a:gd name="T20" fmla="*/ 57 w 77"/>
                <a:gd name="T21" fmla="*/ 381 h 844"/>
                <a:gd name="T22" fmla="*/ 57 w 77"/>
                <a:gd name="T23" fmla="*/ 381 h 844"/>
                <a:gd name="T24" fmla="*/ 58 w 77"/>
                <a:gd name="T25" fmla="*/ 438 h 844"/>
                <a:gd name="T26" fmla="*/ 60 w 77"/>
                <a:gd name="T27" fmla="*/ 494 h 844"/>
                <a:gd name="T28" fmla="*/ 60 w 77"/>
                <a:gd name="T29" fmla="*/ 609 h 844"/>
                <a:gd name="T30" fmla="*/ 56 w 77"/>
                <a:gd name="T31" fmla="*/ 836 h 844"/>
                <a:gd name="T32" fmla="*/ 56 w 77"/>
                <a:gd name="T33" fmla="*/ 836 h 844"/>
                <a:gd name="T34" fmla="*/ 57 w 77"/>
                <a:gd name="T35" fmla="*/ 840 h 844"/>
                <a:gd name="T36" fmla="*/ 58 w 77"/>
                <a:gd name="T37" fmla="*/ 843 h 844"/>
                <a:gd name="T38" fmla="*/ 61 w 77"/>
                <a:gd name="T39" fmla="*/ 844 h 844"/>
                <a:gd name="T40" fmla="*/ 64 w 77"/>
                <a:gd name="T41" fmla="*/ 844 h 844"/>
                <a:gd name="T42" fmla="*/ 67 w 77"/>
                <a:gd name="T43" fmla="*/ 844 h 844"/>
                <a:gd name="T44" fmla="*/ 70 w 77"/>
                <a:gd name="T45" fmla="*/ 843 h 844"/>
                <a:gd name="T46" fmla="*/ 73 w 77"/>
                <a:gd name="T47" fmla="*/ 840 h 844"/>
                <a:gd name="T48" fmla="*/ 73 w 77"/>
                <a:gd name="T49" fmla="*/ 836 h 844"/>
                <a:gd name="T50" fmla="*/ 73 w 77"/>
                <a:gd name="T51" fmla="*/ 836 h 844"/>
                <a:gd name="T52" fmla="*/ 77 w 77"/>
                <a:gd name="T53" fmla="*/ 605 h 844"/>
                <a:gd name="T54" fmla="*/ 77 w 77"/>
                <a:gd name="T55" fmla="*/ 489 h 844"/>
                <a:gd name="T56" fmla="*/ 75 w 77"/>
                <a:gd name="T57" fmla="*/ 431 h 844"/>
                <a:gd name="T58" fmla="*/ 74 w 77"/>
                <a:gd name="T59" fmla="*/ 372 h 844"/>
                <a:gd name="T60" fmla="*/ 74 w 77"/>
                <a:gd name="T61" fmla="*/ 372 h 844"/>
                <a:gd name="T62" fmla="*/ 70 w 77"/>
                <a:gd name="T63" fmla="*/ 279 h 844"/>
                <a:gd name="T64" fmla="*/ 67 w 77"/>
                <a:gd name="T65" fmla="*/ 232 h 844"/>
                <a:gd name="T66" fmla="*/ 61 w 77"/>
                <a:gd name="T67" fmla="*/ 185 h 844"/>
                <a:gd name="T68" fmla="*/ 56 w 77"/>
                <a:gd name="T69" fmla="*/ 140 h 844"/>
                <a:gd name="T70" fmla="*/ 46 w 77"/>
                <a:gd name="T71" fmla="*/ 93 h 844"/>
                <a:gd name="T72" fmla="*/ 40 w 77"/>
                <a:gd name="T73" fmla="*/ 71 h 844"/>
                <a:gd name="T74" fmla="*/ 33 w 77"/>
                <a:gd name="T75" fmla="*/ 49 h 844"/>
                <a:gd name="T76" fmla="*/ 26 w 77"/>
                <a:gd name="T77" fmla="*/ 27 h 844"/>
                <a:gd name="T78" fmla="*/ 17 w 77"/>
                <a:gd name="T79" fmla="*/ 5 h 844"/>
                <a:gd name="T80" fmla="*/ 17 w 77"/>
                <a:gd name="T81" fmla="*/ 5 h 844"/>
                <a:gd name="T82" fmla="*/ 16 w 77"/>
                <a:gd name="T83" fmla="*/ 3 h 844"/>
                <a:gd name="T84" fmla="*/ 13 w 77"/>
                <a:gd name="T85" fmla="*/ 0 h 844"/>
                <a:gd name="T86" fmla="*/ 9 w 77"/>
                <a:gd name="T87" fmla="*/ 0 h 844"/>
                <a:gd name="T88" fmla="*/ 6 w 77"/>
                <a:gd name="T89" fmla="*/ 0 h 844"/>
                <a:gd name="T90" fmla="*/ 3 w 77"/>
                <a:gd name="T91" fmla="*/ 1 h 844"/>
                <a:gd name="T92" fmla="*/ 2 w 77"/>
                <a:gd name="T93" fmla="*/ 4 h 844"/>
                <a:gd name="T94" fmla="*/ 0 w 77"/>
                <a:gd name="T95" fmla="*/ 7 h 844"/>
                <a:gd name="T96" fmla="*/ 0 w 77"/>
                <a:gd name="T97" fmla="*/ 10 h 844"/>
                <a:gd name="T98" fmla="*/ 0 w 77"/>
                <a:gd name="T99" fmla="*/ 1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" h="844">
                  <a:moveTo>
                    <a:pt x="0" y="10"/>
                  </a:moveTo>
                  <a:lnTo>
                    <a:pt x="0" y="10"/>
                  </a:lnTo>
                  <a:lnTo>
                    <a:pt x="9" y="32"/>
                  </a:lnTo>
                  <a:lnTo>
                    <a:pt x="17" y="54"/>
                  </a:lnTo>
                  <a:lnTo>
                    <a:pt x="23" y="76"/>
                  </a:lnTo>
                  <a:lnTo>
                    <a:pt x="30" y="99"/>
                  </a:lnTo>
                  <a:lnTo>
                    <a:pt x="39" y="146"/>
                  </a:lnTo>
                  <a:lnTo>
                    <a:pt x="46" y="193"/>
                  </a:lnTo>
                  <a:lnTo>
                    <a:pt x="50" y="239"/>
                  </a:lnTo>
                  <a:lnTo>
                    <a:pt x="53" y="287"/>
                  </a:lnTo>
                  <a:lnTo>
                    <a:pt x="57" y="381"/>
                  </a:lnTo>
                  <a:lnTo>
                    <a:pt x="57" y="381"/>
                  </a:lnTo>
                  <a:lnTo>
                    <a:pt x="58" y="438"/>
                  </a:lnTo>
                  <a:lnTo>
                    <a:pt x="60" y="494"/>
                  </a:lnTo>
                  <a:lnTo>
                    <a:pt x="60" y="609"/>
                  </a:lnTo>
                  <a:lnTo>
                    <a:pt x="56" y="836"/>
                  </a:lnTo>
                  <a:lnTo>
                    <a:pt x="56" y="836"/>
                  </a:lnTo>
                  <a:lnTo>
                    <a:pt x="57" y="840"/>
                  </a:lnTo>
                  <a:lnTo>
                    <a:pt x="58" y="843"/>
                  </a:lnTo>
                  <a:lnTo>
                    <a:pt x="61" y="844"/>
                  </a:lnTo>
                  <a:lnTo>
                    <a:pt x="64" y="844"/>
                  </a:lnTo>
                  <a:lnTo>
                    <a:pt x="67" y="844"/>
                  </a:lnTo>
                  <a:lnTo>
                    <a:pt x="70" y="843"/>
                  </a:lnTo>
                  <a:lnTo>
                    <a:pt x="73" y="840"/>
                  </a:lnTo>
                  <a:lnTo>
                    <a:pt x="73" y="836"/>
                  </a:lnTo>
                  <a:lnTo>
                    <a:pt x="73" y="836"/>
                  </a:lnTo>
                  <a:lnTo>
                    <a:pt x="77" y="605"/>
                  </a:lnTo>
                  <a:lnTo>
                    <a:pt x="77" y="489"/>
                  </a:lnTo>
                  <a:lnTo>
                    <a:pt x="75" y="431"/>
                  </a:lnTo>
                  <a:lnTo>
                    <a:pt x="74" y="372"/>
                  </a:lnTo>
                  <a:lnTo>
                    <a:pt x="74" y="372"/>
                  </a:lnTo>
                  <a:lnTo>
                    <a:pt x="70" y="279"/>
                  </a:lnTo>
                  <a:lnTo>
                    <a:pt x="67" y="232"/>
                  </a:lnTo>
                  <a:lnTo>
                    <a:pt x="61" y="185"/>
                  </a:lnTo>
                  <a:lnTo>
                    <a:pt x="56" y="140"/>
                  </a:lnTo>
                  <a:lnTo>
                    <a:pt x="46" y="93"/>
                  </a:lnTo>
                  <a:lnTo>
                    <a:pt x="40" y="71"/>
                  </a:lnTo>
                  <a:lnTo>
                    <a:pt x="33" y="49"/>
                  </a:lnTo>
                  <a:lnTo>
                    <a:pt x="26" y="2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4">
              <a:extLst>
                <a:ext uri="{FF2B5EF4-FFF2-40B4-BE49-F238E27FC236}">
                  <a16:creationId xmlns:a16="http://schemas.microsoft.com/office/drawing/2014/main" id="{146FF465-5B1E-68B2-9B47-4E2B8B9B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068"/>
              <a:ext cx="960" cy="280"/>
            </a:xfrm>
            <a:custGeom>
              <a:avLst/>
              <a:gdLst>
                <a:gd name="T0" fmla="*/ 1899 w 1920"/>
                <a:gd name="T1" fmla="*/ 75 h 559"/>
                <a:gd name="T2" fmla="*/ 1839 w 1920"/>
                <a:gd name="T3" fmla="*/ 31 h 559"/>
                <a:gd name="T4" fmla="*/ 1770 w 1920"/>
                <a:gd name="T5" fmla="*/ 4 h 559"/>
                <a:gd name="T6" fmla="*/ 1723 w 1920"/>
                <a:gd name="T7" fmla="*/ 0 h 559"/>
                <a:gd name="T8" fmla="*/ 1661 w 1920"/>
                <a:gd name="T9" fmla="*/ 11 h 559"/>
                <a:gd name="T10" fmla="*/ 1603 w 1920"/>
                <a:gd name="T11" fmla="*/ 39 h 559"/>
                <a:gd name="T12" fmla="*/ 1563 w 1920"/>
                <a:gd name="T13" fmla="*/ 66 h 559"/>
                <a:gd name="T14" fmla="*/ 1506 w 1920"/>
                <a:gd name="T15" fmla="*/ 119 h 559"/>
                <a:gd name="T16" fmla="*/ 1438 w 1920"/>
                <a:gd name="T17" fmla="*/ 195 h 559"/>
                <a:gd name="T18" fmla="*/ 1397 w 1920"/>
                <a:gd name="T19" fmla="*/ 249 h 559"/>
                <a:gd name="T20" fmla="*/ 1383 w 1920"/>
                <a:gd name="T21" fmla="*/ 259 h 559"/>
                <a:gd name="T22" fmla="*/ 1355 w 1920"/>
                <a:gd name="T23" fmla="*/ 262 h 559"/>
                <a:gd name="T24" fmla="*/ 1267 w 1920"/>
                <a:gd name="T25" fmla="*/ 259 h 559"/>
                <a:gd name="T26" fmla="*/ 1177 w 1920"/>
                <a:gd name="T27" fmla="*/ 263 h 559"/>
                <a:gd name="T28" fmla="*/ 1092 w 1920"/>
                <a:gd name="T29" fmla="*/ 282 h 559"/>
                <a:gd name="T30" fmla="*/ 1036 w 1920"/>
                <a:gd name="T31" fmla="*/ 303 h 559"/>
                <a:gd name="T32" fmla="*/ 927 w 1920"/>
                <a:gd name="T33" fmla="*/ 358 h 559"/>
                <a:gd name="T34" fmla="*/ 819 w 1920"/>
                <a:gd name="T35" fmla="*/ 418 h 559"/>
                <a:gd name="T36" fmla="*/ 731 w 1920"/>
                <a:gd name="T37" fmla="*/ 457 h 559"/>
                <a:gd name="T38" fmla="*/ 640 w 1920"/>
                <a:gd name="T39" fmla="*/ 488 h 559"/>
                <a:gd name="T40" fmla="*/ 545 w 1920"/>
                <a:gd name="T41" fmla="*/ 511 h 559"/>
                <a:gd name="T42" fmla="*/ 451 w 1920"/>
                <a:gd name="T43" fmla="*/ 525 h 559"/>
                <a:gd name="T44" fmla="*/ 354 w 1920"/>
                <a:gd name="T45" fmla="*/ 531 h 559"/>
                <a:gd name="T46" fmla="*/ 242 w 1920"/>
                <a:gd name="T47" fmla="*/ 529 h 559"/>
                <a:gd name="T48" fmla="*/ 85 w 1920"/>
                <a:gd name="T49" fmla="*/ 532 h 559"/>
                <a:gd name="T50" fmla="*/ 6 w 1920"/>
                <a:gd name="T51" fmla="*/ 542 h 559"/>
                <a:gd name="T52" fmla="*/ 0 w 1920"/>
                <a:gd name="T53" fmla="*/ 549 h 559"/>
                <a:gd name="T54" fmla="*/ 4 w 1920"/>
                <a:gd name="T55" fmla="*/ 558 h 559"/>
                <a:gd name="T56" fmla="*/ 10 w 1920"/>
                <a:gd name="T57" fmla="*/ 559 h 559"/>
                <a:gd name="T58" fmla="*/ 110 w 1920"/>
                <a:gd name="T59" fmla="*/ 546 h 559"/>
                <a:gd name="T60" fmla="*/ 279 w 1920"/>
                <a:gd name="T61" fmla="*/ 548 h 559"/>
                <a:gd name="T62" fmla="*/ 404 w 1920"/>
                <a:gd name="T63" fmla="*/ 545 h 559"/>
                <a:gd name="T64" fmla="*/ 497 w 1920"/>
                <a:gd name="T65" fmla="*/ 537 h 559"/>
                <a:gd name="T66" fmla="*/ 587 w 1920"/>
                <a:gd name="T67" fmla="*/ 520 h 559"/>
                <a:gd name="T68" fmla="*/ 703 w 1920"/>
                <a:gd name="T69" fmla="*/ 486 h 559"/>
                <a:gd name="T70" fmla="*/ 758 w 1920"/>
                <a:gd name="T71" fmla="*/ 464 h 559"/>
                <a:gd name="T72" fmla="*/ 867 w 1920"/>
                <a:gd name="T73" fmla="*/ 410 h 559"/>
                <a:gd name="T74" fmla="*/ 973 w 1920"/>
                <a:gd name="T75" fmla="*/ 351 h 559"/>
                <a:gd name="T76" fmla="*/ 1064 w 1920"/>
                <a:gd name="T77" fmla="*/ 310 h 559"/>
                <a:gd name="T78" fmla="*/ 1159 w 1920"/>
                <a:gd name="T79" fmla="*/ 283 h 559"/>
                <a:gd name="T80" fmla="*/ 1226 w 1920"/>
                <a:gd name="T81" fmla="*/ 276 h 559"/>
                <a:gd name="T82" fmla="*/ 1349 w 1920"/>
                <a:gd name="T83" fmla="*/ 277 h 559"/>
                <a:gd name="T84" fmla="*/ 1377 w 1920"/>
                <a:gd name="T85" fmla="*/ 277 h 559"/>
                <a:gd name="T86" fmla="*/ 1397 w 1920"/>
                <a:gd name="T87" fmla="*/ 273 h 559"/>
                <a:gd name="T88" fmla="*/ 1432 w 1920"/>
                <a:gd name="T89" fmla="*/ 229 h 559"/>
                <a:gd name="T90" fmla="*/ 1502 w 1920"/>
                <a:gd name="T91" fmla="*/ 144 h 559"/>
                <a:gd name="T92" fmla="*/ 1563 w 1920"/>
                <a:gd name="T93" fmla="*/ 86 h 559"/>
                <a:gd name="T94" fmla="*/ 1629 w 1920"/>
                <a:gd name="T95" fmla="*/ 42 h 559"/>
                <a:gd name="T96" fmla="*/ 1705 w 1920"/>
                <a:gd name="T97" fmla="*/ 18 h 559"/>
                <a:gd name="T98" fmla="*/ 1743 w 1920"/>
                <a:gd name="T99" fmla="*/ 17 h 559"/>
                <a:gd name="T100" fmla="*/ 1780 w 1920"/>
                <a:gd name="T101" fmla="*/ 22 h 559"/>
                <a:gd name="T102" fmla="*/ 1848 w 1920"/>
                <a:gd name="T103" fmla="*/ 55 h 559"/>
                <a:gd name="T104" fmla="*/ 1906 w 1920"/>
                <a:gd name="T105" fmla="*/ 103 h 559"/>
                <a:gd name="T106" fmla="*/ 1911 w 1920"/>
                <a:gd name="T107" fmla="*/ 106 h 559"/>
                <a:gd name="T108" fmla="*/ 1919 w 1920"/>
                <a:gd name="T109" fmla="*/ 100 h 559"/>
                <a:gd name="T110" fmla="*/ 1917 w 1920"/>
                <a:gd name="T111" fmla="*/ 92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0" h="559">
                  <a:moveTo>
                    <a:pt x="1917" y="92"/>
                  </a:moveTo>
                  <a:lnTo>
                    <a:pt x="1917" y="92"/>
                  </a:lnTo>
                  <a:lnTo>
                    <a:pt x="1899" y="75"/>
                  </a:lnTo>
                  <a:lnTo>
                    <a:pt x="1880" y="58"/>
                  </a:lnTo>
                  <a:lnTo>
                    <a:pt x="1859" y="43"/>
                  </a:lnTo>
                  <a:lnTo>
                    <a:pt x="1839" y="31"/>
                  </a:lnTo>
                  <a:lnTo>
                    <a:pt x="1816" y="19"/>
                  </a:lnTo>
                  <a:lnTo>
                    <a:pt x="1794" y="11"/>
                  </a:lnTo>
                  <a:lnTo>
                    <a:pt x="1770" y="4"/>
                  </a:lnTo>
                  <a:lnTo>
                    <a:pt x="1746" y="0"/>
                  </a:lnTo>
                  <a:lnTo>
                    <a:pt x="1746" y="0"/>
                  </a:lnTo>
                  <a:lnTo>
                    <a:pt x="1723" y="0"/>
                  </a:lnTo>
                  <a:lnTo>
                    <a:pt x="1702" y="1"/>
                  </a:lnTo>
                  <a:lnTo>
                    <a:pt x="1680" y="5"/>
                  </a:lnTo>
                  <a:lnTo>
                    <a:pt x="1661" y="11"/>
                  </a:lnTo>
                  <a:lnTo>
                    <a:pt x="1641" y="19"/>
                  </a:lnTo>
                  <a:lnTo>
                    <a:pt x="1621" y="29"/>
                  </a:lnTo>
                  <a:lnTo>
                    <a:pt x="1603" y="39"/>
                  </a:lnTo>
                  <a:lnTo>
                    <a:pt x="1584" y="51"/>
                  </a:lnTo>
                  <a:lnTo>
                    <a:pt x="1584" y="51"/>
                  </a:lnTo>
                  <a:lnTo>
                    <a:pt x="1563" y="66"/>
                  </a:lnTo>
                  <a:lnTo>
                    <a:pt x="1543" y="83"/>
                  </a:lnTo>
                  <a:lnTo>
                    <a:pt x="1525" y="100"/>
                  </a:lnTo>
                  <a:lnTo>
                    <a:pt x="1506" y="119"/>
                  </a:lnTo>
                  <a:lnTo>
                    <a:pt x="1471" y="157"/>
                  </a:lnTo>
                  <a:lnTo>
                    <a:pt x="1438" y="195"/>
                  </a:lnTo>
                  <a:lnTo>
                    <a:pt x="1438" y="195"/>
                  </a:lnTo>
                  <a:lnTo>
                    <a:pt x="1408" y="232"/>
                  </a:lnTo>
                  <a:lnTo>
                    <a:pt x="1408" y="232"/>
                  </a:lnTo>
                  <a:lnTo>
                    <a:pt x="1397" y="249"/>
                  </a:lnTo>
                  <a:lnTo>
                    <a:pt x="1391" y="255"/>
                  </a:lnTo>
                  <a:lnTo>
                    <a:pt x="1387" y="257"/>
                  </a:lnTo>
                  <a:lnTo>
                    <a:pt x="1383" y="259"/>
                  </a:lnTo>
                  <a:lnTo>
                    <a:pt x="1383" y="259"/>
                  </a:lnTo>
                  <a:lnTo>
                    <a:pt x="1369" y="260"/>
                  </a:lnTo>
                  <a:lnTo>
                    <a:pt x="1355" y="262"/>
                  </a:lnTo>
                  <a:lnTo>
                    <a:pt x="1325" y="262"/>
                  </a:lnTo>
                  <a:lnTo>
                    <a:pt x="1267" y="259"/>
                  </a:lnTo>
                  <a:lnTo>
                    <a:pt x="1267" y="259"/>
                  </a:lnTo>
                  <a:lnTo>
                    <a:pt x="1237" y="259"/>
                  </a:lnTo>
                  <a:lnTo>
                    <a:pt x="1207" y="260"/>
                  </a:lnTo>
                  <a:lnTo>
                    <a:pt x="1177" y="263"/>
                  </a:lnTo>
                  <a:lnTo>
                    <a:pt x="1149" y="269"/>
                  </a:lnTo>
                  <a:lnTo>
                    <a:pt x="1121" y="274"/>
                  </a:lnTo>
                  <a:lnTo>
                    <a:pt x="1092" y="282"/>
                  </a:lnTo>
                  <a:lnTo>
                    <a:pt x="1064" y="291"/>
                  </a:lnTo>
                  <a:lnTo>
                    <a:pt x="1036" y="303"/>
                  </a:lnTo>
                  <a:lnTo>
                    <a:pt x="1036" y="303"/>
                  </a:lnTo>
                  <a:lnTo>
                    <a:pt x="1007" y="316"/>
                  </a:lnTo>
                  <a:lnTo>
                    <a:pt x="980" y="328"/>
                  </a:lnTo>
                  <a:lnTo>
                    <a:pt x="927" y="358"/>
                  </a:lnTo>
                  <a:lnTo>
                    <a:pt x="873" y="388"/>
                  </a:lnTo>
                  <a:lnTo>
                    <a:pt x="819" y="418"/>
                  </a:lnTo>
                  <a:lnTo>
                    <a:pt x="819" y="418"/>
                  </a:lnTo>
                  <a:lnTo>
                    <a:pt x="791" y="432"/>
                  </a:lnTo>
                  <a:lnTo>
                    <a:pt x="761" y="444"/>
                  </a:lnTo>
                  <a:lnTo>
                    <a:pt x="731" y="457"/>
                  </a:lnTo>
                  <a:lnTo>
                    <a:pt x="701" y="469"/>
                  </a:lnTo>
                  <a:lnTo>
                    <a:pt x="672" y="480"/>
                  </a:lnTo>
                  <a:lnTo>
                    <a:pt x="640" y="488"/>
                  </a:lnTo>
                  <a:lnTo>
                    <a:pt x="609" y="497"/>
                  </a:lnTo>
                  <a:lnTo>
                    <a:pt x="578" y="504"/>
                  </a:lnTo>
                  <a:lnTo>
                    <a:pt x="545" y="511"/>
                  </a:lnTo>
                  <a:lnTo>
                    <a:pt x="514" y="517"/>
                  </a:lnTo>
                  <a:lnTo>
                    <a:pt x="482" y="521"/>
                  </a:lnTo>
                  <a:lnTo>
                    <a:pt x="451" y="525"/>
                  </a:lnTo>
                  <a:lnTo>
                    <a:pt x="418" y="528"/>
                  </a:lnTo>
                  <a:lnTo>
                    <a:pt x="385" y="529"/>
                  </a:lnTo>
                  <a:lnTo>
                    <a:pt x="354" y="531"/>
                  </a:lnTo>
                  <a:lnTo>
                    <a:pt x="322" y="531"/>
                  </a:lnTo>
                  <a:lnTo>
                    <a:pt x="322" y="531"/>
                  </a:lnTo>
                  <a:lnTo>
                    <a:pt x="242" y="529"/>
                  </a:lnTo>
                  <a:lnTo>
                    <a:pt x="163" y="528"/>
                  </a:lnTo>
                  <a:lnTo>
                    <a:pt x="123" y="529"/>
                  </a:lnTo>
                  <a:lnTo>
                    <a:pt x="85" y="532"/>
                  </a:lnTo>
                  <a:lnTo>
                    <a:pt x="45" y="537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3" y="544"/>
                  </a:lnTo>
                  <a:lnTo>
                    <a:pt x="1" y="546"/>
                  </a:lnTo>
                  <a:lnTo>
                    <a:pt x="0" y="549"/>
                  </a:lnTo>
                  <a:lnTo>
                    <a:pt x="0" y="552"/>
                  </a:lnTo>
                  <a:lnTo>
                    <a:pt x="1" y="555"/>
                  </a:lnTo>
                  <a:lnTo>
                    <a:pt x="4" y="558"/>
                  </a:lnTo>
                  <a:lnTo>
                    <a:pt x="7" y="559"/>
                  </a:lnTo>
                  <a:lnTo>
                    <a:pt x="10" y="559"/>
                  </a:lnTo>
                  <a:lnTo>
                    <a:pt x="10" y="559"/>
                  </a:lnTo>
                  <a:lnTo>
                    <a:pt x="44" y="554"/>
                  </a:lnTo>
                  <a:lnTo>
                    <a:pt x="78" y="549"/>
                  </a:lnTo>
                  <a:lnTo>
                    <a:pt x="110" y="546"/>
                  </a:lnTo>
                  <a:lnTo>
                    <a:pt x="144" y="546"/>
                  </a:lnTo>
                  <a:lnTo>
                    <a:pt x="212" y="545"/>
                  </a:lnTo>
                  <a:lnTo>
                    <a:pt x="279" y="548"/>
                  </a:lnTo>
                  <a:lnTo>
                    <a:pt x="279" y="548"/>
                  </a:lnTo>
                  <a:lnTo>
                    <a:pt x="341" y="548"/>
                  </a:lnTo>
                  <a:lnTo>
                    <a:pt x="404" y="545"/>
                  </a:lnTo>
                  <a:lnTo>
                    <a:pt x="435" y="544"/>
                  </a:lnTo>
                  <a:lnTo>
                    <a:pt x="466" y="541"/>
                  </a:lnTo>
                  <a:lnTo>
                    <a:pt x="497" y="537"/>
                  </a:lnTo>
                  <a:lnTo>
                    <a:pt x="528" y="531"/>
                  </a:lnTo>
                  <a:lnTo>
                    <a:pt x="528" y="531"/>
                  </a:lnTo>
                  <a:lnTo>
                    <a:pt x="587" y="520"/>
                  </a:lnTo>
                  <a:lnTo>
                    <a:pt x="645" y="504"/>
                  </a:lnTo>
                  <a:lnTo>
                    <a:pt x="674" y="495"/>
                  </a:lnTo>
                  <a:lnTo>
                    <a:pt x="703" y="486"/>
                  </a:lnTo>
                  <a:lnTo>
                    <a:pt x="731" y="476"/>
                  </a:lnTo>
                  <a:lnTo>
                    <a:pt x="758" y="464"/>
                  </a:lnTo>
                  <a:lnTo>
                    <a:pt x="758" y="464"/>
                  </a:lnTo>
                  <a:lnTo>
                    <a:pt x="786" y="452"/>
                  </a:lnTo>
                  <a:lnTo>
                    <a:pt x="813" y="439"/>
                  </a:lnTo>
                  <a:lnTo>
                    <a:pt x="867" y="410"/>
                  </a:lnTo>
                  <a:lnTo>
                    <a:pt x="921" y="381"/>
                  </a:lnTo>
                  <a:lnTo>
                    <a:pt x="973" y="351"/>
                  </a:lnTo>
                  <a:lnTo>
                    <a:pt x="973" y="351"/>
                  </a:lnTo>
                  <a:lnTo>
                    <a:pt x="1005" y="335"/>
                  </a:lnTo>
                  <a:lnTo>
                    <a:pt x="1034" y="323"/>
                  </a:lnTo>
                  <a:lnTo>
                    <a:pt x="1064" y="310"/>
                  </a:lnTo>
                  <a:lnTo>
                    <a:pt x="1095" y="299"/>
                  </a:lnTo>
                  <a:lnTo>
                    <a:pt x="1126" y="290"/>
                  </a:lnTo>
                  <a:lnTo>
                    <a:pt x="1159" y="283"/>
                  </a:lnTo>
                  <a:lnTo>
                    <a:pt x="1192" y="279"/>
                  </a:lnTo>
                  <a:lnTo>
                    <a:pt x="1226" y="276"/>
                  </a:lnTo>
                  <a:lnTo>
                    <a:pt x="1226" y="276"/>
                  </a:lnTo>
                  <a:lnTo>
                    <a:pt x="1257" y="276"/>
                  </a:lnTo>
                  <a:lnTo>
                    <a:pt x="1288" y="276"/>
                  </a:lnTo>
                  <a:lnTo>
                    <a:pt x="1349" y="277"/>
                  </a:lnTo>
                  <a:lnTo>
                    <a:pt x="1349" y="277"/>
                  </a:lnTo>
                  <a:lnTo>
                    <a:pt x="1362" y="279"/>
                  </a:lnTo>
                  <a:lnTo>
                    <a:pt x="1377" y="277"/>
                  </a:lnTo>
                  <a:lnTo>
                    <a:pt x="1384" y="277"/>
                  </a:lnTo>
                  <a:lnTo>
                    <a:pt x="1391" y="276"/>
                  </a:lnTo>
                  <a:lnTo>
                    <a:pt x="1397" y="273"/>
                  </a:lnTo>
                  <a:lnTo>
                    <a:pt x="1401" y="269"/>
                  </a:lnTo>
                  <a:lnTo>
                    <a:pt x="1401" y="269"/>
                  </a:lnTo>
                  <a:lnTo>
                    <a:pt x="1432" y="229"/>
                  </a:lnTo>
                  <a:lnTo>
                    <a:pt x="1466" y="187"/>
                  </a:lnTo>
                  <a:lnTo>
                    <a:pt x="1483" y="165"/>
                  </a:lnTo>
                  <a:lnTo>
                    <a:pt x="1502" y="144"/>
                  </a:lnTo>
                  <a:lnTo>
                    <a:pt x="1522" y="124"/>
                  </a:lnTo>
                  <a:lnTo>
                    <a:pt x="1542" y="104"/>
                  </a:lnTo>
                  <a:lnTo>
                    <a:pt x="1563" y="86"/>
                  </a:lnTo>
                  <a:lnTo>
                    <a:pt x="1584" y="70"/>
                  </a:lnTo>
                  <a:lnTo>
                    <a:pt x="1607" y="55"/>
                  </a:lnTo>
                  <a:lnTo>
                    <a:pt x="1629" y="42"/>
                  </a:lnTo>
                  <a:lnTo>
                    <a:pt x="1654" y="31"/>
                  </a:lnTo>
                  <a:lnTo>
                    <a:pt x="1678" y="24"/>
                  </a:lnTo>
                  <a:lnTo>
                    <a:pt x="1705" y="18"/>
                  </a:lnTo>
                  <a:lnTo>
                    <a:pt x="1730" y="17"/>
                  </a:lnTo>
                  <a:lnTo>
                    <a:pt x="1730" y="17"/>
                  </a:lnTo>
                  <a:lnTo>
                    <a:pt x="1743" y="17"/>
                  </a:lnTo>
                  <a:lnTo>
                    <a:pt x="1756" y="18"/>
                  </a:lnTo>
                  <a:lnTo>
                    <a:pt x="1768" y="19"/>
                  </a:lnTo>
                  <a:lnTo>
                    <a:pt x="1780" y="22"/>
                  </a:lnTo>
                  <a:lnTo>
                    <a:pt x="1804" y="31"/>
                  </a:lnTo>
                  <a:lnTo>
                    <a:pt x="1826" y="42"/>
                  </a:lnTo>
                  <a:lnTo>
                    <a:pt x="1848" y="55"/>
                  </a:lnTo>
                  <a:lnTo>
                    <a:pt x="1867" y="70"/>
                  </a:lnTo>
                  <a:lnTo>
                    <a:pt x="1887" y="86"/>
                  </a:lnTo>
                  <a:lnTo>
                    <a:pt x="1906" y="103"/>
                  </a:lnTo>
                  <a:lnTo>
                    <a:pt x="1906" y="103"/>
                  </a:lnTo>
                  <a:lnTo>
                    <a:pt x="1909" y="104"/>
                  </a:lnTo>
                  <a:lnTo>
                    <a:pt x="1911" y="106"/>
                  </a:lnTo>
                  <a:lnTo>
                    <a:pt x="1914" y="104"/>
                  </a:lnTo>
                  <a:lnTo>
                    <a:pt x="1917" y="103"/>
                  </a:lnTo>
                  <a:lnTo>
                    <a:pt x="1919" y="100"/>
                  </a:lnTo>
                  <a:lnTo>
                    <a:pt x="1920" y="97"/>
                  </a:lnTo>
                  <a:lnTo>
                    <a:pt x="1919" y="94"/>
                  </a:lnTo>
                  <a:lnTo>
                    <a:pt x="1917" y="92"/>
                  </a:lnTo>
                  <a:lnTo>
                    <a:pt x="1917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5">
              <a:extLst>
                <a:ext uri="{FF2B5EF4-FFF2-40B4-BE49-F238E27FC236}">
                  <a16:creationId xmlns:a16="http://schemas.microsoft.com/office/drawing/2014/main" id="{0AD960E9-7AB9-57E8-445E-AAB91D61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209"/>
              <a:ext cx="145" cy="68"/>
            </a:xfrm>
            <a:custGeom>
              <a:avLst/>
              <a:gdLst>
                <a:gd name="T0" fmla="*/ 8 w 291"/>
                <a:gd name="T1" fmla="*/ 17 h 134"/>
                <a:gd name="T2" fmla="*/ 8 w 291"/>
                <a:gd name="T3" fmla="*/ 17 h 134"/>
                <a:gd name="T4" fmla="*/ 25 w 291"/>
                <a:gd name="T5" fmla="*/ 22 h 134"/>
                <a:gd name="T6" fmla="*/ 42 w 291"/>
                <a:gd name="T7" fmla="*/ 29 h 134"/>
                <a:gd name="T8" fmla="*/ 57 w 291"/>
                <a:gd name="T9" fmla="*/ 39 h 134"/>
                <a:gd name="T10" fmla="*/ 71 w 291"/>
                <a:gd name="T11" fmla="*/ 51 h 134"/>
                <a:gd name="T12" fmla="*/ 100 w 291"/>
                <a:gd name="T13" fmla="*/ 72 h 134"/>
                <a:gd name="T14" fmla="*/ 115 w 291"/>
                <a:gd name="T15" fmla="*/ 83 h 134"/>
                <a:gd name="T16" fmla="*/ 131 w 291"/>
                <a:gd name="T17" fmla="*/ 93 h 134"/>
                <a:gd name="T18" fmla="*/ 131 w 291"/>
                <a:gd name="T19" fmla="*/ 93 h 134"/>
                <a:gd name="T20" fmla="*/ 146 w 291"/>
                <a:gd name="T21" fmla="*/ 102 h 134"/>
                <a:gd name="T22" fmla="*/ 165 w 291"/>
                <a:gd name="T23" fmla="*/ 109 h 134"/>
                <a:gd name="T24" fmla="*/ 183 w 291"/>
                <a:gd name="T25" fmla="*/ 114 h 134"/>
                <a:gd name="T26" fmla="*/ 203 w 291"/>
                <a:gd name="T27" fmla="*/ 119 h 134"/>
                <a:gd name="T28" fmla="*/ 243 w 291"/>
                <a:gd name="T29" fmla="*/ 127 h 134"/>
                <a:gd name="T30" fmla="*/ 280 w 291"/>
                <a:gd name="T31" fmla="*/ 134 h 134"/>
                <a:gd name="T32" fmla="*/ 280 w 291"/>
                <a:gd name="T33" fmla="*/ 134 h 134"/>
                <a:gd name="T34" fmla="*/ 284 w 291"/>
                <a:gd name="T35" fmla="*/ 134 h 134"/>
                <a:gd name="T36" fmla="*/ 287 w 291"/>
                <a:gd name="T37" fmla="*/ 133 h 134"/>
                <a:gd name="T38" fmla="*/ 290 w 291"/>
                <a:gd name="T39" fmla="*/ 131 h 134"/>
                <a:gd name="T40" fmla="*/ 291 w 291"/>
                <a:gd name="T41" fmla="*/ 127 h 134"/>
                <a:gd name="T42" fmla="*/ 291 w 291"/>
                <a:gd name="T43" fmla="*/ 124 h 134"/>
                <a:gd name="T44" fmla="*/ 290 w 291"/>
                <a:gd name="T45" fmla="*/ 121 h 134"/>
                <a:gd name="T46" fmla="*/ 288 w 291"/>
                <a:gd name="T47" fmla="*/ 119 h 134"/>
                <a:gd name="T48" fmla="*/ 284 w 291"/>
                <a:gd name="T49" fmla="*/ 117 h 134"/>
                <a:gd name="T50" fmla="*/ 284 w 291"/>
                <a:gd name="T51" fmla="*/ 117 h 134"/>
                <a:gd name="T52" fmla="*/ 244 w 291"/>
                <a:gd name="T53" fmla="*/ 110 h 134"/>
                <a:gd name="T54" fmla="*/ 203 w 291"/>
                <a:gd name="T55" fmla="*/ 102 h 134"/>
                <a:gd name="T56" fmla="*/ 183 w 291"/>
                <a:gd name="T57" fmla="*/ 96 h 134"/>
                <a:gd name="T58" fmla="*/ 163 w 291"/>
                <a:gd name="T59" fmla="*/ 89 h 134"/>
                <a:gd name="T60" fmla="*/ 144 w 291"/>
                <a:gd name="T61" fmla="*/ 80 h 134"/>
                <a:gd name="T62" fmla="*/ 127 w 291"/>
                <a:gd name="T63" fmla="*/ 70 h 134"/>
                <a:gd name="T64" fmla="*/ 127 w 291"/>
                <a:gd name="T65" fmla="*/ 70 h 134"/>
                <a:gd name="T66" fmla="*/ 112 w 291"/>
                <a:gd name="T67" fmla="*/ 60 h 134"/>
                <a:gd name="T68" fmla="*/ 98 w 291"/>
                <a:gd name="T69" fmla="*/ 51 h 134"/>
                <a:gd name="T70" fmla="*/ 73 w 291"/>
                <a:gd name="T71" fmla="*/ 31 h 134"/>
                <a:gd name="T72" fmla="*/ 59 w 291"/>
                <a:gd name="T73" fmla="*/ 21 h 134"/>
                <a:gd name="T74" fmla="*/ 44 w 291"/>
                <a:gd name="T75" fmla="*/ 12 h 134"/>
                <a:gd name="T76" fmla="*/ 29 w 291"/>
                <a:gd name="T77" fmla="*/ 5 h 134"/>
                <a:gd name="T78" fmla="*/ 12 w 291"/>
                <a:gd name="T79" fmla="*/ 0 h 134"/>
                <a:gd name="T80" fmla="*/ 12 w 291"/>
                <a:gd name="T81" fmla="*/ 0 h 134"/>
                <a:gd name="T82" fmla="*/ 8 w 291"/>
                <a:gd name="T83" fmla="*/ 0 h 134"/>
                <a:gd name="T84" fmla="*/ 5 w 291"/>
                <a:gd name="T85" fmla="*/ 1 h 134"/>
                <a:gd name="T86" fmla="*/ 2 w 291"/>
                <a:gd name="T87" fmla="*/ 4 h 134"/>
                <a:gd name="T88" fmla="*/ 2 w 291"/>
                <a:gd name="T89" fmla="*/ 7 h 134"/>
                <a:gd name="T90" fmla="*/ 0 w 291"/>
                <a:gd name="T91" fmla="*/ 9 h 134"/>
                <a:gd name="T92" fmla="*/ 2 w 291"/>
                <a:gd name="T93" fmla="*/ 12 h 134"/>
                <a:gd name="T94" fmla="*/ 3 w 291"/>
                <a:gd name="T95" fmla="*/ 15 h 134"/>
                <a:gd name="T96" fmla="*/ 8 w 291"/>
                <a:gd name="T97" fmla="*/ 17 h 134"/>
                <a:gd name="T98" fmla="*/ 8 w 291"/>
                <a:gd name="T99" fmla="*/ 1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1" h="134">
                  <a:moveTo>
                    <a:pt x="8" y="17"/>
                  </a:moveTo>
                  <a:lnTo>
                    <a:pt x="8" y="17"/>
                  </a:lnTo>
                  <a:lnTo>
                    <a:pt x="25" y="22"/>
                  </a:lnTo>
                  <a:lnTo>
                    <a:pt x="42" y="29"/>
                  </a:lnTo>
                  <a:lnTo>
                    <a:pt x="57" y="39"/>
                  </a:lnTo>
                  <a:lnTo>
                    <a:pt x="71" y="51"/>
                  </a:lnTo>
                  <a:lnTo>
                    <a:pt x="100" y="72"/>
                  </a:lnTo>
                  <a:lnTo>
                    <a:pt x="115" y="8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46" y="102"/>
                  </a:lnTo>
                  <a:lnTo>
                    <a:pt x="165" y="109"/>
                  </a:lnTo>
                  <a:lnTo>
                    <a:pt x="183" y="114"/>
                  </a:lnTo>
                  <a:lnTo>
                    <a:pt x="203" y="119"/>
                  </a:lnTo>
                  <a:lnTo>
                    <a:pt x="243" y="127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84" y="134"/>
                  </a:lnTo>
                  <a:lnTo>
                    <a:pt x="287" y="133"/>
                  </a:lnTo>
                  <a:lnTo>
                    <a:pt x="290" y="131"/>
                  </a:lnTo>
                  <a:lnTo>
                    <a:pt x="291" y="127"/>
                  </a:lnTo>
                  <a:lnTo>
                    <a:pt x="291" y="124"/>
                  </a:lnTo>
                  <a:lnTo>
                    <a:pt x="290" y="121"/>
                  </a:lnTo>
                  <a:lnTo>
                    <a:pt x="288" y="119"/>
                  </a:lnTo>
                  <a:lnTo>
                    <a:pt x="284" y="117"/>
                  </a:lnTo>
                  <a:lnTo>
                    <a:pt x="284" y="117"/>
                  </a:lnTo>
                  <a:lnTo>
                    <a:pt x="244" y="110"/>
                  </a:lnTo>
                  <a:lnTo>
                    <a:pt x="203" y="102"/>
                  </a:lnTo>
                  <a:lnTo>
                    <a:pt x="183" y="96"/>
                  </a:lnTo>
                  <a:lnTo>
                    <a:pt x="163" y="89"/>
                  </a:lnTo>
                  <a:lnTo>
                    <a:pt x="144" y="80"/>
                  </a:lnTo>
                  <a:lnTo>
                    <a:pt x="127" y="70"/>
                  </a:lnTo>
                  <a:lnTo>
                    <a:pt x="127" y="70"/>
                  </a:lnTo>
                  <a:lnTo>
                    <a:pt x="112" y="60"/>
                  </a:lnTo>
                  <a:lnTo>
                    <a:pt x="98" y="51"/>
                  </a:lnTo>
                  <a:lnTo>
                    <a:pt x="73" y="31"/>
                  </a:lnTo>
                  <a:lnTo>
                    <a:pt x="59" y="21"/>
                  </a:lnTo>
                  <a:lnTo>
                    <a:pt x="44" y="1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7"/>
                  </a:lnTo>
                  <a:lnTo>
                    <a:pt x="0" y="9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6">
              <a:extLst>
                <a:ext uri="{FF2B5EF4-FFF2-40B4-BE49-F238E27FC236}">
                  <a16:creationId xmlns:a16="http://schemas.microsoft.com/office/drawing/2014/main" id="{3275D109-887C-769E-6F12-664C7538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715"/>
              <a:ext cx="91" cy="223"/>
            </a:xfrm>
            <a:custGeom>
              <a:avLst/>
              <a:gdLst>
                <a:gd name="T0" fmla="*/ 84 w 181"/>
                <a:gd name="T1" fmla="*/ 31 h 446"/>
                <a:gd name="T2" fmla="*/ 101 w 181"/>
                <a:gd name="T3" fmla="*/ 22 h 446"/>
                <a:gd name="T4" fmla="*/ 116 w 181"/>
                <a:gd name="T5" fmla="*/ 19 h 446"/>
                <a:gd name="T6" fmla="*/ 127 w 181"/>
                <a:gd name="T7" fmla="*/ 22 h 446"/>
                <a:gd name="T8" fmla="*/ 137 w 181"/>
                <a:gd name="T9" fmla="*/ 29 h 446"/>
                <a:gd name="T10" fmla="*/ 146 w 181"/>
                <a:gd name="T11" fmla="*/ 41 h 446"/>
                <a:gd name="T12" fmla="*/ 157 w 181"/>
                <a:gd name="T13" fmla="*/ 75 h 446"/>
                <a:gd name="T14" fmla="*/ 163 w 181"/>
                <a:gd name="T15" fmla="*/ 114 h 446"/>
                <a:gd name="T16" fmla="*/ 164 w 181"/>
                <a:gd name="T17" fmla="*/ 178 h 446"/>
                <a:gd name="T18" fmla="*/ 160 w 181"/>
                <a:gd name="T19" fmla="*/ 240 h 446"/>
                <a:gd name="T20" fmla="*/ 157 w 181"/>
                <a:gd name="T21" fmla="*/ 256 h 446"/>
                <a:gd name="T22" fmla="*/ 149 w 181"/>
                <a:gd name="T23" fmla="*/ 289 h 446"/>
                <a:gd name="T24" fmla="*/ 127 w 181"/>
                <a:gd name="T25" fmla="*/ 334 h 446"/>
                <a:gd name="T26" fmla="*/ 112 w 181"/>
                <a:gd name="T27" fmla="*/ 362 h 446"/>
                <a:gd name="T28" fmla="*/ 91 w 181"/>
                <a:gd name="T29" fmla="*/ 395 h 446"/>
                <a:gd name="T30" fmla="*/ 71 w 181"/>
                <a:gd name="T31" fmla="*/ 417 h 446"/>
                <a:gd name="T32" fmla="*/ 64 w 181"/>
                <a:gd name="T33" fmla="*/ 423 h 446"/>
                <a:gd name="T34" fmla="*/ 52 w 181"/>
                <a:gd name="T35" fmla="*/ 427 h 446"/>
                <a:gd name="T36" fmla="*/ 44 w 181"/>
                <a:gd name="T37" fmla="*/ 427 h 446"/>
                <a:gd name="T38" fmla="*/ 37 w 181"/>
                <a:gd name="T39" fmla="*/ 422 h 446"/>
                <a:gd name="T40" fmla="*/ 25 w 181"/>
                <a:gd name="T41" fmla="*/ 403 h 446"/>
                <a:gd name="T42" fmla="*/ 17 w 181"/>
                <a:gd name="T43" fmla="*/ 374 h 446"/>
                <a:gd name="T44" fmla="*/ 14 w 181"/>
                <a:gd name="T45" fmla="*/ 371 h 446"/>
                <a:gd name="T46" fmla="*/ 10 w 181"/>
                <a:gd name="T47" fmla="*/ 368 h 446"/>
                <a:gd name="T48" fmla="*/ 3 w 181"/>
                <a:gd name="T49" fmla="*/ 369 h 446"/>
                <a:gd name="T50" fmla="*/ 0 w 181"/>
                <a:gd name="T51" fmla="*/ 374 h 446"/>
                <a:gd name="T52" fmla="*/ 0 w 181"/>
                <a:gd name="T53" fmla="*/ 378 h 446"/>
                <a:gd name="T54" fmla="*/ 8 w 181"/>
                <a:gd name="T55" fmla="*/ 409 h 446"/>
                <a:gd name="T56" fmla="*/ 20 w 181"/>
                <a:gd name="T57" fmla="*/ 427 h 446"/>
                <a:gd name="T58" fmla="*/ 34 w 181"/>
                <a:gd name="T59" fmla="*/ 442 h 446"/>
                <a:gd name="T60" fmla="*/ 44 w 181"/>
                <a:gd name="T61" fmla="*/ 444 h 446"/>
                <a:gd name="T62" fmla="*/ 62 w 181"/>
                <a:gd name="T63" fmla="*/ 443 h 446"/>
                <a:gd name="T64" fmla="*/ 76 w 181"/>
                <a:gd name="T65" fmla="*/ 434 h 446"/>
                <a:gd name="T66" fmla="*/ 91 w 181"/>
                <a:gd name="T67" fmla="*/ 422 h 446"/>
                <a:gd name="T68" fmla="*/ 101 w 181"/>
                <a:gd name="T69" fmla="*/ 409 h 446"/>
                <a:gd name="T70" fmla="*/ 126 w 181"/>
                <a:gd name="T71" fmla="*/ 374 h 446"/>
                <a:gd name="T72" fmla="*/ 149 w 181"/>
                <a:gd name="T73" fmla="*/ 334 h 446"/>
                <a:gd name="T74" fmla="*/ 166 w 181"/>
                <a:gd name="T75" fmla="*/ 291 h 446"/>
                <a:gd name="T76" fmla="*/ 176 w 181"/>
                <a:gd name="T77" fmla="*/ 250 h 446"/>
                <a:gd name="T78" fmla="*/ 178 w 181"/>
                <a:gd name="T79" fmla="*/ 219 h 446"/>
                <a:gd name="T80" fmla="*/ 181 w 181"/>
                <a:gd name="T81" fmla="*/ 154 h 446"/>
                <a:gd name="T82" fmla="*/ 178 w 181"/>
                <a:gd name="T83" fmla="*/ 104 h 446"/>
                <a:gd name="T84" fmla="*/ 170 w 181"/>
                <a:gd name="T85" fmla="*/ 59 h 446"/>
                <a:gd name="T86" fmla="*/ 159 w 181"/>
                <a:gd name="T87" fmla="*/ 31 h 446"/>
                <a:gd name="T88" fmla="*/ 150 w 181"/>
                <a:gd name="T89" fmla="*/ 17 h 446"/>
                <a:gd name="T90" fmla="*/ 137 w 181"/>
                <a:gd name="T91" fmla="*/ 5 h 446"/>
                <a:gd name="T92" fmla="*/ 123 w 181"/>
                <a:gd name="T93" fmla="*/ 1 h 446"/>
                <a:gd name="T94" fmla="*/ 106 w 181"/>
                <a:gd name="T95" fmla="*/ 1 h 446"/>
                <a:gd name="T96" fmla="*/ 86 w 181"/>
                <a:gd name="T97" fmla="*/ 9 h 446"/>
                <a:gd name="T98" fmla="*/ 75 w 181"/>
                <a:gd name="T99" fmla="*/ 15 h 446"/>
                <a:gd name="T100" fmla="*/ 71 w 181"/>
                <a:gd name="T101" fmla="*/ 21 h 446"/>
                <a:gd name="T102" fmla="*/ 72 w 181"/>
                <a:gd name="T103" fmla="*/ 28 h 446"/>
                <a:gd name="T104" fmla="*/ 78 w 181"/>
                <a:gd name="T105" fmla="*/ 31 h 446"/>
                <a:gd name="T106" fmla="*/ 84 w 181"/>
                <a:gd name="T107" fmla="*/ 3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" h="446">
                  <a:moveTo>
                    <a:pt x="84" y="31"/>
                  </a:moveTo>
                  <a:lnTo>
                    <a:pt x="84" y="31"/>
                  </a:lnTo>
                  <a:lnTo>
                    <a:pt x="92" y="25"/>
                  </a:lnTo>
                  <a:lnTo>
                    <a:pt x="101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22" y="19"/>
                  </a:lnTo>
                  <a:lnTo>
                    <a:pt x="127" y="22"/>
                  </a:lnTo>
                  <a:lnTo>
                    <a:pt x="133" y="25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53" y="56"/>
                  </a:lnTo>
                  <a:lnTo>
                    <a:pt x="157" y="75"/>
                  </a:lnTo>
                  <a:lnTo>
                    <a:pt x="161" y="93"/>
                  </a:lnTo>
                  <a:lnTo>
                    <a:pt x="163" y="114"/>
                  </a:lnTo>
                  <a:lnTo>
                    <a:pt x="164" y="137"/>
                  </a:lnTo>
                  <a:lnTo>
                    <a:pt x="164" y="178"/>
                  </a:lnTo>
                  <a:lnTo>
                    <a:pt x="163" y="215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57" y="256"/>
                  </a:lnTo>
                  <a:lnTo>
                    <a:pt x="153" y="273"/>
                  </a:lnTo>
                  <a:lnTo>
                    <a:pt x="149" y="289"/>
                  </a:lnTo>
                  <a:lnTo>
                    <a:pt x="142" y="304"/>
                  </a:lnTo>
                  <a:lnTo>
                    <a:pt x="127" y="334"/>
                  </a:lnTo>
                  <a:lnTo>
                    <a:pt x="112" y="362"/>
                  </a:lnTo>
                  <a:lnTo>
                    <a:pt x="112" y="362"/>
                  </a:lnTo>
                  <a:lnTo>
                    <a:pt x="102" y="379"/>
                  </a:lnTo>
                  <a:lnTo>
                    <a:pt x="91" y="395"/>
                  </a:lnTo>
                  <a:lnTo>
                    <a:pt x="78" y="410"/>
                  </a:lnTo>
                  <a:lnTo>
                    <a:pt x="71" y="417"/>
                  </a:lnTo>
                  <a:lnTo>
                    <a:pt x="64" y="423"/>
                  </a:lnTo>
                  <a:lnTo>
                    <a:pt x="64" y="423"/>
                  </a:lnTo>
                  <a:lnTo>
                    <a:pt x="58" y="426"/>
                  </a:lnTo>
                  <a:lnTo>
                    <a:pt x="52" y="427"/>
                  </a:lnTo>
                  <a:lnTo>
                    <a:pt x="48" y="427"/>
                  </a:lnTo>
                  <a:lnTo>
                    <a:pt x="44" y="427"/>
                  </a:lnTo>
                  <a:lnTo>
                    <a:pt x="40" y="425"/>
                  </a:lnTo>
                  <a:lnTo>
                    <a:pt x="37" y="422"/>
                  </a:lnTo>
                  <a:lnTo>
                    <a:pt x="31" y="413"/>
                  </a:lnTo>
                  <a:lnTo>
                    <a:pt x="25" y="403"/>
                  </a:lnTo>
                  <a:lnTo>
                    <a:pt x="21" y="392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14" y="371"/>
                  </a:lnTo>
                  <a:lnTo>
                    <a:pt x="13" y="368"/>
                  </a:lnTo>
                  <a:lnTo>
                    <a:pt x="10" y="368"/>
                  </a:lnTo>
                  <a:lnTo>
                    <a:pt x="6" y="368"/>
                  </a:lnTo>
                  <a:lnTo>
                    <a:pt x="3" y="369"/>
                  </a:lnTo>
                  <a:lnTo>
                    <a:pt x="1" y="371"/>
                  </a:lnTo>
                  <a:lnTo>
                    <a:pt x="0" y="374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" y="398"/>
                  </a:lnTo>
                  <a:lnTo>
                    <a:pt x="8" y="409"/>
                  </a:lnTo>
                  <a:lnTo>
                    <a:pt x="14" y="419"/>
                  </a:lnTo>
                  <a:lnTo>
                    <a:pt x="20" y="427"/>
                  </a:lnTo>
                  <a:lnTo>
                    <a:pt x="25" y="436"/>
                  </a:lnTo>
                  <a:lnTo>
                    <a:pt x="34" y="442"/>
                  </a:lnTo>
                  <a:lnTo>
                    <a:pt x="44" y="444"/>
                  </a:lnTo>
                  <a:lnTo>
                    <a:pt x="44" y="444"/>
                  </a:lnTo>
                  <a:lnTo>
                    <a:pt x="54" y="446"/>
                  </a:lnTo>
                  <a:lnTo>
                    <a:pt x="62" y="443"/>
                  </a:lnTo>
                  <a:lnTo>
                    <a:pt x="69" y="440"/>
                  </a:lnTo>
                  <a:lnTo>
                    <a:pt x="76" y="434"/>
                  </a:lnTo>
                  <a:lnTo>
                    <a:pt x="84" y="429"/>
                  </a:lnTo>
                  <a:lnTo>
                    <a:pt x="91" y="422"/>
                  </a:lnTo>
                  <a:lnTo>
                    <a:pt x="101" y="409"/>
                  </a:lnTo>
                  <a:lnTo>
                    <a:pt x="101" y="409"/>
                  </a:lnTo>
                  <a:lnTo>
                    <a:pt x="113" y="392"/>
                  </a:lnTo>
                  <a:lnTo>
                    <a:pt x="126" y="374"/>
                  </a:lnTo>
                  <a:lnTo>
                    <a:pt x="137" y="354"/>
                  </a:lnTo>
                  <a:lnTo>
                    <a:pt x="149" y="334"/>
                  </a:lnTo>
                  <a:lnTo>
                    <a:pt x="157" y="313"/>
                  </a:lnTo>
                  <a:lnTo>
                    <a:pt x="166" y="291"/>
                  </a:lnTo>
                  <a:lnTo>
                    <a:pt x="171" y="27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78" y="219"/>
                  </a:lnTo>
                  <a:lnTo>
                    <a:pt x="181" y="177"/>
                  </a:lnTo>
                  <a:lnTo>
                    <a:pt x="181" y="154"/>
                  </a:lnTo>
                  <a:lnTo>
                    <a:pt x="180" y="128"/>
                  </a:lnTo>
                  <a:lnTo>
                    <a:pt x="178" y="104"/>
                  </a:lnTo>
                  <a:lnTo>
                    <a:pt x="174" y="80"/>
                  </a:lnTo>
                  <a:lnTo>
                    <a:pt x="170" y="59"/>
                  </a:lnTo>
                  <a:lnTo>
                    <a:pt x="163" y="39"/>
                  </a:lnTo>
                  <a:lnTo>
                    <a:pt x="159" y="31"/>
                  </a:lnTo>
                  <a:lnTo>
                    <a:pt x="154" y="22"/>
                  </a:lnTo>
                  <a:lnTo>
                    <a:pt x="150" y="17"/>
                  </a:lnTo>
                  <a:lnTo>
                    <a:pt x="144" y="11"/>
                  </a:lnTo>
                  <a:lnTo>
                    <a:pt x="137" y="5"/>
                  </a:lnTo>
                  <a:lnTo>
                    <a:pt x="130" y="2"/>
                  </a:lnTo>
                  <a:lnTo>
                    <a:pt x="123" y="1"/>
                  </a:lnTo>
                  <a:lnTo>
                    <a:pt x="115" y="0"/>
                  </a:lnTo>
                  <a:lnTo>
                    <a:pt x="106" y="1"/>
                  </a:lnTo>
                  <a:lnTo>
                    <a:pt x="96" y="4"/>
                  </a:lnTo>
                  <a:lnTo>
                    <a:pt x="86" y="9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2" y="18"/>
                  </a:lnTo>
                  <a:lnTo>
                    <a:pt x="71" y="21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5" y="29"/>
                  </a:lnTo>
                  <a:lnTo>
                    <a:pt x="78" y="31"/>
                  </a:lnTo>
                  <a:lnTo>
                    <a:pt x="81" y="32"/>
                  </a:lnTo>
                  <a:lnTo>
                    <a:pt x="84" y="31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7">
              <a:extLst>
                <a:ext uri="{FF2B5EF4-FFF2-40B4-BE49-F238E27FC236}">
                  <a16:creationId xmlns:a16="http://schemas.microsoft.com/office/drawing/2014/main" id="{2F6CF9F5-2B8D-629A-3B5E-31E02A50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934"/>
              <a:ext cx="43" cy="103"/>
            </a:xfrm>
            <a:custGeom>
              <a:avLst/>
              <a:gdLst>
                <a:gd name="T0" fmla="*/ 68 w 87"/>
                <a:gd name="T1" fmla="*/ 10 h 205"/>
                <a:gd name="T2" fmla="*/ 68 w 87"/>
                <a:gd name="T3" fmla="*/ 10 h 205"/>
                <a:gd name="T4" fmla="*/ 70 w 87"/>
                <a:gd name="T5" fmla="*/ 22 h 205"/>
                <a:gd name="T6" fmla="*/ 70 w 87"/>
                <a:gd name="T7" fmla="*/ 35 h 205"/>
                <a:gd name="T8" fmla="*/ 70 w 87"/>
                <a:gd name="T9" fmla="*/ 47 h 205"/>
                <a:gd name="T10" fmla="*/ 67 w 87"/>
                <a:gd name="T11" fmla="*/ 59 h 205"/>
                <a:gd name="T12" fmla="*/ 61 w 87"/>
                <a:gd name="T13" fmla="*/ 83 h 205"/>
                <a:gd name="T14" fmla="*/ 53 w 87"/>
                <a:gd name="T15" fmla="*/ 106 h 205"/>
                <a:gd name="T16" fmla="*/ 41 w 87"/>
                <a:gd name="T17" fmla="*/ 129 h 205"/>
                <a:gd name="T18" fmla="*/ 28 w 87"/>
                <a:gd name="T19" fmla="*/ 151 h 205"/>
                <a:gd name="T20" fmla="*/ 2 w 87"/>
                <a:gd name="T21" fmla="*/ 192 h 205"/>
                <a:gd name="T22" fmla="*/ 2 w 87"/>
                <a:gd name="T23" fmla="*/ 192 h 205"/>
                <a:gd name="T24" fmla="*/ 0 w 87"/>
                <a:gd name="T25" fmla="*/ 197 h 205"/>
                <a:gd name="T26" fmla="*/ 0 w 87"/>
                <a:gd name="T27" fmla="*/ 200 h 205"/>
                <a:gd name="T28" fmla="*/ 3 w 87"/>
                <a:gd name="T29" fmla="*/ 202 h 205"/>
                <a:gd name="T30" fmla="*/ 4 w 87"/>
                <a:gd name="T31" fmla="*/ 204 h 205"/>
                <a:gd name="T32" fmla="*/ 7 w 87"/>
                <a:gd name="T33" fmla="*/ 205 h 205"/>
                <a:gd name="T34" fmla="*/ 11 w 87"/>
                <a:gd name="T35" fmla="*/ 205 h 205"/>
                <a:gd name="T36" fmla="*/ 14 w 87"/>
                <a:gd name="T37" fmla="*/ 204 h 205"/>
                <a:gd name="T38" fmla="*/ 17 w 87"/>
                <a:gd name="T39" fmla="*/ 201 h 205"/>
                <a:gd name="T40" fmla="*/ 17 w 87"/>
                <a:gd name="T41" fmla="*/ 201 h 205"/>
                <a:gd name="T42" fmla="*/ 31 w 87"/>
                <a:gd name="T43" fmla="*/ 180 h 205"/>
                <a:gd name="T44" fmla="*/ 45 w 87"/>
                <a:gd name="T45" fmla="*/ 157 h 205"/>
                <a:gd name="T46" fmla="*/ 58 w 87"/>
                <a:gd name="T47" fmla="*/ 133 h 205"/>
                <a:gd name="T48" fmla="*/ 70 w 87"/>
                <a:gd name="T49" fmla="*/ 109 h 205"/>
                <a:gd name="T50" fmla="*/ 78 w 87"/>
                <a:gd name="T51" fmla="*/ 83 h 205"/>
                <a:gd name="T52" fmla="*/ 81 w 87"/>
                <a:gd name="T53" fmla="*/ 71 h 205"/>
                <a:gd name="T54" fmla="*/ 84 w 87"/>
                <a:gd name="T55" fmla="*/ 58 h 205"/>
                <a:gd name="T56" fmla="*/ 87 w 87"/>
                <a:gd name="T57" fmla="*/ 45 h 205"/>
                <a:gd name="T58" fmla="*/ 87 w 87"/>
                <a:gd name="T59" fmla="*/ 32 h 205"/>
                <a:gd name="T60" fmla="*/ 87 w 87"/>
                <a:gd name="T61" fmla="*/ 20 h 205"/>
                <a:gd name="T62" fmla="*/ 85 w 87"/>
                <a:gd name="T63" fmla="*/ 5 h 205"/>
                <a:gd name="T64" fmla="*/ 85 w 87"/>
                <a:gd name="T65" fmla="*/ 5 h 205"/>
                <a:gd name="T66" fmla="*/ 84 w 87"/>
                <a:gd name="T67" fmla="*/ 3 h 205"/>
                <a:gd name="T68" fmla="*/ 81 w 87"/>
                <a:gd name="T69" fmla="*/ 0 h 205"/>
                <a:gd name="T70" fmla="*/ 78 w 87"/>
                <a:gd name="T71" fmla="*/ 0 h 205"/>
                <a:gd name="T72" fmla="*/ 75 w 87"/>
                <a:gd name="T73" fmla="*/ 0 h 205"/>
                <a:gd name="T74" fmla="*/ 72 w 87"/>
                <a:gd name="T75" fmla="*/ 1 h 205"/>
                <a:gd name="T76" fmla="*/ 70 w 87"/>
                <a:gd name="T77" fmla="*/ 4 h 205"/>
                <a:gd name="T78" fmla="*/ 68 w 87"/>
                <a:gd name="T79" fmla="*/ 7 h 205"/>
                <a:gd name="T80" fmla="*/ 68 w 87"/>
                <a:gd name="T81" fmla="*/ 10 h 205"/>
                <a:gd name="T82" fmla="*/ 68 w 87"/>
                <a:gd name="T83" fmla="*/ 1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205">
                  <a:moveTo>
                    <a:pt x="68" y="10"/>
                  </a:moveTo>
                  <a:lnTo>
                    <a:pt x="68" y="10"/>
                  </a:lnTo>
                  <a:lnTo>
                    <a:pt x="70" y="22"/>
                  </a:lnTo>
                  <a:lnTo>
                    <a:pt x="70" y="35"/>
                  </a:lnTo>
                  <a:lnTo>
                    <a:pt x="70" y="47"/>
                  </a:lnTo>
                  <a:lnTo>
                    <a:pt x="67" y="59"/>
                  </a:lnTo>
                  <a:lnTo>
                    <a:pt x="61" y="83"/>
                  </a:lnTo>
                  <a:lnTo>
                    <a:pt x="53" y="106"/>
                  </a:lnTo>
                  <a:lnTo>
                    <a:pt x="41" y="129"/>
                  </a:lnTo>
                  <a:lnTo>
                    <a:pt x="28" y="151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2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11" y="205"/>
                  </a:lnTo>
                  <a:lnTo>
                    <a:pt x="14" y="204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31" y="180"/>
                  </a:lnTo>
                  <a:lnTo>
                    <a:pt x="45" y="157"/>
                  </a:lnTo>
                  <a:lnTo>
                    <a:pt x="58" y="133"/>
                  </a:lnTo>
                  <a:lnTo>
                    <a:pt x="70" y="109"/>
                  </a:lnTo>
                  <a:lnTo>
                    <a:pt x="78" y="83"/>
                  </a:lnTo>
                  <a:lnTo>
                    <a:pt x="81" y="71"/>
                  </a:lnTo>
                  <a:lnTo>
                    <a:pt x="84" y="58"/>
                  </a:lnTo>
                  <a:lnTo>
                    <a:pt x="87" y="45"/>
                  </a:lnTo>
                  <a:lnTo>
                    <a:pt x="87" y="32"/>
                  </a:lnTo>
                  <a:lnTo>
                    <a:pt x="87" y="2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0" y="4"/>
                  </a:lnTo>
                  <a:lnTo>
                    <a:pt x="68" y="7"/>
                  </a:lnTo>
                  <a:lnTo>
                    <a:pt x="68" y="10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8">
              <a:extLst>
                <a:ext uri="{FF2B5EF4-FFF2-40B4-BE49-F238E27FC236}">
                  <a16:creationId xmlns:a16="http://schemas.microsoft.com/office/drawing/2014/main" id="{32EF39C8-769D-9D4A-0A2B-3162BC9F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962"/>
              <a:ext cx="19" cy="260"/>
            </a:xfrm>
            <a:custGeom>
              <a:avLst/>
              <a:gdLst>
                <a:gd name="T0" fmla="*/ 21 w 38"/>
                <a:gd name="T1" fmla="*/ 7 h 520"/>
                <a:gd name="T2" fmla="*/ 21 w 38"/>
                <a:gd name="T3" fmla="*/ 7 h 520"/>
                <a:gd name="T4" fmla="*/ 18 w 38"/>
                <a:gd name="T5" fmla="*/ 71 h 520"/>
                <a:gd name="T6" fmla="*/ 18 w 38"/>
                <a:gd name="T7" fmla="*/ 133 h 520"/>
                <a:gd name="T8" fmla="*/ 18 w 38"/>
                <a:gd name="T9" fmla="*/ 259 h 520"/>
                <a:gd name="T10" fmla="*/ 17 w 38"/>
                <a:gd name="T11" fmla="*/ 322 h 520"/>
                <a:gd name="T12" fmla="*/ 14 w 38"/>
                <a:gd name="T13" fmla="*/ 384 h 520"/>
                <a:gd name="T14" fmla="*/ 9 w 38"/>
                <a:gd name="T15" fmla="*/ 448 h 520"/>
                <a:gd name="T16" fmla="*/ 4 w 38"/>
                <a:gd name="T17" fmla="*/ 479 h 520"/>
                <a:gd name="T18" fmla="*/ 0 w 38"/>
                <a:gd name="T19" fmla="*/ 510 h 520"/>
                <a:gd name="T20" fmla="*/ 0 w 38"/>
                <a:gd name="T21" fmla="*/ 510 h 520"/>
                <a:gd name="T22" fmla="*/ 0 w 38"/>
                <a:gd name="T23" fmla="*/ 513 h 520"/>
                <a:gd name="T24" fmla="*/ 1 w 38"/>
                <a:gd name="T25" fmla="*/ 516 h 520"/>
                <a:gd name="T26" fmla="*/ 4 w 38"/>
                <a:gd name="T27" fmla="*/ 519 h 520"/>
                <a:gd name="T28" fmla="*/ 7 w 38"/>
                <a:gd name="T29" fmla="*/ 520 h 520"/>
                <a:gd name="T30" fmla="*/ 10 w 38"/>
                <a:gd name="T31" fmla="*/ 520 h 520"/>
                <a:gd name="T32" fmla="*/ 13 w 38"/>
                <a:gd name="T33" fmla="*/ 520 h 520"/>
                <a:gd name="T34" fmla="*/ 16 w 38"/>
                <a:gd name="T35" fmla="*/ 517 h 520"/>
                <a:gd name="T36" fmla="*/ 17 w 38"/>
                <a:gd name="T37" fmla="*/ 514 h 520"/>
                <a:gd name="T38" fmla="*/ 17 w 38"/>
                <a:gd name="T39" fmla="*/ 514 h 520"/>
                <a:gd name="T40" fmla="*/ 21 w 38"/>
                <a:gd name="T41" fmla="*/ 483 h 520"/>
                <a:gd name="T42" fmla="*/ 26 w 38"/>
                <a:gd name="T43" fmla="*/ 451 h 520"/>
                <a:gd name="T44" fmla="*/ 31 w 38"/>
                <a:gd name="T45" fmla="*/ 388 h 520"/>
                <a:gd name="T46" fmla="*/ 34 w 38"/>
                <a:gd name="T47" fmla="*/ 324 h 520"/>
                <a:gd name="T48" fmla="*/ 35 w 38"/>
                <a:gd name="T49" fmla="*/ 261 h 520"/>
                <a:gd name="T50" fmla="*/ 35 w 38"/>
                <a:gd name="T51" fmla="*/ 135 h 520"/>
                <a:gd name="T52" fmla="*/ 35 w 38"/>
                <a:gd name="T53" fmla="*/ 71 h 520"/>
                <a:gd name="T54" fmla="*/ 38 w 38"/>
                <a:gd name="T55" fmla="*/ 7 h 520"/>
                <a:gd name="T56" fmla="*/ 38 w 38"/>
                <a:gd name="T57" fmla="*/ 7 h 520"/>
                <a:gd name="T58" fmla="*/ 37 w 38"/>
                <a:gd name="T59" fmla="*/ 4 h 520"/>
                <a:gd name="T60" fmla="*/ 35 w 38"/>
                <a:gd name="T61" fmla="*/ 1 h 520"/>
                <a:gd name="T62" fmla="*/ 33 w 38"/>
                <a:gd name="T63" fmla="*/ 0 h 520"/>
                <a:gd name="T64" fmla="*/ 30 w 38"/>
                <a:gd name="T65" fmla="*/ 0 h 520"/>
                <a:gd name="T66" fmla="*/ 27 w 38"/>
                <a:gd name="T67" fmla="*/ 0 h 520"/>
                <a:gd name="T68" fmla="*/ 24 w 38"/>
                <a:gd name="T69" fmla="*/ 1 h 520"/>
                <a:gd name="T70" fmla="*/ 21 w 38"/>
                <a:gd name="T71" fmla="*/ 4 h 520"/>
                <a:gd name="T72" fmla="*/ 21 w 38"/>
                <a:gd name="T73" fmla="*/ 7 h 520"/>
                <a:gd name="T74" fmla="*/ 21 w 38"/>
                <a:gd name="T75" fmla="*/ 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520">
                  <a:moveTo>
                    <a:pt x="21" y="7"/>
                  </a:moveTo>
                  <a:lnTo>
                    <a:pt x="21" y="7"/>
                  </a:lnTo>
                  <a:lnTo>
                    <a:pt x="18" y="71"/>
                  </a:lnTo>
                  <a:lnTo>
                    <a:pt x="18" y="133"/>
                  </a:lnTo>
                  <a:lnTo>
                    <a:pt x="18" y="259"/>
                  </a:lnTo>
                  <a:lnTo>
                    <a:pt x="17" y="322"/>
                  </a:lnTo>
                  <a:lnTo>
                    <a:pt x="14" y="384"/>
                  </a:lnTo>
                  <a:lnTo>
                    <a:pt x="9" y="448"/>
                  </a:lnTo>
                  <a:lnTo>
                    <a:pt x="4" y="479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3"/>
                  </a:lnTo>
                  <a:lnTo>
                    <a:pt x="1" y="516"/>
                  </a:lnTo>
                  <a:lnTo>
                    <a:pt x="4" y="519"/>
                  </a:lnTo>
                  <a:lnTo>
                    <a:pt x="7" y="520"/>
                  </a:lnTo>
                  <a:lnTo>
                    <a:pt x="10" y="520"/>
                  </a:lnTo>
                  <a:lnTo>
                    <a:pt x="13" y="520"/>
                  </a:lnTo>
                  <a:lnTo>
                    <a:pt x="16" y="517"/>
                  </a:lnTo>
                  <a:lnTo>
                    <a:pt x="17" y="514"/>
                  </a:lnTo>
                  <a:lnTo>
                    <a:pt x="17" y="514"/>
                  </a:lnTo>
                  <a:lnTo>
                    <a:pt x="21" y="483"/>
                  </a:lnTo>
                  <a:lnTo>
                    <a:pt x="26" y="451"/>
                  </a:lnTo>
                  <a:lnTo>
                    <a:pt x="31" y="388"/>
                  </a:lnTo>
                  <a:lnTo>
                    <a:pt x="34" y="324"/>
                  </a:lnTo>
                  <a:lnTo>
                    <a:pt x="35" y="261"/>
                  </a:lnTo>
                  <a:lnTo>
                    <a:pt x="35" y="135"/>
                  </a:lnTo>
                  <a:lnTo>
                    <a:pt x="35" y="71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1" y="4"/>
                  </a:lnTo>
                  <a:lnTo>
                    <a:pt x="21" y="7"/>
                  </a:lnTo>
                  <a:lnTo>
                    <a:pt x="2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9">
              <a:extLst>
                <a:ext uri="{FF2B5EF4-FFF2-40B4-BE49-F238E27FC236}">
                  <a16:creationId xmlns:a16="http://schemas.microsoft.com/office/drawing/2014/main" id="{D99E27A7-F307-0810-FCFB-44173E357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39"/>
              <a:ext cx="24" cy="176"/>
            </a:xfrm>
            <a:custGeom>
              <a:avLst/>
              <a:gdLst>
                <a:gd name="T0" fmla="*/ 0 w 46"/>
                <a:gd name="T1" fmla="*/ 9 h 353"/>
                <a:gd name="T2" fmla="*/ 0 w 46"/>
                <a:gd name="T3" fmla="*/ 9 h 353"/>
                <a:gd name="T4" fmla="*/ 0 w 46"/>
                <a:gd name="T5" fmla="*/ 51 h 353"/>
                <a:gd name="T6" fmla="*/ 2 w 46"/>
                <a:gd name="T7" fmla="*/ 92 h 353"/>
                <a:gd name="T8" fmla="*/ 5 w 46"/>
                <a:gd name="T9" fmla="*/ 135 h 353"/>
                <a:gd name="T10" fmla="*/ 9 w 46"/>
                <a:gd name="T11" fmla="*/ 177 h 353"/>
                <a:gd name="T12" fmla="*/ 19 w 46"/>
                <a:gd name="T13" fmla="*/ 261 h 353"/>
                <a:gd name="T14" fmla="*/ 29 w 46"/>
                <a:gd name="T15" fmla="*/ 345 h 353"/>
                <a:gd name="T16" fmla="*/ 29 w 46"/>
                <a:gd name="T17" fmla="*/ 345 h 353"/>
                <a:gd name="T18" fmla="*/ 29 w 46"/>
                <a:gd name="T19" fmla="*/ 347 h 353"/>
                <a:gd name="T20" fmla="*/ 32 w 46"/>
                <a:gd name="T21" fmla="*/ 350 h 353"/>
                <a:gd name="T22" fmla="*/ 35 w 46"/>
                <a:gd name="T23" fmla="*/ 352 h 353"/>
                <a:gd name="T24" fmla="*/ 38 w 46"/>
                <a:gd name="T25" fmla="*/ 353 h 353"/>
                <a:gd name="T26" fmla="*/ 41 w 46"/>
                <a:gd name="T27" fmla="*/ 352 h 353"/>
                <a:gd name="T28" fmla="*/ 43 w 46"/>
                <a:gd name="T29" fmla="*/ 350 h 353"/>
                <a:gd name="T30" fmla="*/ 45 w 46"/>
                <a:gd name="T31" fmla="*/ 347 h 353"/>
                <a:gd name="T32" fmla="*/ 46 w 46"/>
                <a:gd name="T33" fmla="*/ 345 h 353"/>
                <a:gd name="T34" fmla="*/ 46 w 46"/>
                <a:gd name="T35" fmla="*/ 345 h 353"/>
                <a:gd name="T36" fmla="*/ 36 w 46"/>
                <a:gd name="T37" fmla="*/ 261 h 353"/>
                <a:gd name="T38" fmla="*/ 26 w 46"/>
                <a:gd name="T39" fmla="*/ 177 h 353"/>
                <a:gd name="T40" fmla="*/ 22 w 46"/>
                <a:gd name="T41" fmla="*/ 135 h 353"/>
                <a:gd name="T42" fmla="*/ 19 w 46"/>
                <a:gd name="T43" fmla="*/ 92 h 353"/>
                <a:gd name="T44" fmla="*/ 17 w 46"/>
                <a:gd name="T45" fmla="*/ 51 h 353"/>
                <a:gd name="T46" fmla="*/ 17 w 46"/>
                <a:gd name="T47" fmla="*/ 9 h 353"/>
                <a:gd name="T48" fmla="*/ 17 w 46"/>
                <a:gd name="T49" fmla="*/ 9 h 353"/>
                <a:gd name="T50" fmla="*/ 15 w 46"/>
                <a:gd name="T51" fmla="*/ 4 h 353"/>
                <a:gd name="T52" fmla="*/ 14 w 46"/>
                <a:gd name="T53" fmla="*/ 2 h 353"/>
                <a:gd name="T54" fmla="*/ 11 w 46"/>
                <a:gd name="T55" fmla="*/ 0 h 353"/>
                <a:gd name="T56" fmla="*/ 8 w 46"/>
                <a:gd name="T57" fmla="*/ 0 h 353"/>
                <a:gd name="T58" fmla="*/ 5 w 46"/>
                <a:gd name="T59" fmla="*/ 0 h 353"/>
                <a:gd name="T60" fmla="*/ 2 w 46"/>
                <a:gd name="T61" fmla="*/ 2 h 353"/>
                <a:gd name="T62" fmla="*/ 0 w 46"/>
                <a:gd name="T63" fmla="*/ 4 h 353"/>
                <a:gd name="T64" fmla="*/ 0 w 46"/>
                <a:gd name="T65" fmla="*/ 9 h 353"/>
                <a:gd name="T66" fmla="*/ 0 w 46"/>
                <a:gd name="T67" fmla="*/ 9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353">
                  <a:moveTo>
                    <a:pt x="0" y="9"/>
                  </a:moveTo>
                  <a:lnTo>
                    <a:pt x="0" y="9"/>
                  </a:lnTo>
                  <a:lnTo>
                    <a:pt x="0" y="51"/>
                  </a:lnTo>
                  <a:lnTo>
                    <a:pt x="2" y="92"/>
                  </a:lnTo>
                  <a:lnTo>
                    <a:pt x="5" y="135"/>
                  </a:lnTo>
                  <a:lnTo>
                    <a:pt x="9" y="177"/>
                  </a:lnTo>
                  <a:lnTo>
                    <a:pt x="19" y="261"/>
                  </a:lnTo>
                  <a:lnTo>
                    <a:pt x="29" y="345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32" y="350"/>
                  </a:lnTo>
                  <a:lnTo>
                    <a:pt x="35" y="352"/>
                  </a:lnTo>
                  <a:lnTo>
                    <a:pt x="38" y="353"/>
                  </a:lnTo>
                  <a:lnTo>
                    <a:pt x="41" y="352"/>
                  </a:lnTo>
                  <a:lnTo>
                    <a:pt x="43" y="350"/>
                  </a:lnTo>
                  <a:lnTo>
                    <a:pt x="45" y="347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36" y="261"/>
                  </a:lnTo>
                  <a:lnTo>
                    <a:pt x="26" y="177"/>
                  </a:lnTo>
                  <a:lnTo>
                    <a:pt x="22" y="135"/>
                  </a:lnTo>
                  <a:lnTo>
                    <a:pt x="19" y="92"/>
                  </a:lnTo>
                  <a:lnTo>
                    <a:pt x="17" y="5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70">
              <a:extLst>
                <a:ext uri="{FF2B5EF4-FFF2-40B4-BE49-F238E27FC236}">
                  <a16:creationId xmlns:a16="http://schemas.microsoft.com/office/drawing/2014/main" id="{E3C4E276-FCA6-8F15-5AE0-C59ABAF5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701"/>
              <a:ext cx="126" cy="240"/>
            </a:xfrm>
            <a:custGeom>
              <a:avLst/>
              <a:gdLst>
                <a:gd name="T0" fmla="*/ 78 w 253"/>
                <a:gd name="T1" fmla="*/ 6 h 480"/>
                <a:gd name="T2" fmla="*/ 60 w 253"/>
                <a:gd name="T3" fmla="*/ 0 h 480"/>
                <a:gd name="T4" fmla="*/ 46 w 253"/>
                <a:gd name="T5" fmla="*/ 0 h 480"/>
                <a:gd name="T6" fmla="*/ 33 w 253"/>
                <a:gd name="T7" fmla="*/ 4 h 480"/>
                <a:gd name="T8" fmla="*/ 23 w 253"/>
                <a:gd name="T9" fmla="*/ 13 h 480"/>
                <a:gd name="T10" fmla="*/ 14 w 253"/>
                <a:gd name="T11" fmla="*/ 26 h 480"/>
                <a:gd name="T12" fmla="*/ 5 w 253"/>
                <a:gd name="T13" fmla="*/ 57 h 480"/>
                <a:gd name="T14" fmla="*/ 0 w 253"/>
                <a:gd name="T15" fmla="*/ 95 h 480"/>
                <a:gd name="T16" fmla="*/ 3 w 253"/>
                <a:gd name="T17" fmla="*/ 155 h 480"/>
                <a:gd name="T18" fmla="*/ 12 w 253"/>
                <a:gd name="T19" fmla="*/ 214 h 480"/>
                <a:gd name="T20" fmla="*/ 17 w 253"/>
                <a:gd name="T21" fmla="*/ 235 h 480"/>
                <a:gd name="T22" fmla="*/ 34 w 253"/>
                <a:gd name="T23" fmla="*/ 279 h 480"/>
                <a:gd name="T24" fmla="*/ 57 w 253"/>
                <a:gd name="T25" fmla="*/ 322 h 480"/>
                <a:gd name="T26" fmla="*/ 97 w 253"/>
                <a:gd name="T27" fmla="*/ 378 h 480"/>
                <a:gd name="T28" fmla="*/ 109 w 253"/>
                <a:gd name="T29" fmla="*/ 397 h 480"/>
                <a:gd name="T30" fmla="*/ 142 w 253"/>
                <a:gd name="T31" fmla="*/ 432 h 480"/>
                <a:gd name="T32" fmla="*/ 179 w 253"/>
                <a:gd name="T33" fmla="*/ 462 h 480"/>
                <a:gd name="T34" fmla="*/ 200 w 253"/>
                <a:gd name="T35" fmla="*/ 472 h 480"/>
                <a:gd name="T36" fmla="*/ 221 w 253"/>
                <a:gd name="T37" fmla="*/ 479 h 480"/>
                <a:gd name="T38" fmla="*/ 244 w 253"/>
                <a:gd name="T39" fmla="*/ 480 h 480"/>
                <a:gd name="T40" fmla="*/ 248 w 253"/>
                <a:gd name="T41" fmla="*/ 479 h 480"/>
                <a:gd name="T42" fmla="*/ 251 w 253"/>
                <a:gd name="T43" fmla="*/ 475 h 480"/>
                <a:gd name="T44" fmla="*/ 253 w 253"/>
                <a:gd name="T45" fmla="*/ 468 h 480"/>
                <a:gd name="T46" fmla="*/ 248 w 253"/>
                <a:gd name="T47" fmla="*/ 463 h 480"/>
                <a:gd name="T48" fmla="*/ 244 w 253"/>
                <a:gd name="T49" fmla="*/ 463 h 480"/>
                <a:gd name="T50" fmla="*/ 224 w 253"/>
                <a:gd name="T51" fmla="*/ 462 h 480"/>
                <a:gd name="T52" fmla="*/ 204 w 253"/>
                <a:gd name="T53" fmla="*/ 456 h 480"/>
                <a:gd name="T54" fmla="*/ 186 w 253"/>
                <a:gd name="T55" fmla="*/ 446 h 480"/>
                <a:gd name="T56" fmla="*/ 152 w 253"/>
                <a:gd name="T57" fmla="*/ 418 h 480"/>
                <a:gd name="T58" fmla="*/ 124 w 253"/>
                <a:gd name="T59" fmla="*/ 386 h 480"/>
                <a:gd name="T60" fmla="*/ 111 w 253"/>
                <a:gd name="T61" fmla="*/ 370 h 480"/>
                <a:gd name="T62" fmla="*/ 64 w 253"/>
                <a:gd name="T63" fmla="*/ 299 h 480"/>
                <a:gd name="T64" fmla="*/ 46 w 253"/>
                <a:gd name="T65" fmla="*/ 261 h 480"/>
                <a:gd name="T66" fmla="*/ 31 w 253"/>
                <a:gd name="T67" fmla="*/ 221 h 480"/>
                <a:gd name="T68" fmla="*/ 26 w 253"/>
                <a:gd name="T69" fmla="*/ 200 h 480"/>
                <a:gd name="T70" fmla="*/ 17 w 253"/>
                <a:gd name="T71" fmla="*/ 132 h 480"/>
                <a:gd name="T72" fmla="*/ 17 w 253"/>
                <a:gd name="T73" fmla="*/ 94 h 480"/>
                <a:gd name="T74" fmla="*/ 20 w 253"/>
                <a:gd name="T75" fmla="*/ 60 h 480"/>
                <a:gd name="T76" fmla="*/ 30 w 253"/>
                <a:gd name="T77" fmla="*/ 33 h 480"/>
                <a:gd name="T78" fmla="*/ 39 w 253"/>
                <a:gd name="T79" fmla="*/ 24 h 480"/>
                <a:gd name="T80" fmla="*/ 48 w 253"/>
                <a:gd name="T81" fmla="*/ 19 h 480"/>
                <a:gd name="T82" fmla="*/ 60 w 253"/>
                <a:gd name="T83" fmla="*/ 19 h 480"/>
                <a:gd name="T84" fmla="*/ 74 w 253"/>
                <a:gd name="T85" fmla="*/ 23 h 480"/>
                <a:gd name="T86" fmla="*/ 77 w 253"/>
                <a:gd name="T87" fmla="*/ 23 h 480"/>
                <a:gd name="T88" fmla="*/ 82 w 253"/>
                <a:gd name="T89" fmla="*/ 20 h 480"/>
                <a:gd name="T90" fmla="*/ 84 w 253"/>
                <a:gd name="T91" fmla="*/ 14 h 480"/>
                <a:gd name="T92" fmla="*/ 81 w 253"/>
                <a:gd name="T93" fmla="*/ 7 h 480"/>
                <a:gd name="T94" fmla="*/ 78 w 253"/>
                <a:gd name="T95" fmla="*/ 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" h="480">
                  <a:moveTo>
                    <a:pt x="78" y="6"/>
                  </a:moveTo>
                  <a:lnTo>
                    <a:pt x="78" y="6"/>
                  </a:lnTo>
                  <a:lnTo>
                    <a:pt x="68" y="3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3"/>
                  </a:lnTo>
                  <a:lnTo>
                    <a:pt x="19" y="19"/>
                  </a:lnTo>
                  <a:lnTo>
                    <a:pt x="14" y="26"/>
                  </a:lnTo>
                  <a:lnTo>
                    <a:pt x="9" y="40"/>
                  </a:lnTo>
                  <a:lnTo>
                    <a:pt x="5" y="57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3" y="155"/>
                  </a:lnTo>
                  <a:lnTo>
                    <a:pt x="7" y="189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7" y="235"/>
                  </a:lnTo>
                  <a:lnTo>
                    <a:pt x="24" y="258"/>
                  </a:lnTo>
                  <a:lnTo>
                    <a:pt x="34" y="279"/>
                  </a:lnTo>
                  <a:lnTo>
                    <a:pt x="46" y="301"/>
                  </a:lnTo>
                  <a:lnTo>
                    <a:pt x="57" y="322"/>
                  </a:lnTo>
                  <a:lnTo>
                    <a:pt x="70" y="342"/>
                  </a:lnTo>
                  <a:lnTo>
                    <a:pt x="97" y="378"/>
                  </a:lnTo>
                  <a:lnTo>
                    <a:pt x="97" y="378"/>
                  </a:lnTo>
                  <a:lnTo>
                    <a:pt x="109" y="397"/>
                  </a:lnTo>
                  <a:lnTo>
                    <a:pt x="125" y="414"/>
                  </a:lnTo>
                  <a:lnTo>
                    <a:pt x="142" y="432"/>
                  </a:lnTo>
                  <a:lnTo>
                    <a:pt x="159" y="448"/>
                  </a:lnTo>
                  <a:lnTo>
                    <a:pt x="179" y="462"/>
                  </a:lnTo>
                  <a:lnTo>
                    <a:pt x="189" y="468"/>
                  </a:lnTo>
                  <a:lnTo>
                    <a:pt x="200" y="472"/>
                  </a:lnTo>
                  <a:lnTo>
                    <a:pt x="210" y="476"/>
                  </a:lnTo>
                  <a:lnTo>
                    <a:pt x="221" y="479"/>
                  </a:lnTo>
                  <a:lnTo>
                    <a:pt x="233" y="480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8" y="479"/>
                  </a:lnTo>
                  <a:lnTo>
                    <a:pt x="250" y="478"/>
                  </a:lnTo>
                  <a:lnTo>
                    <a:pt x="251" y="475"/>
                  </a:lnTo>
                  <a:lnTo>
                    <a:pt x="253" y="472"/>
                  </a:lnTo>
                  <a:lnTo>
                    <a:pt x="253" y="468"/>
                  </a:lnTo>
                  <a:lnTo>
                    <a:pt x="250" y="466"/>
                  </a:lnTo>
                  <a:lnTo>
                    <a:pt x="248" y="463"/>
                  </a:lnTo>
                  <a:lnTo>
                    <a:pt x="244" y="463"/>
                  </a:lnTo>
                  <a:lnTo>
                    <a:pt x="244" y="463"/>
                  </a:lnTo>
                  <a:lnTo>
                    <a:pt x="234" y="463"/>
                  </a:lnTo>
                  <a:lnTo>
                    <a:pt x="224" y="462"/>
                  </a:lnTo>
                  <a:lnTo>
                    <a:pt x="214" y="459"/>
                  </a:lnTo>
                  <a:lnTo>
                    <a:pt x="204" y="456"/>
                  </a:lnTo>
                  <a:lnTo>
                    <a:pt x="194" y="451"/>
                  </a:lnTo>
                  <a:lnTo>
                    <a:pt x="186" y="446"/>
                  </a:lnTo>
                  <a:lnTo>
                    <a:pt x="168" y="434"/>
                  </a:lnTo>
                  <a:lnTo>
                    <a:pt x="152" y="418"/>
                  </a:lnTo>
                  <a:lnTo>
                    <a:pt x="136" y="403"/>
                  </a:lnTo>
                  <a:lnTo>
                    <a:pt x="124" y="386"/>
                  </a:lnTo>
                  <a:lnTo>
                    <a:pt x="111" y="370"/>
                  </a:lnTo>
                  <a:lnTo>
                    <a:pt x="111" y="370"/>
                  </a:lnTo>
                  <a:lnTo>
                    <a:pt x="87" y="336"/>
                  </a:lnTo>
                  <a:lnTo>
                    <a:pt x="64" y="299"/>
                  </a:lnTo>
                  <a:lnTo>
                    <a:pt x="54" y="281"/>
                  </a:lnTo>
                  <a:lnTo>
                    <a:pt x="46" y="261"/>
                  </a:lnTo>
                  <a:lnTo>
                    <a:pt x="37" y="241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26" y="200"/>
                  </a:lnTo>
                  <a:lnTo>
                    <a:pt x="20" y="169"/>
                  </a:lnTo>
                  <a:lnTo>
                    <a:pt x="17" y="132"/>
                  </a:lnTo>
                  <a:lnTo>
                    <a:pt x="16" y="114"/>
                  </a:lnTo>
                  <a:lnTo>
                    <a:pt x="17" y="94"/>
                  </a:lnTo>
                  <a:lnTo>
                    <a:pt x="19" y="77"/>
                  </a:lnTo>
                  <a:lnTo>
                    <a:pt x="20" y="60"/>
                  </a:lnTo>
                  <a:lnTo>
                    <a:pt x="24" y="46"/>
                  </a:lnTo>
                  <a:lnTo>
                    <a:pt x="30" y="33"/>
                  </a:lnTo>
                  <a:lnTo>
                    <a:pt x="34" y="29"/>
                  </a:lnTo>
                  <a:lnTo>
                    <a:pt x="39" y="24"/>
                  </a:lnTo>
                  <a:lnTo>
                    <a:pt x="43" y="21"/>
                  </a:lnTo>
                  <a:lnTo>
                    <a:pt x="48" y="19"/>
                  </a:lnTo>
                  <a:lnTo>
                    <a:pt x="54" y="19"/>
                  </a:lnTo>
                  <a:lnTo>
                    <a:pt x="60" y="19"/>
                  </a:lnTo>
                  <a:lnTo>
                    <a:pt x="67" y="20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80" y="21"/>
                  </a:lnTo>
                  <a:lnTo>
                    <a:pt x="82" y="20"/>
                  </a:lnTo>
                  <a:lnTo>
                    <a:pt x="84" y="17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1" y="7"/>
                  </a:lnTo>
                  <a:lnTo>
                    <a:pt x="78" y="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71">
              <a:extLst>
                <a:ext uri="{FF2B5EF4-FFF2-40B4-BE49-F238E27FC236}">
                  <a16:creationId xmlns:a16="http://schemas.microsoft.com/office/drawing/2014/main" id="{096419DF-94B9-B1B1-D9C4-5E0004459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773"/>
              <a:ext cx="11" cy="94"/>
            </a:xfrm>
            <a:custGeom>
              <a:avLst/>
              <a:gdLst>
                <a:gd name="T0" fmla="*/ 0 w 22"/>
                <a:gd name="T1" fmla="*/ 10 h 188"/>
                <a:gd name="T2" fmla="*/ 0 w 22"/>
                <a:gd name="T3" fmla="*/ 10 h 188"/>
                <a:gd name="T4" fmla="*/ 4 w 22"/>
                <a:gd name="T5" fmla="*/ 52 h 188"/>
                <a:gd name="T6" fmla="*/ 5 w 22"/>
                <a:gd name="T7" fmla="*/ 93 h 188"/>
                <a:gd name="T8" fmla="*/ 4 w 22"/>
                <a:gd name="T9" fmla="*/ 136 h 188"/>
                <a:gd name="T10" fmla="*/ 0 w 22"/>
                <a:gd name="T11" fmla="*/ 178 h 188"/>
                <a:gd name="T12" fmla="*/ 0 w 22"/>
                <a:gd name="T13" fmla="*/ 178 h 188"/>
                <a:gd name="T14" fmla="*/ 0 w 22"/>
                <a:gd name="T15" fmla="*/ 181 h 188"/>
                <a:gd name="T16" fmla="*/ 1 w 22"/>
                <a:gd name="T17" fmla="*/ 184 h 188"/>
                <a:gd name="T18" fmla="*/ 4 w 22"/>
                <a:gd name="T19" fmla="*/ 187 h 188"/>
                <a:gd name="T20" fmla="*/ 7 w 22"/>
                <a:gd name="T21" fmla="*/ 188 h 188"/>
                <a:gd name="T22" fmla="*/ 10 w 22"/>
                <a:gd name="T23" fmla="*/ 188 h 188"/>
                <a:gd name="T24" fmla="*/ 13 w 22"/>
                <a:gd name="T25" fmla="*/ 188 h 188"/>
                <a:gd name="T26" fmla="*/ 15 w 22"/>
                <a:gd name="T27" fmla="*/ 185 h 188"/>
                <a:gd name="T28" fmla="*/ 17 w 22"/>
                <a:gd name="T29" fmla="*/ 182 h 188"/>
                <a:gd name="T30" fmla="*/ 17 w 22"/>
                <a:gd name="T31" fmla="*/ 182 h 188"/>
                <a:gd name="T32" fmla="*/ 21 w 22"/>
                <a:gd name="T33" fmla="*/ 139 h 188"/>
                <a:gd name="T34" fmla="*/ 22 w 22"/>
                <a:gd name="T35" fmla="*/ 93 h 188"/>
                <a:gd name="T36" fmla="*/ 21 w 22"/>
                <a:gd name="T37" fmla="*/ 49 h 188"/>
                <a:gd name="T38" fmla="*/ 17 w 22"/>
                <a:gd name="T39" fmla="*/ 5 h 188"/>
                <a:gd name="T40" fmla="*/ 17 w 22"/>
                <a:gd name="T41" fmla="*/ 5 h 188"/>
                <a:gd name="T42" fmla="*/ 15 w 22"/>
                <a:gd name="T43" fmla="*/ 3 h 188"/>
                <a:gd name="T44" fmla="*/ 13 w 22"/>
                <a:gd name="T45" fmla="*/ 0 h 188"/>
                <a:gd name="T46" fmla="*/ 10 w 22"/>
                <a:gd name="T47" fmla="*/ 0 h 188"/>
                <a:gd name="T48" fmla="*/ 7 w 22"/>
                <a:gd name="T49" fmla="*/ 0 h 188"/>
                <a:gd name="T50" fmla="*/ 4 w 22"/>
                <a:gd name="T51" fmla="*/ 1 h 188"/>
                <a:gd name="T52" fmla="*/ 1 w 22"/>
                <a:gd name="T53" fmla="*/ 3 h 188"/>
                <a:gd name="T54" fmla="*/ 0 w 22"/>
                <a:gd name="T55" fmla="*/ 7 h 188"/>
                <a:gd name="T56" fmla="*/ 0 w 22"/>
                <a:gd name="T57" fmla="*/ 10 h 188"/>
                <a:gd name="T58" fmla="*/ 0 w 22"/>
                <a:gd name="T59" fmla="*/ 1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88">
                  <a:moveTo>
                    <a:pt x="0" y="10"/>
                  </a:moveTo>
                  <a:lnTo>
                    <a:pt x="0" y="10"/>
                  </a:lnTo>
                  <a:lnTo>
                    <a:pt x="4" y="52"/>
                  </a:lnTo>
                  <a:lnTo>
                    <a:pt x="5" y="93"/>
                  </a:lnTo>
                  <a:lnTo>
                    <a:pt x="4" y="136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4"/>
                  </a:lnTo>
                  <a:lnTo>
                    <a:pt x="4" y="187"/>
                  </a:lnTo>
                  <a:lnTo>
                    <a:pt x="7" y="188"/>
                  </a:lnTo>
                  <a:lnTo>
                    <a:pt x="10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21" y="139"/>
                  </a:lnTo>
                  <a:lnTo>
                    <a:pt x="22" y="93"/>
                  </a:lnTo>
                  <a:lnTo>
                    <a:pt x="21" y="4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72">
              <a:extLst>
                <a:ext uri="{FF2B5EF4-FFF2-40B4-BE49-F238E27FC236}">
                  <a16:creationId xmlns:a16="http://schemas.microsoft.com/office/drawing/2014/main" id="{C4E64147-A4BF-32B9-6FF8-3E10EE7DF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62"/>
              <a:ext cx="17" cy="58"/>
            </a:xfrm>
            <a:custGeom>
              <a:avLst/>
              <a:gdLst>
                <a:gd name="T0" fmla="*/ 0 w 34"/>
                <a:gd name="T1" fmla="*/ 9 h 117"/>
                <a:gd name="T2" fmla="*/ 0 w 34"/>
                <a:gd name="T3" fmla="*/ 9 h 117"/>
                <a:gd name="T4" fmla="*/ 0 w 34"/>
                <a:gd name="T5" fmla="*/ 22 h 117"/>
                <a:gd name="T6" fmla="*/ 0 w 34"/>
                <a:gd name="T7" fmla="*/ 34 h 117"/>
                <a:gd name="T8" fmla="*/ 0 w 34"/>
                <a:gd name="T9" fmla="*/ 49 h 117"/>
                <a:gd name="T10" fmla="*/ 3 w 34"/>
                <a:gd name="T11" fmla="*/ 61 h 117"/>
                <a:gd name="T12" fmla="*/ 8 w 34"/>
                <a:gd name="T13" fmla="*/ 87 h 117"/>
                <a:gd name="T14" fmla="*/ 17 w 34"/>
                <a:gd name="T15" fmla="*/ 112 h 117"/>
                <a:gd name="T16" fmla="*/ 17 w 34"/>
                <a:gd name="T17" fmla="*/ 112 h 117"/>
                <a:gd name="T18" fmla="*/ 20 w 34"/>
                <a:gd name="T19" fmla="*/ 115 h 117"/>
                <a:gd name="T20" fmla="*/ 23 w 34"/>
                <a:gd name="T21" fmla="*/ 117 h 117"/>
                <a:gd name="T22" fmla="*/ 25 w 34"/>
                <a:gd name="T23" fmla="*/ 117 h 117"/>
                <a:gd name="T24" fmla="*/ 28 w 34"/>
                <a:gd name="T25" fmla="*/ 117 h 117"/>
                <a:gd name="T26" fmla="*/ 31 w 34"/>
                <a:gd name="T27" fmla="*/ 115 h 117"/>
                <a:gd name="T28" fmla="*/ 34 w 34"/>
                <a:gd name="T29" fmla="*/ 114 h 117"/>
                <a:gd name="T30" fmla="*/ 34 w 34"/>
                <a:gd name="T31" fmla="*/ 111 h 117"/>
                <a:gd name="T32" fmla="*/ 34 w 34"/>
                <a:gd name="T33" fmla="*/ 107 h 117"/>
                <a:gd name="T34" fmla="*/ 34 w 34"/>
                <a:gd name="T35" fmla="*/ 107 h 117"/>
                <a:gd name="T36" fmla="*/ 25 w 34"/>
                <a:gd name="T37" fmla="*/ 83 h 117"/>
                <a:gd name="T38" fmla="*/ 20 w 34"/>
                <a:gd name="T39" fmla="*/ 59 h 117"/>
                <a:gd name="T40" fmla="*/ 17 w 34"/>
                <a:gd name="T41" fmla="*/ 34 h 117"/>
                <a:gd name="T42" fmla="*/ 17 w 34"/>
                <a:gd name="T43" fmla="*/ 22 h 117"/>
                <a:gd name="T44" fmla="*/ 17 w 34"/>
                <a:gd name="T45" fmla="*/ 9 h 117"/>
                <a:gd name="T46" fmla="*/ 17 w 34"/>
                <a:gd name="T47" fmla="*/ 9 h 117"/>
                <a:gd name="T48" fmla="*/ 17 w 34"/>
                <a:gd name="T49" fmla="*/ 5 h 117"/>
                <a:gd name="T50" fmla="*/ 15 w 34"/>
                <a:gd name="T51" fmla="*/ 2 h 117"/>
                <a:gd name="T52" fmla="*/ 13 w 34"/>
                <a:gd name="T53" fmla="*/ 0 h 117"/>
                <a:gd name="T54" fmla="*/ 10 w 34"/>
                <a:gd name="T55" fmla="*/ 0 h 117"/>
                <a:gd name="T56" fmla="*/ 7 w 34"/>
                <a:gd name="T57" fmla="*/ 0 h 117"/>
                <a:gd name="T58" fmla="*/ 4 w 34"/>
                <a:gd name="T59" fmla="*/ 2 h 117"/>
                <a:gd name="T60" fmla="*/ 1 w 34"/>
                <a:gd name="T61" fmla="*/ 5 h 117"/>
                <a:gd name="T62" fmla="*/ 0 w 34"/>
                <a:gd name="T63" fmla="*/ 9 h 117"/>
                <a:gd name="T64" fmla="*/ 0 w 34"/>
                <a:gd name="T65" fmla="*/ 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117">
                  <a:moveTo>
                    <a:pt x="0" y="9"/>
                  </a:moveTo>
                  <a:lnTo>
                    <a:pt x="0" y="9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3" y="61"/>
                  </a:lnTo>
                  <a:lnTo>
                    <a:pt x="8" y="87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20" y="115"/>
                  </a:lnTo>
                  <a:lnTo>
                    <a:pt x="23" y="117"/>
                  </a:lnTo>
                  <a:lnTo>
                    <a:pt x="25" y="117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4" y="114"/>
                  </a:lnTo>
                  <a:lnTo>
                    <a:pt x="34" y="111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5" y="83"/>
                  </a:lnTo>
                  <a:lnTo>
                    <a:pt x="20" y="59"/>
                  </a:lnTo>
                  <a:lnTo>
                    <a:pt x="17" y="34"/>
                  </a:lnTo>
                  <a:lnTo>
                    <a:pt x="17" y="2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3">
              <a:extLst>
                <a:ext uri="{FF2B5EF4-FFF2-40B4-BE49-F238E27FC236}">
                  <a16:creationId xmlns:a16="http://schemas.microsoft.com/office/drawing/2014/main" id="{FC08B0C2-523D-D361-E4A9-618F2D8B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33"/>
              <a:ext cx="653" cy="878"/>
            </a:xfrm>
            <a:custGeom>
              <a:avLst/>
              <a:gdLst>
                <a:gd name="T0" fmla="*/ 608 w 1307"/>
                <a:gd name="T1" fmla="*/ 1751 h 1756"/>
                <a:gd name="T2" fmla="*/ 655 w 1307"/>
                <a:gd name="T3" fmla="*/ 1699 h 1756"/>
                <a:gd name="T4" fmla="*/ 748 w 1307"/>
                <a:gd name="T5" fmla="*/ 1624 h 1756"/>
                <a:gd name="T6" fmla="*/ 865 w 1307"/>
                <a:gd name="T7" fmla="*/ 1576 h 1756"/>
                <a:gd name="T8" fmla="*/ 877 w 1307"/>
                <a:gd name="T9" fmla="*/ 1569 h 1756"/>
                <a:gd name="T10" fmla="*/ 1049 w 1307"/>
                <a:gd name="T11" fmla="*/ 1424 h 1756"/>
                <a:gd name="T12" fmla="*/ 1196 w 1307"/>
                <a:gd name="T13" fmla="*/ 1100 h 1756"/>
                <a:gd name="T14" fmla="*/ 1205 w 1307"/>
                <a:gd name="T15" fmla="*/ 721 h 1756"/>
                <a:gd name="T16" fmla="*/ 1198 w 1307"/>
                <a:gd name="T17" fmla="*/ 500 h 1756"/>
                <a:gd name="T18" fmla="*/ 1270 w 1307"/>
                <a:gd name="T19" fmla="*/ 544 h 1756"/>
                <a:gd name="T20" fmla="*/ 1247 w 1307"/>
                <a:gd name="T21" fmla="*/ 438 h 1756"/>
                <a:gd name="T22" fmla="*/ 1239 w 1307"/>
                <a:gd name="T23" fmla="*/ 402 h 1756"/>
                <a:gd name="T24" fmla="*/ 1307 w 1307"/>
                <a:gd name="T25" fmla="*/ 438 h 1756"/>
                <a:gd name="T26" fmla="*/ 1094 w 1307"/>
                <a:gd name="T27" fmla="*/ 166 h 1756"/>
                <a:gd name="T28" fmla="*/ 874 w 1307"/>
                <a:gd name="T29" fmla="*/ 34 h 1756"/>
                <a:gd name="T30" fmla="*/ 594 w 1307"/>
                <a:gd name="T31" fmla="*/ 44 h 1756"/>
                <a:gd name="T32" fmla="*/ 645 w 1307"/>
                <a:gd name="T33" fmla="*/ 1 h 1756"/>
                <a:gd name="T34" fmla="*/ 378 w 1307"/>
                <a:gd name="T35" fmla="*/ 34 h 1756"/>
                <a:gd name="T36" fmla="*/ 204 w 1307"/>
                <a:gd name="T37" fmla="*/ 139 h 1756"/>
                <a:gd name="T38" fmla="*/ 140 w 1307"/>
                <a:gd name="T39" fmla="*/ 336 h 1756"/>
                <a:gd name="T40" fmla="*/ 88 w 1307"/>
                <a:gd name="T41" fmla="*/ 380 h 1756"/>
                <a:gd name="T42" fmla="*/ 13 w 1307"/>
                <a:gd name="T43" fmla="*/ 533 h 1756"/>
                <a:gd name="T44" fmla="*/ 14 w 1307"/>
                <a:gd name="T45" fmla="*/ 927 h 1756"/>
                <a:gd name="T46" fmla="*/ 179 w 1307"/>
                <a:gd name="T47" fmla="*/ 1387 h 1756"/>
                <a:gd name="T48" fmla="*/ 330 w 1307"/>
                <a:gd name="T49" fmla="*/ 1598 h 1756"/>
                <a:gd name="T50" fmla="*/ 347 w 1307"/>
                <a:gd name="T51" fmla="*/ 1584 h 1756"/>
                <a:gd name="T52" fmla="*/ 442 w 1307"/>
                <a:gd name="T53" fmla="*/ 1693 h 1756"/>
                <a:gd name="T54" fmla="*/ 503 w 1307"/>
                <a:gd name="T55" fmla="*/ 1731 h 1756"/>
                <a:gd name="T56" fmla="*/ 515 w 1307"/>
                <a:gd name="T57" fmla="*/ 1720 h 1756"/>
                <a:gd name="T58" fmla="*/ 427 w 1307"/>
                <a:gd name="T59" fmla="*/ 1634 h 1756"/>
                <a:gd name="T60" fmla="*/ 353 w 1307"/>
                <a:gd name="T61" fmla="*/ 1559 h 1756"/>
                <a:gd name="T62" fmla="*/ 343 w 1307"/>
                <a:gd name="T63" fmla="*/ 1586 h 1756"/>
                <a:gd name="T64" fmla="*/ 122 w 1307"/>
                <a:gd name="T65" fmla="*/ 1230 h 1756"/>
                <a:gd name="T66" fmla="*/ 21 w 1307"/>
                <a:gd name="T67" fmla="*/ 849 h 1756"/>
                <a:gd name="T68" fmla="*/ 37 w 1307"/>
                <a:gd name="T69" fmla="*/ 499 h 1756"/>
                <a:gd name="T70" fmla="*/ 112 w 1307"/>
                <a:gd name="T71" fmla="*/ 385 h 1756"/>
                <a:gd name="T72" fmla="*/ 156 w 1307"/>
                <a:gd name="T73" fmla="*/ 378 h 1756"/>
                <a:gd name="T74" fmla="*/ 201 w 1307"/>
                <a:gd name="T75" fmla="*/ 169 h 1756"/>
                <a:gd name="T76" fmla="*/ 366 w 1307"/>
                <a:gd name="T77" fmla="*/ 57 h 1756"/>
                <a:gd name="T78" fmla="*/ 635 w 1307"/>
                <a:gd name="T79" fmla="*/ 1 h 1756"/>
                <a:gd name="T80" fmla="*/ 570 w 1307"/>
                <a:gd name="T81" fmla="*/ 71 h 1756"/>
                <a:gd name="T82" fmla="*/ 798 w 1307"/>
                <a:gd name="T83" fmla="*/ 34 h 1756"/>
                <a:gd name="T84" fmla="*/ 1019 w 1307"/>
                <a:gd name="T85" fmla="*/ 126 h 1756"/>
                <a:gd name="T86" fmla="*/ 1291 w 1307"/>
                <a:gd name="T87" fmla="*/ 441 h 1756"/>
                <a:gd name="T88" fmla="*/ 1196 w 1307"/>
                <a:gd name="T89" fmla="*/ 351 h 1756"/>
                <a:gd name="T90" fmla="*/ 1199 w 1307"/>
                <a:gd name="T91" fmla="*/ 383 h 1756"/>
                <a:gd name="T92" fmla="*/ 1260 w 1307"/>
                <a:gd name="T93" fmla="*/ 516 h 1756"/>
                <a:gd name="T94" fmla="*/ 1182 w 1307"/>
                <a:gd name="T95" fmla="*/ 492 h 1756"/>
                <a:gd name="T96" fmla="*/ 1188 w 1307"/>
                <a:gd name="T97" fmla="*/ 638 h 1756"/>
                <a:gd name="T98" fmla="*/ 1189 w 1307"/>
                <a:gd name="T99" fmla="*/ 1009 h 1756"/>
                <a:gd name="T100" fmla="*/ 1088 w 1307"/>
                <a:gd name="T101" fmla="*/ 1339 h 1756"/>
                <a:gd name="T102" fmla="*/ 891 w 1307"/>
                <a:gd name="T103" fmla="*/ 1564 h 1756"/>
                <a:gd name="T104" fmla="*/ 886 w 1307"/>
                <a:gd name="T105" fmla="*/ 1518 h 1756"/>
                <a:gd name="T106" fmla="*/ 791 w 1307"/>
                <a:gd name="T107" fmla="*/ 1627 h 1756"/>
                <a:gd name="T108" fmla="*/ 677 w 1307"/>
                <a:gd name="T109" fmla="*/ 1668 h 1756"/>
                <a:gd name="T110" fmla="*/ 642 w 1307"/>
                <a:gd name="T111" fmla="*/ 1652 h 1756"/>
                <a:gd name="T112" fmla="*/ 544 w 1307"/>
                <a:gd name="T113" fmla="*/ 1679 h 1756"/>
                <a:gd name="T114" fmla="*/ 512 w 1307"/>
                <a:gd name="T115" fmla="*/ 1669 h 1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7" h="1756">
                  <a:moveTo>
                    <a:pt x="512" y="1669"/>
                  </a:moveTo>
                  <a:lnTo>
                    <a:pt x="512" y="1669"/>
                  </a:lnTo>
                  <a:lnTo>
                    <a:pt x="532" y="1690"/>
                  </a:lnTo>
                  <a:lnTo>
                    <a:pt x="553" y="1712"/>
                  </a:lnTo>
                  <a:lnTo>
                    <a:pt x="595" y="1753"/>
                  </a:lnTo>
                  <a:lnTo>
                    <a:pt x="595" y="1753"/>
                  </a:lnTo>
                  <a:lnTo>
                    <a:pt x="598" y="1756"/>
                  </a:lnTo>
                  <a:lnTo>
                    <a:pt x="602" y="1756"/>
                  </a:lnTo>
                  <a:lnTo>
                    <a:pt x="607" y="1754"/>
                  </a:lnTo>
                  <a:lnTo>
                    <a:pt x="608" y="1751"/>
                  </a:lnTo>
                  <a:lnTo>
                    <a:pt x="608" y="1751"/>
                  </a:lnTo>
                  <a:lnTo>
                    <a:pt x="634" y="1707"/>
                  </a:lnTo>
                  <a:lnTo>
                    <a:pt x="645" y="1686"/>
                  </a:lnTo>
                  <a:lnTo>
                    <a:pt x="655" y="1663"/>
                  </a:lnTo>
                  <a:lnTo>
                    <a:pt x="655" y="1663"/>
                  </a:lnTo>
                  <a:lnTo>
                    <a:pt x="639" y="1661"/>
                  </a:lnTo>
                  <a:lnTo>
                    <a:pt x="639" y="1661"/>
                  </a:lnTo>
                  <a:lnTo>
                    <a:pt x="652" y="1695"/>
                  </a:lnTo>
                  <a:lnTo>
                    <a:pt x="652" y="1695"/>
                  </a:lnTo>
                  <a:lnTo>
                    <a:pt x="655" y="1699"/>
                  </a:lnTo>
                  <a:lnTo>
                    <a:pt x="658" y="1700"/>
                  </a:lnTo>
                  <a:lnTo>
                    <a:pt x="662" y="1700"/>
                  </a:lnTo>
                  <a:lnTo>
                    <a:pt x="666" y="1699"/>
                  </a:lnTo>
                  <a:lnTo>
                    <a:pt x="666" y="1699"/>
                  </a:lnTo>
                  <a:lnTo>
                    <a:pt x="690" y="1680"/>
                  </a:lnTo>
                  <a:lnTo>
                    <a:pt x="713" y="1662"/>
                  </a:lnTo>
                  <a:lnTo>
                    <a:pt x="737" y="1642"/>
                  </a:lnTo>
                  <a:lnTo>
                    <a:pt x="758" y="1622"/>
                  </a:lnTo>
                  <a:lnTo>
                    <a:pt x="758" y="1622"/>
                  </a:lnTo>
                  <a:lnTo>
                    <a:pt x="748" y="1624"/>
                  </a:lnTo>
                  <a:lnTo>
                    <a:pt x="748" y="1624"/>
                  </a:lnTo>
                  <a:lnTo>
                    <a:pt x="782" y="1641"/>
                  </a:lnTo>
                  <a:lnTo>
                    <a:pt x="782" y="1641"/>
                  </a:lnTo>
                  <a:lnTo>
                    <a:pt x="785" y="1642"/>
                  </a:lnTo>
                  <a:lnTo>
                    <a:pt x="788" y="1642"/>
                  </a:lnTo>
                  <a:lnTo>
                    <a:pt x="792" y="1639"/>
                  </a:lnTo>
                  <a:lnTo>
                    <a:pt x="792" y="1639"/>
                  </a:lnTo>
                  <a:lnTo>
                    <a:pt x="822" y="1615"/>
                  </a:lnTo>
                  <a:lnTo>
                    <a:pt x="852" y="1590"/>
                  </a:lnTo>
                  <a:lnTo>
                    <a:pt x="865" y="1576"/>
                  </a:lnTo>
                  <a:lnTo>
                    <a:pt x="877" y="1561"/>
                  </a:lnTo>
                  <a:lnTo>
                    <a:pt x="889" y="1546"/>
                  </a:lnTo>
                  <a:lnTo>
                    <a:pt x="899" y="1529"/>
                  </a:lnTo>
                  <a:lnTo>
                    <a:pt x="899" y="1529"/>
                  </a:lnTo>
                  <a:lnTo>
                    <a:pt x="883" y="1522"/>
                  </a:lnTo>
                  <a:lnTo>
                    <a:pt x="883" y="1522"/>
                  </a:lnTo>
                  <a:lnTo>
                    <a:pt x="874" y="1560"/>
                  </a:lnTo>
                  <a:lnTo>
                    <a:pt x="874" y="1560"/>
                  </a:lnTo>
                  <a:lnTo>
                    <a:pt x="874" y="1566"/>
                  </a:lnTo>
                  <a:lnTo>
                    <a:pt x="877" y="1569"/>
                  </a:lnTo>
                  <a:lnTo>
                    <a:pt x="882" y="1571"/>
                  </a:lnTo>
                  <a:lnTo>
                    <a:pt x="884" y="1571"/>
                  </a:lnTo>
                  <a:lnTo>
                    <a:pt x="887" y="1570"/>
                  </a:lnTo>
                  <a:lnTo>
                    <a:pt x="887" y="1570"/>
                  </a:lnTo>
                  <a:lnTo>
                    <a:pt x="917" y="1549"/>
                  </a:lnTo>
                  <a:lnTo>
                    <a:pt x="947" y="1526"/>
                  </a:lnTo>
                  <a:lnTo>
                    <a:pt x="974" y="1503"/>
                  </a:lnTo>
                  <a:lnTo>
                    <a:pt x="1001" y="1478"/>
                  </a:lnTo>
                  <a:lnTo>
                    <a:pt x="1025" y="1452"/>
                  </a:lnTo>
                  <a:lnTo>
                    <a:pt x="1049" y="1424"/>
                  </a:lnTo>
                  <a:lnTo>
                    <a:pt x="1070" y="1396"/>
                  </a:lnTo>
                  <a:lnTo>
                    <a:pt x="1091" y="1366"/>
                  </a:lnTo>
                  <a:lnTo>
                    <a:pt x="1110" y="1336"/>
                  </a:lnTo>
                  <a:lnTo>
                    <a:pt x="1127" y="1305"/>
                  </a:lnTo>
                  <a:lnTo>
                    <a:pt x="1142" y="1272"/>
                  </a:lnTo>
                  <a:lnTo>
                    <a:pt x="1156" y="1238"/>
                  </a:lnTo>
                  <a:lnTo>
                    <a:pt x="1169" y="1204"/>
                  </a:lnTo>
                  <a:lnTo>
                    <a:pt x="1180" y="1170"/>
                  </a:lnTo>
                  <a:lnTo>
                    <a:pt x="1189" y="1135"/>
                  </a:lnTo>
                  <a:lnTo>
                    <a:pt x="1196" y="1100"/>
                  </a:lnTo>
                  <a:lnTo>
                    <a:pt x="1196" y="1100"/>
                  </a:lnTo>
                  <a:lnTo>
                    <a:pt x="1202" y="1057"/>
                  </a:lnTo>
                  <a:lnTo>
                    <a:pt x="1205" y="1015"/>
                  </a:lnTo>
                  <a:lnTo>
                    <a:pt x="1206" y="973"/>
                  </a:lnTo>
                  <a:lnTo>
                    <a:pt x="1206" y="931"/>
                  </a:lnTo>
                  <a:lnTo>
                    <a:pt x="1203" y="847"/>
                  </a:lnTo>
                  <a:lnTo>
                    <a:pt x="1203" y="805"/>
                  </a:lnTo>
                  <a:lnTo>
                    <a:pt x="1203" y="762"/>
                  </a:lnTo>
                  <a:lnTo>
                    <a:pt x="1203" y="762"/>
                  </a:lnTo>
                  <a:lnTo>
                    <a:pt x="1205" y="721"/>
                  </a:lnTo>
                  <a:lnTo>
                    <a:pt x="1205" y="680"/>
                  </a:lnTo>
                  <a:lnTo>
                    <a:pt x="1203" y="639"/>
                  </a:lnTo>
                  <a:lnTo>
                    <a:pt x="1200" y="598"/>
                  </a:lnTo>
                  <a:lnTo>
                    <a:pt x="1200" y="598"/>
                  </a:lnTo>
                  <a:lnTo>
                    <a:pt x="1196" y="564"/>
                  </a:lnTo>
                  <a:lnTo>
                    <a:pt x="1188" y="530"/>
                  </a:lnTo>
                  <a:lnTo>
                    <a:pt x="1188" y="530"/>
                  </a:lnTo>
                  <a:lnTo>
                    <a:pt x="1188" y="523"/>
                  </a:lnTo>
                  <a:lnTo>
                    <a:pt x="1189" y="516"/>
                  </a:lnTo>
                  <a:lnTo>
                    <a:pt x="1198" y="500"/>
                  </a:lnTo>
                  <a:lnTo>
                    <a:pt x="1198" y="500"/>
                  </a:lnTo>
                  <a:lnTo>
                    <a:pt x="1188" y="503"/>
                  </a:lnTo>
                  <a:lnTo>
                    <a:pt x="1188" y="503"/>
                  </a:lnTo>
                  <a:lnTo>
                    <a:pt x="1199" y="506"/>
                  </a:lnTo>
                  <a:lnTo>
                    <a:pt x="1209" y="510"/>
                  </a:lnTo>
                  <a:lnTo>
                    <a:pt x="1230" y="519"/>
                  </a:lnTo>
                  <a:lnTo>
                    <a:pt x="1249" y="530"/>
                  </a:lnTo>
                  <a:lnTo>
                    <a:pt x="1267" y="543"/>
                  </a:lnTo>
                  <a:lnTo>
                    <a:pt x="1267" y="543"/>
                  </a:lnTo>
                  <a:lnTo>
                    <a:pt x="1270" y="544"/>
                  </a:lnTo>
                  <a:lnTo>
                    <a:pt x="1273" y="546"/>
                  </a:lnTo>
                  <a:lnTo>
                    <a:pt x="1278" y="544"/>
                  </a:lnTo>
                  <a:lnTo>
                    <a:pt x="1280" y="543"/>
                  </a:lnTo>
                  <a:lnTo>
                    <a:pt x="1281" y="541"/>
                  </a:lnTo>
                  <a:lnTo>
                    <a:pt x="1283" y="538"/>
                  </a:lnTo>
                  <a:lnTo>
                    <a:pt x="1281" y="536"/>
                  </a:lnTo>
                  <a:lnTo>
                    <a:pt x="1281" y="536"/>
                  </a:lnTo>
                  <a:lnTo>
                    <a:pt x="1266" y="486"/>
                  </a:lnTo>
                  <a:lnTo>
                    <a:pt x="1257" y="462"/>
                  </a:lnTo>
                  <a:lnTo>
                    <a:pt x="1247" y="438"/>
                  </a:lnTo>
                  <a:lnTo>
                    <a:pt x="1237" y="415"/>
                  </a:lnTo>
                  <a:lnTo>
                    <a:pt x="1224" y="392"/>
                  </a:lnTo>
                  <a:lnTo>
                    <a:pt x="1212" y="37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6" y="373"/>
                  </a:lnTo>
                  <a:lnTo>
                    <a:pt x="1210" y="383"/>
                  </a:lnTo>
                  <a:lnTo>
                    <a:pt x="1239" y="402"/>
                  </a:lnTo>
                  <a:lnTo>
                    <a:pt x="1267" y="421"/>
                  </a:lnTo>
                  <a:lnTo>
                    <a:pt x="1280" y="431"/>
                  </a:lnTo>
                  <a:lnTo>
                    <a:pt x="1292" y="442"/>
                  </a:lnTo>
                  <a:lnTo>
                    <a:pt x="1292" y="442"/>
                  </a:lnTo>
                  <a:lnTo>
                    <a:pt x="1295" y="445"/>
                  </a:lnTo>
                  <a:lnTo>
                    <a:pt x="1298" y="445"/>
                  </a:lnTo>
                  <a:lnTo>
                    <a:pt x="1301" y="445"/>
                  </a:lnTo>
                  <a:lnTo>
                    <a:pt x="1304" y="443"/>
                  </a:lnTo>
                  <a:lnTo>
                    <a:pt x="1307" y="441"/>
                  </a:lnTo>
                  <a:lnTo>
                    <a:pt x="1307" y="438"/>
                  </a:lnTo>
                  <a:lnTo>
                    <a:pt x="1307" y="435"/>
                  </a:lnTo>
                  <a:lnTo>
                    <a:pt x="1307" y="432"/>
                  </a:lnTo>
                  <a:lnTo>
                    <a:pt x="1307" y="432"/>
                  </a:lnTo>
                  <a:lnTo>
                    <a:pt x="1275" y="384"/>
                  </a:lnTo>
                  <a:lnTo>
                    <a:pt x="1243" y="337"/>
                  </a:lnTo>
                  <a:lnTo>
                    <a:pt x="1209" y="292"/>
                  </a:lnTo>
                  <a:lnTo>
                    <a:pt x="1173" y="248"/>
                  </a:lnTo>
                  <a:lnTo>
                    <a:pt x="1135" y="205"/>
                  </a:lnTo>
                  <a:lnTo>
                    <a:pt x="1115" y="186"/>
                  </a:lnTo>
                  <a:lnTo>
                    <a:pt x="1094" y="166"/>
                  </a:lnTo>
                  <a:lnTo>
                    <a:pt x="1073" y="147"/>
                  </a:lnTo>
                  <a:lnTo>
                    <a:pt x="1052" y="129"/>
                  </a:lnTo>
                  <a:lnTo>
                    <a:pt x="1029" y="112"/>
                  </a:lnTo>
                  <a:lnTo>
                    <a:pt x="1005" y="96"/>
                  </a:lnTo>
                  <a:lnTo>
                    <a:pt x="1005" y="96"/>
                  </a:lnTo>
                  <a:lnTo>
                    <a:pt x="979" y="79"/>
                  </a:lnTo>
                  <a:lnTo>
                    <a:pt x="954" y="65"/>
                  </a:lnTo>
                  <a:lnTo>
                    <a:pt x="928" y="54"/>
                  </a:lnTo>
                  <a:lnTo>
                    <a:pt x="901" y="43"/>
                  </a:lnTo>
                  <a:lnTo>
                    <a:pt x="874" y="34"/>
                  </a:lnTo>
                  <a:lnTo>
                    <a:pt x="846" y="27"/>
                  </a:lnTo>
                  <a:lnTo>
                    <a:pt x="819" y="21"/>
                  </a:lnTo>
                  <a:lnTo>
                    <a:pt x="791" y="18"/>
                  </a:lnTo>
                  <a:lnTo>
                    <a:pt x="762" y="17"/>
                  </a:lnTo>
                  <a:lnTo>
                    <a:pt x="734" y="17"/>
                  </a:lnTo>
                  <a:lnTo>
                    <a:pt x="706" y="18"/>
                  </a:lnTo>
                  <a:lnTo>
                    <a:pt x="677" y="23"/>
                  </a:lnTo>
                  <a:lnTo>
                    <a:pt x="649" y="28"/>
                  </a:lnTo>
                  <a:lnTo>
                    <a:pt x="621" y="35"/>
                  </a:lnTo>
                  <a:lnTo>
                    <a:pt x="594" y="44"/>
                  </a:lnTo>
                  <a:lnTo>
                    <a:pt x="566" y="54"/>
                  </a:lnTo>
                  <a:lnTo>
                    <a:pt x="566" y="54"/>
                  </a:lnTo>
                  <a:lnTo>
                    <a:pt x="573" y="69"/>
                  </a:lnTo>
                  <a:lnTo>
                    <a:pt x="573" y="69"/>
                  </a:lnTo>
                  <a:lnTo>
                    <a:pt x="643" y="16"/>
                  </a:lnTo>
                  <a:lnTo>
                    <a:pt x="643" y="16"/>
                  </a:lnTo>
                  <a:lnTo>
                    <a:pt x="646" y="11"/>
                  </a:lnTo>
                  <a:lnTo>
                    <a:pt x="648" y="6"/>
                  </a:lnTo>
                  <a:lnTo>
                    <a:pt x="646" y="3"/>
                  </a:lnTo>
                  <a:lnTo>
                    <a:pt x="645" y="1"/>
                  </a:lnTo>
                  <a:lnTo>
                    <a:pt x="642" y="0"/>
                  </a:lnTo>
                  <a:lnTo>
                    <a:pt x="639" y="0"/>
                  </a:lnTo>
                  <a:lnTo>
                    <a:pt x="639" y="0"/>
                  </a:lnTo>
                  <a:lnTo>
                    <a:pt x="592" y="0"/>
                  </a:lnTo>
                  <a:lnTo>
                    <a:pt x="544" y="3"/>
                  </a:lnTo>
                  <a:lnTo>
                    <a:pt x="496" y="9"/>
                  </a:lnTo>
                  <a:lnTo>
                    <a:pt x="448" y="17"/>
                  </a:lnTo>
                  <a:lnTo>
                    <a:pt x="425" y="21"/>
                  </a:lnTo>
                  <a:lnTo>
                    <a:pt x="401" y="28"/>
                  </a:lnTo>
                  <a:lnTo>
                    <a:pt x="378" y="34"/>
                  </a:lnTo>
                  <a:lnTo>
                    <a:pt x="356" y="43"/>
                  </a:lnTo>
                  <a:lnTo>
                    <a:pt x="333" y="51"/>
                  </a:lnTo>
                  <a:lnTo>
                    <a:pt x="312" y="61"/>
                  </a:lnTo>
                  <a:lnTo>
                    <a:pt x="291" y="71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52" y="95"/>
                  </a:lnTo>
                  <a:lnTo>
                    <a:pt x="234" y="109"/>
                  </a:lnTo>
                  <a:lnTo>
                    <a:pt x="218" y="123"/>
                  </a:lnTo>
                  <a:lnTo>
                    <a:pt x="204" y="139"/>
                  </a:lnTo>
                  <a:lnTo>
                    <a:pt x="190" y="156"/>
                  </a:lnTo>
                  <a:lnTo>
                    <a:pt x="177" y="173"/>
                  </a:lnTo>
                  <a:lnTo>
                    <a:pt x="167" y="19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2" y="232"/>
                  </a:lnTo>
                  <a:lnTo>
                    <a:pt x="148" y="252"/>
                  </a:lnTo>
                  <a:lnTo>
                    <a:pt x="145" y="273"/>
                  </a:lnTo>
                  <a:lnTo>
                    <a:pt x="143" y="295"/>
                  </a:lnTo>
                  <a:lnTo>
                    <a:pt x="140" y="336"/>
                  </a:lnTo>
                  <a:lnTo>
                    <a:pt x="139" y="378"/>
                  </a:lnTo>
                  <a:lnTo>
                    <a:pt x="139" y="378"/>
                  </a:lnTo>
                  <a:lnTo>
                    <a:pt x="150" y="370"/>
                  </a:lnTo>
                  <a:lnTo>
                    <a:pt x="150" y="370"/>
                  </a:lnTo>
                  <a:lnTo>
                    <a:pt x="138" y="367"/>
                  </a:lnTo>
                  <a:lnTo>
                    <a:pt x="126" y="367"/>
                  </a:lnTo>
                  <a:lnTo>
                    <a:pt x="116" y="368"/>
                  </a:lnTo>
                  <a:lnTo>
                    <a:pt x="106" y="371"/>
                  </a:lnTo>
                  <a:lnTo>
                    <a:pt x="97" y="374"/>
                  </a:lnTo>
                  <a:lnTo>
                    <a:pt x="88" y="380"/>
                  </a:lnTo>
                  <a:lnTo>
                    <a:pt x="80" y="385"/>
                  </a:lnTo>
                  <a:lnTo>
                    <a:pt x="72" y="392"/>
                  </a:lnTo>
                  <a:lnTo>
                    <a:pt x="65" y="400"/>
                  </a:lnTo>
                  <a:lnTo>
                    <a:pt x="58" y="408"/>
                  </a:lnTo>
                  <a:lnTo>
                    <a:pt x="47" y="426"/>
                  </a:lnTo>
                  <a:lnTo>
                    <a:pt x="37" y="446"/>
                  </a:lnTo>
                  <a:lnTo>
                    <a:pt x="30" y="468"/>
                  </a:lnTo>
                  <a:lnTo>
                    <a:pt x="30" y="468"/>
                  </a:lnTo>
                  <a:lnTo>
                    <a:pt x="20" y="499"/>
                  </a:lnTo>
                  <a:lnTo>
                    <a:pt x="13" y="533"/>
                  </a:lnTo>
                  <a:lnTo>
                    <a:pt x="9" y="565"/>
                  </a:lnTo>
                  <a:lnTo>
                    <a:pt x="4" y="599"/>
                  </a:lnTo>
                  <a:lnTo>
                    <a:pt x="2" y="633"/>
                  </a:lnTo>
                  <a:lnTo>
                    <a:pt x="0" y="667"/>
                  </a:lnTo>
                  <a:lnTo>
                    <a:pt x="0" y="734"/>
                  </a:lnTo>
                  <a:lnTo>
                    <a:pt x="0" y="734"/>
                  </a:lnTo>
                  <a:lnTo>
                    <a:pt x="2" y="789"/>
                  </a:lnTo>
                  <a:lnTo>
                    <a:pt x="4" y="844"/>
                  </a:lnTo>
                  <a:lnTo>
                    <a:pt x="10" y="898"/>
                  </a:lnTo>
                  <a:lnTo>
                    <a:pt x="14" y="927"/>
                  </a:lnTo>
                  <a:lnTo>
                    <a:pt x="19" y="954"/>
                  </a:lnTo>
                  <a:lnTo>
                    <a:pt x="19" y="954"/>
                  </a:lnTo>
                  <a:lnTo>
                    <a:pt x="31" y="1009"/>
                  </a:lnTo>
                  <a:lnTo>
                    <a:pt x="47" y="1066"/>
                  </a:lnTo>
                  <a:lnTo>
                    <a:pt x="64" y="1121"/>
                  </a:lnTo>
                  <a:lnTo>
                    <a:pt x="82" y="1176"/>
                  </a:lnTo>
                  <a:lnTo>
                    <a:pt x="104" y="1230"/>
                  </a:lnTo>
                  <a:lnTo>
                    <a:pt x="126" y="1284"/>
                  </a:lnTo>
                  <a:lnTo>
                    <a:pt x="152" y="1336"/>
                  </a:lnTo>
                  <a:lnTo>
                    <a:pt x="179" y="1387"/>
                  </a:lnTo>
                  <a:lnTo>
                    <a:pt x="179" y="1387"/>
                  </a:lnTo>
                  <a:lnTo>
                    <a:pt x="196" y="1415"/>
                  </a:lnTo>
                  <a:lnTo>
                    <a:pt x="213" y="1442"/>
                  </a:lnTo>
                  <a:lnTo>
                    <a:pt x="230" y="1469"/>
                  </a:lnTo>
                  <a:lnTo>
                    <a:pt x="248" y="1496"/>
                  </a:lnTo>
                  <a:lnTo>
                    <a:pt x="268" y="1523"/>
                  </a:lnTo>
                  <a:lnTo>
                    <a:pt x="288" y="1549"/>
                  </a:lnTo>
                  <a:lnTo>
                    <a:pt x="309" y="1573"/>
                  </a:lnTo>
                  <a:lnTo>
                    <a:pt x="330" y="1598"/>
                  </a:lnTo>
                  <a:lnTo>
                    <a:pt x="330" y="1598"/>
                  </a:lnTo>
                  <a:lnTo>
                    <a:pt x="335" y="1600"/>
                  </a:lnTo>
                  <a:lnTo>
                    <a:pt x="339" y="1600"/>
                  </a:lnTo>
                  <a:lnTo>
                    <a:pt x="343" y="1598"/>
                  </a:lnTo>
                  <a:lnTo>
                    <a:pt x="344" y="1594"/>
                  </a:lnTo>
                  <a:lnTo>
                    <a:pt x="344" y="1594"/>
                  </a:lnTo>
                  <a:lnTo>
                    <a:pt x="353" y="1564"/>
                  </a:lnTo>
                  <a:lnTo>
                    <a:pt x="353" y="1564"/>
                  </a:lnTo>
                  <a:lnTo>
                    <a:pt x="337" y="1567"/>
                  </a:lnTo>
                  <a:lnTo>
                    <a:pt x="337" y="1567"/>
                  </a:lnTo>
                  <a:lnTo>
                    <a:pt x="347" y="1584"/>
                  </a:lnTo>
                  <a:lnTo>
                    <a:pt x="357" y="1600"/>
                  </a:lnTo>
                  <a:lnTo>
                    <a:pt x="380" y="1631"/>
                  </a:lnTo>
                  <a:lnTo>
                    <a:pt x="404" y="1662"/>
                  </a:lnTo>
                  <a:lnTo>
                    <a:pt x="427" y="1693"/>
                  </a:lnTo>
                  <a:lnTo>
                    <a:pt x="427" y="1693"/>
                  </a:lnTo>
                  <a:lnTo>
                    <a:pt x="430" y="1695"/>
                  </a:lnTo>
                  <a:lnTo>
                    <a:pt x="431" y="1696"/>
                  </a:lnTo>
                  <a:lnTo>
                    <a:pt x="437" y="1696"/>
                  </a:lnTo>
                  <a:lnTo>
                    <a:pt x="439" y="1695"/>
                  </a:lnTo>
                  <a:lnTo>
                    <a:pt x="442" y="1693"/>
                  </a:lnTo>
                  <a:lnTo>
                    <a:pt x="444" y="1692"/>
                  </a:lnTo>
                  <a:lnTo>
                    <a:pt x="444" y="1689"/>
                  </a:lnTo>
                  <a:lnTo>
                    <a:pt x="444" y="1689"/>
                  </a:lnTo>
                  <a:lnTo>
                    <a:pt x="444" y="1634"/>
                  </a:lnTo>
                  <a:lnTo>
                    <a:pt x="444" y="1634"/>
                  </a:lnTo>
                  <a:lnTo>
                    <a:pt x="427" y="1638"/>
                  </a:lnTo>
                  <a:lnTo>
                    <a:pt x="427" y="1638"/>
                  </a:lnTo>
                  <a:lnTo>
                    <a:pt x="464" y="1686"/>
                  </a:lnTo>
                  <a:lnTo>
                    <a:pt x="483" y="1710"/>
                  </a:lnTo>
                  <a:lnTo>
                    <a:pt x="503" y="1731"/>
                  </a:lnTo>
                  <a:lnTo>
                    <a:pt x="503" y="1731"/>
                  </a:lnTo>
                  <a:lnTo>
                    <a:pt x="506" y="1734"/>
                  </a:lnTo>
                  <a:lnTo>
                    <a:pt x="510" y="1734"/>
                  </a:lnTo>
                  <a:lnTo>
                    <a:pt x="513" y="1734"/>
                  </a:lnTo>
                  <a:lnTo>
                    <a:pt x="515" y="1731"/>
                  </a:lnTo>
                  <a:lnTo>
                    <a:pt x="517" y="1730"/>
                  </a:lnTo>
                  <a:lnTo>
                    <a:pt x="517" y="1726"/>
                  </a:lnTo>
                  <a:lnTo>
                    <a:pt x="517" y="1723"/>
                  </a:lnTo>
                  <a:lnTo>
                    <a:pt x="515" y="1720"/>
                  </a:lnTo>
                  <a:lnTo>
                    <a:pt x="515" y="1720"/>
                  </a:lnTo>
                  <a:lnTo>
                    <a:pt x="496" y="1699"/>
                  </a:lnTo>
                  <a:lnTo>
                    <a:pt x="478" y="1676"/>
                  </a:lnTo>
                  <a:lnTo>
                    <a:pt x="442" y="1629"/>
                  </a:lnTo>
                  <a:lnTo>
                    <a:pt x="442" y="1629"/>
                  </a:lnTo>
                  <a:lnTo>
                    <a:pt x="438" y="1627"/>
                  </a:lnTo>
                  <a:lnTo>
                    <a:pt x="432" y="1625"/>
                  </a:lnTo>
                  <a:lnTo>
                    <a:pt x="430" y="1627"/>
                  </a:lnTo>
                  <a:lnTo>
                    <a:pt x="428" y="1628"/>
                  </a:lnTo>
                  <a:lnTo>
                    <a:pt x="427" y="1631"/>
                  </a:lnTo>
                  <a:lnTo>
                    <a:pt x="427" y="1634"/>
                  </a:lnTo>
                  <a:lnTo>
                    <a:pt x="427" y="1634"/>
                  </a:lnTo>
                  <a:lnTo>
                    <a:pt x="427" y="1689"/>
                  </a:lnTo>
                  <a:lnTo>
                    <a:pt x="427" y="1689"/>
                  </a:lnTo>
                  <a:lnTo>
                    <a:pt x="442" y="1683"/>
                  </a:lnTo>
                  <a:lnTo>
                    <a:pt x="442" y="1683"/>
                  </a:lnTo>
                  <a:lnTo>
                    <a:pt x="418" y="1654"/>
                  </a:lnTo>
                  <a:lnTo>
                    <a:pt x="394" y="1622"/>
                  </a:lnTo>
                  <a:lnTo>
                    <a:pt x="371" y="1591"/>
                  </a:lnTo>
                  <a:lnTo>
                    <a:pt x="361" y="1576"/>
                  </a:lnTo>
                  <a:lnTo>
                    <a:pt x="353" y="1559"/>
                  </a:lnTo>
                  <a:lnTo>
                    <a:pt x="353" y="1559"/>
                  </a:lnTo>
                  <a:lnTo>
                    <a:pt x="352" y="1556"/>
                  </a:lnTo>
                  <a:lnTo>
                    <a:pt x="349" y="1554"/>
                  </a:lnTo>
                  <a:lnTo>
                    <a:pt x="344" y="1554"/>
                  </a:lnTo>
                  <a:lnTo>
                    <a:pt x="340" y="1556"/>
                  </a:lnTo>
                  <a:lnTo>
                    <a:pt x="337" y="1560"/>
                  </a:lnTo>
                  <a:lnTo>
                    <a:pt x="337" y="1560"/>
                  </a:lnTo>
                  <a:lnTo>
                    <a:pt x="329" y="1590"/>
                  </a:lnTo>
                  <a:lnTo>
                    <a:pt x="329" y="1590"/>
                  </a:lnTo>
                  <a:lnTo>
                    <a:pt x="343" y="1586"/>
                  </a:lnTo>
                  <a:lnTo>
                    <a:pt x="343" y="1586"/>
                  </a:lnTo>
                  <a:lnTo>
                    <a:pt x="323" y="1563"/>
                  </a:lnTo>
                  <a:lnTo>
                    <a:pt x="303" y="1540"/>
                  </a:lnTo>
                  <a:lnTo>
                    <a:pt x="285" y="1516"/>
                  </a:lnTo>
                  <a:lnTo>
                    <a:pt x="267" y="1492"/>
                  </a:lnTo>
                  <a:lnTo>
                    <a:pt x="233" y="1442"/>
                  </a:lnTo>
                  <a:lnTo>
                    <a:pt x="201" y="1391"/>
                  </a:lnTo>
                  <a:lnTo>
                    <a:pt x="173" y="1339"/>
                  </a:lnTo>
                  <a:lnTo>
                    <a:pt x="146" y="1285"/>
                  </a:lnTo>
                  <a:lnTo>
                    <a:pt x="122" y="1230"/>
                  </a:lnTo>
                  <a:lnTo>
                    <a:pt x="101" y="1173"/>
                  </a:lnTo>
                  <a:lnTo>
                    <a:pt x="101" y="1173"/>
                  </a:lnTo>
                  <a:lnTo>
                    <a:pt x="87" y="1135"/>
                  </a:lnTo>
                  <a:lnTo>
                    <a:pt x="72" y="1095"/>
                  </a:lnTo>
                  <a:lnTo>
                    <a:pt x="61" y="1054"/>
                  </a:lnTo>
                  <a:lnTo>
                    <a:pt x="50" y="1015"/>
                  </a:lnTo>
                  <a:lnTo>
                    <a:pt x="40" y="973"/>
                  </a:lnTo>
                  <a:lnTo>
                    <a:pt x="33" y="932"/>
                  </a:lnTo>
                  <a:lnTo>
                    <a:pt x="26" y="891"/>
                  </a:lnTo>
                  <a:lnTo>
                    <a:pt x="21" y="849"/>
                  </a:lnTo>
                  <a:lnTo>
                    <a:pt x="21" y="849"/>
                  </a:lnTo>
                  <a:lnTo>
                    <a:pt x="19" y="782"/>
                  </a:lnTo>
                  <a:lnTo>
                    <a:pt x="17" y="716"/>
                  </a:lnTo>
                  <a:lnTo>
                    <a:pt x="19" y="648"/>
                  </a:lnTo>
                  <a:lnTo>
                    <a:pt x="21" y="614"/>
                  </a:lnTo>
                  <a:lnTo>
                    <a:pt x="24" y="581"/>
                  </a:lnTo>
                  <a:lnTo>
                    <a:pt x="24" y="581"/>
                  </a:lnTo>
                  <a:lnTo>
                    <a:pt x="27" y="557"/>
                  </a:lnTo>
                  <a:lnTo>
                    <a:pt x="31" y="529"/>
                  </a:lnTo>
                  <a:lnTo>
                    <a:pt x="37" y="499"/>
                  </a:lnTo>
                  <a:lnTo>
                    <a:pt x="44" y="469"/>
                  </a:lnTo>
                  <a:lnTo>
                    <a:pt x="50" y="455"/>
                  </a:lnTo>
                  <a:lnTo>
                    <a:pt x="55" y="441"/>
                  </a:lnTo>
                  <a:lnTo>
                    <a:pt x="63" y="428"/>
                  </a:lnTo>
                  <a:lnTo>
                    <a:pt x="71" y="417"/>
                  </a:lnTo>
                  <a:lnTo>
                    <a:pt x="80" y="407"/>
                  </a:lnTo>
                  <a:lnTo>
                    <a:pt x="89" y="397"/>
                  </a:lnTo>
                  <a:lnTo>
                    <a:pt x="101" y="391"/>
                  </a:lnTo>
                  <a:lnTo>
                    <a:pt x="112" y="385"/>
                  </a:lnTo>
                  <a:lnTo>
                    <a:pt x="112" y="385"/>
                  </a:lnTo>
                  <a:lnTo>
                    <a:pt x="121" y="384"/>
                  </a:lnTo>
                  <a:lnTo>
                    <a:pt x="129" y="384"/>
                  </a:lnTo>
                  <a:lnTo>
                    <a:pt x="138" y="384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1"/>
                  </a:lnTo>
                  <a:lnTo>
                    <a:pt x="156" y="378"/>
                  </a:lnTo>
                  <a:lnTo>
                    <a:pt x="156" y="378"/>
                  </a:lnTo>
                  <a:lnTo>
                    <a:pt x="157" y="340"/>
                  </a:lnTo>
                  <a:lnTo>
                    <a:pt x="159" y="302"/>
                  </a:lnTo>
                  <a:lnTo>
                    <a:pt x="160" y="283"/>
                  </a:lnTo>
                  <a:lnTo>
                    <a:pt x="163" y="265"/>
                  </a:lnTo>
                  <a:lnTo>
                    <a:pt x="166" y="247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79" y="207"/>
                  </a:lnTo>
                  <a:lnTo>
                    <a:pt x="189" y="187"/>
                  </a:lnTo>
                  <a:lnTo>
                    <a:pt x="201" y="169"/>
                  </a:lnTo>
                  <a:lnTo>
                    <a:pt x="216" y="152"/>
                  </a:lnTo>
                  <a:lnTo>
                    <a:pt x="230" y="136"/>
                  </a:lnTo>
                  <a:lnTo>
                    <a:pt x="247" y="120"/>
                  </a:lnTo>
                  <a:lnTo>
                    <a:pt x="265" y="108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303" y="84"/>
                  </a:lnTo>
                  <a:lnTo>
                    <a:pt x="323" y="74"/>
                  </a:lnTo>
                  <a:lnTo>
                    <a:pt x="344" y="64"/>
                  </a:lnTo>
                  <a:lnTo>
                    <a:pt x="366" y="57"/>
                  </a:lnTo>
                  <a:lnTo>
                    <a:pt x="388" y="48"/>
                  </a:lnTo>
                  <a:lnTo>
                    <a:pt x="411" y="43"/>
                  </a:lnTo>
                  <a:lnTo>
                    <a:pt x="456" y="33"/>
                  </a:lnTo>
                  <a:lnTo>
                    <a:pt x="502" y="26"/>
                  </a:lnTo>
                  <a:lnTo>
                    <a:pt x="549" y="20"/>
                  </a:lnTo>
                  <a:lnTo>
                    <a:pt x="594" y="17"/>
                  </a:lnTo>
                  <a:lnTo>
                    <a:pt x="639" y="17"/>
                  </a:lnTo>
                  <a:lnTo>
                    <a:pt x="639" y="17"/>
                  </a:lnTo>
                  <a:lnTo>
                    <a:pt x="635" y="1"/>
                  </a:lnTo>
                  <a:lnTo>
                    <a:pt x="635" y="1"/>
                  </a:lnTo>
                  <a:lnTo>
                    <a:pt x="564" y="55"/>
                  </a:lnTo>
                  <a:lnTo>
                    <a:pt x="564" y="55"/>
                  </a:lnTo>
                  <a:lnTo>
                    <a:pt x="561" y="58"/>
                  </a:lnTo>
                  <a:lnTo>
                    <a:pt x="560" y="61"/>
                  </a:lnTo>
                  <a:lnTo>
                    <a:pt x="560" y="64"/>
                  </a:lnTo>
                  <a:lnTo>
                    <a:pt x="560" y="67"/>
                  </a:lnTo>
                  <a:lnTo>
                    <a:pt x="561" y="69"/>
                  </a:lnTo>
                  <a:lnTo>
                    <a:pt x="564" y="71"/>
                  </a:lnTo>
                  <a:lnTo>
                    <a:pt x="567" y="72"/>
                  </a:lnTo>
                  <a:lnTo>
                    <a:pt x="570" y="71"/>
                  </a:lnTo>
                  <a:lnTo>
                    <a:pt x="570" y="71"/>
                  </a:lnTo>
                  <a:lnTo>
                    <a:pt x="598" y="61"/>
                  </a:lnTo>
                  <a:lnTo>
                    <a:pt x="625" y="51"/>
                  </a:lnTo>
                  <a:lnTo>
                    <a:pt x="653" y="44"/>
                  </a:lnTo>
                  <a:lnTo>
                    <a:pt x="682" y="38"/>
                  </a:lnTo>
                  <a:lnTo>
                    <a:pt x="710" y="34"/>
                  </a:lnTo>
                  <a:lnTo>
                    <a:pt x="740" y="33"/>
                  </a:lnTo>
                  <a:lnTo>
                    <a:pt x="768" y="33"/>
                  </a:lnTo>
                  <a:lnTo>
                    <a:pt x="798" y="34"/>
                  </a:lnTo>
                  <a:lnTo>
                    <a:pt x="798" y="34"/>
                  </a:lnTo>
                  <a:lnTo>
                    <a:pt x="825" y="38"/>
                  </a:lnTo>
                  <a:lnTo>
                    <a:pt x="850" y="44"/>
                  </a:lnTo>
                  <a:lnTo>
                    <a:pt x="877" y="51"/>
                  </a:lnTo>
                  <a:lnTo>
                    <a:pt x="901" y="61"/>
                  </a:lnTo>
                  <a:lnTo>
                    <a:pt x="927" y="71"/>
                  </a:lnTo>
                  <a:lnTo>
                    <a:pt x="951" y="84"/>
                  </a:lnTo>
                  <a:lnTo>
                    <a:pt x="974" y="96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1019" y="126"/>
                  </a:lnTo>
                  <a:lnTo>
                    <a:pt x="1042" y="143"/>
                  </a:lnTo>
                  <a:lnTo>
                    <a:pt x="1063" y="160"/>
                  </a:lnTo>
                  <a:lnTo>
                    <a:pt x="1084" y="179"/>
                  </a:lnTo>
                  <a:lnTo>
                    <a:pt x="1104" y="198"/>
                  </a:lnTo>
                  <a:lnTo>
                    <a:pt x="1124" y="218"/>
                  </a:lnTo>
                  <a:lnTo>
                    <a:pt x="1162" y="259"/>
                  </a:lnTo>
                  <a:lnTo>
                    <a:pt x="1196" y="303"/>
                  </a:lnTo>
                  <a:lnTo>
                    <a:pt x="1230" y="349"/>
                  </a:lnTo>
                  <a:lnTo>
                    <a:pt x="1261" y="394"/>
                  </a:lnTo>
                  <a:lnTo>
                    <a:pt x="1291" y="441"/>
                  </a:lnTo>
                  <a:lnTo>
                    <a:pt x="1291" y="441"/>
                  </a:lnTo>
                  <a:lnTo>
                    <a:pt x="1305" y="431"/>
                  </a:lnTo>
                  <a:lnTo>
                    <a:pt x="1305" y="431"/>
                  </a:lnTo>
                  <a:lnTo>
                    <a:pt x="1292" y="419"/>
                  </a:lnTo>
                  <a:lnTo>
                    <a:pt x="1278" y="409"/>
                  </a:lnTo>
                  <a:lnTo>
                    <a:pt x="1251" y="390"/>
                  </a:lnTo>
                  <a:lnTo>
                    <a:pt x="1223" y="371"/>
                  </a:lnTo>
                  <a:lnTo>
                    <a:pt x="1209" y="361"/>
                  </a:lnTo>
                  <a:lnTo>
                    <a:pt x="1196" y="351"/>
                  </a:lnTo>
                  <a:lnTo>
                    <a:pt x="1196" y="351"/>
                  </a:lnTo>
                  <a:lnTo>
                    <a:pt x="1192" y="349"/>
                  </a:lnTo>
                  <a:lnTo>
                    <a:pt x="1189" y="349"/>
                  </a:lnTo>
                  <a:lnTo>
                    <a:pt x="1186" y="349"/>
                  </a:lnTo>
                  <a:lnTo>
                    <a:pt x="1183" y="351"/>
                  </a:lnTo>
                  <a:lnTo>
                    <a:pt x="1182" y="353"/>
                  </a:lnTo>
                  <a:lnTo>
                    <a:pt x="1180" y="356"/>
                  </a:lnTo>
                  <a:lnTo>
                    <a:pt x="1182" y="360"/>
                  </a:lnTo>
                  <a:lnTo>
                    <a:pt x="1183" y="363"/>
                  </a:lnTo>
                  <a:lnTo>
                    <a:pt x="1183" y="363"/>
                  </a:lnTo>
                  <a:lnTo>
                    <a:pt x="1199" y="383"/>
                  </a:lnTo>
                  <a:lnTo>
                    <a:pt x="1212" y="402"/>
                  </a:lnTo>
                  <a:lnTo>
                    <a:pt x="1223" y="425"/>
                  </a:lnTo>
                  <a:lnTo>
                    <a:pt x="1233" y="446"/>
                  </a:lnTo>
                  <a:lnTo>
                    <a:pt x="1241" y="470"/>
                  </a:lnTo>
                  <a:lnTo>
                    <a:pt x="1250" y="493"/>
                  </a:lnTo>
                  <a:lnTo>
                    <a:pt x="1266" y="540"/>
                  </a:lnTo>
                  <a:lnTo>
                    <a:pt x="1266" y="540"/>
                  </a:lnTo>
                  <a:lnTo>
                    <a:pt x="1280" y="531"/>
                  </a:lnTo>
                  <a:lnTo>
                    <a:pt x="1280" y="531"/>
                  </a:lnTo>
                  <a:lnTo>
                    <a:pt x="1260" y="516"/>
                  </a:lnTo>
                  <a:lnTo>
                    <a:pt x="1239" y="503"/>
                  </a:lnTo>
                  <a:lnTo>
                    <a:pt x="1227" y="499"/>
                  </a:lnTo>
                  <a:lnTo>
                    <a:pt x="1216" y="493"/>
                  </a:lnTo>
                  <a:lnTo>
                    <a:pt x="1205" y="490"/>
                  </a:lnTo>
                  <a:lnTo>
                    <a:pt x="1192" y="487"/>
                  </a:lnTo>
                  <a:lnTo>
                    <a:pt x="1192" y="487"/>
                  </a:lnTo>
                  <a:lnTo>
                    <a:pt x="1186" y="487"/>
                  </a:lnTo>
                  <a:lnTo>
                    <a:pt x="1183" y="489"/>
                  </a:lnTo>
                  <a:lnTo>
                    <a:pt x="1182" y="492"/>
                  </a:lnTo>
                  <a:lnTo>
                    <a:pt x="1182" y="492"/>
                  </a:lnTo>
                  <a:lnTo>
                    <a:pt x="1171" y="520"/>
                  </a:lnTo>
                  <a:lnTo>
                    <a:pt x="1171" y="520"/>
                  </a:lnTo>
                  <a:lnTo>
                    <a:pt x="1169" y="524"/>
                  </a:lnTo>
                  <a:lnTo>
                    <a:pt x="1169" y="529"/>
                  </a:lnTo>
                  <a:lnTo>
                    <a:pt x="1171" y="538"/>
                  </a:lnTo>
                  <a:lnTo>
                    <a:pt x="1178" y="558"/>
                  </a:lnTo>
                  <a:lnTo>
                    <a:pt x="1178" y="558"/>
                  </a:lnTo>
                  <a:lnTo>
                    <a:pt x="1182" y="578"/>
                  </a:lnTo>
                  <a:lnTo>
                    <a:pt x="1185" y="598"/>
                  </a:lnTo>
                  <a:lnTo>
                    <a:pt x="1188" y="638"/>
                  </a:lnTo>
                  <a:lnTo>
                    <a:pt x="1188" y="677"/>
                  </a:lnTo>
                  <a:lnTo>
                    <a:pt x="1188" y="717"/>
                  </a:lnTo>
                  <a:lnTo>
                    <a:pt x="1188" y="717"/>
                  </a:lnTo>
                  <a:lnTo>
                    <a:pt x="1186" y="796"/>
                  </a:lnTo>
                  <a:lnTo>
                    <a:pt x="1186" y="835"/>
                  </a:lnTo>
                  <a:lnTo>
                    <a:pt x="1188" y="874"/>
                  </a:lnTo>
                  <a:lnTo>
                    <a:pt x="1188" y="874"/>
                  </a:lnTo>
                  <a:lnTo>
                    <a:pt x="1189" y="920"/>
                  </a:lnTo>
                  <a:lnTo>
                    <a:pt x="1190" y="965"/>
                  </a:lnTo>
                  <a:lnTo>
                    <a:pt x="1189" y="1009"/>
                  </a:lnTo>
                  <a:lnTo>
                    <a:pt x="1185" y="1054"/>
                  </a:lnTo>
                  <a:lnTo>
                    <a:pt x="1185" y="1054"/>
                  </a:lnTo>
                  <a:lnTo>
                    <a:pt x="1180" y="1092"/>
                  </a:lnTo>
                  <a:lnTo>
                    <a:pt x="1173" y="1129"/>
                  </a:lnTo>
                  <a:lnTo>
                    <a:pt x="1163" y="1166"/>
                  </a:lnTo>
                  <a:lnTo>
                    <a:pt x="1152" y="1203"/>
                  </a:lnTo>
                  <a:lnTo>
                    <a:pt x="1139" y="1238"/>
                  </a:lnTo>
                  <a:lnTo>
                    <a:pt x="1124" y="1272"/>
                  </a:lnTo>
                  <a:lnTo>
                    <a:pt x="1107" y="1306"/>
                  </a:lnTo>
                  <a:lnTo>
                    <a:pt x="1088" y="1339"/>
                  </a:lnTo>
                  <a:lnTo>
                    <a:pt x="1067" y="1370"/>
                  </a:lnTo>
                  <a:lnTo>
                    <a:pt x="1046" y="1401"/>
                  </a:lnTo>
                  <a:lnTo>
                    <a:pt x="1022" y="1431"/>
                  </a:lnTo>
                  <a:lnTo>
                    <a:pt x="996" y="1458"/>
                  </a:lnTo>
                  <a:lnTo>
                    <a:pt x="968" y="1485"/>
                  </a:lnTo>
                  <a:lnTo>
                    <a:pt x="940" y="1510"/>
                  </a:lnTo>
                  <a:lnTo>
                    <a:pt x="910" y="1533"/>
                  </a:lnTo>
                  <a:lnTo>
                    <a:pt x="879" y="1554"/>
                  </a:lnTo>
                  <a:lnTo>
                    <a:pt x="879" y="1554"/>
                  </a:lnTo>
                  <a:lnTo>
                    <a:pt x="891" y="1564"/>
                  </a:lnTo>
                  <a:lnTo>
                    <a:pt x="891" y="1564"/>
                  </a:lnTo>
                  <a:lnTo>
                    <a:pt x="900" y="1526"/>
                  </a:lnTo>
                  <a:lnTo>
                    <a:pt x="900" y="1526"/>
                  </a:lnTo>
                  <a:lnTo>
                    <a:pt x="900" y="1523"/>
                  </a:lnTo>
                  <a:lnTo>
                    <a:pt x="899" y="1520"/>
                  </a:lnTo>
                  <a:lnTo>
                    <a:pt x="897" y="1519"/>
                  </a:lnTo>
                  <a:lnTo>
                    <a:pt x="894" y="1516"/>
                  </a:lnTo>
                  <a:lnTo>
                    <a:pt x="891" y="1516"/>
                  </a:lnTo>
                  <a:lnTo>
                    <a:pt x="889" y="1516"/>
                  </a:lnTo>
                  <a:lnTo>
                    <a:pt x="886" y="1518"/>
                  </a:lnTo>
                  <a:lnTo>
                    <a:pt x="884" y="1520"/>
                  </a:lnTo>
                  <a:lnTo>
                    <a:pt x="884" y="1520"/>
                  </a:lnTo>
                  <a:lnTo>
                    <a:pt x="874" y="1536"/>
                  </a:lnTo>
                  <a:lnTo>
                    <a:pt x="863" y="1552"/>
                  </a:lnTo>
                  <a:lnTo>
                    <a:pt x="850" y="1566"/>
                  </a:lnTo>
                  <a:lnTo>
                    <a:pt x="838" y="1578"/>
                  </a:lnTo>
                  <a:lnTo>
                    <a:pt x="809" y="1604"/>
                  </a:lnTo>
                  <a:lnTo>
                    <a:pt x="781" y="1628"/>
                  </a:lnTo>
                  <a:lnTo>
                    <a:pt x="781" y="1628"/>
                  </a:lnTo>
                  <a:lnTo>
                    <a:pt x="791" y="1627"/>
                  </a:lnTo>
                  <a:lnTo>
                    <a:pt x="791" y="1627"/>
                  </a:lnTo>
                  <a:lnTo>
                    <a:pt x="757" y="1610"/>
                  </a:lnTo>
                  <a:lnTo>
                    <a:pt x="757" y="1610"/>
                  </a:lnTo>
                  <a:lnTo>
                    <a:pt x="751" y="1608"/>
                  </a:lnTo>
                  <a:lnTo>
                    <a:pt x="748" y="1610"/>
                  </a:lnTo>
                  <a:lnTo>
                    <a:pt x="747" y="1611"/>
                  </a:lnTo>
                  <a:lnTo>
                    <a:pt x="747" y="1611"/>
                  </a:lnTo>
                  <a:lnTo>
                    <a:pt x="724" y="1631"/>
                  </a:lnTo>
                  <a:lnTo>
                    <a:pt x="702" y="1649"/>
                  </a:lnTo>
                  <a:lnTo>
                    <a:pt x="677" y="1668"/>
                  </a:lnTo>
                  <a:lnTo>
                    <a:pt x="655" y="1686"/>
                  </a:lnTo>
                  <a:lnTo>
                    <a:pt x="655" y="1686"/>
                  </a:lnTo>
                  <a:lnTo>
                    <a:pt x="669" y="1690"/>
                  </a:lnTo>
                  <a:lnTo>
                    <a:pt x="669" y="1690"/>
                  </a:lnTo>
                  <a:lnTo>
                    <a:pt x="656" y="1656"/>
                  </a:lnTo>
                  <a:lnTo>
                    <a:pt x="656" y="1656"/>
                  </a:lnTo>
                  <a:lnTo>
                    <a:pt x="653" y="1652"/>
                  </a:lnTo>
                  <a:lnTo>
                    <a:pt x="648" y="1651"/>
                  </a:lnTo>
                  <a:lnTo>
                    <a:pt x="643" y="1651"/>
                  </a:lnTo>
                  <a:lnTo>
                    <a:pt x="642" y="1652"/>
                  </a:lnTo>
                  <a:lnTo>
                    <a:pt x="641" y="1655"/>
                  </a:lnTo>
                  <a:lnTo>
                    <a:pt x="641" y="1655"/>
                  </a:lnTo>
                  <a:lnTo>
                    <a:pt x="629" y="1678"/>
                  </a:lnTo>
                  <a:lnTo>
                    <a:pt x="618" y="1699"/>
                  </a:lnTo>
                  <a:lnTo>
                    <a:pt x="594" y="1743"/>
                  </a:lnTo>
                  <a:lnTo>
                    <a:pt x="594" y="1743"/>
                  </a:lnTo>
                  <a:lnTo>
                    <a:pt x="608" y="1741"/>
                  </a:lnTo>
                  <a:lnTo>
                    <a:pt x="608" y="1741"/>
                  </a:lnTo>
                  <a:lnTo>
                    <a:pt x="564" y="1700"/>
                  </a:lnTo>
                  <a:lnTo>
                    <a:pt x="544" y="1679"/>
                  </a:lnTo>
                  <a:lnTo>
                    <a:pt x="523" y="1656"/>
                  </a:lnTo>
                  <a:lnTo>
                    <a:pt x="523" y="1656"/>
                  </a:lnTo>
                  <a:lnTo>
                    <a:pt x="520" y="1655"/>
                  </a:lnTo>
                  <a:lnTo>
                    <a:pt x="517" y="1655"/>
                  </a:lnTo>
                  <a:lnTo>
                    <a:pt x="515" y="1655"/>
                  </a:lnTo>
                  <a:lnTo>
                    <a:pt x="512" y="1656"/>
                  </a:lnTo>
                  <a:lnTo>
                    <a:pt x="510" y="1659"/>
                  </a:lnTo>
                  <a:lnTo>
                    <a:pt x="509" y="1662"/>
                  </a:lnTo>
                  <a:lnTo>
                    <a:pt x="509" y="1666"/>
                  </a:lnTo>
                  <a:lnTo>
                    <a:pt x="512" y="1669"/>
                  </a:lnTo>
                  <a:lnTo>
                    <a:pt x="512" y="16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4">
              <a:extLst>
                <a:ext uri="{FF2B5EF4-FFF2-40B4-BE49-F238E27FC236}">
                  <a16:creationId xmlns:a16="http://schemas.microsoft.com/office/drawing/2014/main" id="{77B34D46-AD71-6B23-DF9F-90DE6470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419"/>
              <a:ext cx="99" cy="80"/>
            </a:xfrm>
            <a:custGeom>
              <a:avLst/>
              <a:gdLst>
                <a:gd name="T0" fmla="*/ 17 w 197"/>
                <a:gd name="T1" fmla="*/ 154 h 160"/>
                <a:gd name="T2" fmla="*/ 17 w 197"/>
                <a:gd name="T3" fmla="*/ 154 h 160"/>
                <a:gd name="T4" fmla="*/ 20 w 197"/>
                <a:gd name="T5" fmla="*/ 139 h 160"/>
                <a:gd name="T6" fmla="*/ 25 w 197"/>
                <a:gd name="T7" fmla="*/ 124 h 160"/>
                <a:gd name="T8" fmla="*/ 32 w 197"/>
                <a:gd name="T9" fmla="*/ 112 h 160"/>
                <a:gd name="T10" fmla="*/ 39 w 197"/>
                <a:gd name="T11" fmla="*/ 99 h 160"/>
                <a:gd name="T12" fmla="*/ 49 w 197"/>
                <a:gd name="T13" fmla="*/ 89 h 160"/>
                <a:gd name="T14" fmla="*/ 59 w 197"/>
                <a:gd name="T15" fmla="*/ 79 h 160"/>
                <a:gd name="T16" fmla="*/ 71 w 197"/>
                <a:gd name="T17" fmla="*/ 69 h 160"/>
                <a:gd name="T18" fmla="*/ 82 w 197"/>
                <a:gd name="T19" fmla="*/ 62 h 160"/>
                <a:gd name="T20" fmla="*/ 95 w 197"/>
                <a:gd name="T21" fmla="*/ 55 h 160"/>
                <a:gd name="T22" fmla="*/ 107 w 197"/>
                <a:gd name="T23" fmla="*/ 48 h 160"/>
                <a:gd name="T24" fmla="*/ 136 w 197"/>
                <a:gd name="T25" fmla="*/ 36 h 160"/>
                <a:gd name="T26" fmla="*/ 163 w 197"/>
                <a:gd name="T27" fmla="*/ 27 h 160"/>
                <a:gd name="T28" fmla="*/ 191 w 197"/>
                <a:gd name="T29" fmla="*/ 17 h 160"/>
                <a:gd name="T30" fmla="*/ 191 w 197"/>
                <a:gd name="T31" fmla="*/ 17 h 160"/>
                <a:gd name="T32" fmla="*/ 194 w 197"/>
                <a:gd name="T33" fmla="*/ 15 h 160"/>
                <a:gd name="T34" fmla="*/ 197 w 197"/>
                <a:gd name="T35" fmla="*/ 12 h 160"/>
                <a:gd name="T36" fmla="*/ 197 w 197"/>
                <a:gd name="T37" fmla="*/ 10 h 160"/>
                <a:gd name="T38" fmla="*/ 197 w 197"/>
                <a:gd name="T39" fmla="*/ 7 h 160"/>
                <a:gd name="T40" fmla="*/ 195 w 197"/>
                <a:gd name="T41" fmla="*/ 4 h 160"/>
                <a:gd name="T42" fmla="*/ 194 w 197"/>
                <a:gd name="T43" fmla="*/ 1 h 160"/>
                <a:gd name="T44" fmla="*/ 191 w 197"/>
                <a:gd name="T45" fmla="*/ 0 h 160"/>
                <a:gd name="T46" fmla="*/ 187 w 197"/>
                <a:gd name="T47" fmla="*/ 1 h 160"/>
                <a:gd name="T48" fmla="*/ 187 w 197"/>
                <a:gd name="T49" fmla="*/ 1 h 160"/>
                <a:gd name="T50" fmla="*/ 157 w 197"/>
                <a:gd name="T51" fmla="*/ 11 h 160"/>
                <a:gd name="T52" fmla="*/ 126 w 197"/>
                <a:gd name="T53" fmla="*/ 22 h 160"/>
                <a:gd name="T54" fmla="*/ 97 w 197"/>
                <a:gd name="T55" fmla="*/ 35 h 160"/>
                <a:gd name="T56" fmla="*/ 83 w 197"/>
                <a:gd name="T57" fmla="*/ 42 h 160"/>
                <a:gd name="T58" fmla="*/ 69 w 197"/>
                <a:gd name="T59" fmla="*/ 49 h 160"/>
                <a:gd name="T60" fmla="*/ 56 w 197"/>
                <a:gd name="T61" fmla="*/ 58 h 160"/>
                <a:gd name="T62" fmla="*/ 45 w 197"/>
                <a:gd name="T63" fmla="*/ 68 h 160"/>
                <a:gd name="T64" fmla="*/ 34 w 197"/>
                <a:gd name="T65" fmla="*/ 79 h 160"/>
                <a:gd name="T66" fmla="*/ 25 w 197"/>
                <a:gd name="T67" fmla="*/ 90 h 160"/>
                <a:gd name="T68" fmla="*/ 17 w 197"/>
                <a:gd name="T69" fmla="*/ 103 h 160"/>
                <a:gd name="T70" fmla="*/ 10 w 197"/>
                <a:gd name="T71" fmla="*/ 117 h 160"/>
                <a:gd name="T72" fmla="*/ 4 w 197"/>
                <a:gd name="T73" fmla="*/ 133 h 160"/>
                <a:gd name="T74" fmla="*/ 0 w 197"/>
                <a:gd name="T75" fmla="*/ 150 h 160"/>
                <a:gd name="T76" fmla="*/ 0 w 197"/>
                <a:gd name="T77" fmla="*/ 150 h 160"/>
                <a:gd name="T78" fmla="*/ 0 w 197"/>
                <a:gd name="T79" fmla="*/ 153 h 160"/>
                <a:gd name="T80" fmla="*/ 1 w 197"/>
                <a:gd name="T81" fmla="*/ 157 h 160"/>
                <a:gd name="T82" fmla="*/ 4 w 197"/>
                <a:gd name="T83" fmla="*/ 158 h 160"/>
                <a:gd name="T84" fmla="*/ 7 w 197"/>
                <a:gd name="T85" fmla="*/ 160 h 160"/>
                <a:gd name="T86" fmla="*/ 10 w 197"/>
                <a:gd name="T87" fmla="*/ 160 h 160"/>
                <a:gd name="T88" fmla="*/ 12 w 197"/>
                <a:gd name="T89" fmla="*/ 160 h 160"/>
                <a:gd name="T90" fmla="*/ 15 w 197"/>
                <a:gd name="T91" fmla="*/ 157 h 160"/>
                <a:gd name="T92" fmla="*/ 17 w 197"/>
                <a:gd name="T93" fmla="*/ 154 h 160"/>
                <a:gd name="T94" fmla="*/ 17 w 197"/>
                <a:gd name="T95" fmla="*/ 15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60">
                  <a:moveTo>
                    <a:pt x="17" y="154"/>
                  </a:moveTo>
                  <a:lnTo>
                    <a:pt x="17" y="154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2" y="112"/>
                  </a:lnTo>
                  <a:lnTo>
                    <a:pt x="39" y="99"/>
                  </a:lnTo>
                  <a:lnTo>
                    <a:pt x="49" y="89"/>
                  </a:lnTo>
                  <a:lnTo>
                    <a:pt x="59" y="79"/>
                  </a:lnTo>
                  <a:lnTo>
                    <a:pt x="71" y="69"/>
                  </a:lnTo>
                  <a:lnTo>
                    <a:pt x="82" y="62"/>
                  </a:lnTo>
                  <a:lnTo>
                    <a:pt x="95" y="55"/>
                  </a:lnTo>
                  <a:lnTo>
                    <a:pt x="107" y="48"/>
                  </a:lnTo>
                  <a:lnTo>
                    <a:pt x="136" y="36"/>
                  </a:lnTo>
                  <a:lnTo>
                    <a:pt x="163" y="27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94" y="15"/>
                  </a:lnTo>
                  <a:lnTo>
                    <a:pt x="197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7" y="1"/>
                  </a:lnTo>
                  <a:lnTo>
                    <a:pt x="157" y="11"/>
                  </a:lnTo>
                  <a:lnTo>
                    <a:pt x="126" y="22"/>
                  </a:lnTo>
                  <a:lnTo>
                    <a:pt x="97" y="35"/>
                  </a:lnTo>
                  <a:lnTo>
                    <a:pt x="83" y="42"/>
                  </a:lnTo>
                  <a:lnTo>
                    <a:pt x="69" y="49"/>
                  </a:lnTo>
                  <a:lnTo>
                    <a:pt x="56" y="58"/>
                  </a:lnTo>
                  <a:lnTo>
                    <a:pt x="45" y="68"/>
                  </a:lnTo>
                  <a:lnTo>
                    <a:pt x="34" y="79"/>
                  </a:lnTo>
                  <a:lnTo>
                    <a:pt x="25" y="90"/>
                  </a:lnTo>
                  <a:lnTo>
                    <a:pt x="17" y="103"/>
                  </a:lnTo>
                  <a:lnTo>
                    <a:pt x="10" y="117"/>
                  </a:lnTo>
                  <a:lnTo>
                    <a:pt x="4" y="13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5" y="157"/>
                  </a:lnTo>
                  <a:lnTo>
                    <a:pt x="17" y="154"/>
                  </a:lnTo>
                  <a:lnTo>
                    <a:pt x="17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5">
              <a:extLst>
                <a:ext uri="{FF2B5EF4-FFF2-40B4-BE49-F238E27FC236}">
                  <a16:creationId xmlns:a16="http://schemas.microsoft.com/office/drawing/2014/main" id="{A759DF89-AF22-35CA-227B-D3B08D51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453"/>
              <a:ext cx="59" cy="40"/>
            </a:xfrm>
            <a:custGeom>
              <a:avLst/>
              <a:gdLst>
                <a:gd name="T0" fmla="*/ 115 w 117"/>
                <a:gd name="T1" fmla="*/ 65 h 79"/>
                <a:gd name="T2" fmla="*/ 115 w 117"/>
                <a:gd name="T3" fmla="*/ 65 h 79"/>
                <a:gd name="T4" fmla="*/ 90 w 117"/>
                <a:gd name="T5" fmla="*/ 45 h 79"/>
                <a:gd name="T6" fmla="*/ 66 w 117"/>
                <a:gd name="T7" fmla="*/ 27 h 79"/>
                <a:gd name="T8" fmla="*/ 52 w 117"/>
                <a:gd name="T9" fmla="*/ 19 h 79"/>
                <a:gd name="T10" fmla="*/ 39 w 117"/>
                <a:gd name="T11" fmla="*/ 12 h 79"/>
                <a:gd name="T12" fmla="*/ 24 w 117"/>
                <a:gd name="T13" fmla="*/ 5 h 79"/>
                <a:gd name="T14" fmla="*/ 10 w 117"/>
                <a:gd name="T15" fmla="*/ 0 h 79"/>
                <a:gd name="T16" fmla="*/ 10 w 117"/>
                <a:gd name="T17" fmla="*/ 0 h 79"/>
                <a:gd name="T18" fmla="*/ 7 w 117"/>
                <a:gd name="T19" fmla="*/ 0 h 79"/>
                <a:gd name="T20" fmla="*/ 4 w 117"/>
                <a:gd name="T21" fmla="*/ 1 h 79"/>
                <a:gd name="T22" fmla="*/ 1 w 117"/>
                <a:gd name="T23" fmla="*/ 2 h 79"/>
                <a:gd name="T24" fmla="*/ 0 w 117"/>
                <a:gd name="T25" fmla="*/ 5 h 79"/>
                <a:gd name="T26" fmla="*/ 0 w 117"/>
                <a:gd name="T27" fmla="*/ 8 h 79"/>
                <a:gd name="T28" fmla="*/ 0 w 117"/>
                <a:gd name="T29" fmla="*/ 12 h 79"/>
                <a:gd name="T30" fmla="*/ 3 w 117"/>
                <a:gd name="T31" fmla="*/ 14 h 79"/>
                <a:gd name="T32" fmla="*/ 5 w 117"/>
                <a:gd name="T33" fmla="*/ 17 h 79"/>
                <a:gd name="T34" fmla="*/ 5 w 117"/>
                <a:gd name="T35" fmla="*/ 17 h 79"/>
                <a:gd name="T36" fmla="*/ 32 w 117"/>
                <a:gd name="T37" fmla="*/ 28 h 79"/>
                <a:gd name="T38" fmla="*/ 58 w 117"/>
                <a:gd name="T39" fmla="*/ 41 h 79"/>
                <a:gd name="T40" fmla="*/ 81 w 117"/>
                <a:gd name="T41" fmla="*/ 58 h 79"/>
                <a:gd name="T42" fmla="*/ 102 w 117"/>
                <a:gd name="T43" fmla="*/ 78 h 79"/>
                <a:gd name="T44" fmla="*/ 102 w 117"/>
                <a:gd name="T45" fmla="*/ 78 h 79"/>
                <a:gd name="T46" fmla="*/ 106 w 117"/>
                <a:gd name="T47" fmla="*/ 79 h 79"/>
                <a:gd name="T48" fmla="*/ 109 w 117"/>
                <a:gd name="T49" fmla="*/ 79 h 79"/>
                <a:gd name="T50" fmla="*/ 112 w 117"/>
                <a:gd name="T51" fmla="*/ 79 h 79"/>
                <a:gd name="T52" fmla="*/ 115 w 117"/>
                <a:gd name="T53" fmla="*/ 78 h 79"/>
                <a:gd name="T54" fmla="*/ 116 w 117"/>
                <a:gd name="T55" fmla="*/ 75 h 79"/>
                <a:gd name="T56" fmla="*/ 117 w 117"/>
                <a:gd name="T57" fmla="*/ 72 h 79"/>
                <a:gd name="T58" fmla="*/ 116 w 117"/>
                <a:gd name="T59" fmla="*/ 68 h 79"/>
                <a:gd name="T60" fmla="*/ 115 w 117"/>
                <a:gd name="T61" fmla="*/ 65 h 79"/>
                <a:gd name="T62" fmla="*/ 115 w 117"/>
                <a:gd name="T6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79">
                  <a:moveTo>
                    <a:pt x="115" y="65"/>
                  </a:moveTo>
                  <a:lnTo>
                    <a:pt x="115" y="65"/>
                  </a:lnTo>
                  <a:lnTo>
                    <a:pt x="90" y="45"/>
                  </a:lnTo>
                  <a:lnTo>
                    <a:pt x="66" y="27"/>
                  </a:lnTo>
                  <a:lnTo>
                    <a:pt x="52" y="19"/>
                  </a:lnTo>
                  <a:lnTo>
                    <a:pt x="39" y="12"/>
                  </a:lnTo>
                  <a:lnTo>
                    <a:pt x="24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2" y="28"/>
                  </a:lnTo>
                  <a:lnTo>
                    <a:pt x="58" y="41"/>
                  </a:lnTo>
                  <a:lnTo>
                    <a:pt x="81" y="58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6" y="79"/>
                  </a:lnTo>
                  <a:lnTo>
                    <a:pt x="109" y="79"/>
                  </a:lnTo>
                  <a:lnTo>
                    <a:pt x="112" y="79"/>
                  </a:lnTo>
                  <a:lnTo>
                    <a:pt x="115" y="78"/>
                  </a:lnTo>
                  <a:lnTo>
                    <a:pt x="116" y="75"/>
                  </a:lnTo>
                  <a:lnTo>
                    <a:pt x="117" y="72"/>
                  </a:lnTo>
                  <a:lnTo>
                    <a:pt x="116" y="68"/>
                  </a:lnTo>
                  <a:lnTo>
                    <a:pt x="115" y="65"/>
                  </a:lnTo>
                  <a:lnTo>
                    <a:pt x="115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6">
              <a:extLst>
                <a:ext uri="{FF2B5EF4-FFF2-40B4-BE49-F238E27FC236}">
                  <a16:creationId xmlns:a16="http://schemas.microsoft.com/office/drawing/2014/main" id="{833D521F-AD79-34A6-1A13-10A98468B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21"/>
              <a:ext cx="840" cy="287"/>
            </a:xfrm>
            <a:custGeom>
              <a:avLst/>
              <a:gdLst>
                <a:gd name="T0" fmla="*/ 133 w 1680"/>
                <a:gd name="T1" fmla="*/ 51 h 574"/>
                <a:gd name="T2" fmla="*/ 227 w 1680"/>
                <a:gd name="T3" fmla="*/ 48 h 574"/>
                <a:gd name="T4" fmla="*/ 280 w 1680"/>
                <a:gd name="T5" fmla="*/ 40 h 574"/>
                <a:gd name="T6" fmla="*/ 353 w 1680"/>
                <a:gd name="T7" fmla="*/ 23 h 574"/>
                <a:gd name="T8" fmla="*/ 401 w 1680"/>
                <a:gd name="T9" fmla="*/ 17 h 574"/>
                <a:gd name="T10" fmla="*/ 435 w 1680"/>
                <a:gd name="T11" fmla="*/ 24 h 574"/>
                <a:gd name="T12" fmla="*/ 469 w 1680"/>
                <a:gd name="T13" fmla="*/ 41 h 574"/>
                <a:gd name="T14" fmla="*/ 547 w 1680"/>
                <a:gd name="T15" fmla="*/ 99 h 574"/>
                <a:gd name="T16" fmla="*/ 612 w 1680"/>
                <a:gd name="T17" fmla="*/ 138 h 574"/>
                <a:gd name="T18" fmla="*/ 737 w 1680"/>
                <a:gd name="T19" fmla="*/ 180 h 574"/>
                <a:gd name="T20" fmla="*/ 864 w 1680"/>
                <a:gd name="T21" fmla="*/ 214 h 574"/>
                <a:gd name="T22" fmla="*/ 1041 w 1680"/>
                <a:gd name="T23" fmla="*/ 254 h 574"/>
                <a:gd name="T24" fmla="*/ 1220 w 1680"/>
                <a:gd name="T25" fmla="*/ 285 h 574"/>
                <a:gd name="T26" fmla="*/ 1340 w 1680"/>
                <a:gd name="T27" fmla="*/ 299 h 574"/>
                <a:gd name="T28" fmla="*/ 1411 w 1680"/>
                <a:gd name="T29" fmla="*/ 312 h 574"/>
                <a:gd name="T30" fmla="*/ 1472 w 1680"/>
                <a:gd name="T31" fmla="*/ 343 h 574"/>
                <a:gd name="T32" fmla="*/ 1498 w 1680"/>
                <a:gd name="T33" fmla="*/ 369 h 574"/>
                <a:gd name="T34" fmla="*/ 1523 w 1680"/>
                <a:gd name="T35" fmla="*/ 404 h 574"/>
                <a:gd name="T36" fmla="*/ 1625 w 1680"/>
                <a:gd name="T37" fmla="*/ 522 h 574"/>
                <a:gd name="T38" fmla="*/ 1665 w 1680"/>
                <a:gd name="T39" fmla="*/ 570 h 574"/>
                <a:gd name="T40" fmla="*/ 1673 w 1680"/>
                <a:gd name="T41" fmla="*/ 574 h 574"/>
                <a:gd name="T42" fmla="*/ 1680 w 1680"/>
                <a:gd name="T43" fmla="*/ 568 h 574"/>
                <a:gd name="T44" fmla="*/ 1679 w 1680"/>
                <a:gd name="T45" fmla="*/ 561 h 574"/>
                <a:gd name="T46" fmla="*/ 1605 w 1680"/>
                <a:gd name="T47" fmla="*/ 472 h 574"/>
                <a:gd name="T48" fmla="*/ 1560 w 1680"/>
                <a:gd name="T49" fmla="*/ 422 h 574"/>
                <a:gd name="T50" fmla="*/ 1519 w 1680"/>
                <a:gd name="T51" fmla="*/ 370 h 574"/>
                <a:gd name="T52" fmla="*/ 1478 w 1680"/>
                <a:gd name="T53" fmla="*/ 326 h 574"/>
                <a:gd name="T54" fmla="*/ 1425 w 1680"/>
                <a:gd name="T55" fmla="*/ 298 h 574"/>
                <a:gd name="T56" fmla="*/ 1386 w 1680"/>
                <a:gd name="T57" fmla="*/ 288 h 574"/>
                <a:gd name="T58" fmla="*/ 1302 w 1680"/>
                <a:gd name="T59" fmla="*/ 278 h 574"/>
                <a:gd name="T60" fmla="*/ 1235 w 1680"/>
                <a:gd name="T61" fmla="*/ 271 h 574"/>
                <a:gd name="T62" fmla="*/ 1102 w 1680"/>
                <a:gd name="T63" fmla="*/ 247 h 574"/>
                <a:gd name="T64" fmla="*/ 901 w 1680"/>
                <a:gd name="T65" fmla="*/ 206 h 574"/>
                <a:gd name="T66" fmla="*/ 768 w 1680"/>
                <a:gd name="T67" fmla="*/ 172 h 574"/>
                <a:gd name="T68" fmla="*/ 637 w 1680"/>
                <a:gd name="T69" fmla="*/ 129 h 574"/>
                <a:gd name="T70" fmla="*/ 557 w 1680"/>
                <a:gd name="T71" fmla="*/ 88 h 574"/>
                <a:gd name="T72" fmla="*/ 492 w 1680"/>
                <a:gd name="T73" fmla="*/ 37 h 574"/>
                <a:gd name="T74" fmla="*/ 449 w 1680"/>
                <a:gd name="T75" fmla="*/ 12 h 574"/>
                <a:gd name="T76" fmla="*/ 418 w 1680"/>
                <a:gd name="T77" fmla="*/ 2 h 574"/>
                <a:gd name="T78" fmla="*/ 365 w 1680"/>
                <a:gd name="T79" fmla="*/ 3 h 574"/>
                <a:gd name="T80" fmla="*/ 280 w 1680"/>
                <a:gd name="T81" fmla="*/ 23 h 574"/>
                <a:gd name="T82" fmla="*/ 217 w 1680"/>
                <a:gd name="T83" fmla="*/ 33 h 574"/>
                <a:gd name="T84" fmla="*/ 85 w 1680"/>
                <a:gd name="T85" fmla="*/ 34 h 574"/>
                <a:gd name="T86" fmla="*/ 8 w 1680"/>
                <a:gd name="T87" fmla="*/ 33 h 574"/>
                <a:gd name="T88" fmla="*/ 3 w 1680"/>
                <a:gd name="T89" fmla="*/ 36 h 574"/>
                <a:gd name="T90" fmla="*/ 1 w 1680"/>
                <a:gd name="T91" fmla="*/ 44 h 574"/>
                <a:gd name="T92" fmla="*/ 8 w 1680"/>
                <a:gd name="T93" fmla="*/ 5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80" h="574">
                  <a:moveTo>
                    <a:pt x="8" y="50"/>
                  </a:moveTo>
                  <a:lnTo>
                    <a:pt x="8" y="50"/>
                  </a:lnTo>
                  <a:lnTo>
                    <a:pt x="133" y="51"/>
                  </a:lnTo>
                  <a:lnTo>
                    <a:pt x="164" y="51"/>
                  </a:lnTo>
                  <a:lnTo>
                    <a:pt x="195" y="50"/>
                  </a:lnTo>
                  <a:lnTo>
                    <a:pt x="227" y="48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80" y="40"/>
                  </a:lnTo>
                  <a:lnTo>
                    <a:pt x="304" y="34"/>
                  </a:lnTo>
                  <a:lnTo>
                    <a:pt x="329" y="29"/>
                  </a:lnTo>
                  <a:lnTo>
                    <a:pt x="353" y="23"/>
                  </a:lnTo>
                  <a:lnTo>
                    <a:pt x="377" y="19"/>
                  </a:lnTo>
                  <a:lnTo>
                    <a:pt x="388" y="17"/>
                  </a:lnTo>
                  <a:lnTo>
                    <a:pt x="401" y="17"/>
                  </a:lnTo>
                  <a:lnTo>
                    <a:pt x="412" y="19"/>
                  </a:lnTo>
                  <a:lnTo>
                    <a:pt x="423" y="21"/>
                  </a:lnTo>
                  <a:lnTo>
                    <a:pt x="435" y="24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69" y="41"/>
                  </a:lnTo>
                  <a:lnTo>
                    <a:pt x="489" y="54"/>
                  </a:lnTo>
                  <a:lnTo>
                    <a:pt x="528" y="85"/>
                  </a:lnTo>
                  <a:lnTo>
                    <a:pt x="547" y="99"/>
                  </a:lnTo>
                  <a:lnTo>
                    <a:pt x="567" y="114"/>
                  </a:lnTo>
                  <a:lnTo>
                    <a:pt x="588" y="126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73" y="160"/>
                  </a:lnTo>
                  <a:lnTo>
                    <a:pt x="737" y="180"/>
                  </a:lnTo>
                  <a:lnTo>
                    <a:pt x="800" y="197"/>
                  </a:lnTo>
                  <a:lnTo>
                    <a:pt x="864" y="214"/>
                  </a:lnTo>
                  <a:lnTo>
                    <a:pt x="864" y="214"/>
                  </a:lnTo>
                  <a:lnTo>
                    <a:pt x="922" y="228"/>
                  </a:lnTo>
                  <a:lnTo>
                    <a:pt x="982" y="241"/>
                  </a:lnTo>
                  <a:lnTo>
                    <a:pt x="1041" y="254"/>
                  </a:lnTo>
                  <a:lnTo>
                    <a:pt x="1101" y="265"/>
                  </a:lnTo>
                  <a:lnTo>
                    <a:pt x="1160" y="275"/>
                  </a:lnTo>
                  <a:lnTo>
                    <a:pt x="1220" y="285"/>
                  </a:lnTo>
                  <a:lnTo>
                    <a:pt x="1281" y="292"/>
                  </a:lnTo>
                  <a:lnTo>
                    <a:pt x="1340" y="299"/>
                  </a:lnTo>
                  <a:lnTo>
                    <a:pt x="1340" y="299"/>
                  </a:lnTo>
                  <a:lnTo>
                    <a:pt x="1364" y="302"/>
                  </a:lnTo>
                  <a:lnTo>
                    <a:pt x="1388" y="306"/>
                  </a:lnTo>
                  <a:lnTo>
                    <a:pt x="1411" y="312"/>
                  </a:lnTo>
                  <a:lnTo>
                    <a:pt x="1432" y="319"/>
                  </a:lnTo>
                  <a:lnTo>
                    <a:pt x="1452" y="330"/>
                  </a:lnTo>
                  <a:lnTo>
                    <a:pt x="1472" y="343"/>
                  </a:lnTo>
                  <a:lnTo>
                    <a:pt x="1481" y="350"/>
                  </a:lnTo>
                  <a:lnTo>
                    <a:pt x="1489" y="359"/>
                  </a:lnTo>
                  <a:lnTo>
                    <a:pt x="1498" y="369"/>
                  </a:lnTo>
                  <a:lnTo>
                    <a:pt x="1505" y="378"/>
                  </a:lnTo>
                  <a:lnTo>
                    <a:pt x="1505" y="378"/>
                  </a:lnTo>
                  <a:lnTo>
                    <a:pt x="1523" y="404"/>
                  </a:lnTo>
                  <a:lnTo>
                    <a:pt x="1543" y="428"/>
                  </a:lnTo>
                  <a:lnTo>
                    <a:pt x="1584" y="475"/>
                  </a:lnTo>
                  <a:lnTo>
                    <a:pt x="1625" y="522"/>
                  </a:lnTo>
                  <a:lnTo>
                    <a:pt x="1645" y="546"/>
                  </a:lnTo>
                  <a:lnTo>
                    <a:pt x="1665" y="570"/>
                  </a:lnTo>
                  <a:lnTo>
                    <a:pt x="1665" y="570"/>
                  </a:lnTo>
                  <a:lnTo>
                    <a:pt x="1668" y="573"/>
                  </a:lnTo>
                  <a:lnTo>
                    <a:pt x="1670" y="574"/>
                  </a:lnTo>
                  <a:lnTo>
                    <a:pt x="1673" y="574"/>
                  </a:lnTo>
                  <a:lnTo>
                    <a:pt x="1678" y="573"/>
                  </a:lnTo>
                  <a:lnTo>
                    <a:pt x="1679" y="571"/>
                  </a:lnTo>
                  <a:lnTo>
                    <a:pt x="1680" y="568"/>
                  </a:lnTo>
                  <a:lnTo>
                    <a:pt x="1680" y="566"/>
                  </a:lnTo>
                  <a:lnTo>
                    <a:pt x="1679" y="561"/>
                  </a:lnTo>
                  <a:lnTo>
                    <a:pt x="1679" y="561"/>
                  </a:lnTo>
                  <a:lnTo>
                    <a:pt x="1644" y="516"/>
                  </a:lnTo>
                  <a:lnTo>
                    <a:pt x="1625" y="495"/>
                  </a:lnTo>
                  <a:lnTo>
                    <a:pt x="1605" y="472"/>
                  </a:lnTo>
                  <a:lnTo>
                    <a:pt x="1605" y="472"/>
                  </a:lnTo>
                  <a:lnTo>
                    <a:pt x="1583" y="448"/>
                  </a:lnTo>
                  <a:lnTo>
                    <a:pt x="1560" y="422"/>
                  </a:lnTo>
                  <a:lnTo>
                    <a:pt x="1539" y="397"/>
                  </a:lnTo>
                  <a:lnTo>
                    <a:pt x="1519" y="370"/>
                  </a:lnTo>
                  <a:lnTo>
                    <a:pt x="1519" y="370"/>
                  </a:lnTo>
                  <a:lnTo>
                    <a:pt x="1507" y="353"/>
                  </a:lnTo>
                  <a:lnTo>
                    <a:pt x="1493" y="339"/>
                  </a:lnTo>
                  <a:lnTo>
                    <a:pt x="1478" y="326"/>
                  </a:lnTo>
                  <a:lnTo>
                    <a:pt x="1461" y="315"/>
                  </a:lnTo>
                  <a:lnTo>
                    <a:pt x="1444" y="305"/>
                  </a:lnTo>
                  <a:lnTo>
                    <a:pt x="1425" y="298"/>
                  </a:lnTo>
                  <a:lnTo>
                    <a:pt x="1405" y="292"/>
                  </a:lnTo>
                  <a:lnTo>
                    <a:pt x="1386" y="288"/>
                  </a:lnTo>
                  <a:lnTo>
                    <a:pt x="1386" y="288"/>
                  </a:lnTo>
                  <a:lnTo>
                    <a:pt x="1364" y="285"/>
                  </a:lnTo>
                  <a:lnTo>
                    <a:pt x="1345" y="282"/>
                  </a:lnTo>
                  <a:lnTo>
                    <a:pt x="1302" y="278"/>
                  </a:lnTo>
                  <a:lnTo>
                    <a:pt x="1302" y="278"/>
                  </a:lnTo>
                  <a:lnTo>
                    <a:pt x="1268" y="275"/>
                  </a:lnTo>
                  <a:lnTo>
                    <a:pt x="1235" y="271"/>
                  </a:lnTo>
                  <a:lnTo>
                    <a:pt x="1170" y="259"/>
                  </a:lnTo>
                  <a:lnTo>
                    <a:pt x="1170" y="259"/>
                  </a:lnTo>
                  <a:lnTo>
                    <a:pt x="1102" y="247"/>
                  </a:lnTo>
                  <a:lnTo>
                    <a:pt x="1034" y="234"/>
                  </a:lnTo>
                  <a:lnTo>
                    <a:pt x="968" y="220"/>
                  </a:lnTo>
                  <a:lnTo>
                    <a:pt x="901" y="206"/>
                  </a:lnTo>
                  <a:lnTo>
                    <a:pt x="901" y="206"/>
                  </a:lnTo>
                  <a:lnTo>
                    <a:pt x="834" y="189"/>
                  </a:lnTo>
                  <a:lnTo>
                    <a:pt x="768" y="172"/>
                  </a:lnTo>
                  <a:lnTo>
                    <a:pt x="701" y="150"/>
                  </a:lnTo>
                  <a:lnTo>
                    <a:pt x="637" y="129"/>
                  </a:lnTo>
                  <a:lnTo>
                    <a:pt x="637" y="129"/>
                  </a:lnTo>
                  <a:lnTo>
                    <a:pt x="608" y="116"/>
                  </a:lnTo>
                  <a:lnTo>
                    <a:pt x="582" y="104"/>
                  </a:lnTo>
                  <a:lnTo>
                    <a:pt x="557" y="88"/>
                  </a:lnTo>
                  <a:lnTo>
                    <a:pt x="531" y="70"/>
                  </a:lnTo>
                  <a:lnTo>
                    <a:pt x="531" y="70"/>
                  </a:lnTo>
                  <a:lnTo>
                    <a:pt x="492" y="37"/>
                  </a:lnTo>
                  <a:lnTo>
                    <a:pt x="470" y="23"/>
                  </a:lnTo>
                  <a:lnTo>
                    <a:pt x="449" y="12"/>
                  </a:lnTo>
                  <a:lnTo>
                    <a:pt x="449" y="12"/>
                  </a:lnTo>
                  <a:lnTo>
                    <a:pt x="439" y="7"/>
                  </a:lnTo>
                  <a:lnTo>
                    <a:pt x="429" y="4"/>
                  </a:lnTo>
                  <a:lnTo>
                    <a:pt x="418" y="2"/>
                  </a:lnTo>
                  <a:lnTo>
                    <a:pt x="408" y="0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7"/>
                  </a:lnTo>
                  <a:lnTo>
                    <a:pt x="321" y="1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49" y="29"/>
                  </a:lnTo>
                  <a:lnTo>
                    <a:pt x="217" y="33"/>
                  </a:lnTo>
                  <a:lnTo>
                    <a:pt x="184" y="34"/>
                  </a:lnTo>
                  <a:lnTo>
                    <a:pt x="151" y="34"/>
                  </a:lnTo>
                  <a:lnTo>
                    <a:pt x="85" y="34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5" y="33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8" y="50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7">
              <a:extLst>
                <a:ext uri="{FF2B5EF4-FFF2-40B4-BE49-F238E27FC236}">
                  <a16:creationId xmlns:a16="http://schemas.microsoft.com/office/drawing/2014/main" id="{26361C61-D348-0008-48A4-48114D0F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97"/>
              <a:ext cx="153" cy="64"/>
            </a:xfrm>
            <a:custGeom>
              <a:avLst/>
              <a:gdLst>
                <a:gd name="T0" fmla="*/ 10 w 308"/>
                <a:gd name="T1" fmla="*/ 119 h 127"/>
                <a:gd name="T2" fmla="*/ 102 w 308"/>
                <a:gd name="T3" fmla="*/ 75 h 127"/>
                <a:gd name="T4" fmla="*/ 172 w 308"/>
                <a:gd name="T5" fmla="*/ 41 h 127"/>
                <a:gd name="T6" fmla="*/ 196 w 308"/>
                <a:gd name="T7" fmla="*/ 32 h 127"/>
                <a:gd name="T8" fmla="*/ 228 w 308"/>
                <a:gd name="T9" fmla="*/ 21 h 127"/>
                <a:gd name="T10" fmla="*/ 251 w 308"/>
                <a:gd name="T11" fmla="*/ 18 h 127"/>
                <a:gd name="T12" fmla="*/ 272 w 308"/>
                <a:gd name="T13" fmla="*/ 23 h 127"/>
                <a:gd name="T14" fmla="*/ 281 w 308"/>
                <a:gd name="T15" fmla="*/ 28 h 127"/>
                <a:gd name="T16" fmla="*/ 289 w 308"/>
                <a:gd name="T17" fmla="*/ 38 h 127"/>
                <a:gd name="T18" fmla="*/ 292 w 308"/>
                <a:gd name="T19" fmla="*/ 49 h 127"/>
                <a:gd name="T20" fmla="*/ 289 w 308"/>
                <a:gd name="T21" fmla="*/ 72 h 127"/>
                <a:gd name="T22" fmla="*/ 279 w 308"/>
                <a:gd name="T23" fmla="*/ 95 h 127"/>
                <a:gd name="T24" fmla="*/ 267 w 308"/>
                <a:gd name="T25" fmla="*/ 113 h 127"/>
                <a:gd name="T26" fmla="*/ 264 w 308"/>
                <a:gd name="T27" fmla="*/ 116 h 127"/>
                <a:gd name="T28" fmla="*/ 265 w 308"/>
                <a:gd name="T29" fmla="*/ 123 h 127"/>
                <a:gd name="T30" fmla="*/ 269 w 308"/>
                <a:gd name="T31" fmla="*/ 127 h 127"/>
                <a:gd name="T32" fmla="*/ 275 w 308"/>
                <a:gd name="T33" fmla="*/ 127 h 127"/>
                <a:gd name="T34" fmla="*/ 278 w 308"/>
                <a:gd name="T35" fmla="*/ 126 h 127"/>
                <a:gd name="T36" fmla="*/ 298 w 308"/>
                <a:gd name="T37" fmla="*/ 93 h 127"/>
                <a:gd name="T38" fmla="*/ 306 w 308"/>
                <a:gd name="T39" fmla="*/ 65 h 127"/>
                <a:gd name="T40" fmla="*/ 308 w 308"/>
                <a:gd name="T41" fmla="*/ 47 h 127"/>
                <a:gd name="T42" fmla="*/ 303 w 308"/>
                <a:gd name="T43" fmla="*/ 31 h 127"/>
                <a:gd name="T44" fmla="*/ 294 w 308"/>
                <a:gd name="T45" fmla="*/ 17 h 127"/>
                <a:gd name="T46" fmla="*/ 277 w 308"/>
                <a:gd name="T47" fmla="*/ 6 h 127"/>
                <a:gd name="T48" fmla="*/ 265 w 308"/>
                <a:gd name="T49" fmla="*/ 3 h 127"/>
                <a:gd name="T50" fmla="*/ 240 w 308"/>
                <a:gd name="T51" fmla="*/ 0 h 127"/>
                <a:gd name="T52" fmla="*/ 213 w 308"/>
                <a:gd name="T53" fmla="*/ 7 h 127"/>
                <a:gd name="T54" fmla="*/ 162 w 308"/>
                <a:gd name="T55" fmla="*/ 28 h 127"/>
                <a:gd name="T56" fmla="*/ 122 w 308"/>
                <a:gd name="T57" fmla="*/ 47 h 127"/>
                <a:gd name="T58" fmla="*/ 44 w 308"/>
                <a:gd name="T59" fmla="*/ 85 h 127"/>
                <a:gd name="T60" fmla="*/ 6 w 308"/>
                <a:gd name="T61" fmla="*/ 103 h 127"/>
                <a:gd name="T62" fmla="*/ 0 w 308"/>
                <a:gd name="T63" fmla="*/ 108 h 127"/>
                <a:gd name="T64" fmla="*/ 0 w 308"/>
                <a:gd name="T65" fmla="*/ 115 h 127"/>
                <a:gd name="T66" fmla="*/ 3 w 308"/>
                <a:gd name="T67" fmla="*/ 119 h 127"/>
                <a:gd name="T68" fmla="*/ 10 w 308"/>
                <a:gd name="T69" fmla="*/ 11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127">
                  <a:moveTo>
                    <a:pt x="10" y="119"/>
                  </a:moveTo>
                  <a:lnTo>
                    <a:pt x="10" y="119"/>
                  </a:lnTo>
                  <a:lnTo>
                    <a:pt x="57" y="98"/>
                  </a:lnTo>
                  <a:lnTo>
                    <a:pt x="102" y="75"/>
                  </a:lnTo>
                  <a:lnTo>
                    <a:pt x="149" y="52"/>
                  </a:lnTo>
                  <a:lnTo>
                    <a:pt x="172" y="41"/>
                  </a:lnTo>
                  <a:lnTo>
                    <a:pt x="196" y="32"/>
                  </a:lnTo>
                  <a:lnTo>
                    <a:pt x="196" y="32"/>
                  </a:lnTo>
                  <a:lnTo>
                    <a:pt x="217" y="24"/>
                  </a:lnTo>
                  <a:lnTo>
                    <a:pt x="228" y="21"/>
                  </a:lnTo>
                  <a:lnTo>
                    <a:pt x="240" y="18"/>
                  </a:lnTo>
                  <a:lnTo>
                    <a:pt x="251" y="18"/>
                  </a:lnTo>
                  <a:lnTo>
                    <a:pt x="261" y="18"/>
                  </a:lnTo>
                  <a:lnTo>
                    <a:pt x="272" y="23"/>
                  </a:lnTo>
                  <a:lnTo>
                    <a:pt x="281" y="28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89" y="38"/>
                  </a:lnTo>
                  <a:lnTo>
                    <a:pt x="291" y="44"/>
                  </a:lnTo>
                  <a:lnTo>
                    <a:pt x="292" y="49"/>
                  </a:lnTo>
                  <a:lnTo>
                    <a:pt x="292" y="61"/>
                  </a:lnTo>
                  <a:lnTo>
                    <a:pt x="289" y="72"/>
                  </a:lnTo>
                  <a:lnTo>
                    <a:pt x="285" y="83"/>
                  </a:lnTo>
                  <a:lnTo>
                    <a:pt x="279" y="95"/>
                  </a:lnTo>
                  <a:lnTo>
                    <a:pt x="272" y="105"/>
                  </a:lnTo>
                  <a:lnTo>
                    <a:pt x="267" y="113"/>
                  </a:lnTo>
                  <a:lnTo>
                    <a:pt x="267" y="113"/>
                  </a:lnTo>
                  <a:lnTo>
                    <a:pt x="264" y="116"/>
                  </a:lnTo>
                  <a:lnTo>
                    <a:pt x="264" y="120"/>
                  </a:lnTo>
                  <a:lnTo>
                    <a:pt x="265" y="123"/>
                  </a:lnTo>
                  <a:lnTo>
                    <a:pt x="267" y="126"/>
                  </a:lnTo>
                  <a:lnTo>
                    <a:pt x="269" y="127"/>
                  </a:lnTo>
                  <a:lnTo>
                    <a:pt x="272" y="127"/>
                  </a:lnTo>
                  <a:lnTo>
                    <a:pt x="275" y="127"/>
                  </a:lnTo>
                  <a:lnTo>
                    <a:pt x="278" y="126"/>
                  </a:lnTo>
                  <a:lnTo>
                    <a:pt x="278" y="126"/>
                  </a:lnTo>
                  <a:lnTo>
                    <a:pt x="289" y="110"/>
                  </a:lnTo>
                  <a:lnTo>
                    <a:pt x="298" y="93"/>
                  </a:lnTo>
                  <a:lnTo>
                    <a:pt x="305" y="75"/>
                  </a:lnTo>
                  <a:lnTo>
                    <a:pt x="306" y="65"/>
                  </a:lnTo>
                  <a:lnTo>
                    <a:pt x="308" y="57"/>
                  </a:lnTo>
                  <a:lnTo>
                    <a:pt x="308" y="47"/>
                  </a:lnTo>
                  <a:lnTo>
                    <a:pt x="305" y="38"/>
                  </a:lnTo>
                  <a:lnTo>
                    <a:pt x="303" y="31"/>
                  </a:lnTo>
                  <a:lnTo>
                    <a:pt x="299" y="23"/>
                  </a:lnTo>
                  <a:lnTo>
                    <a:pt x="294" y="17"/>
                  </a:lnTo>
                  <a:lnTo>
                    <a:pt x="285" y="11"/>
                  </a:lnTo>
                  <a:lnTo>
                    <a:pt x="277" y="6"/>
                  </a:lnTo>
                  <a:lnTo>
                    <a:pt x="265" y="3"/>
                  </a:lnTo>
                  <a:lnTo>
                    <a:pt x="265" y="3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6" y="3"/>
                  </a:lnTo>
                  <a:lnTo>
                    <a:pt x="213" y="7"/>
                  </a:lnTo>
                  <a:lnTo>
                    <a:pt x="186" y="17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22" y="47"/>
                  </a:lnTo>
                  <a:lnTo>
                    <a:pt x="84" y="65"/>
                  </a:lnTo>
                  <a:lnTo>
                    <a:pt x="44" y="85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" y="105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2" y="117"/>
                  </a:lnTo>
                  <a:lnTo>
                    <a:pt x="3" y="119"/>
                  </a:lnTo>
                  <a:lnTo>
                    <a:pt x="6" y="120"/>
                  </a:lnTo>
                  <a:lnTo>
                    <a:pt x="10" y="119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8">
              <a:extLst>
                <a:ext uri="{FF2B5EF4-FFF2-40B4-BE49-F238E27FC236}">
                  <a16:creationId xmlns:a16="http://schemas.microsoft.com/office/drawing/2014/main" id="{54351F81-530A-2025-727B-DB3D3493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160"/>
              <a:ext cx="238" cy="260"/>
            </a:xfrm>
            <a:custGeom>
              <a:avLst/>
              <a:gdLst>
                <a:gd name="T0" fmla="*/ 477 w 477"/>
                <a:gd name="T1" fmla="*/ 507 h 518"/>
                <a:gd name="T2" fmla="*/ 436 w 477"/>
                <a:gd name="T3" fmla="*/ 385 h 518"/>
                <a:gd name="T4" fmla="*/ 411 w 477"/>
                <a:gd name="T5" fmla="*/ 326 h 518"/>
                <a:gd name="T6" fmla="*/ 384 w 477"/>
                <a:gd name="T7" fmla="*/ 268 h 518"/>
                <a:gd name="T8" fmla="*/ 370 w 477"/>
                <a:gd name="T9" fmla="*/ 241 h 518"/>
                <a:gd name="T10" fmla="*/ 336 w 477"/>
                <a:gd name="T11" fmla="*/ 190 h 518"/>
                <a:gd name="T12" fmla="*/ 316 w 477"/>
                <a:gd name="T13" fmla="*/ 167 h 518"/>
                <a:gd name="T14" fmla="*/ 291 w 477"/>
                <a:gd name="T15" fmla="*/ 141 h 518"/>
                <a:gd name="T16" fmla="*/ 263 w 477"/>
                <a:gd name="T17" fmla="*/ 120 h 518"/>
                <a:gd name="T18" fmla="*/ 200 w 477"/>
                <a:gd name="T19" fmla="*/ 83 h 518"/>
                <a:gd name="T20" fmla="*/ 175 w 477"/>
                <a:gd name="T21" fmla="*/ 68 h 518"/>
                <a:gd name="T22" fmla="*/ 101 w 477"/>
                <a:gd name="T23" fmla="*/ 17 h 518"/>
                <a:gd name="T24" fmla="*/ 84 w 477"/>
                <a:gd name="T25" fmla="*/ 7 h 518"/>
                <a:gd name="T26" fmla="*/ 66 w 477"/>
                <a:gd name="T27" fmla="*/ 1 h 518"/>
                <a:gd name="T28" fmla="*/ 47 w 477"/>
                <a:gd name="T29" fmla="*/ 0 h 518"/>
                <a:gd name="T30" fmla="*/ 29 w 477"/>
                <a:gd name="T31" fmla="*/ 7 h 518"/>
                <a:gd name="T32" fmla="*/ 22 w 477"/>
                <a:gd name="T33" fmla="*/ 12 h 518"/>
                <a:gd name="T34" fmla="*/ 9 w 477"/>
                <a:gd name="T35" fmla="*/ 27 h 518"/>
                <a:gd name="T36" fmla="*/ 2 w 477"/>
                <a:gd name="T37" fmla="*/ 45 h 518"/>
                <a:gd name="T38" fmla="*/ 0 w 477"/>
                <a:gd name="T39" fmla="*/ 65 h 518"/>
                <a:gd name="T40" fmla="*/ 3 w 477"/>
                <a:gd name="T41" fmla="*/ 98 h 518"/>
                <a:gd name="T42" fmla="*/ 19 w 477"/>
                <a:gd name="T43" fmla="*/ 136 h 518"/>
                <a:gd name="T44" fmla="*/ 29 w 477"/>
                <a:gd name="T45" fmla="*/ 150 h 518"/>
                <a:gd name="T46" fmla="*/ 35 w 477"/>
                <a:gd name="T47" fmla="*/ 153 h 518"/>
                <a:gd name="T48" fmla="*/ 40 w 477"/>
                <a:gd name="T49" fmla="*/ 150 h 518"/>
                <a:gd name="T50" fmla="*/ 43 w 477"/>
                <a:gd name="T51" fmla="*/ 144 h 518"/>
                <a:gd name="T52" fmla="*/ 42 w 477"/>
                <a:gd name="T53" fmla="*/ 139 h 518"/>
                <a:gd name="T54" fmla="*/ 35 w 477"/>
                <a:gd name="T55" fmla="*/ 130 h 518"/>
                <a:gd name="T56" fmla="*/ 26 w 477"/>
                <a:gd name="T57" fmla="*/ 112 h 518"/>
                <a:gd name="T58" fmla="*/ 20 w 477"/>
                <a:gd name="T59" fmla="*/ 92 h 518"/>
                <a:gd name="T60" fmla="*/ 19 w 477"/>
                <a:gd name="T61" fmla="*/ 62 h 518"/>
                <a:gd name="T62" fmla="*/ 20 w 477"/>
                <a:gd name="T63" fmla="*/ 49 h 518"/>
                <a:gd name="T64" fmla="*/ 30 w 477"/>
                <a:gd name="T65" fmla="*/ 29 h 518"/>
                <a:gd name="T66" fmla="*/ 47 w 477"/>
                <a:gd name="T67" fmla="*/ 20 h 518"/>
                <a:gd name="T68" fmla="*/ 69 w 477"/>
                <a:gd name="T69" fmla="*/ 20 h 518"/>
                <a:gd name="T70" fmla="*/ 80 w 477"/>
                <a:gd name="T71" fmla="*/ 24 h 518"/>
                <a:gd name="T72" fmla="*/ 120 w 477"/>
                <a:gd name="T73" fmla="*/ 51 h 518"/>
                <a:gd name="T74" fmla="*/ 156 w 477"/>
                <a:gd name="T75" fmla="*/ 79 h 518"/>
                <a:gd name="T76" fmla="*/ 182 w 477"/>
                <a:gd name="T77" fmla="*/ 95 h 518"/>
                <a:gd name="T78" fmla="*/ 236 w 477"/>
                <a:gd name="T79" fmla="*/ 123 h 518"/>
                <a:gd name="T80" fmla="*/ 261 w 477"/>
                <a:gd name="T81" fmla="*/ 139 h 518"/>
                <a:gd name="T82" fmla="*/ 282 w 477"/>
                <a:gd name="T83" fmla="*/ 154 h 518"/>
                <a:gd name="T84" fmla="*/ 319 w 477"/>
                <a:gd name="T85" fmla="*/ 192 h 518"/>
                <a:gd name="T86" fmla="*/ 349 w 477"/>
                <a:gd name="T87" fmla="*/ 236 h 518"/>
                <a:gd name="T88" fmla="*/ 384 w 477"/>
                <a:gd name="T89" fmla="*/ 306 h 518"/>
                <a:gd name="T90" fmla="*/ 396 w 477"/>
                <a:gd name="T91" fmla="*/ 331 h 518"/>
                <a:gd name="T92" fmla="*/ 426 w 477"/>
                <a:gd name="T93" fmla="*/ 408 h 518"/>
                <a:gd name="T94" fmla="*/ 460 w 477"/>
                <a:gd name="T95" fmla="*/ 511 h 518"/>
                <a:gd name="T96" fmla="*/ 461 w 477"/>
                <a:gd name="T97" fmla="*/ 515 h 518"/>
                <a:gd name="T98" fmla="*/ 467 w 477"/>
                <a:gd name="T99" fmla="*/ 518 h 518"/>
                <a:gd name="T100" fmla="*/ 474 w 477"/>
                <a:gd name="T101" fmla="*/ 515 h 518"/>
                <a:gd name="T102" fmla="*/ 477 w 477"/>
                <a:gd name="T103" fmla="*/ 511 h 518"/>
                <a:gd name="T104" fmla="*/ 477 w 477"/>
                <a:gd name="T105" fmla="*/ 50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7" h="518">
                  <a:moveTo>
                    <a:pt x="477" y="507"/>
                  </a:moveTo>
                  <a:lnTo>
                    <a:pt x="477" y="507"/>
                  </a:lnTo>
                  <a:lnTo>
                    <a:pt x="457" y="446"/>
                  </a:lnTo>
                  <a:lnTo>
                    <a:pt x="436" y="385"/>
                  </a:lnTo>
                  <a:lnTo>
                    <a:pt x="424" y="355"/>
                  </a:lnTo>
                  <a:lnTo>
                    <a:pt x="411" y="326"/>
                  </a:lnTo>
                  <a:lnTo>
                    <a:pt x="399" y="296"/>
                  </a:lnTo>
                  <a:lnTo>
                    <a:pt x="384" y="268"/>
                  </a:lnTo>
                  <a:lnTo>
                    <a:pt x="384" y="268"/>
                  </a:lnTo>
                  <a:lnTo>
                    <a:pt x="370" y="241"/>
                  </a:lnTo>
                  <a:lnTo>
                    <a:pt x="355" y="215"/>
                  </a:lnTo>
                  <a:lnTo>
                    <a:pt x="336" y="19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05" y="153"/>
                  </a:lnTo>
                  <a:lnTo>
                    <a:pt x="291" y="141"/>
                  </a:lnTo>
                  <a:lnTo>
                    <a:pt x="277" y="130"/>
                  </a:lnTo>
                  <a:lnTo>
                    <a:pt x="263" y="120"/>
                  </a:lnTo>
                  <a:lnTo>
                    <a:pt x="231" y="100"/>
                  </a:lnTo>
                  <a:lnTo>
                    <a:pt x="200" y="83"/>
                  </a:lnTo>
                  <a:lnTo>
                    <a:pt x="200" y="83"/>
                  </a:lnTo>
                  <a:lnTo>
                    <a:pt x="175" y="68"/>
                  </a:lnTo>
                  <a:lnTo>
                    <a:pt x="149" y="51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84" y="7"/>
                  </a:ln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9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5" y="20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3" y="98"/>
                  </a:lnTo>
                  <a:lnTo>
                    <a:pt x="10" y="117"/>
                  </a:lnTo>
                  <a:lnTo>
                    <a:pt x="19" y="136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32" y="153"/>
                  </a:lnTo>
                  <a:lnTo>
                    <a:pt x="35" y="153"/>
                  </a:lnTo>
                  <a:lnTo>
                    <a:pt x="37" y="153"/>
                  </a:lnTo>
                  <a:lnTo>
                    <a:pt x="40" y="150"/>
                  </a:lnTo>
                  <a:lnTo>
                    <a:pt x="42" y="147"/>
                  </a:lnTo>
                  <a:lnTo>
                    <a:pt x="43" y="144"/>
                  </a:lnTo>
                  <a:lnTo>
                    <a:pt x="43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35" y="130"/>
                  </a:lnTo>
                  <a:lnTo>
                    <a:pt x="30" y="122"/>
                  </a:lnTo>
                  <a:lnTo>
                    <a:pt x="26" y="112"/>
                  </a:lnTo>
                  <a:lnTo>
                    <a:pt x="22" y="102"/>
                  </a:lnTo>
                  <a:lnTo>
                    <a:pt x="20" y="92"/>
                  </a:lnTo>
                  <a:lnTo>
                    <a:pt x="19" y="8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49"/>
                  </a:lnTo>
                  <a:lnTo>
                    <a:pt x="25" y="38"/>
                  </a:lnTo>
                  <a:lnTo>
                    <a:pt x="30" y="29"/>
                  </a:lnTo>
                  <a:lnTo>
                    <a:pt x="37" y="22"/>
                  </a:lnTo>
                  <a:lnTo>
                    <a:pt x="47" y="20"/>
                  </a:lnTo>
                  <a:lnTo>
                    <a:pt x="57" y="18"/>
                  </a:lnTo>
                  <a:lnTo>
                    <a:pt x="69" y="20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100" y="37"/>
                  </a:lnTo>
                  <a:lnTo>
                    <a:pt x="120" y="51"/>
                  </a:lnTo>
                  <a:lnTo>
                    <a:pt x="138" y="65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82" y="95"/>
                  </a:lnTo>
                  <a:lnTo>
                    <a:pt x="209" y="109"/>
                  </a:lnTo>
                  <a:lnTo>
                    <a:pt x="236" y="123"/>
                  </a:lnTo>
                  <a:lnTo>
                    <a:pt x="261" y="139"/>
                  </a:lnTo>
                  <a:lnTo>
                    <a:pt x="261" y="139"/>
                  </a:lnTo>
                  <a:lnTo>
                    <a:pt x="273" y="146"/>
                  </a:lnTo>
                  <a:lnTo>
                    <a:pt x="282" y="154"/>
                  </a:lnTo>
                  <a:lnTo>
                    <a:pt x="301" y="171"/>
                  </a:lnTo>
                  <a:lnTo>
                    <a:pt x="319" y="192"/>
                  </a:lnTo>
                  <a:lnTo>
                    <a:pt x="335" y="214"/>
                  </a:lnTo>
                  <a:lnTo>
                    <a:pt x="349" y="236"/>
                  </a:lnTo>
                  <a:lnTo>
                    <a:pt x="362" y="260"/>
                  </a:lnTo>
                  <a:lnTo>
                    <a:pt x="384" y="306"/>
                  </a:lnTo>
                  <a:lnTo>
                    <a:pt x="384" y="306"/>
                  </a:lnTo>
                  <a:lnTo>
                    <a:pt x="396" y="331"/>
                  </a:lnTo>
                  <a:lnTo>
                    <a:pt x="406" y="357"/>
                  </a:lnTo>
                  <a:lnTo>
                    <a:pt x="426" y="408"/>
                  </a:lnTo>
                  <a:lnTo>
                    <a:pt x="443" y="460"/>
                  </a:lnTo>
                  <a:lnTo>
                    <a:pt x="460" y="511"/>
                  </a:lnTo>
                  <a:lnTo>
                    <a:pt x="460" y="511"/>
                  </a:lnTo>
                  <a:lnTo>
                    <a:pt x="461" y="515"/>
                  </a:lnTo>
                  <a:lnTo>
                    <a:pt x="464" y="517"/>
                  </a:lnTo>
                  <a:lnTo>
                    <a:pt x="467" y="518"/>
                  </a:lnTo>
                  <a:lnTo>
                    <a:pt x="471" y="517"/>
                  </a:lnTo>
                  <a:lnTo>
                    <a:pt x="474" y="515"/>
                  </a:lnTo>
                  <a:lnTo>
                    <a:pt x="475" y="514"/>
                  </a:lnTo>
                  <a:lnTo>
                    <a:pt x="477" y="511"/>
                  </a:lnTo>
                  <a:lnTo>
                    <a:pt x="477" y="507"/>
                  </a:lnTo>
                  <a:lnTo>
                    <a:pt x="477" y="5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9">
              <a:extLst>
                <a:ext uri="{FF2B5EF4-FFF2-40B4-BE49-F238E27FC236}">
                  <a16:creationId xmlns:a16="http://schemas.microsoft.com/office/drawing/2014/main" id="{60C77FA7-A5A2-C469-0232-2F1CFBCD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189"/>
              <a:ext cx="237" cy="96"/>
            </a:xfrm>
            <a:custGeom>
              <a:avLst/>
              <a:gdLst>
                <a:gd name="T0" fmla="*/ 472 w 475"/>
                <a:gd name="T1" fmla="*/ 177 h 191"/>
                <a:gd name="T2" fmla="*/ 425 w 475"/>
                <a:gd name="T3" fmla="*/ 136 h 191"/>
                <a:gd name="T4" fmla="*/ 373 w 475"/>
                <a:gd name="T5" fmla="*/ 98 h 191"/>
                <a:gd name="T6" fmla="*/ 316 w 475"/>
                <a:gd name="T7" fmla="*/ 62 h 191"/>
                <a:gd name="T8" fmla="*/ 255 w 475"/>
                <a:gd name="T9" fmla="*/ 32 h 191"/>
                <a:gd name="T10" fmla="*/ 193 w 475"/>
                <a:gd name="T11" fmla="*/ 11 h 191"/>
                <a:gd name="T12" fmla="*/ 131 w 475"/>
                <a:gd name="T13" fmla="*/ 0 h 191"/>
                <a:gd name="T14" fmla="*/ 98 w 475"/>
                <a:gd name="T15" fmla="*/ 0 h 191"/>
                <a:gd name="T16" fmla="*/ 67 w 475"/>
                <a:gd name="T17" fmla="*/ 3 h 191"/>
                <a:gd name="T18" fmla="*/ 36 w 475"/>
                <a:gd name="T19" fmla="*/ 10 h 191"/>
                <a:gd name="T20" fmla="*/ 4 w 475"/>
                <a:gd name="T21" fmla="*/ 20 h 191"/>
                <a:gd name="T22" fmla="*/ 2 w 475"/>
                <a:gd name="T23" fmla="*/ 23 h 191"/>
                <a:gd name="T24" fmla="*/ 0 w 475"/>
                <a:gd name="T25" fmla="*/ 28 h 191"/>
                <a:gd name="T26" fmla="*/ 2 w 475"/>
                <a:gd name="T27" fmla="*/ 31 h 191"/>
                <a:gd name="T28" fmla="*/ 24 w 475"/>
                <a:gd name="T29" fmla="*/ 69 h 191"/>
                <a:gd name="T30" fmla="*/ 54 w 475"/>
                <a:gd name="T31" fmla="*/ 103 h 191"/>
                <a:gd name="T32" fmla="*/ 87 w 475"/>
                <a:gd name="T33" fmla="*/ 134 h 191"/>
                <a:gd name="T34" fmla="*/ 121 w 475"/>
                <a:gd name="T35" fmla="*/ 164 h 191"/>
                <a:gd name="T36" fmla="*/ 128 w 475"/>
                <a:gd name="T37" fmla="*/ 166 h 191"/>
                <a:gd name="T38" fmla="*/ 133 w 475"/>
                <a:gd name="T39" fmla="*/ 163 h 191"/>
                <a:gd name="T40" fmla="*/ 135 w 475"/>
                <a:gd name="T41" fmla="*/ 157 h 191"/>
                <a:gd name="T42" fmla="*/ 132 w 475"/>
                <a:gd name="T43" fmla="*/ 151 h 191"/>
                <a:gd name="T44" fmla="*/ 99 w 475"/>
                <a:gd name="T45" fmla="*/ 123 h 191"/>
                <a:gd name="T46" fmla="*/ 67 w 475"/>
                <a:gd name="T47" fmla="*/ 93 h 191"/>
                <a:gd name="T48" fmla="*/ 38 w 475"/>
                <a:gd name="T49" fmla="*/ 59 h 191"/>
                <a:gd name="T50" fmla="*/ 16 w 475"/>
                <a:gd name="T51" fmla="*/ 23 h 191"/>
                <a:gd name="T52" fmla="*/ 13 w 475"/>
                <a:gd name="T53" fmla="*/ 35 h 191"/>
                <a:gd name="T54" fmla="*/ 27 w 475"/>
                <a:gd name="T55" fmla="*/ 30 h 191"/>
                <a:gd name="T56" fmla="*/ 57 w 475"/>
                <a:gd name="T57" fmla="*/ 21 h 191"/>
                <a:gd name="T58" fmla="*/ 87 w 475"/>
                <a:gd name="T59" fmla="*/ 17 h 191"/>
                <a:gd name="T60" fmla="*/ 133 w 475"/>
                <a:gd name="T61" fmla="*/ 17 h 191"/>
                <a:gd name="T62" fmla="*/ 193 w 475"/>
                <a:gd name="T63" fmla="*/ 28 h 191"/>
                <a:gd name="T64" fmla="*/ 254 w 475"/>
                <a:gd name="T65" fmla="*/ 49 h 191"/>
                <a:gd name="T66" fmla="*/ 312 w 475"/>
                <a:gd name="T67" fmla="*/ 79 h 191"/>
                <a:gd name="T68" fmla="*/ 366 w 475"/>
                <a:gd name="T69" fmla="*/ 113 h 191"/>
                <a:gd name="T70" fmla="*/ 417 w 475"/>
                <a:gd name="T71" fmla="*/ 150 h 191"/>
                <a:gd name="T72" fmla="*/ 461 w 475"/>
                <a:gd name="T73" fmla="*/ 188 h 191"/>
                <a:gd name="T74" fmla="*/ 464 w 475"/>
                <a:gd name="T75" fmla="*/ 191 h 191"/>
                <a:gd name="T76" fmla="*/ 471 w 475"/>
                <a:gd name="T77" fmla="*/ 190 h 191"/>
                <a:gd name="T78" fmla="*/ 475 w 475"/>
                <a:gd name="T79" fmla="*/ 185 h 191"/>
                <a:gd name="T80" fmla="*/ 475 w 475"/>
                <a:gd name="T81" fmla="*/ 180 h 191"/>
                <a:gd name="T82" fmla="*/ 472 w 475"/>
                <a:gd name="T83" fmla="*/ 17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5" h="191">
                  <a:moveTo>
                    <a:pt x="472" y="177"/>
                  </a:moveTo>
                  <a:lnTo>
                    <a:pt x="472" y="177"/>
                  </a:lnTo>
                  <a:lnTo>
                    <a:pt x="449" y="157"/>
                  </a:lnTo>
                  <a:lnTo>
                    <a:pt x="425" y="136"/>
                  </a:lnTo>
                  <a:lnTo>
                    <a:pt x="400" y="116"/>
                  </a:lnTo>
                  <a:lnTo>
                    <a:pt x="373" y="98"/>
                  </a:lnTo>
                  <a:lnTo>
                    <a:pt x="345" y="79"/>
                  </a:lnTo>
                  <a:lnTo>
                    <a:pt x="316" y="62"/>
                  </a:lnTo>
                  <a:lnTo>
                    <a:pt x="286" y="47"/>
                  </a:lnTo>
                  <a:lnTo>
                    <a:pt x="255" y="32"/>
                  </a:lnTo>
                  <a:lnTo>
                    <a:pt x="225" y="21"/>
                  </a:lnTo>
                  <a:lnTo>
                    <a:pt x="193" y="11"/>
                  </a:lnTo>
                  <a:lnTo>
                    <a:pt x="162" y="4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2" y="1"/>
                  </a:lnTo>
                  <a:lnTo>
                    <a:pt x="67" y="3"/>
                  </a:lnTo>
                  <a:lnTo>
                    <a:pt x="51" y="5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13" y="51"/>
                  </a:lnTo>
                  <a:lnTo>
                    <a:pt x="24" y="69"/>
                  </a:lnTo>
                  <a:lnTo>
                    <a:pt x="38" y="88"/>
                  </a:lnTo>
                  <a:lnTo>
                    <a:pt x="54" y="103"/>
                  </a:lnTo>
                  <a:lnTo>
                    <a:pt x="70" y="120"/>
                  </a:lnTo>
                  <a:lnTo>
                    <a:pt x="87" y="13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1" y="164"/>
                  </a:lnTo>
                  <a:lnTo>
                    <a:pt x="133" y="163"/>
                  </a:lnTo>
                  <a:lnTo>
                    <a:pt x="135" y="160"/>
                  </a:lnTo>
                  <a:lnTo>
                    <a:pt x="135" y="157"/>
                  </a:lnTo>
                  <a:lnTo>
                    <a:pt x="135" y="154"/>
                  </a:lnTo>
                  <a:lnTo>
                    <a:pt x="132" y="151"/>
                  </a:lnTo>
                  <a:lnTo>
                    <a:pt x="132" y="151"/>
                  </a:lnTo>
                  <a:lnTo>
                    <a:pt x="99" y="123"/>
                  </a:lnTo>
                  <a:lnTo>
                    <a:pt x="82" y="109"/>
                  </a:lnTo>
                  <a:lnTo>
                    <a:pt x="67" y="93"/>
                  </a:lnTo>
                  <a:lnTo>
                    <a:pt x="53" y="78"/>
                  </a:lnTo>
                  <a:lnTo>
                    <a:pt x="38" y="59"/>
                  </a:lnTo>
                  <a:lnTo>
                    <a:pt x="27" y="4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27" y="30"/>
                  </a:lnTo>
                  <a:lnTo>
                    <a:pt x="43" y="24"/>
                  </a:lnTo>
                  <a:lnTo>
                    <a:pt x="57" y="21"/>
                  </a:lnTo>
                  <a:lnTo>
                    <a:pt x="72" y="18"/>
                  </a:lnTo>
                  <a:lnTo>
                    <a:pt x="87" y="17"/>
                  </a:lnTo>
                  <a:lnTo>
                    <a:pt x="102" y="15"/>
                  </a:lnTo>
                  <a:lnTo>
                    <a:pt x="133" y="17"/>
                  </a:lnTo>
                  <a:lnTo>
                    <a:pt x="163" y="21"/>
                  </a:lnTo>
                  <a:lnTo>
                    <a:pt x="193" y="28"/>
                  </a:lnTo>
                  <a:lnTo>
                    <a:pt x="224" y="38"/>
                  </a:lnTo>
                  <a:lnTo>
                    <a:pt x="254" y="49"/>
                  </a:lnTo>
                  <a:lnTo>
                    <a:pt x="282" y="64"/>
                  </a:lnTo>
                  <a:lnTo>
                    <a:pt x="312" y="79"/>
                  </a:lnTo>
                  <a:lnTo>
                    <a:pt x="339" y="95"/>
                  </a:lnTo>
                  <a:lnTo>
                    <a:pt x="366" y="113"/>
                  </a:lnTo>
                  <a:lnTo>
                    <a:pt x="391" y="132"/>
                  </a:lnTo>
                  <a:lnTo>
                    <a:pt x="417" y="150"/>
                  </a:lnTo>
                  <a:lnTo>
                    <a:pt x="439" y="170"/>
                  </a:lnTo>
                  <a:lnTo>
                    <a:pt x="461" y="188"/>
                  </a:lnTo>
                  <a:lnTo>
                    <a:pt x="461" y="188"/>
                  </a:lnTo>
                  <a:lnTo>
                    <a:pt x="464" y="191"/>
                  </a:lnTo>
                  <a:lnTo>
                    <a:pt x="468" y="191"/>
                  </a:lnTo>
                  <a:lnTo>
                    <a:pt x="471" y="190"/>
                  </a:lnTo>
                  <a:lnTo>
                    <a:pt x="473" y="188"/>
                  </a:lnTo>
                  <a:lnTo>
                    <a:pt x="475" y="185"/>
                  </a:lnTo>
                  <a:lnTo>
                    <a:pt x="475" y="183"/>
                  </a:lnTo>
                  <a:lnTo>
                    <a:pt x="475" y="180"/>
                  </a:lnTo>
                  <a:lnTo>
                    <a:pt x="472" y="177"/>
                  </a:lnTo>
                  <a:lnTo>
                    <a:pt x="47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80">
              <a:extLst>
                <a:ext uri="{FF2B5EF4-FFF2-40B4-BE49-F238E27FC236}">
                  <a16:creationId xmlns:a16="http://schemas.microsoft.com/office/drawing/2014/main" id="{B427F9F9-68ED-088A-2430-BB6D5A11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236"/>
              <a:ext cx="62" cy="70"/>
            </a:xfrm>
            <a:custGeom>
              <a:avLst/>
              <a:gdLst>
                <a:gd name="T0" fmla="*/ 122 w 125"/>
                <a:gd name="T1" fmla="*/ 24 h 141"/>
                <a:gd name="T2" fmla="*/ 122 w 125"/>
                <a:gd name="T3" fmla="*/ 24 h 141"/>
                <a:gd name="T4" fmla="*/ 111 w 125"/>
                <a:gd name="T5" fmla="*/ 16 h 141"/>
                <a:gd name="T6" fmla="*/ 99 w 125"/>
                <a:gd name="T7" fmla="*/ 9 h 141"/>
                <a:gd name="T8" fmla="*/ 87 w 125"/>
                <a:gd name="T9" fmla="*/ 3 h 141"/>
                <a:gd name="T10" fmla="*/ 74 w 125"/>
                <a:gd name="T11" fmla="*/ 0 h 141"/>
                <a:gd name="T12" fmla="*/ 61 w 125"/>
                <a:gd name="T13" fmla="*/ 2 h 141"/>
                <a:gd name="T14" fmla="*/ 48 w 125"/>
                <a:gd name="T15" fmla="*/ 5 h 141"/>
                <a:gd name="T16" fmla="*/ 37 w 125"/>
                <a:gd name="T17" fmla="*/ 10 h 141"/>
                <a:gd name="T18" fmla="*/ 26 w 125"/>
                <a:gd name="T19" fmla="*/ 20 h 141"/>
                <a:gd name="T20" fmla="*/ 26 w 125"/>
                <a:gd name="T21" fmla="*/ 20 h 141"/>
                <a:gd name="T22" fmla="*/ 16 w 125"/>
                <a:gd name="T23" fmla="*/ 32 h 141"/>
                <a:gd name="T24" fmla="*/ 7 w 125"/>
                <a:gd name="T25" fmla="*/ 46 h 141"/>
                <a:gd name="T26" fmla="*/ 3 w 125"/>
                <a:gd name="T27" fmla="*/ 60 h 141"/>
                <a:gd name="T28" fmla="*/ 0 w 125"/>
                <a:gd name="T29" fmla="*/ 75 h 141"/>
                <a:gd name="T30" fmla="*/ 0 w 125"/>
                <a:gd name="T31" fmla="*/ 91 h 141"/>
                <a:gd name="T32" fmla="*/ 3 w 125"/>
                <a:gd name="T33" fmla="*/ 107 h 141"/>
                <a:gd name="T34" fmla="*/ 6 w 125"/>
                <a:gd name="T35" fmla="*/ 122 h 141"/>
                <a:gd name="T36" fmla="*/ 12 w 125"/>
                <a:gd name="T37" fmla="*/ 136 h 141"/>
                <a:gd name="T38" fmla="*/ 12 w 125"/>
                <a:gd name="T39" fmla="*/ 136 h 141"/>
                <a:gd name="T40" fmla="*/ 14 w 125"/>
                <a:gd name="T41" fmla="*/ 139 h 141"/>
                <a:gd name="T42" fmla="*/ 17 w 125"/>
                <a:gd name="T43" fmla="*/ 141 h 141"/>
                <a:gd name="T44" fmla="*/ 20 w 125"/>
                <a:gd name="T45" fmla="*/ 141 h 141"/>
                <a:gd name="T46" fmla="*/ 23 w 125"/>
                <a:gd name="T47" fmla="*/ 139 h 141"/>
                <a:gd name="T48" fmla="*/ 26 w 125"/>
                <a:gd name="T49" fmla="*/ 136 h 141"/>
                <a:gd name="T50" fmla="*/ 27 w 125"/>
                <a:gd name="T51" fmla="*/ 135 h 141"/>
                <a:gd name="T52" fmla="*/ 27 w 125"/>
                <a:gd name="T53" fmla="*/ 131 h 141"/>
                <a:gd name="T54" fmla="*/ 27 w 125"/>
                <a:gd name="T55" fmla="*/ 128 h 141"/>
                <a:gd name="T56" fmla="*/ 27 w 125"/>
                <a:gd name="T57" fmla="*/ 128 h 141"/>
                <a:gd name="T58" fmla="*/ 23 w 125"/>
                <a:gd name="T59" fmla="*/ 117 h 141"/>
                <a:gd name="T60" fmla="*/ 19 w 125"/>
                <a:gd name="T61" fmla="*/ 105 h 141"/>
                <a:gd name="T62" fmla="*/ 17 w 125"/>
                <a:gd name="T63" fmla="*/ 95 h 141"/>
                <a:gd name="T64" fmla="*/ 17 w 125"/>
                <a:gd name="T65" fmla="*/ 84 h 141"/>
                <a:gd name="T66" fmla="*/ 19 w 125"/>
                <a:gd name="T67" fmla="*/ 73 h 141"/>
                <a:gd name="T68" fmla="*/ 22 w 125"/>
                <a:gd name="T69" fmla="*/ 61 h 141"/>
                <a:gd name="T70" fmla="*/ 24 w 125"/>
                <a:gd name="T71" fmla="*/ 51 h 141"/>
                <a:gd name="T72" fmla="*/ 30 w 125"/>
                <a:gd name="T73" fmla="*/ 41 h 141"/>
                <a:gd name="T74" fmla="*/ 30 w 125"/>
                <a:gd name="T75" fmla="*/ 41 h 141"/>
                <a:gd name="T76" fmla="*/ 39 w 125"/>
                <a:gd name="T77" fmla="*/ 30 h 141"/>
                <a:gd name="T78" fmla="*/ 48 w 125"/>
                <a:gd name="T79" fmla="*/ 23 h 141"/>
                <a:gd name="T80" fmla="*/ 58 w 125"/>
                <a:gd name="T81" fmla="*/ 19 h 141"/>
                <a:gd name="T82" fmla="*/ 68 w 125"/>
                <a:gd name="T83" fmla="*/ 17 h 141"/>
                <a:gd name="T84" fmla="*/ 80 w 125"/>
                <a:gd name="T85" fmla="*/ 19 h 141"/>
                <a:gd name="T86" fmla="*/ 90 w 125"/>
                <a:gd name="T87" fmla="*/ 23 h 141"/>
                <a:gd name="T88" fmla="*/ 101 w 125"/>
                <a:gd name="T89" fmla="*/ 29 h 141"/>
                <a:gd name="T90" fmla="*/ 109 w 125"/>
                <a:gd name="T91" fmla="*/ 37 h 141"/>
                <a:gd name="T92" fmla="*/ 109 w 125"/>
                <a:gd name="T93" fmla="*/ 37 h 141"/>
                <a:gd name="T94" fmla="*/ 114 w 125"/>
                <a:gd name="T95" fmla="*/ 39 h 141"/>
                <a:gd name="T96" fmla="*/ 116 w 125"/>
                <a:gd name="T97" fmla="*/ 39 h 141"/>
                <a:gd name="T98" fmla="*/ 119 w 125"/>
                <a:gd name="T99" fmla="*/ 39 h 141"/>
                <a:gd name="T100" fmla="*/ 122 w 125"/>
                <a:gd name="T101" fmla="*/ 37 h 141"/>
                <a:gd name="T102" fmla="*/ 124 w 125"/>
                <a:gd name="T103" fmla="*/ 34 h 141"/>
                <a:gd name="T104" fmla="*/ 125 w 125"/>
                <a:gd name="T105" fmla="*/ 32 h 141"/>
                <a:gd name="T106" fmla="*/ 124 w 125"/>
                <a:gd name="T107" fmla="*/ 27 h 141"/>
                <a:gd name="T108" fmla="*/ 122 w 125"/>
                <a:gd name="T109" fmla="*/ 24 h 141"/>
                <a:gd name="T110" fmla="*/ 122 w 125"/>
                <a:gd name="T111" fmla="*/ 2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5" h="141">
                  <a:moveTo>
                    <a:pt x="122" y="24"/>
                  </a:moveTo>
                  <a:lnTo>
                    <a:pt x="122" y="24"/>
                  </a:lnTo>
                  <a:lnTo>
                    <a:pt x="111" y="16"/>
                  </a:lnTo>
                  <a:lnTo>
                    <a:pt x="99" y="9"/>
                  </a:lnTo>
                  <a:lnTo>
                    <a:pt x="87" y="3"/>
                  </a:lnTo>
                  <a:lnTo>
                    <a:pt x="74" y="0"/>
                  </a:lnTo>
                  <a:lnTo>
                    <a:pt x="61" y="2"/>
                  </a:lnTo>
                  <a:lnTo>
                    <a:pt x="48" y="5"/>
                  </a:lnTo>
                  <a:lnTo>
                    <a:pt x="37" y="1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6" y="32"/>
                  </a:lnTo>
                  <a:lnTo>
                    <a:pt x="7" y="46"/>
                  </a:lnTo>
                  <a:lnTo>
                    <a:pt x="3" y="60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3" y="107"/>
                  </a:lnTo>
                  <a:lnTo>
                    <a:pt x="6" y="122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4" y="139"/>
                  </a:lnTo>
                  <a:lnTo>
                    <a:pt x="17" y="141"/>
                  </a:lnTo>
                  <a:lnTo>
                    <a:pt x="20" y="141"/>
                  </a:lnTo>
                  <a:lnTo>
                    <a:pt x="23" y="139"/>
                  </a:lnTo>
                  <a:lnTo>
                    <a:pt x="26" y="136"/>
                  </a:lnTo>
                  <a:lnTo>
                    <a:pt x="27" y="135"/>
                  </a:lnTo>
                  <a:lnTo>
                    <a:pt x="27" y="131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3" y="117"/>
                  </a:lnTo>
                  <a:lnTo>
                    <a:pt x="19" y="105"/>
                  </a:lnTo>
                  <a:lnTo>
                    <a:pt x="17" y="95"/>
                  </a:lnTo>
                  <a:lnTo>
                    <a:pt x="17" y="84"/>
                  </a:lnTo>
                  <a:lnTo>
                    <a:pt x="19" y="73"/>
                  </a:lnTo>
                  <a:lnTo>
                    <a:pt x="22" y="61"/>
                  </a:lnTo>
                  <a:lnTo>
                    <a:pt x="24" y="5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9" y="30"/>
                  </a:lnTo>
                  <a:lnTo>
                    <a:pt x="48" y="23"/>
                  </a:lnTo>
                  <a:lnTo>
                    <a:pt x="58" y="19"/>
                  </a:lnTo>
                  <a:lnTo>
                    <a:pt x="68" y="17"/>
                  </a:lnTo>
                  <a:lnTo>
                    <a:pt x="80" y="19"/>
                  </a:lnTo>
                  <a:lnTo>
                    <a:pt x="90" y="23"/>
                  </a:lnTo>
                  <a:lnTo>
                    <a:pt x="101" y="29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9" y="39"/>
                  </a:lnTo>
                  <a:lnTo>
                    <a:pt x="122" y="37"/>
                  </a:lnTo>
                  <a:lnTo>
                    <a:pt x="124" y="34"/>
                  </a:lnTo>
                  <a:lnTo>
                    <a:pt x="125" y="32"/>
                  </a:lnTo>
                  <a:lnTo>
                    <a:pt x="124" y="27"/>
                  </a:lnTo>
                  <a:lnTo>
                    <a:pt x="122" y="24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81">
              <a:extLst>
                <a:ext uri="{FF2B5EF4-FFF2-40B4-BE49-F238E27FC236}">
                  <a16:creationId xmlns:a16="http://schemas.microsoft.com/office/drawing/2014/main" id="{9F0E4111-78EB-65D7-E2A9-DCF8B7F37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297"/>
              <a:ext cx="105" cy="99"/>
            </a:xfrm>
            <a:custGeom>
              <a:avLst/>
              <a:gdLst>
                <a:gd name="T0" fmla="*/ 207 w 211"/>
                <a:gd name="T1" fmla="*/ 53 h 199"/>
                <a:gd name="T2" fmla="*/ 163 w 211"/>
                <a:gd name="T3" fmla="*/ 27 h 199"/>
                <a:gd name="T4" fmla="*/ 123 w 211"/>
                <a:gd name="T5" fmla="*/ 10 h 199"/>
                <a:gd name="T6" fmla="*/ 95 w 211"/>
                <a:gd name="T7" fmla="*/ 3 h 199"/>
                <a:gd name="T8" fmla="*/ 68 w 211"/>
                <a:gd name="T9" fmla="*/ 0 h 199"/>
                <a:gd name="T10" fmla="*/ 42 w 211"/>
                <a:gd name="T11" fmla="*/ 4 h 199"/>
                <a:gd name="T12" fmla="*/ 21 w 211"/>
                <a:gd name="T13" fmla="*/ 17 h 199"/>
                <a:gd name="T14" fmla="*/ 11 w 211"/>
                <a:gd name="T15" fmla="*/ 27 h 199"/>
                <a:gd name="T16" fmla="*/ 1 w 211"/>
                <a:gd name="T17" fmla="*/ 50 h 199"/>
                <a:gd name="T18" fmla="*/ 1 w 211"/>
                <a:gd name="T19" fmla="*/ 74 h 199"/>
                <a:gd name="T20" fmla="*/ 12 w 211"/>
                <a:gd name="T21" fmla="*/ 99 h 199"/>
                <a:gd name="T22" fmla="*/ 28 w 211"/>
                <a:gd name="T23" fmla="*/ 123 h 199"/>
                <a:gd name="T24" fmla="*/ 49 w 211"/>
                <a:gd name="T25" fmla="*/ 145 h 199"/>
                <a:gd name="T26" fmla="*/ 92 w 211"/>
                <a:gd name="T27" fmla="*/ 183 h 199"/>
                <a:gd name="T28" fmla="*/ 109 w 211"/>
                <a:gd name="T29" fmla="*/ 196 h 199"/>
                <a:gd name="T30" fmla="*/ 116 w 211"/>
                <a:gd name="T31" fmla="*/ 199 h 199"/>
                <a:gd name="T32" fmla="*/ 122 w 211"/>
                <a:gd name="T33" fmla="*/ 196 h 199"/>
                <a:gd name="T34" fmla="*/ 123 w 211"/>
                <a:gd name="T35" fmla="*/ 190 h 199"/>
                <a:gd name="T36" fmla="*/ 120 w 211"/>
                <a:gd name="T37" fmla="*/ 184 h 199"/>
                <a:gd name="T38" fmla="*/ 88 w 211"/>
                <a:gd name="T39" fmla="*/ 159 h 199"/>
                <a:gd name="T40" fmla="*/ 52 w 211"/>
                <a:gd name="T41" fmla="*/ 126 h 199"/>
                <a:gd name="T42" fmla="*/ 31 w 211"/>
                <a:gd name="T43" fmla="*/ 98 h 199"/>
                <a:gd name="T44" fmla="*/ 22 w 211"/>
                <a:gd name="T45" fmla="*/ 78 h 199"/>
                <a:gd name="T46" fmla="*/ 19 w 211"/>
                <a:gd name="T47" fmla="*/ 58 h 199"/>
                <a:gd name="T48" fmla="*/ 19 w 211"/>
                <a:gd name="T49" fmla="*/ 48 h 199"/>
                <a:gd name="T50" fmla="*/ 24 w 211"/>
                <a:gd name="T51" fmla="*/ 37 h 199"/>
                <a:gd name="T52" fmla="*/ 31 w 211"/>
                <a:gd name="T53" fmla="*/ 29 h 199"/>
                <a:gd name="T54" fmla="*/ 49 w 211"/>
                <a:gd name="T55" fmla="*/ 19 h 199"/>
                <a:gd name="T56" fmla="*/ 75 w 211"/>
                <a:gd name="T57" fmla="*/ 17 h 199"/>
                <a:gd name="T58" fmla="*/ 103 w 211"/>
                <a:gd name="T59" fmla="*/ 23 h 199"/>
                <a:gd name="T60" fmla="*/ 160 w 211"/>
                <a:gd name="T61" fmla="*/ 46 h 199"/>
                <a:gd name="T62" fmla="*/ 198 w 211"/>
                <a:gd name="T63" fmla="*/ 67 h 199"/>
                <a:gd name="T64" fmla="*/ 202 w 211"/>
                <a:gd name="T65" fmla="*/ 68 h 199"/>
                <a:gd name="T66" fmla="*/ 208 w 211"/>
                <a:gd name="T67" fmla="*/ 67 h 199"/>
                <a:gd name="T68" fmla="*/ 211 w 211"/>
                <a:gd name="T69" fmla="*/ 61 h 199"/>
                <a:gd name="T70" fmla="*/ 209 w 211"/>
                <a:gd name="T71" fmla="*/ 55 h 199"/>
                <a:gd name="T72" fmla="*/ 207 w 211"/>
                <a:gd name="T73" fmla="*/ 5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1" h="199">
                  <a:moveTo>
                    <a:pt x="207" y="53"/>
                  </a:moveTo>
                  <a:lnTo>
                    <a:pt x="207" y="53"/>
                  </a:lnTo>
                  <a:lnTo>
                    <a:pt x="187" y="40"/>
                  </a:lnTo>
                  <a:lnTo>
                    <a:pt x="163" y="27"/>
                  </a:lnTo>
                  <a:lnTo>
                    <a:pt x="136" y="16"/>
                  </a:lnTo>
                  <a:lnTo>
                    <a:pt x="123" y="10"/>
                  </a:lnTo>
                  <a:lnTo>
                    <a:pt x="109" y="6"/>
                  </a:lnTo>
                  <a:lnTo>
                    <a:pt x="95" y="3"/>
                  </a:lnTo>
                  <a:lnTo>
                    <a:pt x="80" y="2"/>
                  </a:lnTo>
                  <a:lnTo>
                    <a:pt x="68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1" y="10"/>
                  </a:lnTo>
                  <a:lnTo>
                    <a:pt x="21" y="1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4" y="38"/>
                  </a:lnTo>
                  <a:lnTo>
                    <a:pt x="1" y="50"/>
                  </a:lnTo>
                  <a:lnTo>
                    <a:pt x="0" y="63"/>
                  </a:lnTo>
                  <a:lnTo>
                    <a:pt x="1" y="74"/>
                  </a:lnTo>
                  <a:lnTo>
                    <a:pt x="5" y="87"/>
                  </a:lnTo>
                  <a:lnTo>
                    <a:pt x="12" y="99"/>
                  </a:lnTo>
                  <a:lnTo>
                    <a:pt x="19" y="111"/>
                  </a:lnTo>
                  <a:lnTo>
                    <a:pt x="28" y="123"/>
                  </a:lnTo>
                  <a:lnTo>
                    <a:pt x="38" y="135"/>
                  </a:lnTo>
                  <a:lnTo>
                    <a:pt x="49" y="145"/>
                  </a:lnTo>
                  <a:lnTo>
                    <a:pt x="71" y="166"/>
                  </a:lnTo>
                  <a:lnTo>
                    <a:pt x="92" y="183"/>
                  </a:lnTo>
                  <a:lnTo>
                    <a:pt x="109" y="196"/>
                  </a:lnTo>
                  <a:lnTo>
                    <a:pt x="109" y="196"/>
                  </a:lnTo>
                  <a:lnTo>
                    <a:pt x="112" y="199"/>
                  </a:lnTo>
                  <a:lnTo>
                    <a:pt x="116" y="199"/>
                  </a:lnTo>
                  <a:lnTo>
                    <a:pt x="119" y="197"/>
                  </a:lnTo>
                  <a:lnTo>
                    <a:pt x="122" y="196"/>
                  </a:lnTo>
                  <a:lnTo>
                    <a:pt x="123" y="193"/>
                  </a:lnTo>
                  <a:lnTo>
                    <a:pt x="123" y="190"/>
                  </a:lnTo>
                  <a:lnTo>
                    <a:pt x="123" y="187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88" y="159"/>
                  </a:lnTo>
                  <a:lnTo>
                    <a:pt x="69" y="143"/>
                  </a:lnTo>
                  <a:lnTo>
                    <a:pt x="52" y="126"/>
                  </a:lnTo>
                  <a:lnTo>
                    <a:pt x="38" y="108"/>
                  </a:lnTo>
                  <a:lnTo>
                    <a:pt x="31" y="98"/>
                  </a:lnTo>
                  <a:lnTo>
                    <a:pt x="27" y="88"/>
                  </a:lnTo>
                  <a:lnTo>
                    <a:pt x="22" y="78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2" y="43"/>
                  </a:lnTo>
                  <a:lnTo>
                    <a:pt x="24" y="37"/>
                  </a:lnTo>
                  <a:lnTo>
                    <a:pt x="27" y="31"/>
                  </a:lnTo>
                  <a:lnTo>
                    <a:pt x="31" y="29"/>
                  </a:lnTo>
                  <a:lnTo>
                    <a:pt x="39" y="21"/>
                  </a:lnTo>
                  <a:lnTo>
                    <a:pt x="49" y="19"/>
                  </a:lnTo>
                  <a:lnTo>
                    <a:pt x="62" y="17"/>
                  </a:lnTo>
                  <a:lnTo>
                    <a:pt x="75" y="17"/>
                  </a:lnTo>
                  <a:lnTo>
                    <a:pt x="89" y="20"/>
                  </a:lnTo>
                  <a:lnTo>
                    <a:pt x="103" y="23"/>
                  </a:lnTo>
                  <a:lnTo>
                    <a:pt x="131" y="34"/>
                  </a:lnTo>
                  <a:lnTo>
                    <a:pt x="160" y="46"/>
                  </a:lnTo>
                  <a:lnTo>
                    <a:pt x="182" y="58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2" y="68"/>
                  </a:lnTo>
                  <a:lnTo>
                    <a:pt x="205" y="68"/>
                  </a:lnTo>
                  <a:lnTo>
                    <a:pt x="208" y="67"/>
                  </a:lnTo>
                  <a:lnTo>
                    <a:pt x="209" y="64"/>
                  </a:lnTo>
                  <a:lnTo>
                    <a:pt x="211" y="61"/>
                  </a:lnTo>
                  <a:lnTo>
                    <a:pt x="211" y="58"/>
                  </a:lnTo>
                  <a:lnTo>
                    <a:pt x="209" y="55"/>
                  </a:lnTo>
                  <a:lnTo>
                    <a:pt x="207" y="53"/>
                  </a:lnTo>
                  <a:lnTo>
                    <a:pt x="20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82">
              <a:extLst>
                <a:ext uri="{FF2B5EF4-FFF2-40B4-BE49-F238E27FC236}">
                  <a16:creationId xmlns:a16="http://schemas.microsoft.com/office/drawing/2014/main" id="{194D4349-BB13-508B-A30A-ED266408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369"/>
              <a:ext cx="318" cy="199"/>
            </a:xfrm>
            <a:custGeom>
              <a:avLst/>
              <a:gdLst>
                <a:gd name="T0" fmla="*/ 56 w 636"/>
                <a:gd name="T1" fmla="*/ 0 h 398"/>
                <a:gd name="T2" fmla="*/ 38 w 636"/>
                <a:gd name="T3" fmla="*/ 0 h 398"/>
                <a:gd name="T4" fmla="*/ 24 w 636"/>
                <a:gd name="T5" fmla="*/ 5 h 398"/>
                <a:gd name="T6" fmla="*/ 12 w 636"/>
                <a:gd name="T7" fmla="*/ 12 h 398"/>
                <a:gd name="T8" fmla="*/ 5 w 636"/>
                <a:gd name="T9" fmla="*/ 22 h 398"/>
                <a:gd name="T10" fmla="*/ 1 w 636"/>
                <a:gd name="T11" fmla="*/ 35 h 398"/>
                <a:gd name="T12" fmla="*/ 0 w 636"/>
                <a:gd name="T13" fmla="*/ 49 h 398"/>
                <a:gd name="T14" fmla="*/ 8 w 636"/>
                <a:gd name="T15" fmla="*/ 80 h 398"/>
                <a:gd name="T16" fmla="*/ 14 w 636"/>
                <a:gd name="T17" fmla="*/ 92 h 398"/>
                <a:gd name="T18" fmla="*/ 28 w 636"/>
                <a:gd name="T19" fmla="*/ 114 h 398"/>
                <a:gd name="T20" fmla="*/ 46 w 636"/>
                <a:gd name="T21" fmla="*/ 133 h 398"/>
                <a:gd name="T22" fmla="*/ 78 w 636"/>
                <a:gd name="T23" fmla="*/ 158 h 398"/>
                <a:gd name="T24" fmla="*/ 126 w 636"/>
                <a:gd name="T25" fmla="*/ 187 h 398"/>
                <a:gd name="T26" fmla="*/ 173 w 636"/>
                <a:gd name="T27" fmla="*/ 211 h 398"/>
                <a:gd name="T28" fmla="*/ 282 w 636"/>
                <a:gd name="T29" fmla="*/ 258 h 398"/>
                <a:gd name="T30" fmla="*/ 396 w 636"/>
                <a:gd name="T31" fmla="*/ 296 h 398"/>
                <a:gd name="T32" fmla="*/ 456 w 636"/>
                <a:gd name="T33" fmla="*/ 313 h 398"/>
                <a:gd name="T34" fmla="*/ 515 w 636"/>
                <a:gd name="T35" fmla="*/ 333 h 398"/>
                <a:gd name="T36" fmla="*/ 571 w 636"/>
                <a:gd name="T37" fmla="*/ 360 h 398"/>
                <a:gd name="T38" fmla="*/ 609 w 636"/>
                <a:gd name="T39" fmla="*/ 385 h 398"/>
                <a:gd name="T40" fmla="*/ 622 w 636"/>
                <a:gd name="T41" fmla="*/ 396 h 398"/>
                <a:gd name="T42" fmla="*/ 627 w 636"/>
                <a:gd name="T43" fmla="*/ 398 h 398"/>
                <a:gd name="T44" fmla="*/ 633 w 636"/>
                <a:gd name="T45" fmla="*/ 395 h 398"/>
                <a:gd name="T46" fmla="*/ 636 w 636"/>
                <a:gd name="T47" fmla="*/ 389 h 398"/>
                <a:gd name="T48" fmla="*/ 633 w 636"/>
                <a:gd name="T49" fmla="*/ 384 h 398"/>
                <a:gd name="T50" fmla="*/ 615 w 636"/>
                <a:gd name="T51" fmla="*/ 368 h 398"/>
                <a:gd name="T52" fmla="*/ 575 w 636"/>
                <a:gd name="T53" fmla="*/ 341 h 398"/>
                <a:gd name="T54" fmla="*/ 531 w 636"/>
                <a:gd name="T55" fmla="*/ 320 h 398"/>
                <a:gd name="T56" fmla="*/ 462 w 636"/>
                <a:gd name="T57" fmla="*/ 296 h 398"/>
                <a:gd name="T58" fmla="*/ 367 w 636"/>
                <a:gd name="T59" fmla="*/ 269 h 398"/>
                <a:gd name="T60" fmla="*/ 296 w 636"/>
                <a:gd name="T61" fmla="*/ 248 h 398"/>
                <a:gd name="T62" fmla="*/ 273 w 636"/>
                <a:gd name="T63" fmla="*/ 239 h 398"/>
                <a:gd name="T64" fmla="*/ 222 w 636"/>
                <a:gd name="T65" fmla="*/ 217 h 398"/>
                <a:gd name="T66" fmla="*/ 173 w 636"/>
                <a:gd name="T67" fmla="*/ 191 h 398"/>
                <a:gd name="T68" fmla="*/ 116 w 636"/>
                <a:gd name="T69" fmla="*/ 161 h 398"/>
                <a:gd name="T70" fmla="*/ 65 w 636"/>
                <a:gd name="T71" fmla="*/ 124 h 398"/>
                <a:gd name="T72" fmla="*/ 52 w 636"/>
                <a:gd name="T73" fmla="*/ 113 h 398"/>
                <a:gd name="T74" fmla="*/ 28 w 636"/>
                <a:gd name="T75" fmla="*/ 79 h 398"/>
                <a:gd name="T76" fmla="*/ 19 w 636"/>
                <a:gd name="T77" fmla="*/ 61 h 398"/>
                <a:gd name="T78" fmla="*/ 17 w 636"/>
                <a:gd name="T79" fmla="*/ 44 h 398"/>
                <a:gd name="T80" fmla="*/ 19 w 636"/>
                <a:gd name="T81" fmla="*/ 29 h 398"/>
                <a:gd name="T82" fmla="*/ 32 w 636"/>
                <a:gd name="T83" fmla="*/ 20 h 398"/>
                <a:gd name="T84" fmla="*/ 56 w 636"/>
                <a:gd name="T85" fmla="*/ 17 h 398"/>
                <a:gd name="T86" fmla="*/ 59 w 636"/>
                <a:gd name="T87" fmla="*/ 15 h 398"/>
                <a:gd name="T88" fmla="*/ 63 w 636"/>
                <a:gd name="T89" fmla="*/ 11 h 398"/>
                <a:gd name="T90" fmla="*/ 63 w 636"/>
                <a:gd name="T91" fmla="*/ 4 h 398"/>
                <a:gd name="T92" fmla="*/ 59 w 636"/>
                <a:gd name="T93" fmla="*/ 0 h 398"/>
                <a:gd name="T94" fmla="*/ 56 w 636"/>
                <a:gd name="T9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398">
                  <a:moveTo>
                    <a:pt x="56" y="0"/>
                  </a:moveTo>
                  <a:lnTo>
                    <a:pt x="56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3"/>
                  </a:lnTo>
                  <a:lnTo>
                    <a:pt x="24" y="5"/>
                  </a:lnTo>
                  <a:lnTo>
                    <a:pt x="17" y="8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5" y="22"/>
                  </a:lnTo>
                  <a:lnTo>
                    <a:pt x="2" y="28"/>
                  </a:lnTo>
                  <a:lnTo>
                    <a:pt x="1" y="3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63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4" y="92"/>
                  </a:lnTo>
                  <a:lnTo>
                    <a:pt x="21" y="103"/>
                  </a:lnTo>
                  <a:lnTo>
                    <a:pt x="28" y="114"/>
                  </a:lnTo>
                  <a:lnTo>
                    <a:pt x="36" y="124"/>
                  </a:lnTo>
                  <a:lnTo>
                    <a:pt x="46" y="133"/>
                  </a:lnTo>
                  <a:lnTo>
                    <a:pt x="56" y="143"/>
                  </a:lnTo>
                  <a:lnTo>
                    <a:pt x="78" y="158"/>
                  </a:lnTo>
                  <a:lnTo>
                    <a:pt x="102" y="174"/>
                  </a:lnTo>
                  <a:lnTo>
                    <a:pt x="126" y="187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226" y="236"/>
                  </a:lnTo>
                  <a:lnTo>
                    <a:pt x="282" y="258"/>
                  </a:lnTo>
                  <a:lnTo>
                    <a:pt x="338" y="279"/>
                  </a:lnTo>
                  <a:lnTo>
                    <a:pt x="396" y="296"/>
                  </a:lnTo>
                  <a:lnTo>
                    <a:pt x="396" y="296"/>
                  </a:lnTo>
                  <a:lnTo>
                    <a:pt x="456" y="313"/>
                  </a:lnTo>
                  <a:lnTo>
                    <a:pt x="486" y="323"/>
                  </a:lnTo>
                  <a:lnTo>
                    <a:pt x="515" y="333"/>
                  </a:lnTo>
                  <a:lnTo>
                    <a:pt x="544" y="345"/>
                  </a:lnTo>
                  <a:lnTo>
                    <a:pt x="571" y="360"/>
                  </a:lnTo>
                  <a:lnTo>
                    <a:pt x="598" y="377"/>
                  </a:lnTo>
                  <a:lnTo>
                    <a:pt x="609" y="385"/>
                  </a:lnTo>
                  <a:lnTo>
                    <a:pt x="622" y="396"/>
                  </a:lnTo>
                  <a:lnTo>
                    <a:pt x="622" y="396"/>
                  </a:lnTo>
                  <a:lnTo>
                    <a:pt x="625" y="398"/>
                  </a:lnTo>
                  <a:lnTo>
                    <a:pt x="627" y="398"/>
                  </a:lnTo>
                  <a:lnTo>
                    <a:pt x="630" y="398"/>
                  </a:lnTo>
                  <a:lnTo>
                    <a:pt x="633" y="395"/>
                  </a:lnTo>
                  <a:lnTo>
                    <a:pt x="636" y="392"/>
                  </a:lnTo>
                  <a:lnTo>
                    <a:pt x="636" y="389"/>
                  </a:lnTo>
                  <a:lnTo>
                    <a:pt x="636" y="387"/>
                  </a:lnTo>
                  <a:lnTo>
                    <a:pt x="633" y="384"/>
                  </a:lnTo>
                  <a:lnTo>
                    <a:pt x="633" y="384"/>
                  </a:lnTo>
                  <a:lnTo>
                    <a:pt x="615" y="368"/>
                  </a:lnTo>
                  <a:lnTo>
                    <a:pt x="595" y="354"/>
                  </a:lnTo>
                  <a:lnTo>
                    <a:pt x="575" y="341"/>
                  </a:lnTo>
                  <a:lnTo>
                    <a:pt x="554" y="330"/>
                  </a:lnTo>
                  <a:lnTo>
                    <a:pt x="531" y="320"/>
                  </a:lnTo>
                  <a:lnTo>
                    <a:pt x="508" y="311"/>
                  </a:lnTo>
                  <a:lnTo>
                    <a:pt x="462" y="296"/>
                  </a:lnTo>
                  <a:lnTo>
                    <a:pt x="413" y="282"/>
                  </a:lnTo>
                  <a:lnTo>
                    <a:pt x="367" y="269"/>
                  </a:lnTo>
                  <a:lnTo>
                    <a:pt x="318" y="255"/>
                  </a:lnTo>
                  <a:lnTo>
                    <a:pt x="296" y="248"/>
                  </a:lnTo>
                  <a:lnTo>
                    <a:pt x="273" y="239"/>
                  </a:lnTo>
                  <a:lnTo>
                    <a:pt x="273" y="239"/>
                  </a:lnTo>
                  <a:lnTo>
                    <a:pt x="248" y="229"/>
                  </a:lnTo>
                  <a:lnTo>
                    <a:pt x="222" y="217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44" y="177"/>
                  </a:lnTo>
                  <a:lnTo>
                    <a:pt x="116" y="161"/>
                  </a:lnTo>
                  <a:lnTo>
                    <a:pt x="90" y="14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52" y="113"/>
                  </a:lnTo>
                  <a:lnTo>
                    <a:pt x="39" y="97"/>
                  </a:lnTo>
                  <a:lnTo>
                    <a:pt x="28" y="79"/>
                  </a:lnTo>
                  <a:lnTo>
                    <a:pt x="22" y="69"/>
                  </a:lnTo>
                  <a:lnTo>
                    <a:pt x="19" y="61"/>
                  </a:lnTo>
                  <a:lnTo>
                    <a:pt x="17" y="52"/>
                  </a:lnTo>
                  <a:lnTo>
                    <a:pt x="17" y="44"/>
                  </a:lnTo>
                  <a:lnTo>
                    <a:pt x="17" y="35"/>
                  </a:lnTo>
                  <a:lnTo>
                    <a:pt x="19" y="29"/>
                  </a:lnTo>
                  <a:lnTo>
                    <a:pt x="25" y="24"/>
                  </a:lnTo>
                  <a:lnTo>
                    <a:pt x="32" y="20"/>
                  </a:lnTo>
                  <a:lnTo>
                    <a:pt x="44" y="17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3" y="4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3">
              <a:extLst>
                <a:ext uri="{FF2B5EF4-FFF2-40B4-BE49-F238E27FC236}">
                  <a16:creationId xmlns:a16="http://schemas.microsoft.com/office/drawing/2014/main" id="{462ECD55-0464-44D7-F683-26844E52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465"/>
              <a:ext cx="984" cy="1218"/>
            </a:xfrm>
            <a:custGeom>
              <a:avLst/>
              <a:gdLst>
                <a:gd name="T0" fmla="*/ 1882 w 1967"/>
                <a:gd name="T1" fmla="*/ 2319 h 2435"/>
                <a:gd name="T2" fmla="*/ 1937 w 1967"/>
                <a:gd name="T3" fmla="*/ 2002 h 2435"/>
                <a:gd name="T4" fmla="*/ 1967 w 1967"/>
                <a:gd name="T5" fmla="*/ 1765 h 2435"/>
                <a:gd name="T6" fmla="*/ 1935 w 1967"/>
                <a:gd name="T7" fmla="*/ 1609 h 2435"/>
                <a:gd name="T8" fmla="*/ 1840 w 1967"/>
                <a:gd name="T9" fmla="*/ 1442 h 2435"/>
                <a:gd name="T10" fmla="*/ 1713 w 1967"/>
                <a:gd name="T11" fmla="*/ 1230 h 2435"/>
                <a:gd name="T12" fmla="*/ 1675 w 1967"/>
                <a:gd name="T13" fmla="*/ 1079 h 2435"/>
                <a:gd name="T14" fmla="*/ 1679 w 1967"/>
                <a:gd name="T15" fmla="*/ 826 h 2435"/>
                <a:gd name="T16" fmla="*/ 1665 w 1967"/>
                <a:gd name="T17" fmla="*/ 595 h 2435"/>
                <a:gd name="T18" fmla="*/ 1574 w 1967"/>
                <a:gd name="T19" fmla="*/ 321 h 2435"/>
                <a:gd name="T20" fmla="*/ 1506 w 1967"/>
                <a:gd name="T21" fmla="*/ 215 h 2435"/>
                <a:gd name="T22" fmla="*/ 1420 w 1967"/>
                <a:gd name="T23" fmla="*/ 132 h 2435"/>
                <a:gd name="T24" fmla="*/ 1310 w 1967"/>
                <a:gd name="T25" fmla="*/ 85 h 2435"/>
                <a:gd name="T26" fmla="*/ 1111 w 1967"/>
                <a:gd name="T27" fmla="*/ 52 h 2435"/>
                <a:gd name="T28" fmla="*/ 1054 w 1967"/>
                <a:gd name="T29" fmla="*/ 22 h 2435"/>
                <a:gd name="T30" fmla="*/ 975 w 1967"/>
                <a:gd name="T31" fmla="*/ 1 h 2435"/>
                <a:gd name="T32" fmla="*/ 841 w 1967"/>
                <a:gd name="T33" fmla="*/ 21 h 2435"/>
                <a:gd name="T34" fmla="*/ 679 w 1967"/>
                <a:gd name="T35" fmla="*/ 110 h 2435"/>
                <a:gd name="T36" fmla="*/ 483 w 1967"/>
                <a:gd name="T37" fmla="*/ 285 h 2435"/>
                <a:gd name="T38" fmla="*/ 336 w 1967"/>
                <a:gd name="T39" fmla="*/ 487 h 2435"/>
                <a:gd name="T40" fmla="*/ 232 w 1967"/>
                <a:gd name="T41" fmla="*/ 738 h 2435"/>
                <a:gd name="T42" fmla="*/ 158 w 1967"/>
                <a:gd name="T43" fmla="*/ 1036 h 2435"/>
                <a:gd name="T44" fmla="*/ 93 w 1967"/>
                <a:gd name="T45" fmla="*/ 1206 h 2435"/>
                <a:gd name="T46" fmla="*/ 17 w 1967"/>
                <a:gd name="T47" fmla="*/ 1387 h 2435"/>
                <a:gd name="T48" fmla="*/ 3 w 1967"/>
                <a:gd name="T49" fmla="*/ 1543 h 2435"/>
                <a:gd name="T50" fmla="*/ 35 w 1967"/>
                <a:gd name="T51" fmla="*/ 1744 h 2435"/>
                <a:gd name="T52" fmla="*/ 28 w 1967"/>
                <a:gd name="T53" fmla="*/ 1849 h 2435"/>
                <a:gd name="T54" fmla="*/ 0 w 1967"/>
                <a:gd name="T55" fmla="*/ 1925 h 2435"/>
                <a:gd name="T56" fmla="*/ 15 w 1967"/>
                <a:gd name="T57" fmla="*/ 1927 h 2435"/>
                <a:gd name="T58" fmla="*/ 52 w 1967"/>
                <a:gd name="T59" fmla="*/ 1796 h 2435"/>
                <a:gd name="T60" fmla="*/ 39 w 1967"/>
                <a:gd name="T61" fmla="*/ 1658 h 2435"/>
                <a:gd name="T62" fmla="*/ 17 w 1967"/>
                <a:gd name="T63" fmla="*/ 1485 h 2435"/>
                <a:gd name="T64" fmla="*/ 62 w 1967"/>
                <a:gd name="T65" fmla="*/ 1310 h 2435"/>
                <a:gd name="T66" fmla="*/ 156 w 1967"/>
                <a:gd name="T67" fmla="*/ 1102 h 2435"/>
                <a:gd name="T68" fmla="*/ 217 w 1967"/>
                <a:gd name="T69" fmla="*/ 858 h 2435"/>
                <a:gd name="T70" fmla="*/ 320 w 1967"/>
                <a:gd name="T71" fmla="*/ 555 h 2435"/>
                <a:gd name="T72" fmla="*/ 474 w 1967"/>
                <a:gd name="T73" fmla="*/ 320 h 2435"/>
                <a:gd name="T74" fmla="*/ 673 w 1967"/>
                <a:gd name="T75" fmla="*/ 134 h 2435"/>
                <a:gd name="T76" fmla="*/ 830 w 1967"/>
                <a:gd name="T77" fmla="*/ 45 h 2435"/>
                <a:gd name="T78" fmla="*/ 953 w 1967"/>
                <a:gd name="T79" fmla="*/ 18 h 2435"/>
                <a:gd name="T80" fmla="*/ 1058 w 1967"/>
                <a:gd name="T81" fmla="*/ 45 h 2435"/>
                <a:gd name="T82" fmla="*/ 1143 w 1967"/>
                <a:gd name="T83" fmla="*/ 75 h 2435"/>
                <a:gd name="T84" fmla="*/ 1323 w 1967"/>
                <a:gd name="T85" fmla="*/ 106 h 2435"/>
                <a:gd name="T86" fmla="*/ 1441 w 1967"/>
                <a:gd name="T87" fmla="*/ 170 h 2435"/>
                <a:gd name="T88" fmla="*/ 1527 w 1967"/>
                <a:gd name="T89" fmla="*/ 273 h 2435"/>
                <a:gd name="T90" fmla="*/ 1591 w 1967"/>
                <a:gd name="T91" fmla="*/ 395 h 2435"/>
                <a:gd name="T92" fmla="*/ 1651 w 1967"/>
                <a:gd name="T93" fmla="*/ 613 h 2435"/>
                <a:gd name="T94" fmla="*/ 1662 w 1967"/>
                <a:gd name="T95" fmla="*/ 844 h 2435"/>
                <a:gd name="T96" fmla="*/ 1653 w 1967"/>
                <a:gd name="T97" fmla="*/ 1058 h 2435"/>
                <a:gd name="T98" fmla="*/ 1690 w 1967"/>
                <a:gd name="T99" fmla="*/ 1217 h 2435"/>
                <a:gd name="T100" fmla="*/ 1778 w 1967"/>
                <a:gd name="T101" fmla="*/ 1377 h 2435"/>
                <a:gd name="T102" fmla="*/ 1914 w 1967"/>
                <a:gd name="T103" fmla="*/ 1601 h 2435"/>
                <a:gd name="T104" fmla="*/ 1948 w 1967"/>
                <a:gd name="T105" fmla="*/ 1728 h 2435"/>
                <a:gd name="T106" fmla="*/ 1935 w 1967"/>
                <a:gd name="T107" fmla="*/ 1915 h 2435"/>
                <a:gd name="T108" fmla="*/ 1873 w 1967"/>
                <a:gd name="T109" fmla="*/ 2223 h 2435"/>
                <a:gd name="T110" fmla="*/ 1867 w 1967"/>
                <a:gd name="T111" fmla="*/ 2403 h 2435"/>
                <a:gd name="T112" fmla="*/ 1882 w 1967"/>
                <a:gd name="T113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67" h="2435">
                  <a:moveTo>
                    <a:pt x="1887" y="2424"/>
                  </a:moveTo>
                  <a:lnTo>
                    <a:pt x="1887" y="2424"/>
                  </a:lnTo>
                  <a:lnTo>
                    <a:pt x="1884" y="2399"/>
                  </a:lnTo>
                  <a:lnTo>
                    <a:pt x="1882" y="2372"/>
                  </a:lnTo>
                  <a:lnTo>
                    <a:pt x="1880" y="2345"/>
                  </a:lnTo>
                  <a:lnTo>
                    <a:pt x="1882" y="2319"/>
                  </a:lnTo>
                  <a:lnTo>
                    <a:pt x="1882" y="2292"/>
                  </a:lnTo>
                  <a:lnTo>
                    <a:pt x="1884" y="2265"/>
                  </a:lnTo>
                  <a:lnTo>
                    <a:pt x="1891" y="2213"/>
                  </a:lnTo>
                  <a:lnTo>
                    <a:pt x="1901" y="2161"/>
                  </a:lnTo>
                  <a:lnTo>
                    <a:pt x="1913" y="2107"/>
                  </a:lnTo>
                  <a:lnTo>
                    <a:pt x="1937" y="2002"/>
                  </a:lnTo>
                  <a:lnTo>
                    <a:pt x="1948" y="1948"/>
                  </a:lnTo>
                  <a:lnTo>
                    <a:pt x="1957" y="1896"/>
                  </a:lnTo>
                  <a:lnTo>
                    <a:pt x="1964" y="1843"/>
                  </a:lnTo>
                  <a:lnTo>
                    <a:pt x="1965" y="1818"/>
                  </a:lnTo>
                  <a:lnTo>
                    <a:pt x="1967" y="1791"/>
                  </a:lnTo>
                  <a:lnTo>
                    <a:pt x="1967" y="1765"/>
                  </a:lnTo>
                  <a:lnTo>
                    <a:pt x="1965" y="1740"/>
                  </a:lnTo>
                  <a:lnTo>
                    <a:pt x="1962" y="1713"/>
                  </a:lnTo>
                  <a:lnTo>
                    <a:pt x="1958" y="1687"/>
                  </a:lnTo>
                  <a:lnTo>
                    <a:pt x="1952" y="1662"/>
                  </a:lnTo>
                  <a:lnTo>
                    <a:pt x="1945" y="1636"/>
                  </a:lnTo>
                  <a:lnTo>
                    <a:pt x="1935" y="1609"/>
                  </a:lnTo>
                  <a:lnTo>
                    <a:pt x="1925" y="1584"/>
                  </a:lnTo>
                  <a:lnTo>
                    <a:pt x="1925" y="1584"/>
                  </a:lnTo>
                  <a:lnTo>
                    <a:pt x="1913" y="1560"/>
                  </a:lnTo>
                  <a:lnTo>
                    <a:pt x="1900" y="1536"/>
                  </a:lnTo>
                  <a:lnTo>
                    <a:pt x="1872" y="1488"/>
                  </a:lnTo>
                  <a:lnTo>
                    <a:pt x="1840" y="1442"/>
                  </a:lnTo>
                  <a:lnTo>
                    <a:pt x="1811" y="1395"/>
                  </a:lnTo>
                  <a:lnTo>
                    <a:pt x="1780" y="1350"/>
                  </a:lnTo>
                  <a:lnTo>
                    <a:pt x="1751" y="1302"/>
                  </a:lnTo>
                  <a:lnTo>
                    <a:pt x="1737" y="1278"/>
                  </a:lnTo>
                  <a:lnTo>
                    <a:pt x="1726" y="1254"/>
                  </a:lnTo>
                  <a:lnTo>
                    <a:pt x="1713" y="1230"/>
                  </a:lnTo>
                  <a:lnTo>
                    <a:pt x="1703" y="1204"/>
                  </a:lnTo>
                  <a:lnTo>
                    <a:pt x="1703" y="1204"/>
                  </a:lnTo>
                  <a:lnTo>
                    <a:pt x="1692" y="1173"/>
                  </a:lnTo>
                  <a:lnTo>
                    <a:pt x="1685" y="1142"/>
                  </a:lnTo>
                  <a:lnTo>
                    <a:pt x="1677" y="1111"/>
                  </a:lnTo>
                  <a:lnTo>
                    <a:pt x="1675" y="1079"/>
                  </a:lnTo>
                  <a:lnTo>
                    <a:pt x="1672" y="1048"/>
                  </a:lnTo>
                  <a:lnTo>
                    <a:pt x="1670" y="1017"/>
                  </a:lnTo>
                  <a:lnTo>
                    <a:pt x="1670" y="985"/>
                  </a:lnTo>
                  <a:lnTo>
                    <a:pt x="1672" y="953"/>
                  </a:lnTo>
                  <a:lnTo>
                    <a:pt x="1675" y="890"/>
                  </a:lnTo>
                  <a:lnTo>
                    <a:pt x="1679" y="826"/>
                  </a:lnTo>
                  <a:lnTo>
                    <a:pt x="1680" y="762"/>
                  </a:lnTo>
                  <a:lnTo>
                    <a:pt x="1679" y="731"/>
                  </a:lnTo>
                  <a:lnTo>
                    <a:pt x="1677" y="700"/>
                  </a:lnTo>
                  <a:lnTo>
                    <a:pt x="1677" y="700"/>
                  </a:lnTo>
                  <a:lnTo>
                    <a:pt x="1673" y="647"/>
                  </a:lnTo>
                  <a:lnTo>
                    <a:pt x="1665" y="595"/>
                  </a:lnTo>
                  <a:lnTo>
                    <a:pt x="1655" y="544"/>
                  </a:lnTo>
                  <a:lnTo>
                    <a:pt x="1642" y="493"/>
                  </a:lnTo>
                  <a:lnTo>
                    <a:pt x="1626" y="442"/>
                  </a:lnTo>
                  <a:lnTo>
                    <a:pt x="1608" y="392"/>
                  </a:lnTo>
                  <a:lnTo>
                    <a:pt x="1587" y="344"/>
                  </a:lnTo>
                  <a:lnTo>
                    <a:pt x="1574" y="321"/>
                  </a:lnTo>
                  <a:lnTo>
                    <a:pt x="1563" y="299"/>
                  </a:lnTo>
                  <a:lnTo>
                    <a:pt x="1563" y="299"/>
                  </a:lnTo>
                  <a:lnTo>
                    <a:pt x="1550" y="276"/>
                  </a:lnTo>
                  <a:lnTo>
                    <a:pt x="1536" y="255"/>
                  </a:lnTo>
                  <a:lnTo>
                    <a:pt x="1522" y="235"/>
                  </a:lnTo>
                  <a:lnTo>
                    <a:pt x="1506" y="215"/>
                  </a:lnTo>
                  <a:lnTo>
                    <a:pt x="1490" y="195"/>
                  </a:lnTo>
                  <a:lnTo>
                    <a:pt x="1473" y="177"/>
                  </a:lnTo>
                  <a:lnTo>
                    <a:pt x="1455" y="160"/>
                  </a:lnTo>
                  <a:lnTo>
                    <a:pt x="1435" y="144"/>
                  </a:lnTo>
                  <a:lnTo>
                    <a:pt x="1435" y="144"/>
                  </a:lnTo>
                  <a:lnTo>
                    <a:pt x="1420" y="132"/>
                  </a:lnTo>
                  <a:lnTo>
                    <a:pt x="1403" y="122"/>
                  </a:lnTo>
                  <a:lnTo>
                    <a:pt x="1386" y="112"/>
                  </a:lnTo>
                  <a:lnTo>
                    <a:pt x="1367" y="103"/>
                  </a:lnTo>
                  <a:lnTo>
                    <a:pt x="1349" y="96"/>
                  </a:lnTo>
                  <a:lnTo>
                    <a:pt x="1330" y="90"/>
                  </a:lnTo>
                  <a:lnTo>
                    <a:pt x="1310" y="85"/>
                  </a:lnTo>
                  <a:lnTo>
                    <a:pt x="1291" y="79"/>
                  </a:lnTo>
                  <a:lnTo>
                    <a:pt x="1291" y="79"/>
                  </a:lnTo>
                  <a:lnTo>
                    <a:pt x="1247" y="71"/>
                  </a:lnTo>
                  <a:lnTo>
                    <a:pt x="1201" y="65"/>
                  </a:lnTo>
                  <a:lnTo>
                    <a:pt x="1156" y="59"/>
                  </a:lnTo>
                  <a:lnTo>
                    <a:pt x="1111" y="52"/>
                  </a:lnTo>
                  <a:lnTo>
                    <a:pt x="1111" y="52"/>
                  </a:lnTo>
                  <a:lnTo>
                    <a:pt x="1102" y="51"/>
                  </a:lnTo>
                  <a:lnTo>
                    <a:pt x="1095" y="48"/>
                  </a:lnTo>
                  <a:lnTo>
                    <a:pt x="1081" y="39"/>
                  </a:lnTo>
                  <a:lnTo>
                    <a:pt x="1068" y="31"/>
                  </a:lnTo>
                  <a:lnTo>
                    <a:pt x="1054" y="22"/>
                  </a:lnTo>
                  <a:lnTo>
                    <a:pt x="1054" y="22"/>
                  </a:lnTo>
                  <a:lnTo>
                    <a:pt x="1036" y="14"/>
                  </a:lnTo>
                  <a:lnTo>
                    <a:pt x="1016" y="7"/>
                  </a:lnTo>
                  <a:lnTo>
                    <a:pt x="996" y="4"/>
                  </a:lnTo>
                  <a:lnTo>
                    <a:pt x="975" y="1"/>
                  </a:lnTo>
                  <a:lnTo>
                    <a:pt x="975" y="1"/>
                  </a:lnTo>
                  <a:lnTo>
                    <a:pt x="953" y="0"/>
                  </a:lnTo>
                  <a:lnTo>
                    <a:pt x="931" y="1"/>
                  </a:lnTo>
                  <a:lnTo>
                    <a:pt x="908" y="4"/>
                  </a:lnTo>
                  <a:lnTo>
                    <a:pt x="885" y="8"/>
                  </a:lnTo>
                  <a:lnTo>
                    <a:pt x="864" y="14"/>
                  </a:lnTo>
                  <a:lnTo>
                    <a:pt x="841" y="21"/>
                  </a:lnTo>
                  <a:lnTo>
                    <a:pt x="820" y="30"/>
                  </a:lnTo>
                  <a:lnTo>
                    <a:pt x="799" y="39"/>
                  </a:lnTo>
                  <a:lnTo>
                    <a:pt x="778" y="49"/>
                  </a:lnTo>
                  <a:lnTo>
                    <a:pt x="756" y="61"/>
                  </a:lnTo>
                  <a:lnTo>
                    <a:pt x="717" y="83"/>
                  </a:lnTo>
                  <a:lnTo>
                    <a:pt x="679" y="110"/>
                  </a:lnTo>
                  <a:lnTo>
                    <a:pt x="643" y="136"/>
                  </a:lnTo>
                  <a:lnTo>
                    <a:pt x="643" y="136"/>
                  </a:lnTo>
                  <a:lnTo>
                    <a:pt x="601" y="171"/>
                  </a:lnTo>
                  <a:lnTo>
                    <a:pt x="559" y="207"/>
                  </a:lnTo>
                  <a:lnTo>
                    <a:pt x="520" y="245"/>
                  </a:lnTo>
                  <a:lnTo>
                    <a:pt x="483" y="285"/>
                  </a:lnTo>
                  <a:lnTo>
                    <a:pt x="448" y="326"/>
                  </a:lnTo>
                  <a:lnTo>
                    <a:pt x="414" y="370"/>
                  </a:lnTo>
                  <a:lnTo>
                    <a:pt x="381" y="413"/>
                  </a:lnTo>
                  <a:lnTo>
                    <a:pt x="351" y="460"/>
                  </a:lnTo>
                  <a:lnTo>
                    <a:pt x="351" y="460"/>
                  </a:lnTo>
                  <a:lnTo>
                    <a:pt x="336" y="487"/>
                  </a:lnTo>
                  <a:lnTo>
                    <a:pt x="321" y="513"/>
                  </a:lnTo>
                  <a:lnTo>
                    <a:pt x="309" y="541"/>
                  </a:lnTo>
                  <a:lnTo>
                    <a:pt x="296" y="568"/>
                  </a:lnTo>
                  <a:lnTo>
                    <a:pt x="272" y="623"/>
                  </a:lnTo>
                  <a:lnTo>
                    <a:pt x="251" y="680"/>
                  </a:lnTo>
                  <a:lnTo>
                    <a:pt x="232" y="738"/>
                  </a:lnTo>
                  <a:lnTo>
                    <a:pt x="217" y="796"/>
                  </a:lnTo>
                  <a:lnTo>
                    <a:pt x="201" y="854"/>
                  </a:lnTo>
                  <a:lnTo>
                    <a:pt x="187" y="914"/>
                  </a:lnTo>
                  <a:lnTo>
                    <a:pt x="187" y="914"/>
                  </a:lnTo>
                  <a:lnTo>
                    <a:pt x="173" y="975"/>
                  </a:lnTo>
                  <a:lnTo>
                    <a:pt x="158" y="1036"/>
                  </a:lnTo>
                  <a:lnTo>
                    <a:pt x="149" y="1065"/>
                  </a:lnTo>
                  <a:lnTo>
                    <a:pt x="140" y="1095"/>
                  </a:lnTo>
                  <a:lnTo>
                    <a:pt x="129" y="1123"/>
                  </a:lnTo>
                  <a:lnTo>
                    <a:pt x="117" y="1153"/>
                  </a:lnTo>
                  <a:lnTo>
                    <a:pt x="117" y="1153"/>
                  </a:lnTo>
                  <a:lnTo>
                    <a:pt x="93" y="1206"/>
                  </a:lnTo>
                  <a:lnTo>
                    <a:pt x="69" y="1257"/>
                  </a:lnTo>
                  <a:lnTo>
                    <a:pt x="45" y="1309"/>
                  </a:lnTo>
                  <a:lnTo>
                    <a:pt x="35" y="1334"/>
                  </a:lnTo>
                  <a:lnTo>
                    <a:pt x="25" y="1361"/>
                  </a:lnTo>
                  <a:lnTo>
                    <a:pt x="25" y="1361"/>
                  </a:lnTo>
                  <a:lnTo>
                    <a:pt x="17" y="1387"/>
                  </a:lnTo>
                  <a:lnTo>
                    <a:pt x="10" y="1414"/>
                  </a:lnTo>
                  <a:lnTo>
                    <a:pt x="5" y="1439"/>
                  </a:lnTo>
                  <a:lnTo>
                    <a:pt x="3" y="1465"/>
                  </a:lnTo>
                  <a:lnTo>
                    <a:pt x="1" y="1490"/>
                  </a:lnTo>
                  <a:lnTo>
                    <a:pt x="1" y="1517"/>
                  </a:lnTo>
                  <a:lnTo>
                    <a:pt x="3" y="1543"/>
                  </a:lnTo>
                  <a:lnTo>
                    <a:pt x="5" y="1570"/>
                  </a:lnTo>
                  <a:lnTo>
                    <a:pt x="5" y="1570"/>
                  </a:lnTo>
                  <a:lnTo>
                    <a:pt x="17" y="1628"/>
                  </a:lnTo>
                  <a:lnTo>
                    <a:pt x="27" y="1686"/>
                  </a:lnTo>
                  <a:lnTo>
                    <a:pt x="31" y="1716"/>
                  </a:lnTo>
                  <a:lnTo>
                    <a:pt x="35" y="1744"/>
                  </a:lnTo>
                  <a:lnTo>
                    <a:pt x="37" y="1774"/>
                  </a:lnTo>
                  <a:lnTo>
                    <a:pt x="35" y="1803"/>
                  </a:lnTo>
                  <a:lnTo>
                    <a:pt x="35" y="1803"/>
                  </a:lnTo>
                  <a:lnTo>
                    <a:pt x="34" y="1819"/>
                  </a:lnTo>
                  <a:lnTo>
                    <a:pt x="31" y="1833"/>
                  </a:lnTo>
                  <a:lnTo>
                    <a:pt x="28" y="1849"/>
                  </a:lnTo>
                  <a:lnTo>
                    <a:pt x="24" y="1863"/>
                  </a:lnTo>
                  <a:lnTo>
                    <a:pt x="14" y="1891"/>
                  </a:lnTo>
                  <a:lnTo>
                    <a:pt x="1" y="1918"/>
                  </a:lnTo>
                  <a:lnTo>
                    <a:pt x="1" y="1918"/>
                  </a:lnTo>
                  <a:lnTo>
                    <a:pt x="0" y="1922"/>
                  </a:lnTo>
                  <a:lnTo>
                    <a:pt x="0" y="1925"/>
                  </a:lnTo>
                  <a:lnTo>
                    <a:pt x="3" y="1928"/>
                  </a:lnTo>
                  <a:lnTo>
                    <a:pt x="4" y="1930"/>
                  </a:lnTo>
                  <a:lnTo>
                    <a:pt x="7" y="1931"/>
                  </a:lnTo>
                  <a:lnTo>
                    <a:pt x="11" y="1931"/>
                  </a:lnTo>
                  <a:lnTo>
                    <a:pt x="14" y="1930"/>
                  </a:lnTo>
                  <a:lnTo>
                    <a:pt x="15" y="1927"/>
                  </a:lnTo>
                  <a:lnTo>
                    <a:pt x="15" y="1927"/>
                  </a:lnTo>
                  <a:lnTo>
                    <a:pt x="28" y="1901"/>
                  </a:lnTo>
                  <a:lnTo>
                    <a:pt x="37" y="1876"/>
                  </a:lnTo>
                  <a:lnTo>
                    <a:pt x="44" y="1850"/>
                  </a:lnTo>
                  <a:lnTo>
                    <a:pt x="49" y="1823"/>
                  </a:lnTo>
                  <a:lnTo>
                    <a:pt x="52" y="1796"/>
                  </a:lnTo>
                  <a:lnTo>
                    <a:pt x="52" y="1769"/>
                  </a:lnTo>
                  <a:lnTo>
                    <a:pt x="52" y="1743"/>
                  </a:lnTo>
                  <a:lnTo>
                    <a:pt x="49" y="1714"/>
                  </a:lnTo>
                  <a:lnTo>
                    <a:pt x="49" y="1714"/>
                  </a:lnTo>
                  <a:lnTo>
                    <a:pt x="45" y="1686"/>
                  </a:lnTo>
                  <a:lnTo>
                    <a:pt x="39" y="1658"/>
                  </a:lnTo>
                  <a:lnTo>
                    <a:pt x="28" y="1601"/>
                  </a:lnTo>
                  <a:lnTo>
                    <a:pt x="22" y="1571"/>
                  </a:lnTo>
                  <a:lnTo>
                    <a:pt x="20" y="1543"/>
                  </a:lnTo>
                  <a:lnTo>
                    <a:pt x="17" y="1514"/>
                  </a:lnTo>
                  <a:lnTo>
                    <a:pt x="17" y="1485"/>
                  </a:lnTo>
                  <a:lnTo>
                    <a:pt x="17" y="1485"/>
                  </a:lnTo>
                  <a:lnTo>
                    <a:pt x="18" y="1455"/>
                  </a:lnTo>
                  <a:lnTo>
                    <a:pt x="24" y="1425"/>
                  </a:lnTo>
                  <a:lnTo>
                    <a:pt x="31" y="1395"/>
                  </a:lnTo>
                  <a:lnTo>
                    <a:pt x="41" y="1367"/>
                  </a:lnTo>
                  <a:lnTo>
                    <a:pt x="51" y="1339"/>
                  </a:lnTo>
                  <a:lnTo>
                    <a:pt x="62" y="1310"/>
                  </a:lnTo>
                  <a:lnTo>
                    <a:pt x="88" y="1255"/>
                  </a:lnTo>
                  <a:lnTo>
                    <a:pt x="88" y="1255"/>
                  </a:lnTo>
                  <a:lnTo>
                    <a:pt x="112" y="1206"/>
                  </a:lnTo>
                  <a:lnTo>
                    <a:pt x="134" y="1153"/>
                  </a:lnTo>
                  <a:lnTo>
                    <a:pt x="146" y="1128"/>
                  </a:lnTo>
                  <a:lnTo>
                    <a:pt x="156" y="1102"/>
                  </a:lnTo>
                  <a:lnTo>
                    <a:pt x="166" y="1075"/>
                  </a:lnTo>
                  <a:lnTo>
                    <a:pt x="173" y="1048"/>
                  </a:lnTo>
                  <a:lnTo>
                    <a:pt x="173" y="1048"/>
                  </a:lnTo>
                  <a:lnTo>
                    <a:pt x="188" y="986"/>
                  </a:lnTo>
                  <a:lnTo>
                    <a:pt x="202" y="922"/>
                  </a:lnTo>
                  <a:lnTo>
                    <a:pt x="217" y="858"/>
                  </a:lnTo>
                  <a:lnTo>
                    <a:pt x="232" y="796"/>
                  </a:lnTo>
                  <a:lnTo>
                    <a:pt x="232" y="796"/>
                  </a:lnTo>
                  <a:lnTo>
                    <a:pt x="249" y="735"/>
                  </a:lnTo>
                  <a:lnTo>
                    <a:pt x="270" y="674"/>
                  </a:lnTo>
                  <a:lnTo>
                    <a:pt x="293" y="615"/>
                  </a:lnTo>
                  <a:lnTo>
                    <a:pt x="320" y="555"/>
                  </a:lnTo>
                  <a:lnTo>
                    <a:pt x="320" y="555"/>
                  </a:lnTo>
                  <a:lnTo>
                    <a:pt x="346" y="506"/>
                  </a:lnTo>
                  <a:lnTo>
                    <a:pt x="374" y="456"/>
                  </a:lnTo>
                  <a:lnTo>
                    <a:pt x="405" y="409"/>
                  </a:lnTo>
                  <a:lnTo>
                    <a:pt x="439" y="362"/>
                  </a:lnTo>
                  <a:lnTo>
                    <a:pt x="474" y="320"/>
                  </a:lnTo>
                  <a:lnTo>
                    <a:pt x="513" y="277"/>
                  </a:lnTo>
                  <a:lnTo>
                    <a:pt x="552" y="236"/>
                  </a:lnTo>
                  <a:lnTo>
                    <a:pt x="594" y="198"/>
                  </a:lnTo>
                  <a:lnTo>
                    <a:pt x="594" y="198"/>
                  </a:lnTo>
                  <a:lnTo>
                    <a:pt x="632" y="166"/>
                  </a:lnTo>
                  <a:lnTo>
                    <a:pt x="673" y="134"/>
                  </a:lnTo>
                  <a:lnTo>
                    <a:pt x="715" y="105"/>
                  </a:lnTo>
                  <a:lnTo>
                    <a:pt x="738" y="90"/>
                  </a:lnTo>
                  <a:lnTo>
                    <a:pt x="759" y="78"/>
                  </a:lnTo>
                  <a:lnTo>
                    <a:pt x="783" y="66"/>
                  </a:lnTo>
                  <a:lnTo>
                    <a:pt x="806" y="55"/>
                  </a:lnTo>
                  <a:lnTo>
                    <a:pt x="830" y="45"/>
                  </a:lnTo>
                  <a:lnTo>
                    <a:pt x="854" y="37"/>
                  </a:lnTo>
                  <a:lnTo>
                    <a:pt x="878" y="30"/>
                  </a:lnTo>
                  <a:lnTo>
                    <a:pt x="902" y="24"/>
                  </a:lnTo>
                  <a:lnTo>
                    <a:pt x="928" y="20"/>
                  </a:lnTo>
                  <a:lnTo>
                    <a:pt x="953" y="18"/>
                  </a:lnTo>
                  <a:lnTo>
                    <a:pt x="953" y="18"/>
                  </a:lnTo>
                  <a:lnTo>
                    <a:pt x="978" y="18"/>
                  </a:lnTo>
                  <a:lnTo>
                    <a:pt x="1000" y="21"/>
                  </a:lnTo>
                  <a:lnTo>
                    <a:pt x="1023" y="28"/>
                  </a:lnTo>
                  <a:lnTo>
                    <a:pt x="1046" y="37"/>
                  </a:lnTo>
                  <a:lnTo>
                    <a:pt x="1046" y="37"/>
                  </a:lnTo>
                  <a:lnTo>
                    <a:pt x="1058" y="45"/>
                  </a:lnTo>
                  <a:lnTo>
                    <a:pt x="1071" y="54"/>
                  </a:lnTo>
                  <a:lnTo>
                    <a:pt x="1084" y="62"/>
                  </a:lnTo>
                  <a:lnTo>
                    <a:pt x="1091" y="65"/>
                  </a:lnTo>
                  <a:lnTo>
                    <a:pt x="1098" y="68"/>
                  </a:lnTo>
                  <a:lnTo>
                    <a:pt x="1098" y="68"/>
                  </a:lnTo>
                  <a:lnTo>
                    <a:pt x="1143" y="75"/>
                  </a:lnTo>
                  <a:lnTo>
                    <a:pt x="1189" y="81"/>
                  </a:lnTo>
                  <a:lnTo>
                    <a:pt x="1235" y="86"/>
                  </a:lnTo>
                  <a:lnTo>
                    <a:pt x="1281" y="95"/>
                  </a:lnTo>
                  <a:lnTo>
                    <a:pt x="1281" y="95"/>
                  </a:lnTo>
                  <a:lnTo>
                    <a:pt x="1302" y="100"/>
                  </a:lnTo>
                  <a:lnTo>
                    <a:pt x="1323" y="106"/>
                  </a:lnTo>
                  <a:lnTo>
                    <a:pt x="1344" y="113"/>
                  </a:lnTo>
                  <a:lnTo>
                    <a:pt x="1366" y="122"/>
                  </a:lnTo>
                  <a:lnTo>
                    <a:pt x="1386" y="132"/>
                  </a:lnTo>
                  <a:lnTo>
                    <a:pt x="1404" y="143"/>
                  </a:lnTo>
                  <a:lnTo>
                    <a:pt x="1424" y="156"/>
                  </a:lnTo>
                  <a:lnTo>
                    <a:pt x="1441" y="170"/>
                  </a:lnTo>
                  <a:lnTo>
                    <a:pt x="1441" y="170"/>
                  </a:lnTo>
                  <a:lnTo>
                    <a:pt x="1461" y="188"/>
                  </a:lnTo>
                  <a:lnTo>
                    <a:pt x="1479" y="208"/>
                  </a:lnTo>
                  <a:lnTo>
                    <a:pt x="1496" y="229"/>
                  </a:lnTo>
                  <a:lnTo>
                    <a:pt x="1513" y="251"/>
                  </a:lnTo>
                  <a:lnTo>
                    <a:pt x="1527" y="273"/>
                  </a:lnTo>
                  <a:lnTo>
                    <a:pt x="1541" y="297"/>
                  </a:lnTo>
                  <a:lnTo>
                    <a:pt x="1556" y="320"/>
                  </a:lnTo>
                  <a:lnTo>
                    <a:pt x="1567" y="344"/>
                  </a:lnTo>
                  <a:lnTo>
                    <a:pt x="1567" y="344"/>
                  </a:lnTo>
                  <a:lnTo>
                    <a:pt x="1580" y="370"/>
                  </a:lnTo>
                  <a:lnTo>
                    <a:pt x="1591" y="395"/>
                  </a:lnTo>
                  <a:lnTo>
                    <a:pt x="1601" y="422"/>
                  </a:lnTo>
                  <a:lnTo>
                    <a:pt x="1611" y="447"/>
                  </a:lnTo>
                  <a:lnTo>
                    <a:pt x="1619" y="474"/>
                  </a:lnTo>
                  <a:lnTo>
                    <a:pt x="1628" y="503"/>
                  </a:lnTo>
                  <a:lnTo>
                    <a:pt x="1641" y="557"/>
                  </a:lnTo>
                  <a:lnTo>
                    <a:pt x="1651" y="613"/>
                  </a:lnTo>
                  <a:lnTo>
                    <a:pt x="1659" y="670"/>
                  </a:lnTo>
                  <a:lnTo>
                    <a:pt x="1663" y="725"/>
                  </a:lnTo>
                  <a:lnTo>
                    <a:pt x="1663" y="782"/>
                  </a:lnTo>
                  <a:lnTo>
                    <a:pt x="1663" y="782"/>
                  </a:lnTo>
                  <a:lnTo>
                    <a:pt x="1663" y="813"/>
                  </a:lnTo>
                  <a:lnTo>
                    <a:pt x="1662" y="844"/>
                  </a:lnTo>
                  <a:lnTo>
                    <a:pt x="1658" y="905"/>
                  </a:lnTo>
                  <a:lnTo>
                    <a:pt x="1653" y="967"/>
                  </a:lnTo>
                  <a:lnTo>
                    <a:pt x="1653" y="999"/>
                  </a:lnTo>
                  <a:lnTo>
                    <a:pt x="1653" y="1030"/>
                  </a:lnTo>
                  <a:lnTo>
                    <a:pt x="1653" y="1030"/>
                  </a:lnTo>
                  <a:lnTo>
                    <a:pt x="1653" y="1058"/>
                  </a:lnTo>
                  <a:lnTo>
                    <a:pt x="1656" y="1085"/>
                  </a:lnTo>
                  <a:lnTo>
                    <a:pt x="1660" y="1112"/>
                  </a:lnTo>
                  <a:lnTo>
                    <a:pt x="1666" y="1139"/>
                  </a:lnTo>
                  <a:lnTo>
                    <a:pt x="1673" y="1166"/>
                  </a:lnTo>
                  <a:lnTo>
                    <a:pt x="1680" y="1191"/>
                  </a:lnTo>
                  <a:lnTo>
                    <a:pt x="1690" y="1217"/>
                  </a:lnTo>
                  <a:lnTo>
                    <a:pt x="1700" y="1242"/>
                  </a:lnTo>
                  <a:lnTo>
                    <a:pt x="1700" y="1242"/>
                  </a:lnTo>
                  <a:lnTo>
                    <a:pt x="1711" y="1266"/>
                  </a:lnTo>
                  <a:lnTo>
                    <a:pt x="1724" y="1289"/>
                  </a:lnTo>
                  <a:lnTo>
                    <a:pt x="1750" y="1333"/>
                  </a:lnTo>
                  <a:lnTo>
                    <a:pt x="1778" y="1377"/>
                  </a:lnTo>
                  <a:lnTo>
                    <a:pt x="1808" y="1419"/>
                  </a:lnTo>
                  <a:lnTo>
                    <a:pt x="1808" y="1419"/>
                  </a:lnTo>
                  <a:lnTo>
                    <a:pt x="1836" y="1463"/>
                  </a:lnTo>
                  <a:lnTo>
                    <a:pt x="1865" y="1509"/>
                  </a:lnTo>
                  <a:lnTo>
                    <a:pt x="1890" y="1554"/>
                  </a:lnTo>
                  <a:lnTo>
                    <a:pt x="1914" y="1601"/>
                  </a:lnTo>
                  <a:lnTo>
                    <a:pt x="1914" y="1601"/>
                  </a:lnTo>
                  <a:lnTo>
                    <a:pt x="1924" y="1626"/>
                  </a:lnTo>
                  <a:lnTo>
                    <a:pt x="1933" y="1650"/>
                  </a:lnTo>
                  <a:lnTo>
                    <a:pt x="1940" y="1677"/>
                  </a:lnTo>
                  <a:lnTo>
                    <a:pt x="1944" y="1703"/>
                  </a:lnTo>
                  <a:lnTo>
                    <a:pt x="1948" y="1728"/>
                  </a:lnTo>
                  <a:lnTo>
                    <a:pt x="1950" y="1755"/>
                  </a:lnTo>
                  <a:lnTo>
                    <a:pt x="1950" y="1782"/>
                  </a:lnTo>
                  <a:lnTo>
                    <a:pt x="1948" y="1809"/>
                  </a:lnTo>
                  <a:lnTo>
                    <a:pt x="1947" y="1836"/>
                  </a:lnTo>
                  <a:lnTo>
                    <a:pt x="1944" y="1863"/>
                  </a:lnTo>
                  <a:lnTo>
                    <a:pt x="1935" y="1915"/>
                  </a:lnTo>
                  <a:lnTo>
                    <a:pt x="1925" y="1968"/>
                  </a:lnTo>
                  <a:lnTo>
                    <a:pt x="1914" y="2020"/>
                  </a:lnTo>
                  <a:lnTo>
                    <a:pt x="1914" y="2020"/>
                  </a:lnTo>
                  <a:lnTo>
                    <a:pt x="1891" y="2121"/>
                  </a:lnTo>
                  <a:lnTo>
                    <a:pt x="1882" y="2172"/>
                  </a:lnTo>
                  <a:lnTo>
                    <a:pt x="1873" y="2223"/>
                  </a:lnTo>
                  <a:lnTo>
                    <a:pt x="1866" y="2274"/>
                  </a:lnTo>
                  <a:lnTo>
                    <a:pt x="1865" y="2299"/>
                  </a:lnTo>
                  <a:lnTo>
                    <a:pt x="1865" y="2326"/>
                  </a:lnTo>
                  <a:lnTo>
                    <a:pt x="1865" y="2352"/>
                  </a:lnTo>
                  <a:lnTo>
                    <a:pt x="1866" y="2377"/>
                  </a:lnTo>
                  <a:lnTo>
                    <a:pt x="1867" y="2403"/>
                  </a:lnTo>
                  <a:lnTo>
                    <a:pt x="1872" y="2428"/>
                  </a:lnTo>
                  <a:lnTo>
                    <a:pt x="1872" y="2428"/>
                  </a:lnTo>
                  <a:lnTo>
                    <a:pt x="1873" y="2433"/>
                  </a:lnTo>
                  <a:lnTo>
                    <a:pt x="1874" y="2434"/>
                  </a:lnTo>
                  <a:lnTo>
                    <a:pt x="1877" y="2435"/>
                  </a:lnTo>
                  <a:lnTo>
                    <a:pt x="1882" y="2435"/>
                  </a:lnTo>
                  <a:lnTo>
                    <a:pt x="1884" y="2434"/>
                  </a:lnTo>
                  <a:lnTo>
                    <a:pt x="1886" y="2431"/>
                  </a:lnTo>
                  <a:lnTo>
                    <a:pt x="1887" y="2428"/>
                  </a:lnTo>
                  <a:lnTo>
                    <a:pt x="1887" y="2424"/>
                  </a:lnTo>
                  <a:lnTo>
                    <a:pt x="1887" y="24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4">
              <a:extLst>
                <a:ext uri="{FF2B5EF4-FFF2-40B4-BE49-F238E27FC236}">
                  <a16:creationId xmlns:a16="http://schemas.microsoft.com/office/drawing/2014/main" id="{4B63A241-D2E0-5D2D-2152-1A5B62A83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538"/>
              <a:ext cx="69" cy="559"/>
            </a:xfrm>
            <a:custGeom>
              <a:avLst/>
              <a:gdLst>
                <a:gd name="T0" fmla="*/ 127 w 138"/>
                <a:gd name="T1" fmla="*/ 0 h 1120"/>
                <a:gd name="T2" fmla="*/ 103 w 138"/>
                <a:gd name="T3" fmla="*/ 9 h 1120"/>
                <a:gd name="T4" fmla="*/ 83 w 138"/>
                <a:gd name="T5" fmla="*/ 22 h 1120"/>
                <a:gd name="T6" fmla="*/ 65 w 138"/>
                <a:gd name="T7" fmla="*/ 37 h 1120"/>
                <a:gd name="T8" fmla="*/ 51 w 138"/>
                <a:gd name="T9" fmla="*/ 56 h 1120"/>
                <a:gd name="T10" fmla="*/ 28 w 138"/>
                <a:gd name="T11" fmla="*/ 101 h 1120"/>
                <a:gd name="T12" fmla="*/ 14 w 138"/>
                <a:gd name="T13" fmla="*/ 148 h 1120"/>
                <a:gd name="T14" fmla="*/ 8 w 138"/>
                <a:gd name="T15" fmla="*/ 180 h 1120"/>
                <a:gd name="T16" fmla="*/ 1 w 138"/>
                <a:gd name="T17" fmla="*/ 245 h 1120"/>
                <a:gd name="T18" fmla="*/ 0 w 138"/>
                <a:gd name="T19" fmla="*/ 312 h 1120"/>
                <a:gd name="T20" fmla="*/ 5 w 138"/>
                <a:gd name="T21" fmla="*/ 411 h 1120"/>
                <a:gd name="T22" fmla="*/ 11 w 138"/>
                <a:gd name="T23" fmla="*/ 469 h 1120"/>
                <a:gd name="T24" fmla="*/ 26 w 138"/>
                <a:gd name="T25" fmla="*/ 587 h 1120"/>
                <a:gd name="T26" fmla="*/ 38 w 138"/>
                <a:gd name="T27" fmla="*/ 645 h 1120"/>
                <a:gd name="T28" fmla="*/ 65 w 138"/>
                <a:gd name="T29" fmla="*/ 760 h 1120"/>
                <a:gd name="T30" fmla="*/ 76 w 138"/>
                <a:gd name="T31" fmla="*/ 818 h 1120"/>
                <a:gd name="T32" fmla="*/ 83 w 138"/>
                <a:gd name="T33" fmla="*/ 876 h 1120"/>
                <a:gd name="T34" fmla="*/ 83 w 138"/>
                <a:gd name="T35" fmla="*/ 892 h 1120"/>
                <a:gd name="T36" fmla="*/ 80 w 138"/>
                <a:gd name="T37" fmla="*/ 935 h 1120"/>
                <a:gd name="T38" fmla="*/ 69 w 138"/>
                <a:gd name="T39" fmla="*/ 994 h 1120"/>
                <a:gd name="T40" fmla="*/ 46 w 138"/>
                <a:gd name="T41" fmla="*/ 1080 h 1120"/>
                <a:gd name="T42" fmla="*/ 39 w 138"/>
                <a:gd name="T43" fmla="*/ 1108 h 1120"/>
                <a:gd name="T44" fmla="*/ 41 w 138"/>
                <a:gd name="T45" fmla="*/ 1115 h 1120"/>
                <a:gd name="T46" fmla="*/ 46 w 138"/>
                <a:gd name="T47" fmla="*/ 1118 h 1120"/>
                <a:gd name="T48" fmla="*/ 52 w 138"/>
                <a:gd name="T49" fmla="*/ 1118 h 1120"/>
                <a:gd name="T50" fmla="*/ 56 w 138"/>
                <a:gd name="T51" fmla="*/ 1113 h 1120"/>
                <a:gd name="T52" fmla="*/ 60 w 138"/>
                <a:gd name="T53" fmla="*/ 1088 h 1120"/>
                <a:gd name="T54" fmla="*/ 80 w 138"/>
                <a:gd name="T55" fmla="*/ 1015 h 1120"/>
                <a:gd name="T56" fmla="*/ 96 w 138"/>
                <a:gd name="T57" fmla="*/ 943 h 1120"/>
                <a:gd name="T58" fmla="*/ 100 w 138"/>
                <a:gd name="T59" fmla="*/ 917 h 1120"/>
                <a:gd name="T60" fmla="*/ 100 w 138"/>
                <a:gd name="T61" fmla="*/ 863 h 1120"/>
                <a:gd name="T62" fmla="*/ 93 w 138"/>
                <a:gd name="T63" fmla="*/ 808 h 1120"/>
                <a:gd name="T64" fmla="*/ 80 w 138"/>
                <a:gd name="T65" fmla="*/ 754 h 1120"/>
                <a:gd name="T66" fmla="*/ 68 w 138"/>
                <a:gd name="T67" fmla="*/ 702 h 1120"/>
                <a:gd name="T68" fmla="*/ 42 w 138"/>
                <a:gd name="T69" fmla="*/ 574 h 1120"/>
                <a:gd name="T70" fmla="*/ 25 w 138"/>
                <a:gd name="T71" fmla="*/ 445 h 1120"/>
                <a:gd name="T72" fmla="*/ 19 w 138"/>
                <a:gd name="T73" fmla="*/ 380 h 1120"/>
                <a:gd name="T74" fmla="*/ 17 w 138"/>
                <a:gd name="T75" fmla="*/ 315 h 1120"/>
                <a:gd name="T76" fmla="*/ 18 w 138"/>
                <a:gd name="T77" fmla="*/ 250 h 1120"/>
                <a:gd name="T78" fmla="*/ 25 w 138"/>
                <a:gd name="T79" fmla="*/ 184 h 1120"/>
                <a:gd name="T80" fmla="*/ 29 w 138"/>
                <a:gd name="T81" fmla="*/ 160 h 1120"/>
                <a:gd name="T82" fmla="*/ 43 w 138"/>
                <a:gd name="T83" fmla="*/ 108 h 1120"/>
                <a:gd name="T84" fmla="*/ 53 w 138"/>
                <a:gd name="T85" fmla="*/ 82 h 1120"/>
                <a:gd name="T86" fmla="*/ 68 w 138"/>
                <a:gd name="T87" fmla="*/ 60 h 1120"/>
                <a:gd name="T88" fmla="*/ 85 w 138"/>
                <a:gd name="T89" fmla="*/ 41 h 1120"/>
                <a:gd name="T90" fmla="*/ 106 w 138"/>
                <a:gd name="T91" fmla="*/ 26 h 1120"/>
                <a:gd name="T92" fmla="*/ 131 w 138"/>
                <a:gd name="T93" fmla="*/ 16 h 1120"/>
                <a:gd name="T94" fmla="*/ 136 w 138"/>
                <a:gd name="T95" fmla="*/ 14 h 1120"/>
                <a:gd name="T96" fmla="*/ 138 w 138"/>
                <a:gd name="T97" fmla="*/ 9 h 1120"/>
                <a:gd name="T98" fmla="*/ 137 w 138"/>
                <a:gd name="T99" fmla="*/ 3 h 1120"/>
                <a:gd name="T100" fmla="*/ 131 w 138"/>
                <a:gd name="T101" fmla="*/ 0 h 1120"/>
                <a:gd name="T102" fmla="*/ 127 w 138"/>
                <a:gd name="T10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1120">
                  <a:moveTo>
                    <a:pt x="127" y="0"/>
                  </a:moveTo>
                  <a:lnTo>
                    <a:pt x="127" y="0"/>
                  </a:lnTo>
                  <a:lnTo>
                    <a:pt x="114" y="3"/>
                  </a:lnTo>
                  <a:lnTo>
                    <a:pt x="103" y="9"/>
                  </a:lnTo>
                  <a:lnTo>
                    <a:pt x="93" y="14"/>
                  </a:lnTo>
                  <a:lnTo>
                    <a:pt x="83" y="22"/>
                  </a:lnTo>
                  <a:lnTo>
                    <a:pt x="73" y="29"/>
                  </a:lnTo>
                  <a:lnTo>
                    <a:pt x="65" y="37"/>
                  </a:lnTo>
                  <a:lnTo>
                    <a:pt x="58" y="47"/>
                  </a:lnTo>
                  <a:lnTo>
                    <a:pt x="51" y="56"/>
                  </a:lnTo>
                  <a:lnTo>
                    <a:pt x="38" y="77"/>
                  </a:lnTo>
                  <a:lnTo>
                    <a:pt x="28" y="101"/>
                  </a:lnTo>
                  <a:lnTo>
                    <a:pt x="21" y="124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8" y="180"/>
                  </a:lnTo>
                  <a:lnTo>
                    <a:pt x="4" y="213"/>
                  </a:lnTo>
                  <a:lnTo>
                    <a:pt x="1" y="245"/>
                  </a:lnTo>
                  <a:lnTo>
                    <a:pt x="0" y="279"/>
                  </a:lnTo>
                  <a:lnTo>
                    <a:pt x="0" y="312"/>
                  </a:lnTo>
                  <a:lnTo>
                    <a:pt x="1" y="346"/>
                  </a:lnTo>
                  <a:lnTo>
                    <a:pt x="5" y="411"/>
                  </a:lnTo>
                  <a:lnTo>
                    <a:pt x="5" y="411"/>
                  </a:lnTo>
                  <a:lnTo>
                    <a:pt x="11" y="469"/>
                  </a:lnTo>
                  <a:lnTo>
                    <a:pt x="18" y="529"/>
                  </a:lnTo>
                  <a:lnTo>
                    <a:pt x="26" y="587"/>
                  </a:lnTo>
                  <a:lnTo>
                    <a:pt x="38" y="645"/>
                  </a:lnTo>
                  <a:lnTo>
                    <a:pt x="38" y="645"/>
                  </a:lnTo>
                  <a:lnTo>
                    <a:pt x="51" y="703"/>
                  </a:lnTo>
                  <a:lnTo>
                    <a:pt x="65" y="760"/>
                  </a:lnTo>
                  <a:lnTo>
                    <a:pt x="70" y="788"/>
                  </a:lnTo>
                  <a:lnTo>
                    <a:pt x="76" y="818"/>
                  </a:lnTo>
                  <a:lnTo>
                    <a:pt x="80" y="846"/>
                  </a:lnTo>
                  <a:lnTo>
                    <a:pt x="83" y="876"/>
                  </a:lnTo>
                  <a:lnTo>
                    <a:pt x="83" y="876"/>
                  </a:lnTo>
                  <a:lnTo>
                    <a:pt x="83" y="892"/>
                  </a:lnTo>
                  <a:lnTo>
                    <a:pt x="83" y="906"/>
                  </a:lnTo>
                  <a:lnTo>
                    <a:pt x="80" y="935"/>
                  </a:lnTo>
                  <a:lnTo>
                    <a:pt x="75" y="964"/>
                  </a:lnTo>
                  <a:lnTo>
                    <a:pt x="69" y="994"/>
                  </a:lnTo>
                  <a:lnTo>
                    <a:pt x="53" y="1050"/>
                  </a:lnTo>
                  <a:lnTo>
                    <a:pt x="46" y="1080"/>
                  </a:lnTo>
                  <a:lnTo>
                    <a:pt x="39" y="1108"/>
                  </a:lnTo>
                  <a:lnTo>
                    <a:pt x="39" y="1108"/>
                  </a:lnTo>
                  <a:lnTo>
                    <a:pt x="39" y="1113"/>
                  </a:lnTo>
                  <a:lnTo>
                    <a:pt x="41" y="1115"/>
                  </a:lnTo>
                  <a:lnTo>
                    <a:pt x="43" y="1117"/>
                  </a:lnTo>
                  <a:lnTo>
                    <a:pt x="46" y="1118"/>
                  </a:lnTo>
                  <a:lnTo>
                    <a:pt x="49" y="1120"/>
                  </a:lnTo>
                  <a:lnTo>
                    <a:pt x="52" y="1118"/>
                  </a:lnTo>
                  <a:lnTo>
                    <a:pt x="55" y="1117"/>
                  </a:lnTo>
                  <a:lnTo>
                    <a:pt x="56" y="1113"/>
                  </a:lnTo>
                  <a:lnTo>
                    <a:pt x="56" y="1113"/>
                  </a:lnTo>
                  <a:lnTo>
                    <a:pt x="60" y="1088"/>
                  </a:lnTo>
                  <a:lnTo>
                    <a:pt x="68" y="1064"/>
                  </a:lnTo>
                  <a:lnTo>
                    <a:pt x="80" y="1015"/>
                  </a:lnTo>
                  <a:lnTo>
                    <a:pt x="92" y="967"/>
                  </a:lnTo>
                  <a:lnTo>
                    <a:pt x="96" y="943"/>
                  </a:lnTo>
                  <a:lnTo>
                    <a:pt x="100" y="917"/>
                  </a:lnTo>
                  <a:lnTo>
                    <a:pt x="100" y="917"/>
                  </a:lnTo>
                  <a:lnTo>
                    <a:pt x="100" y="890"/>
                  </a:lnTo>
                  <a:lnTo>
                    <a:pt x="100" y="863"/>
                  </a:lnTo>
                  <a:lnTo>
                    <a:pt x="97" y="835"/>
                  </a:lnTo>
                  <a:lnTo>
                    <a:pt x="93" y="808"/>
                  </a:lnTo>
                  <a:lnTo>
                    <a:pt x="87" y="781"/>
                  </a:lnTo>
                  <a:lnTo>
                    <a:pt x="80" y="754"/>
                  </a:lnTo>
                  <a:lnTo>
                    <a:pt x="68" y="702"/>
                  </a:lnTo>
                  <a:lnTo>
                    <a:pt x="68" y="702"/>
                  </a:lnTo>
                  <a:lnTo>
                    <a:pt x="53" y="638"/>
                  </a:lnTo>
                  <a:lnTo>
                    <a:pt x="42" y="574"/>
                  </a:lnTo>
                  <a:lnTo>
                    <a:pt x="32" y="510"/>
                  </a:lnTo>
                  <a:lnTo>
                    <a:pt x="25" y="445"/>
                  </a:lnTo>
                  <a:lnTo>
                    <a:pt x="25" y="445"/>
                  </a:lnTo>
                  <a:lnTo>
                    <a:pt x="19" y="380"/>
                  </a:lnTo>
                  <a:lnTo>
                    <a:pt x="18" y="347"/>
                  </a:lnTo>
                  <a:lnTo>
                    <a:pt x="17" y="315"/>
                  </a:lnTo>
                  <a:lnTo>
                    <a:pt x="17" y="282"/>
                  </a:lnTo>
                  <a:lnTo>
                    <a:pt x="18" y="250"/>
                  </a:lnTo>
                  <a:lnTo>
                    <a:pt x="21" y="217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9" y="160"/>
                  </a:lnTo>
                  <a:lnTo>
                    <a:pt x="35" y="133"/>
                  </a:lnTo>
                  <a:lnTo>
                    <a:pt x="43" y="108"/>
                  </a:lnTo>
                  <a:lnTo>
                    <a:pt x="48" y="95"/>
                  </a:lnTo>
                  <a:lnTo>
                    <a:pt x="53" y="82"/>
                  </a:lnTo>
                  <a:lnTo>
                    <a:pt x="60" y="71"/>
                  </a:lnTo>
                  <a:lnTo>
                    <a:pt x="68" y="60"/>
                  </a:lnTo>
                  <a:lnTo>
                    <a:pt x="76" y="50"/>
                  </a:lnTo>
                  <a:lnTo>
                    <a:pt x="85" y="41"/>
                  </a:lnTo>
                  <a:lnTo>
                    <a:pt x="96" y="33"/>
                  </a:lnTo>
                  <a:lnTo>
                    <a:pt x="106" y="26"/>
                  </a:lnTo>
                  <a:lnTo>
                    <a:pt x="119" y="20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9"/>
                  </a:lnTo>
                  <a:lnTo>
                    <a:pt x="137" y="6"/>
                  </a:lnTo>
                  <a:lnTo>
                    <a:pt x="137" y="3"/>
                  </a:lnTo>
                  <a:lnTo>
                    <a:pt x="134" y="2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5">
              <a:extLst>
                <a:ext uri="{FF2B5EF4-FFF2-40B4-BE49-F238E27FC236}">
                  <a16:creationId xmlns:a16="http://schemas.microsoft.com/office/drawing/2014/main" id="{24ABAFC3-560F-CBAB-B5DB-F2ED651C0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560"/>
              <a:ext cx="131" cy="590"/>
            </a:xfrm>
            <a:custGeom>
              <a:avLst/>
              <a:gdLst>
                <a:gd name="T0" fmla="*/ 3 w 262"/>
                <a:gd name="T1" fmla="*/ 14 h 1182"/>
                <a:gd name="T2" fmla="*/ 62 w 262"/>
                <a:gd name="T3" fmla="*/ 71 h 1182"/>
                <a:gd name="T4" fmla="*/ 112 w 262"/>
                <a:gd name="T5" fmla="*/ 135 h 1182"/>
                <a:gd name="T6" fmla="*/ 153 w 262"/>
                <a:gd name="T7" fmla="*/ 204 h 1182"/>
                <a:gd name="T8" fmla="*/ 184 w 262"/>
                <a:gd name="T9" fmla="*/ 281 h 1182"/>
                <a:gd name="T10" fmla="*/ 194 w 262"/>
                <a:gd name="T11" fmla="*/ 318 h 1182"/>
                <a:gd name="T12" fmla="*/ 208 w 262"/>
                <a:gd name="T13" fmla="*/ 391 h 1182"/>
                <a:gd name="T14" fmla="*/ 216 w 262"/>
                <a:gd name="T15" fmla="*/ 466 h 1182"/>
                <a:gd name="T16" fmla="*/ 217 w 262"/>
                <a:gd name="T17" fmla="*/ 578 h 1182"/>
                <a:gd name="T18" fmla="*/ 216 w 262"/>
                <a:gd name="T19" fmla="*/ 653 h 1182"/>
                <a:gd name="T20" fmla="*/ 208 w 262"/>
                <a:gd name="T21" fmla="*/ 804 h 1182"/>
                <a:gd name="T22" fmla="*/ 208 w 262"/>
                <a:gd name="T23" fmla="*/ 917 h 1182"/>
                <a:gd name="T24" fmla="*/ 211 w 262"/>
                <a:gd name="T25" fmla="*/ 992 h 1182"/>
                <a:gd name="T26" fmla="*/ 220 w 262"/>
                <a:gd name="T27" fmla="*/ 1066 h 1182"/>
                <a:gd name="T28" fmla="*/ 235 w 262"/>
                <a:gd name="T29" fmla="*/ 1139 h 1182"/>
                <a:gd name="T30" fmla="*/ 247 w 262"/>
                <a:gd name="T31" fmla="*/ 1176 h 1182"/>
                <a:gd name="T32" fmla="*/ 251 w 262"/>
                <a:gd name="T33" fmla="*/ 1182 h 1182"/>
                <a:gd name="T34" fmla="*/ 257 w 262"/>
                <a:gd name="T35" fmla="*/ 1182 h 1182"/>
                <a:gd name="T36" fmla="*/ 262 w 262"/>
                <a:gd name="T37" fmla="*/ 1178 h 1182"/>
                <a:gd name="T38" fmla="*/ 262 w 262"/>
                <a:gd name="T39" fmla="*/ 1172 h 1182"/>
                <a:gd name="T40" fmla="*/ 251 w 262"/>
                <a:gd name="T41" fmla="*/ 1134 h 1182"/>
                <a:gd name="T42" fmla="*/ 235 w 262"/>
                <a:gd name="T43" fmla="*/ 1057 h 1182"/>
                <a:gd name="T44" fmla="*/ 227 w 262"/>
                <a:gd name="T45" fmla="*/ 979 h 1182"/>
                <a:gd name="T46" fmla="*/ 224 w 262"/>
                <a:gd name="T47" fmla="*/ 901 h 1182"/>
                <a:gd name="T48" fmla="*/ 227 w 262"/>
                <a:gd name="T49" fmla="*/ 782 h 1182"/>
                <a:gd name="T50" fmla="*/ 233 w 262"/>
                <a:gd name="T51" fmla="*/ 625 h 1182"/>
                <a:gd name="T52" fmla="*/ 234 w 262"/>
                <a:gd name="T53" fmla="*/ 547 h 1182"/>
                <a:gd name="T54" fmla="*/ 233 w 262"/>
                <a:gd name="T55" fmla="*/ 473 h 1182"/>
                <a:gd name="T56" fmla="*/ 225 w 262"/>
                <a:gd name="T57" fmla="*/ 400 h 1182"/>
                <a:gd name="T58" fmla="*/ 213 w 262"/>
                <a:gd name="T59" fmla="*/ 326 h 1182"/>
                <a:gd name="T60" fmla="*/ 193 w 262"/>
                <a:gd name="T61" fmla="*/ 255 h 1182"/>
                <a:gd name="T62" fmla="*/ 179 w 262"/>
                <a:gd name="T63" fmla="*/ 218 h 1182"/>
                <a:gd name="T64" fmla="*/ 143 w 262"/>
                <a:gd name="T65" fmla="*/ 149 h 1182"/>
                <a:gd name="T66" fmla="*/ 98 w 262"/>
                <a:gd name="T67" fmla="*/ 85 h 1182"/>
                <a:gd name="T68" fmla="*/ 44 w 262"/>
                <a:gd name="T69" fmla="*/ 29 h 1182"/>
                <a:gd name="T70" fmla="*/ 14 w 262"/>
                <a:gd name="T71" fmla="*/ 2 h 1182"/>
                <a:gd name="T72" fmla="*/ 9 w 262"/>
                <a:gd name="T73" fmla="*/ 0 h 1182"/>
                <a:gd name="T74" fmla="*/ 2 w 262"/>
                <a:gd name="T75" fmla="*/ 3 h 1182"/>
                <a:gd name="T76" fmla="*/ 0 w 262"/>
                <a:gd name="T77" fmla="*/ 9 h 1182"/>
                <a:gd name="T78" fmla="*/ 3 w 262"/>
                <a:gd name="T79" fmla="*/ 14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182">
                  <a:moveTo>
                    <a:pt x="3" y="14"/>
                  </a:moveTo>
                  <a:lnTo>
                    <a:pt x="3" y="14"/>
                  </a:lnTo>
                  <a:lnTo>
                    <a:pt x="33" y="41"/>
                  </a:lnTo>
                  <a:lnTo>
                    <a:pt x="62" y="71"/>
                  </a:lnTo>
                  <a:lnTo>
                    <a:pt x="88" y="102"/>
                  </a:lnTo>
                  <a:lnTo>
                    <a:pt x="112" y="135"/>
                  </a:lnTo>
                  <a:lnTo>
                    <a:pt x="135" y="169"/>
                  </a:lnTo>
                  <a:lnTo>
                    <a:pt x="153" y="204"/>
                  </a:lnTo>
                  <a:lnTo>
                    <a:pt x="170" y="242"/>
                  </a:lnTo>
                  <a:lnTo>
                    <a:pt x="184" y="281"/>
                  </a:lnTo>
                  <a:lnTo>
                    <a:pt x="184" y="281"/>
                  </a:lnTo>
                  <a:lnTo>
                    <a:pt x="194" y="318"/>
                  </a:lnTo>
                  <a:lnTo>
                    <a:pt x="201" y="354"/>
                  </a:lnTo>
                  <a:lnTo>
                    <a:pt x="208" y="391"/>
                  </a:lnTo>
                  <a:lnTo>
                    <a:pt x="213" y="428"/>
                  </a:lnTo>
                  <a:lnTo>
                    <a:pt x="216" y="466"/>
                  </a:lnTo>
                  <a:lnTo>
                    <a:pt x="217" y="503"/>
                  </a:lnTo>
                  <a:lnTo>
                    <a:pt x="217" y="578"/>
                  </a:lnTo>
                  <a:lnTo>
                    <a:pt x="217" y="578"/>
                  </a:lnTo>
                  <a:lnTo>
                    <a:pt x="216" y="653"/>
                  </a:lnTo>
                  <a:lnTo>
                    <a:pt x="211" y="728"/>
                  </a:lnTo>
                  <a:lnTo>
                    <a:pt x="208" y="804"/>
                  </a:lnTo>
                  <a:lnTo>
                    <a:pt x="207" y="879"/>
                  </a:lnTo>
                  <a:lnTo>
                    <a:pt x="208" y="917"/>
                  </a:lnTo>
                  <a:lnTo>
                    <a:pt x="210" y="954"/>
                  </a:lnTo>
                  <a:lnTo>
                    <a:pt x="211" y="992"/>
                  </a:lnTo>
                  <a:lnTo>
                    <a:pt x="216" y="1029"/>
                  </a:lnTo>
                  <a:lnTo>
                    <a:pt x="220" y="1066"/>
                  </a:lnTo>
                  <a:lnTo>
                    <a:pt x="227" y="1103"/>
                  </a:lnTo>
                  <a:lnTo>
                    <a:pt x="235" y="1139"/>
                  </a:lnTo>
                  <a:lnTo>
                    <a:pt x="247" y="1176"/>
                  </a:lnTo>
                  <a:lnTo>
                    <a:pt x="247" y="1176"/>
                  </a:lnTo>
                  <a:lnTo>
                    <a:pt x="248" y="1179"/>
                  </a:lnTo>
                  <a:lnTo>
                    <a:pt x="251" y="1182"/>
                  </a:lnTo>
                  <a:lnTo>
                    <a:pt x="254" y="1182"/>
                  </a:lnTo>
                  <a:lnTo>
                    <a:pt x="257" y="1182"/>
                  </a:lnTo>
                  <a:lnTo>
                    <a:pt x="259" y="1180"/>
                  </a:lnTo>
                  <a:lnTo>
                    <a:pt x="262" y="1178"/>
                  </a:lnTo>
                  <a:lnTo>
                    <a:pt x="262" y="1175"/>
                  </a:lnTo>
                  <a:lnTo>
                    <a:pt x="262" y="1172"/>
                  </a:lnTo>
                  <a:lnTo>
                    <a:pt x="262" y="1172"/>
                  </a:lnTo>
                  <a:lnTo>
                    <a:pt x="251" y="1134"/>
                  </a:lnTo>
                  <a:lnTo>
                    <a:pt x="242" y="1095"/>
                  </a:lnTo>
                  <a:lnTo>
                    <a:pt x="235" y="1057"/>
                  </a:lnTo>
                  <a:lnTo>
                    <a:pt x="231" y="1018"/>
                  </a:lnTo>
                  <a:lnTo>
                    <a:pt x="227" y="979"/>
                  </a:lnTo>
                  <a:lnTo>
                    <a:pt x="225" y="940"/>
                  </a:lnTo>
                  <a:lnTo>
                    <a:pt x="224" y="901"/>
                  </a:lnTo>
                  <a:lnTo>
                    <a:pt x="224" y="862"/>
                  </a:lnTo>
                  <a:lnTo>
                    <a:pt x="227" y="782"/>
                  </a:lnTo>
                  <a:lnTo>
                    <a:pt x="230" y="704"/>
                  </a:lnTo>
                  <a:lnTo>
                    <a:pt x="233" y="625"/>
                  </a:lnTo>
                  <a:lnTo>
                    <a:pt x="234" y="547"/>
                  </a:lnTo>
                  <a:lnTo>
                    <a:pt x="234" y="547"/>
                  </a:lnTo>
                  <a:lnTo>
                    <a:pt x="234" y="510"/>
                  </a:lnTo>
                  <a:lnTo>
                    <a:pt x="233" y="473"/>
                  </a:lnTo>
                  <a:lnTo>
                    <a:pt x="230" y="437"/>
                  </a:lnTo>
                  <a:lnTo>
                    <a:pt x="225" y="400"/>
                  </a:lnTo>
                  <a:lnTo>
                    <a:pt x="221" y="363"/>
                  </a:lnTo>
                  <a:lnTo>
                    <a:pt x="213" y="326"/>
                  </a:lnTo>
                  <a:lnTo>
                    <a:pt x="204" y="291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79" y="218"/>
                  </a:lnTo>
                  <a:lnTo>
                    <a:pt x="162" y="183"/>
                  </a:lnTo>
                  <a:lnTo>
                    <a:pt x="143" y="149"/>
                  </a:lnTo>
                  <a:lnTo>
                    <a:pt x="121" y="116"/>
                  </a:lnTo>
                  <a:lnTo>
                    <a:pt x="98" y="85"/>
                  </a:lnTo>
                  <a:lnTo>
                    <a:pt x="71" y="57"/>
                  </a:lnTo>
                  <a:lnTo>
                    <a:pt x="44" y="29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6">
              <a:extLst>
                <a:ext uri="{FF2B5EF4-FFF2-40B4-BE49-F238E27FC236}">
                  <a16:creationId xmlns:a16="http://schemas.microsoft.com/office/drawing/2014/main" id="{50ADE2E3-874F-BE8B-15C8-F396E05B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797"/>
              <a:ext cx="75" cy="270"/>
            </a:xfrm>
            <a:custGeom>
              <a:avLst/>
              <a:gdLst>
                <a:gd name="T0" fmla="*/ 5 w 151"/>
                <a:gd name="T1" fmla="*/ 15 h 539"/>
                <a:gd name="T2" fmla="*/ 29 w 151"/>
                <a:gd name="T3" fmla="*/ 38 h 539"/>
                <a:gd name="T4" fmla="*/ 47 w 151"/>
                <a:gd name="T5" fmla="*/ 65 h 539"/>
                <a:gd name="T6" fmla="*/ 61 w 151"/>
                <a:gd name="T7" fmla="*/ 94 h 539"/>
                <a:gd name="T8" fmla="*/ 70 w 151"/>
                <a:gd name="T9" fmla="*/ 128 h 539"/>
                <a:gd name="T10" fmla="*/ 74 w 151"/>
                <a:gd name="T11" fmla="*/ 164 h 539"/>
                <a:gd name="T12" fmla="*/ 77 w 151"/>
                <a:gd name="T13" fmla="*/ 232 h 539"/>
                <a:gd name="T14" fmla="*/ 77 w 151"/>
                <a:gd name="T15" fmla="*/ 263 h 539"/>
                <a:gd name="T16" fmla="*/ 73 w 151"/>
                <a:gd name="T17" fmla="*/ 331 h 539"/>
                <a:gd name="T18" fmla="*/ 63 w 151"/>
                <a:gd name="T19" fmla="*/ 399 h 539"/>
                <a:gd name="T20" fmla="*/ 47 w 151"/>
                <a:gd name="T21" fmla="*/ 466 h 539"/>
                <a:gd name="T22" fmla="*/ 26 w 151"/>
                <a:gd name="T23" fmla="*/ 529 h 539"/>
                <a:gd name="T24" fmla="*/ 26 w 151"/>
                <a:gd name="T25" fmla="*/ 532 h 539"/>
                <a:gd name="T26" fmla="*/ 29 w 151"/>
                <a:gd name="T27" fmla="*/ 538 h 539"/>
                <a:gd name="T28" fmla="*/ 33 w 151"/>
                <a:gd name="T29" fmla="*/ 539 h 539"/>
                <a:gd name="T30" fmla="*/ 40 w 151"/>
                <a:gd name="T31" fmla="*/ 538 h 539"/>
                <a:gd name="T32" fmla="*/ 42 w 151"/>
                <a:gd name="T33" fmla="*/ 535 h 539"/>
                <a:gd name="T34" fmla="*/ 83 w 151"/>
                <a:gd name="T35" fmla="*/ 456 h 539"/>
                <a:gd name="T36" fmla="*/ 118 w 151"/>
                <a:gd name="T37" fmla="*/ 374 h 539"/>
                <a:gd name="T38" fmla="*/ 132 w 151"/>
                <a:gd name="T39" fmla="*/ 331 h 539"/>
                <a:gd name="T40" fmla="*/ 142 w 151"/>
                <a:gd name="T41" fmla="*/ 287 h 539"/>
                <a:gd name="T42" fmla="*/ 149 w 151"/>
                <a:gd name="T43" fmla="*/ 243 h 539"/>
                <a:gd name="T44" fmla="*/ 149 w 151"/>
                <a:gd name="T45" fmla="*/ 198 h 539"/>
                <a:gd name="T46" fmla="*/ 149 w 151"/>
                <a:gd name="T47" fmla="*/ 194 h 539"/>
                <a:gd name="T48" fmla="*/ 144 w 151"/>
                <a:gd name="T49" fmla="*/ 189 h 539"/>
                <a:gd name="T50" fmla="*/ 138 w 151"/>
                <a:gd name="T51" fmla="*/ 189 h 539"/>
                <a:gd name="T52" fmla="*/ 134 w 151"/>
                <a:gd name="T53" fmla="*/ 194 h 539"/>
                <a:gd name="T54" fmla="*/ 132 w 151"/>
                <a:gd name="T55" fmla="*/ 198 h 539"/>
                <a:gd name="T56" fmla="*/ 132 w 151"/>
                <a:gd name="T57" fmla="*/ 242 h 539"/>
                <a:gd name="T58" fmla="*/ 125 w 151"/>
                <a:gd name="T59" fmla="*/ 284 h 539"/>
                <a:gd name="T60" fmla="*/ 115 w 151"/>
                <a:gd name="T61" fmla="*/ 327 h 539"/>
                <a:gd name="T62" fmla="*/ 85 w 151"/>
                <a:gd name="T63" fmla="*/ 409 h 539"/>
                <a:gd name="T64" fmla="*/ 47 w 151"/>
                <a:gd name="T65" fmla="*/ 488 h 539"/>
                <a:gd name="T66" fmla="*/ 27 w 151"/>
                <a:gd name="T67" fmla="*/ 527 h 539"/>
                <a:gd name="T68" fmla="*/ 43 w 151"/>
                <a:gd name="T69" fmla="*/ 534 h 539"/>
                <a:gd name="T70" fmla="*/ 66 w 151"/>
                <a:gd name="T71" fmla="*/ 464 h 539"/>
                <a:gd name="T72" fmla="*/ 81 w 151"/>
                <a:gd name="T73" fmla="*/ 391 h 539"/>
                <a:gd name="T74" fmla="*/ 91 w 151"/>
                <a:gd name="T75" fmla="*/ 317 h 539"/>
                <a:gd name="T76" fmla="*/ 94 w 151"/>
                <a:gd name="T77" fmla="*/ 243 h 539"/>
                <a:gd name="T78" fmla="*/ 94 w 151"/>
                <a:gd name="T79" fmla="*/ 212 h 539"/>
                <a:gd name="T80" fmla="*/ 88 w 151"/>
                <a:gd name="T81" fmla="*/ 144 h 539"/>
                <a:gd name="T82" fmla="*/ 83 w 151"/>
                <a:gd name="T83" fmla="*/ 110 h 539"/>
                <a:gd name="T84" fmla="*/ 71 w 151"/>
                <a:gd name="T85" fmla="*/ 77 h 539"/>
                <a:gd name="T86" fmla="*/ 57 w 151"/>
                <a:gd name="T87" fmla="*/ 48 h 539"/>
                <a:gd name="T88" fmla="*/ 39 w 151"/>
                <a:gd name="T89" fmla="*/ 22 h 539"/>
                <a:gd name="T90" fmla="*/ 13 w 151"/>
                <a:gd name="T91" fmla="*/ 1 h 539"/>
                <a:gd name="T92" fmla="*/ 10 w 151"/>
                <a:gd name="T93" fmla="*/ 0 h 539"/>
                <a:gd name="T94" fmla="*/ 5 w 151"/>
                <a:gd name="T95" fmla="*/ 1 h 539"/>
                <a:gd name="T96" fmla="*/ 0 w 151"/>
                <a:gd name="T97" fmla="*/ 7 h 539"/>
                <a:gd name="T98" fmla="*/ 2 w 151"/>
                <a:gd name="T99" fmla="*/ 14 h 539"/>
                <a:gd name="T100" fmla="*/ 5 w 151"/>
                <a:gd name="T101" fmla="*/ 1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" h="539">
                  <a:moveTo>
                    <a:pt x="5" y="15"/>
                  </a:moveTo>
                  <a:lnTo>
                    <a:pt x="5" y="15"/>
                  </a:lnTo>
                  <a:lnTo>
                    <a:pt x="17" y="26"/>
                  </a:lnTo>
                  <a:lnTo>
                    <a:pt x="29" y="38"/>
                  </a:lnTo>
                  <a:lnTo>
                    <a:pt x="39" y="51"/>
                  </a:lnTo>
                  <a:lnTo>
                    <a:pt x="47" y="65"/>
                  </a:lnTo>
                  <a:lnTo>
                    <a:pt x="54" y="79"/>
                  </a:lnTo>
                  <a:lnTo>
                    <a:pt x="61" y="94"/>
                  </a:lnTo>
                  <a:lnTo>
                    <a:pt x="66" y="111"/>
                  </a:lnTo>
                  <a:lnTo>
                    <a:pt x="70" y="128"/>
                  </a:lnTo>
                  <a:lnTo>
                    <a:pt x="73" y="145"/>
                  </a:lnTo>
                  <a:lnTo>
                    <a:pt x="74" y="164"/>
                  </a:lnTo>
                  <a:lnTo>
                    <a:pt x="77" y="199"/>
                  </a:lnTo>
                  <a:lnTo>
                    <a:pt x="77" y="23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76" y="297"/>
                  </a:lnTo>
                  <a:lnTo>
                    <a:pt x="73" y="331"/>
                  </a:lnTo>
                  <a:lnTo>
                    <a:pt x="68" y="365"/>
                  </a:lnTo>
                  <a:lnTo>
                    <a:pt x="63" y="399"/>
                  </a:lnTo>
                  <a:lnTo>
                    <a:pt x="56" y="432"/>
                  </a:lnTo>
                  <a:lnTo>
                    <a:pt x="47" y="466"/>
                  </a:lnTo>
                  <a:lnTo>
                    <a:pt x="37" y="498"/>
                  </a:lnTo>
                  <a:lnTo>
                    <a:pt x="26" y="529"/>
                  </a:lnTo>
                  <a:lnTo>
                    <a:pt x="26" y="529"/>
                  </a:lnTo>
                  <a:lnTo>
                    <a:pt x="26" y="532"/>
                  </a:lnTo>
                  <a:lnTo>
                    <a:pt x="26" y="535"/>
                  </a:lnTo>
                  <a:lnTo>
                    <a:pt x="29" y="538"/>
                  </a:lnTo>
                  <a:lnTo>
                    <a:pt x="30" y="539"/>
                  </a:lnTo>
                  <a:lnTo>
                    <a:pt x="33" y="539"/>
                  </a:lnTo>
                  <a:lnTo>
                    <a:pt x="37" y="539"/>
                  </a:lnTo>
                  <a:lnTo>
                    <a:pt x="40" y="538"/>
                  </a:lnTo>
                  <a:lnTo>
                    <a:pt x="42" y="535"/>
                  </a:lnTo>
                  <a:lnTo>
                    <a:pt x="42" y="535"/>
                  </a:lnTo>
                  <a:lnTo>
                    <a:pt x="63" y="495"/>
                  </a:lnTo>
                  <a:lnTo>
                    <a:pt x="83" y="456"/>
                  </a:lnTo>
                  <a:lnTo>
                    <a:pt x="101" y="415"/>
                  </a:lnTo>
                  <a:lnTo>
                    <a:pt x="118" y="374"/>
                  </a:lnTo>
                  <a:lnTo>
                    <a:pt x="125" y="352"/>
                  </a:lnTo>
                  <a:lnTo>
                    <a:pt x="132" y="331"/>
                  </a:lnTo>
                  <a:lnTo>
                    <a:pt x="138" y="308"/>
                  </a:lnTo>
                  <a:lnTo>
                    <a:pt x="142" y="287"/>
                  </a:lnTo>
                  <a:lnTo>
                    <a:pt x="146" y="265"/>
                  </a:lnTo>
                  <a:lnTo>
                    <a:pt x="149" y="243"/>
                  </a:lnTo>
                  <a:lnTo>
                    <a:pt x="151" y="221"/>
                  </a:lnTo>
                  <a:lnTo>
                    <a:pt x="149" y="198"/>
                  </a:lnTo>
                  <a:lnTo>
                    <a:pt x="149" y="198"/>
                  </a:lnTo>
                  <a:lnTo>
                    <a:pt x="149" y="194"/>
                  </a:lnTo>
                  <a:lnTo>
                    <a:pt x="146" y="191"/>
                  </a:lnTo>
                  <a:lnTo>
                    <a:pt x="144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91"/>
                  </a:lnTo>
                  <a:lnTo>
                    <a:pt x="134" y="194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134" y="219"/>
                  </a:lnTo>
                  <a:lnTo>
                    <a:pt x="132" y="242"/>
                  </a:lnTo>
                  <a:lnTo>
                    <a:pt x="129" y="263"/>
                  </a:lnTo>
                  <a:lnTo>
                    <a:pt x="125" y="284"/>
                  </a:lnTo>
                  <a:lnTo>
                    <a:pt x="121" y="306"/>
                  </a:lnTo>
                  <a:lnTo>
                    <a:pt x="115" y="327"/>
                  </a:lnTo>
                  <a:lnTo>
                    <a:pt x="102" y="368"/>
                  </a:lnTo>
                  <a:lnTo>
                    <a:pt x="85" y="409"/>
                  </a:lnTo>
                  <a:lnTo>
                    <a:pt x="67" y="449"/>
                  </a:lnTo>
                  <a:lnTo>
                    <a:pt x="47" y="488"/>
                  </a:lnTo>
                  <a:lnTo>
                    <a:pt x="27" y="527"/>
                  </a:lnTo>
                  <a:lnTo>
                    <a:pt x="27" y="527"/>
                  </a:lnTo>
                  <a:lnTo>
                    <a:pt x="43" y="534"/>
                  </a:lnTo>
                  <a:lnTo>
                    <a:pt x="43" y="534"/>
                  </a:lnTo>
                  <a:lnTo>
                    <a:pt x="56" y="500"/>
                  </a:lnTo>
                  <a:lnTo>
                    <a:pt x="66" y="464"/>
                  </a:lnTo>
                  <a:lnTo>
                    <a:pt x="74" y="427"/>
                  </a:lnTo>
                  <a:lnTo>
                    <a:pt x="81" y="391"/>
                  </a:lnTo>
                  <a:lnTo>
                    <a:pt x="87" y="354"/>
                  </a:lnTo>
                  <a:lnTo>
                    <a:pt x="91" y="317"/>
                  </a:lnTo>
                  <a:lnTo>
                    <a:pt x="93" y="280"/>
                  </a:lnTo>
                  <a:lnTo>
                    <a:pt x="94" y="243"/>
                  </a:lnTo>
                  <a:lnTo>
                    <a:pt x="94" y="243"/>
                  </a:lnTo>
                  <a:lnTo>
                    <a:pt x="94" y="212"/>
                  </a:lnTo>
                  <a:lnTo>
                    <a:pt x="93" y="178"/>
                  </a:lnTo>
                  <a:lnTo>
                    <a:pt x="88" y="144"/>
                  </a:lnTo>
                  <a:lnTo>
                    <a:pt x="85" y="127"/>
                  </a:lnTo>
                  <a:lnTo>
                    <a:pt x="83" y="110"/>
                  </a:lnTo>
                  <a:lnTo>
                    <a:pt x="77" y="94"/>
                  </a:lnTo>
                  <a:lnTo>
                    <a:pt x="71" y="77"/>
                  </a:lnTo>
                  <a:lnTo>
                    <a:pt x="66" y="63"/>
                  </a:lnTo>
                  <a:lnTo>
                    <a:pt x="57" y="48"/>
                  </a:lnTo>
                  <a:lnTo>
                    <a:pt x="49" y="35"/>
                  </a:lnTo>
                  <a:lnTo>
                    <a:pt x="39" y="22"/>
                  </a:lnTo>
                  <a:lnTo>
                    <a:pt x="26" y="1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7">
              <a:extLst>
                <a:ext uri="{FF2B5EF4-FFF2-40B4-BE49-F238E27FC236}">
                  <a16:creationId xmlns:a16="http://schemas.microsoft.com/office/drawing/2014/main" id="{737C8A67-D409-1AC7-2BEF-E1FDEC729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848"/>
              <a:ext cx="280" cy="191"/>
            </a:xfrm>
            <a:custGeom>
              <a:avLst/>
              <a:gdLst>
                <a:gd name="T0" fmla="*/ 9 w 560"/>
                <a:gd name="T1" fmla="*/ 119 h 381"/>
                <a:gd name="T2" fmla="*/ 20 w 560"/>
                <a:gd name="T3" fmla="*/ 202 h 381"/>
                <a:gd name="T4" fmla="*/ 20 w 560"/>
                <a:gd name="T5" fmla="*/ 316 h 381"/>
                <a:gd name="T6" fmla="*/ 21 w 560"/>
                <a:gd name="T7" fmla="*/ 321 h 381"/>
                <a:gd name="T8" fmla="*/ 31 w 560"/>
                <a:gd name="T9" fmla="*/ 324 h 381"/>
                <a:gd name="T10" fmla="*/ 36 w 560"/>
                <a:gd name="T11" fmla="*/ 320 h 381"/>
                <a:gd name="T12" fmla="*/ 109 w 560"/>
                <a:gd name="T13" fmla="*/ 211 h 381"/>
                <a:gd name="T14" fmla="*/ 167 w 560"/>
                <a:gd name="T15" fmla="*/ 93 h 381"/>
                <a:gd name="T16" fmla="*/ 194 w 560"/>
                <a:gd name="T17" fmla="*/ 9 h 381"/>
                <a:gd name="T18" fmla="*/ 184 w 560"/>
                <a:gd name="T19" fmla="*/ 24 h 381"/>
                <a:gd name="T20" fmla="*/ 206 w 560"/>
                <a:gd name="T21" fmla="*/ 89 h 381"/>
                <a:gd name="T22" fmla="*/ 223 w 560"/>
                <a:gd name="T23" fmla="*/ 171 h 381"/>
                <a:gd name="T24" fmla="*/ 244 w 560"/>
                <a:gd name="T25" fmla="*/ 222 h 381"/>
                <a:gd name="T26" fmla="*/ 279 w 560"/>
                <a:gd name="T27" fmla="*/ 270 h 381"/>
                <a:gd name="T28" fmla="*/ 346 w 560"/>
                <a:gd name="T29" fmla="*/ 331 h 381"/>
                <a:gd name="T30" fmla="*/ 421 w 560"/>
                <a:gd name="T31" fmla="*/ 381 h 381"/>
                <a:gd name="T32" fmla="*/ 429 w 560"/>
                <a:gd name="T33" fmla="*/ 379 h 381"/>
                <a:gd name="T34" fmla="*/ 434 w 560"/>
                <a:gd name="T35" fmla="*/ 372 h 381"/>
                <a:gd name="T36" fmla="*/ 431 w 560"/>
                <a:gd name="T37" fmla="*/ 321 h 381"/>
                <a:gd name="T38" fmla="*/ 408 w 560"/>
                <a:gd name="T39" fmla="*/ 238 h 381"/>
                <a:gd name="T40" fmla="*/ 394 w 560"/>
                <a:gd name="T41" fmla="*/ 246 h 381"/>
                <a:gd name="T42" fmla="*/ 468 w 560"/>
                <a:gd name="T43" fmla="*/ 301 h 381"/>
                <a:gd name="T44" fmla="*/ 527 w 560"/>
                <a:gd name="T45" fmla="*/ 334 h 381"/>
                <a:gd name="T46" fmla="*/ 553 w 560"/>
                <a:gd name="T47" fmla="*/ 344 h 381"/>
                <a:gd name="T48" fmla="*/ 558 w 560"/>
                <a:gd name="T49" fmla="*/ 338 h 381"/>
                <a:gd name="T50" fmla="*/ 557 w 560"/>
                <a:gd name="T51" fmla="*/ 328 h 381"/>
                <a:gd name="T52" fmla="*/ 533 w 560"/>
                <a:gd name="T53" fmla="*/ 318 h 381"/>
                <a:gd name="T54" fmla="*/ 476 w 560"/>
                <a:gd name="T55" fmla="*/ 287 h 381"/>
                <a:gd name="T56" fmla="*/ 407 w 560"/>
                <a:gd name="T57" fmla="*/ 235 h 381"/>
                <a:gd name="T58" fmla="*/ 401 w 560"/>
                <a:gd name="T59" fmla="*/ 232 h 381"/>
                <a:gd name="T60" fmla="*/ 393 w 560"/>
                <a:gd name="T61" fmla="*/ 238 h 381"/>
                <a:gd name="T62" fmla="*/ 391 w 560"/>
                <a:gd name="T63" fmla="*/ 243 h 381"/>
                <a:gd name="T64" fmla="*/ 414 w 560"/>
                <a:gd name="T65" fmla="*/ 323 h 381"/>
                <a:gd name="T66" fmla="*/ 417 w 560"/>
                <a:gd name="T67" fmla="*/ 372 h 381"/>
                <a:gd name="T68" fmla="*/ 429 w 560"/>
                <a:gd name="T69" fmla="*/ 365 h 381"/>
                <a:gd name="T70" fmla="*/ 354 w 560"/>
                <a:gd name="T71" fmla="*/ 316 h 381"/>
                <a:gd name="T72" fmla="*/ 289 w 560"/>
                <a:gd name="T73" fmla="*/ 255 h 381"/>
                <a:gd name="T74" fmla="*/ 254 w 560"/>
                <a:gd name="T75" fmla="*/ 205 h 381"/>
                <a:gd name="T76" fmla="*/ 234 w 560"/>
                <a:gd name="T77" fmla="*/ 157 h 381"/>
                <a:gd name="T78" fmla="*/ 218 w 560"/>
                <a:gd name="T79" fmla="*/ 77 h 381"/>
                <a:gd name="T80" fmla="*/ 200 w 560"/>
                <a:gd name="T81" fmla="*/ 15 h 381"/>
                <a:gd name="T82" fmla="*/ 190 w 560"/>
                <a:gd name="T83" fmla="*/ 0 h 381"/>
                <a:gd name="T84" fmla="*/ 179 w 560"/>
                <a:gd name="T85" fmla="*/ 2 h 381"/>
                <a:gd name="T86" fmla="*/ 166 w 560"/>
                <a:gd name="T87" fmla="*/ 48 h 381"/>
                <a:gd name="T88" fmla="*/ 115 w 560"/>
                <a:gd name="T89" fmla="*/ 167 h 381"/>
                <a:gd name="T90" fmla="*/ 47 w 560"/>
                <a:gd name="T91" fmla="*/ 276 h 381"/>
                <a:gd name="T92" fmla="*/ 37 w 560"/>
                <a:gd name="T93" fmla="*/ 316 h 381"/>
                <a:gd name="T94" fmla="*/ 37 w 560"/>
                <a:gd name="T95" fmla="*/ 229 h 381"/>
                <a:gd name="T96" fmla="*/ 31 w 560"/>
                <a:gd name="T97" fmla="*/ 143 h 381"/>
                <a:gd name="T98" fmla="*/ 17 w 560"/>
                <a:gd name="T99" fmla="*/ 87 h 381"/>
                <a:gd name="T100" fmla="*/ 10 w 560"/>
                <a:gd name="T101" fmla="*/ 82 h 381"/>
                <a:gd name="T102" fmla="*/ 2 w 560"/>
                <a:gd name="T103" fmla="*/ 85 h 381"/>
                <a:gd name="T104" fmla="*/ 2 w 560"/>
                <a:gd name="T105" fmla="*/ 92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0" h="381">
                  <a:moveTo>
                    <a:pt x="2" y="92"/>
                  </a:moveTo>
                  <a:lnTo>
                    <a:pt x="2" y="92"/>
                  </a:lnTo>
                  <a:lnTo>
                    <a:pt x="9" y="119"/>
                  </a:lnTo>
                  <a:lnTo>
                    <a:pt x="14" y="147"/>
                  </a:lnTo>
                  <a:lnTo>
                    <a:pt x="19" y="174"/>
                  </a:lnTo>
                  <a:lnTo>
                    <a:pt x="20" y="202"/>
                  </a:lnTo>
                  <a:lnTo>
                    <a:pt x="20" y="231"/>
                  </a:lnTo>
                  <a:lnTo>
                    <a:pt x="20" y="259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20" y="318"/>
                  </a:lnTo>
                  <a:lnTo>
                    <a:pt x="21" y="321"/>
                  </a:lnTo>
                  <a:lnTo>
                    <a:pt x="24" y="323"/>
                  </a:lnTo>
                  <a:lnTo>
                    <a:pt x="26" y="324"/>
                  </a:lnTo>
                  <a:lnTo>
                    <a:pt x="31" y="324"/>
                  </a:lnTo>
                  <a:lnTo>
                    <a:pt x="34" y="323"/>
                  </a:lnTo>
                  <a:lnTo>
                    <a:pt x="36" y="320"/>
                  </a:lnTo>
                  <a:lnTo>
                    <a:pt x="36" y="320"/>
                  </a:lnTo>
                  <a:lnTo>
                    <a:pt x="61" y="284"/>
                  </a:lnTo>
                  <a:lnTo>
                    <a:pt x="87" y="248"/>
                  </a:lnTo>
                  <a:lnTo>
                    <a:pt x="109" y="211"/>
                  </a:lnTo>
                  <a:lnTo>
                    <a:pt x="131" y="172"/>
                  </a:lnTo>
                  <a:lnTo>
                    <a:pt x="150" y="134"/>
                  </a:lnTo>
                  <a:lnTo>
                    <a:pt x="167" y="93"/>
                  </a:lnTo>
                  <a:lnTo>
                    <a:pt x="182" y="52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84" y="24"/>
                  </a:lnTo>
                  <a:lnTo>
                    <a:pt x="190" y="36"/>
                  </a:lnTo>
                  <a:lnTo>
                    <a:pt x="199" y="62"/>
                  </a:lnTo>
                  <a:lnTo>
                    <a:pt x="206" y="89"/>
                  </a:lnTo>
                  <a:lnTo>
                    <a:pt x="210" y="116"/>
                  </a:lnTo>
                  <a:lnTo>
                    <a:pt x="216" y="144"/>
                  </a:lnTo>
                  <a:lnTo>
                    <a:pt x="223" y="171"/>
                  </a:lnTo>
                  <a:lnTo>
                    <a:pt x="231" y="197"/>
                  </a:lnTo>
                  <a:lnTo>
                    <a:pt x="237" y="209"/>
                  </a:lnTo>
                  <a:lnTo>
                    <a:pt x="244" y="222"/>
                  </a:lnTo>
                  <a:lnTo>
                    <a:pt x="244" y="222"/>
                  </a:lnTo>
                  <a:lnTo>
                    <a:pt x="261" y="246"/>
                  </a:lnTo>
                  <a:lnTo>
                    <a:pt x="279" y="270"/>
                  </a:lnTo>
                  <a:lnTo>
                    <a:pt x="301" y="291"/>
                  </a:lnTo>
                  <a:lnTo>
                    <a:pt x="322" y="311"/>
                  </a:lnTo>
                  <a:lnTo>
                    <a:pt x="346" y="331"/>
                  </a:lnTo>
                  <a:lnTo>
                    <a:pt x="370" y="348"/>
                  </a:lnTo>
                  <a:lnTo>
                    <a:pt x="395" y="365"/>
                  </a:lnTo>
                  <a:lnTo>
                    <a:pt x="421" y="381"/>
                  </a:lnTo>
                  <a:lnTo>
                    <a:pt x="421" y="381"/>
                  </a:lnTo>
                  <a:lnTo>
                    <a:pt x="425" y="381"/>
                  </a:lnTo>
                  <a:lnTo>
                    <a:pt x="429" y="379"/>
                  </a:lnTo>
                  <a:lnTo>
                    <a:pt x="432" y="376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5" y="355"/>
                  </a:lnTo>
                  <a:lnTo>
                    <a:pt x="434" y="338"/>
                  </a:lnTo>
                  <a:lnTo>
                    <a:pt x="431" y="321"/>
                  </a:lnTo>
                  <a:lnTo>
                    <a:pt x="428" y="304"/>
                  </a:lnTo>
                  <a:lnTo>
                    <a:pt x="418" y="272"/>
                  </a:lnTo>
                  <a:lnTo>
                    <a:pt x="408" y="238"/>
                  </a:lnTo>
                  <a:lnTo>
                    <a:pt x="408" y="238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429" y="276"/>
                  </a:lnTo>
                  <a:lnTo>
                    <a:pt x="448" y="289"/>
                  </a:lnTo>
                  <a:lnTo>
                    <a:pt x="468" y="301"/>
                  </a:lnTo>
                  <a:lnTo>
                    <a:pt x="486" y="314"/>
                  </a:lnTo>
                  <a:lnTo>
                    <a:pt x="507" y="325"/>
                  </a:lnTo>
                  <a:lnTo>
                    <a:pt x="527" y="334"/>
                  </a:lnTo>
                  <a:lnTo>
                    <a:pt x="549" y="342"/>
                  </a:lnTo>
                  <a:lnTo>
                    <a:pt x="549" y="342"/>
                  </a:lnTo>
                  <a:lnTo>
                    <a:pt x="553" y="344"/>
                  </a:lnTo>
                  <a:lnTo>
                    <a:pt x="556" y="342"/>
                  </a:lnTo>
                  <a:lnTo>
                    <a:pt x="558" y="341"/>
                  </a:lnTo>
                  <a:lnTo>
                    <a:pt x="558" y="338"/>
                  </a:lnTo>
                  <a:lnTo>
                    <a:pt x="560" y="334"/>
                  </a:lnTo>
                  <a:lnTo>
                    <a:pt x="558" y="331"/>
                  </a:lnTo>
                  <a:lnTo>
                    <a:pt x="557" y="328"/>
                  </a:lnTo>
                  <a:lnTo>
                    <a:pt x="554" y="327"/>
                  </a:lnTo>
                  <a:lnTo>
                    <a:pt x="554" y="327"/>
                  </a:lnTo>
                  <a:lnTo>
                    <a:pt x="533" y="318"/>
                  </a:lnTo>
                  <a:lnTo>
                    <a:pt x="513" y="310"/>
                  </a:lnTo>
                  <a:lnTo>
                    <a:pt x="495" y="299"/>
                  </a:lnTo>
                  <a:lnTo>
                    <a:pt x="476" y="287"/>
                  </a:lnTo>
                  <a:lnTo>
                    <a:pt x="458" y="274"/>
                  </a:lnTo>
                  <a:lnTo>
                    <a:pt x="441" y="262"/>
                  </a:lnTo>
                  <a:lnTo>
                    <a:pt x="407" y="235"/>
                  </a:lnTo>
                  <a:lnTo>
                    <a:pt x="407" y="235"/>
                  </a:lnTo>
                  <a:lnTo>
                    <a:pt x="404" y="233"/>
                  </a:lnTo>
                  <a:lnTo>
                    <a:pt x="401" y="232"/>
                  </a:lnTo>
                  <a:lnTo>
                    <a:pt x="395" y="233"/>
                  </a:lnTo>
                  <a:lnTo>
                    <a:pt x="394" y="235"/>
                  </a:lnTo>
                  <a:lnTo>
                    <a:pt x="393" y="238"/>
                  </a:lnTo>
                  <a:lnTo>
                    <a:pt x="391" y="239"/>
                  </a:lnTo>
                  <a:lnTo>
                    <a:pt x="391" y="243"/>
                  </a:lnTo>
                  <a:lnTo>
                    <a:pt x="391" y="243"/>
                  </a:lnTo>
                  <a:lnTo>
                    <a:pt x="401" y="274"/>
                  </a:lnTo>
                  <a:lnTo>
                    <a:pt x="411" y="307"/>
                  </a:lnTo>
                  <a:lnTo>
                    <a:pt x="414" y="323"/>
                  </a:lnTo>
                  <a:lnTo>
                    <a:pt x="417" y="340"/>
                  </a:lnTo>
                  <a:lnTo>
                    <a:pt x="418" y="355"/>
                  </a:lnTo>
                  <a:lnTo>
                    <a:pt x="417" y="372"/>
                  </a:lnTo>
                  <a:lnTo>
                    <a:pt x="417" y="372"/>
                  </a:lnTo>
                  <a:lnTo>
                    <a:pt x="429" y="365"/>
                  </a:lnTo>
                  <a:lnTo>
                    <a:pt x="429" y="365"/>
                  </a:lnTo>
                  <a:lnTo>
                    <a:pt x="404" y="350"/>
                  </a:lnTo>
                  <a:lnTo>
                    <a:pt x="378" y="334"/>
                  </a:lnTo>
                  <a:lnTo>
                    <a:pt x="354" y="316"/>
                  </a:lnTo>
                  <a:lnTo>
                    <a:pt x="332" y="297"/>
                  </a:lnTo>
                  <a:lnTo>
                    <a:pt x="309" y="276"/>
                  </a:lnTo>
                  <a:lnTo>
                    <a:pt x="289" y="255"/>
                  </a:lnTo>
                  <a:lnTo>
                    <a:pt x="271" y="231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48" y="194"/>
                  </a:lnTo>
                  <a:lnTo>
                    <a:pt x="242" y="182"/>
                  </a:lnTo>
                  <a:lnTo>
                    <a:pt x="234" y="157"/>
                  </a:lnTo>
                  <a:lnTo>
                    <a:pt x="228" y="131"/>
                  </a:lnTo>
                  <a:lnTo>
                    <a:pt x="223" y="104"/>
                  </a:lnTo>
                  <a:lnTo>
                    <a:pt x="218" y="77"/>
                  </a:lnTo>
                  <a:lnTo>
                    <a:pt x="213" y="52"/>
                  </a:lnTo>
                  <a:lnTo>
                    <a:pt x="204" y="26"/>
                  </a:lnTo>
                  <a:lnTo>
                    <a:pt x="200" y="15"/>
                  </a:lnTo>
                  <a:lnTo>
                    <a:pt x="193" y="2"/>
                  </a:lnTo>
                  <a:lnTo>
                    <a:pt x="193" y="2"/>
                  </a:lnTo>
                  <a:lnTo>
                    <a:pt x="190" y="0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9" y="2"/>
                  </a:lnTo>
                  <a:lnTo>
                    <a:pt x="177" y="5"/>
                  </a:lnTo>
                  <a:lnTo>
                    <a:pt x="177" y="5"/>
                  </a:lnTo>
                  <a:lnTo>
                    <a:pt x="166" y="48"/>
                  </a:lnTo>
                  <a:lnTo>
                    <a:pt x="150" y="89"/>
                  </a:lnTo>
                  <a:lnTo>
                    <a:pt x="133" y="127"/>
                  </a:lnTo>
                  <a:lnTo>
                    <a:pt x="115" y="167"/>
                  </a:lnTo>
                  <a:lnTo>
                    <a:pt x="94" y="204"/>
                  </a:lnTo>
                  <a:lnTo>
                    <a:pt x="71" y="240"/>
                  </a:lnTo>
                  <a:lnTo>
                    <a:pt x="47" y="276"/>
                  </a:lnTo>
                  <a:lnTo>
                    <a:pt x="21" y="311"/>
                  </a:lnTo>
                  <a:lnTo>
                    <a:pt x="21" y="311"/>
                  </a:lnTo>
                  <a:lnTo>
                    <a:pt x="37" y="316"/>
                  </a:lnTo>
                  <a:lnTo>
                    <a:pt x="37" y="316"/>
                  </a:lnTo>
                  <a:lnTo>
                    <a:pt x="37" y="259"/>
                  </a:lnTo>
                  <a:lnTo>
                    <a:pt x="37" y="229"/>
                  </a:lnTo>
                  <a:lnTo>
                    <a:pt x="37" y="201"/>
                  </a:lnTo>
                  <a:lnTo>
                    <a:pt x="34" y="171"/>
                  </a:lnTo>
                  <a:lnTo>
                    <a:pt x="31" y="143"/>
                  </a:lnTo>
                  <a:lnTo>
                    <a:pt x="26" y="11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6" y="83"/>
                  </a:lnTo>
                  <a:lnTo>
                    <a:pt x="13" y="82"/>
                  </a:lnTo>
                  <a:lnTo>
                    <a:pt x="10" y="82"/>
                  </a:lnTo>
                  <a:lnTo>
                    <a:pt x="7" y="82"/>
                  </a:lnTo>
                  <a:lnTo>
                    <a:pt x="4" y="83"/>
                  </a:lnTo>
                  <a:lnTo>
                    <a:pt x="2" y="85"/>
                  </a:lnTo>
                  <a:lnTo>
                    <a:pt x="0" y="87"/>
                  </a:lnTo>
                  <a:lnTo>
                    <a:pt x="2" y="92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8">
              <a:extLst>
                <a:ext uri="{FF2B5EF4-FFF2-40B4-BE49-F238E27FC236}">
                  <a16:creationId xmlns:a16="http://schemas.microsoft.com/office/drawing/2014/main" id="{A7CDE266-1CEB-9449-EFC1-95C04E688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947"/>
              <a:ext cx="178" cy="349"/>
            </a:xfrm>
            <a:custGeom>
              <a:avLst/>
              <a:gdLst>
                <a:gd name="T0" fmla="*/ 0 w 357"/>
                <a:gd name="T1" fmla="*/ 10 h 697"/>
                <a:gd name="T2" fmla="*/ 13 w 357"/>
                <a:gd name="T3" fmla="*/ 61 h 697"/>
                <a:gd name="T4" fmla="*/ 31 w 357"/>
                <a:gd name="T5" fmla="*/ 109 h 697"/>
                <a:gd name="T6" fmla="*/ 52 w 357"/>
                <a:gd name="T7" fmla="*/ 156 h 697"/>
                <a:gd name="T8" fmla="*/ 78 w 357"/>
                <a:gd name="T9" fmla="*/ 201 h 697"/>
                <a:gd name="T10" fmla="*/ 138 w 357"/>
                <a:gd name="T11" fmla="*/ 286 h 697"/>
                <a:gd name="T12" fmla="*/ 204 w 357"/>
                <a:gd name="T13" fmla="*/ 367 h 697"/>
                <a:gd name="T14" fmla="*/ 218 w 357"/>
                <a:gd name="T15" fmla="*/ 384 h 697"/>
                <a:gd name="T16" fmla="*/ 245 w 357"/>
                <a:gd name="T17" fmla="*/ 421 h 697"/>
                <a:gd name="T18" fmla="*/ 268 w 357"/>
                <a:gd name="T19" fmla="*/ 458 h 697"/>
                <a:gd name="T20" fmla="*/ 286 w 357"/>
                <a:gd name="T21" fmla="*/ 499 h 697"/>
                <a:gd name="T22" fmla="*/ 293 w 357"/>
                <a:gd name="T23" fmla="*/ 520 h 697"/>
                <a:gd name="T24" fmla="*/ 316 w 357"/>
                <a:gd name="T25" fmla="*/ 607 h 697"/>
                <a:gd name="T26" fmla="*/ 340 w 357"/>
                <a:gd name="T27" fmla="*/ 690 h 697"/>
                <a:gd name="T28" fmla="*/ 343 w 357"/>
                <a:gd name="T29" fmla="*/ 695 h 697"/>
                <a:gd name="T30" fmla="*/ 349 w 357"/>
                <a:gd name="T31" fmla="*/ 697 h 697"/>
                <a:gd name="T32" fmla="*/ 354 w 357"/>
                <a:gd name="T33" fmla="*/ 695 h 697"/>
                <a:gd name="T34" fmla="*/ 357 w 357"/>
                <a:gd name="T35" fmla="*/ 690 h 697"/>
                <a:gd name="T36" fmla="*/ 357 w 357"/>
                <a:gd name="T37" fmla="*/ 686 h 697"/>
                <a:gd name="T38" fmla="*/ 333 w 357"/>
                <a:gd name="T39" fmla="*/ 605 h 697"/>
                <a:gd name="T40" fmla="*/ 312 w 357"/>
                <a:gd name="T41" fmla="*/ 523 h 697"/>
                <a:gd name="T42" fmla="*/ 299 w 357"/>
                <a:gd name="T43" fmla="*/ 485 h 697"/>
                <a:gd name="T44" fmla="*/ 283 w 357"/>
                <a:gd name="T45" fmla="*/ 449 h 697"/>
                <a:gd name="T46" fmla="*/ 264 w 357"/>
                <a:gd name="T47" fmla="*/ 415 h 697"/>
                <a:gd name="T48" fmla="*/ 241 w 357"/>
                <a:gd name="T49" fmla="*/ 383 h 697"/>
                <a:gd name="T50" fmla="*/ 207 w 357"/>
                <a:gd name="T51" fmla="*/ 342 h 697"/>
                <a:gd name="T52" fmla="*/ 138 w 357"/>
                <a:gd name="T53" fmla="*/ 257 h 697"/>
                <a:gd name="T54" fmla="*/ 106 w 357"/>
                <a:gd name="T55" fmla="*/ 213 h 697"/>
                <a:gd name="T56" fmla="*/ 91 w 357"/>
                <a:gd name="T57" fmla="*/ 189 h 697"/>
                <a:gd name="T58" fmla="*/ 64 w 357"/>
                <a:gd name="T59" fmla="*/ 139 h 697"/>
                <a:gd name="T60" fmla="*/ 40 w 357"/>
                <a:gd name="T61" fmla="*/ 88 h 697"/>
                <a:gd name="T62" fmla="*/ 23 w 357"/>
                <a:gd name="T63" fmla="*/ 34 h 697"/>
                <a:gd name="T64" fmla="*/ 17 w 357"/>
                <a:gd name="T65" fmla="*/ 6 h 697"/>
                <a:gd name="T66" fmla="*/ 13 w 357"/>
                <a:gd name="T67" fmla="*/ 0 h 697"/>
                <a:gd name="T68" fmla="*/ 7 w 357"/>
                <a:gd name="T69" fmla="*/ 0 h 697"/>
                <a:gd name="T70" fmla="*/ 1 w 357"/>
                <a:gd name="T71" fmla="*/ 3 h 697"/>
                <a:gd name="T72" fmla="*/ 0 w 357"/>
                <a:gd name="T73" fmla="*/ 1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7" h="697">
                  <a:moveTo>
                    <a:pt x="0" y="10"/>
                  </a:moveTo>
                  <a:lnTo>
                    <a:pt x="0" y="10"/>
                  </a:lnTo>
                  <a:lnTo>
                    <a:pt x="6" y="36"/>
                  </a:lnTo>
                  <a:lnTo>
                    <a:pt x="13" y="61"/>
                  </a:lnTo>
                  <a:lnTo>
                    <a:pt x="21" y="85"/>
                  </a:lnTo>
                  <a:lnTo>
                    <a:pt x="31" y="109"/>
                  </a:lnTo>
                  <a:lnTo>
                    <a:pt x="41" y="133"/>
                  </a:lnTo>
                  <a:lnTo>
                    <a:pt x="52" y="156"/>
                  </a:lnTo>
                  <a:lnTo>
                    <a:pt x="65" y="179"/>
                  </a:lnTo>
                  <a:lnTo>
                    <a:pt x="78" y="201"/>
                  </a:lnTo>
                  <a:lnTo>
                    <a:pt x="108" y="245"/>
                  </a:lnTo>
                  <a:lnTo>
                    <a:pt x="138" y="286"/>
                  </a:lnTo>
                  <a:lnTo>
                    <a:pt x="170" y="328"/>
                  </a:lnTo>
                  <a:lnTo>
                    <a:pt x="204" y="367"/>
                  </a:lnTo>
                  <a:lnTo>
                    <a:pt x="204" y="367"/>
                  </a:lnTo>
                  <a:lnTo>
                    <a:pt x="218" y="384"/>
                  </a:lnTo>
                  <a:lnTo>
                    <a:pt x="232" y="403"/>
                  </a:lnTo>
                  <a:lnTo>
                    <a:pt x="245" y="421"/>
                  </a:lnTo>
                  <a:lnTo>
                    <a:pt x="258" y="439"/>
                  </a:lnTo>
                  <a:lnTo>
                    <a:pt x="268" y="458"/>
                  </a:lnTo>
                  <a:lnTo>
                    <a:pt x="278" y="478"/>
                  </a:lnTo>
                  <a:lnTo>
                    <a:pt x="286" y="499"/>
                  </a:lnTo>
                  <a:lnTo>
                    <a:pt x="293" y="520"/>
                  </a:lnTo>
                  <a:lnTo>
                    <a:pt x="293" y="520"/>
                  </a:lnTo>
                  <a:lnTo>
                    <a:pt x="305" y="564"/>
                  </a:lnTo>
                  <a:lnTo>
                    <a:pt x="316" y="607"/>
                  </a:lnTo>
                  <a:lnTo>
                    <a:pt x="327" y="649"/>
                  </a:lnTo>
                  <a:lnTo>
                    <a:pt x="340" y="690"/>
                  </a:lnTo>
                  <a:lnTo>
                    <a:pt x="340" y="690"/>
                  </a:lnTo>
                  <a:lnTo>
                    <a:pt x="343" y="695"/>
                  </a:lnTo>
                  <a:lnTo>
                    <a:pt x="344" y="696"/>
                  </a:lnTo>
                  <a:lnTo>
                    <a:pt x="349" y="697"/>
                  </a:lnTo>
                  <a:lnTo>
                    <a:pt x="351" y="696"/>
                  </a:lnTo>
                  <a:lnTo>
                    <a:pt x="354" y="695"/>
                  </a:lnTo>
                  <a:lnTo>
                    <a:pt x="356" y="693"/>
                  </a:lnTo>
                  <a:lnTo>
                    <a:pt x="357" y="690"/>
                  </a:lnTo>
                  <a:lnTo>
                    <a:pt x="357" y="686"/>
                  </a:lnTo>
                  <a:lnTo>
                    <a:pt x="357" y="686"/>
                  </a:lnTo>
                  <a:lnTo>
                    <a:pt x="344" y="646"/>
                  </a:lnTo>
                  <a:lnTo>
                    <a:pt x="333" y="605"/>
                  </a:lnTo>
                  <a:lnTo>
                    <a:pt x="312" y="523"/>
                  </a:lnTo>
                  <a:lnTo>
                    <a:pt x="312" y="523"/>
                  </a:lnTo>
                  <a:lnTo>
                    <a:pt x="306" y="503"/>
                  </a:lnTo>
                  <a:lnTo>
                    <a:pt x="299" y="485"/>
                  </a:lnTo>
                  <a:lnTo>
                    <a:pt x="292" y="466"/>
                  </a:lnTo>
                  <a:lnTo>
                    <a:pt x="283" y="449"/>
                  </a:lnTo>
                  <a:lnTo>
                    <a:pt x="274" y="432"/>
                  </a:lnTo>
                  <a:lnTo>
                    <a:pt x="264" y="415"/>
                  </a:lnTo>
                  <a:lnTo>
                    <a:pt x="252" y="400"/>
                  </a:lnTo>
                  <a:lnTo>
                    <a:pt x="241" y="383"/>
                  </a:lnTo>
                  <a:lnTo>
                    <a:pt x="241" y="383"/>
                  </a:lnTo>
                  <a:lnTo>
                    <a:pt x="207" y="342"/>
                  </a:lnTo>
                  <a:lnTo>
                    <a:pt x="172" y="299"/>
                  </a:lnTo>
                  <a:lnTo>
                    <a:pt x="138" y="257"/>
                  </a:lnTo>
                  <a:lnTo>
                    <a:pt x="122" y="235"/>
                  </a:lnTo>
                  <a:lnTo>
                    <a:pt x="106" y="213"/>
                  </a:lnTo>
                  <a:lnTo>
                    <a:pt x="106" y="213"/>
                  </a:lnTo>
                  <a:lnTo>
                    <a:pt x="91" y="189"/>
                  </a:lnTo>
                  <a:lnTo>
                    <a:pt x="77" y="165"/>
                  </a:lnTo>
                  <a:lnTo>
                    <a:pt x="64" y="139"/>
                  </a:lnTo>
                  <a:lnTo>
                    <a:pt x="51" y="114"/>
                  </a:lnTo>
                  <a:lnTo>
                    <a:pt x="40" y="88"/>
                  </a:lnTo>
                  <a:lnTo>
                    <a:pt x="31" y="61"/>
                  </a:lnTo>
                  <a:lnTo>
                    <a:pt x="23" y="3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9">
              <a:extLst>
                <a:ext uri="{FF2B5EF4-FFF2-40B4-BE49-F238E27FC236}">
                  <a16:creationId xmlns:a16="http://schemas.microsoft.com/office/drawing/2014/main" id="{47BDAF9E-83F2-16CD-C797-E5F38A98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9"/>
              <a:ext cx="87" cy="176"/>
            </a:xfrm>
            <a:custGeom>
              <a:avLst/>
              <a:gdLst>
                <a:gd name="T0" fmla="*/ 4 w 174"/>
                <a:gd name="T1" fmla="*/ 16 h 351"/>
                <a:gd name="T2" fmla="*/ 4 w 174"/>
                <a:gd name="T3" fmla="*/ 16 h 351"/>
                <a:gd name="T4" fmla="*/ 27 w 174"/>
                <a:gd name="T5" fmla="*/ 27 h 351"/>
                <a:gd name="T6" fmla="*/ 49 w 174"/>
                <a:gd name="T7" fmla="*/ 40 h 351"/>
                <a:gd name="T8" fmla="*/ 69 w 174"/>
                <a:gd name="T9" fmla="*/ 54 h 351"/>
                <a:gd name="T10" fmla="*/ 89 w 174"/>
                <a:gd name="T11" fmla="*/ 69 h 351"/>
                <a:gd name="T12" fmla="*/ 106 w 174"/>
                <a:gd name="T13" fmla="*/ 86 h 351"/>
                <a:gd name="T14" fmla="*/ 122 w 174"/>
                <a:gd name="T15" fmla="*/ 105 h 351"/>
                <a:gd name="T16" fmla="*/ 129 w 174"/>
                <a:gd name="T17" fmla="*/ 116 h 351"/>
                <a:gd name="T18" fmla="*/ 134 w 174"/>
                <a:gd name="T19" fmla="*/ 126 h 351"/>
                <a:gd name="T20" fmla="*/ 140 w 174"/>
                <a:gd name="T21" fmla="*/ 139 h 351"/>
                <a:gd name="T22" fmla="*/ 144 w 174"/>
                <a:gd name="T23" fmla="*/ 150 h 351"/>
                <a:gd name="T24" fmla="*/ 144 w 174"/>
                <a:gd name="T25" fmla="*/ 150 h 351"/>
                <a:gd name="T26" fmla="*/ 150 w 174"/>
                <a:gd name="T27" fmla="*/ 173 h 351"/>
                <a:gd name="T28" fmla="*/ 154 w 174"/>
                <a:gd name="T29" fmla="*/ 197 h 351"/>
                <a:gd name="T30" fmla="*/ 157 w 174"/>
                <a:gd name="T31" fmla="*/ 221 h 351"/>
                <a:gd name="T32" fmla="*/ 157 w 174"/>
                <a:gd name="T33" fmla="*/ 246 h 351"/>
                <a:gd name="T34" fmla="*/ 157 w 174"/>
                <a:gd name="T35" fmla="*/ 271 h 351"/>
                <a:gd name="T36" fmla="*/ 156 w 174"/>
                <a:gd name="T37" fmla="*/ 295 h 351"/>
                <a:gd name="T38" fmla="*/ 151 w 174"/>
                <a:gd name="T39" fmla="*/ 343 h 351"/>
                <a:gd name="T40" fmla="*/ 151 w 174"/>
                <a:gd name="T41" fmla="*/ 343 h 351"/>
                <a:gd name="T42" fmla="*/ 151 w 174"/>
                <a:gd name="T43" fmla="*/ 347 h 351"/>
                <a:gd name="T44" fmla="*/ 154 w 174"/>
                <a:gd name="T45" fmla="*/ 349 h 351"/>
                <a:gd name="T46" fmla="*/ 156 w 174"/>
                <a:gd name="T47" fmla="*/ 350 h 351"/>
                <a:gd name="T48" fmla="*/ 160 w 174"/>
                <a:gd name="T49" fmla="*/ 351 h 351"/>
                <a:gd name="T50" fmla="*/ 163 w 174"/>
                <a:gd name="T51" fmla="*/ 350 h 351"/>
                <a:gd name="T52" fmla="*/ 165 w 174"/>
                <a:gd name="T53" fmla="*/ 349 h 351"/>
                <a:gd name="T54" fmla="*/ 167 w 174"/>
                <a:gd name="T55" fmla="*/ 346 h 351"/>
                <a:gd name="T56" fmla="*/ 168 w 174"/>
                <a:gd name="T57" fmla="*/ 343 h 351"/>
                <a:gd name="T58" fmla="*/ 168 w 174"/>
                <a:gd name="T59" fmla="*/ 343 h 351"/>
                <a:gd name="T60" fmla="*/ 173 w 174"/>
                <a:gd name="T61" fmla="*/ 290 h 351"/>
                <a:gd name="T62" fmla="*/ 174 w 174"/>
                <a:gd name="T63" fmla="*/ 265 h 351"/>
                <a:gd name="T64" fmla="*/ 174 w 174"/>
                <a:gd name="T65" fmla="*/ 238 h 351"/>
                <a:gd name="T66" fmla="*/ 173 w 174"/>
                <a:gd name="T67" fmla="*/ 212 h 351"/>
                <a:gd name="T68" fmla="*/ 170 w 174"/>
                <a:gd name="T69" fmla="*/ 186 h 351"/>
                <a:gd name="T70" fmla="*/ 164 w 174"/>
                <a:gd name="T71" fmla="*/ 160 h 351"/>
                <a:gd name="T72" fmla="*/ 157 w 174"/>
                <a:gd name="T73" fmla="*/ 136 h 351"/>
                <a:gd name="T74" fmla="*/ 157 w 174"/>
                <a:gd name="T75" fmla="*/ 136 h 351"/>
                <a:gd name="T76" fmla="*/ 151 w 174"/>
                <a:gd name="T77" fmla="*/ 123 h 351"/>
                <a:gd name="T78" fmla="*/ 146 w 174"/>
                <a:gd name="T79" fmla="*/ 112 h 351"/>
                <a:gd name="T80" fmla="*/ 140 w 174"/>
                <a:gd name="T81" fmla="*/ 101 h 351"/>
                <a:gd name="T82" fmla="*/ 133 w 174"/>
                <a:gd name="T83" fmla="*/ 91 h 351"/>
                <a:gd name="T84" fmla="*/ 116 w 174"/>
                <a:gd name="T85" fmla="*/ 72 h 351"/>
                <a:gd name="T86" fmla="*/ 99 w 174"/>
                <a:gd name="T87" fmla="*/ 55 h 351"/>
                <a:gd name="T88" fmla="*/ 79 w 174"/>
                <a:gd name="T89" fmla="*/ 40 h 351"/>
                <a:gd name="T90" fmla="*/ 58 w 174"/>
                <a:gd name="T91" fmla="*/ 25 h 351"/>
                <a:gd name="T92" fmla="*/ 35 w 174"/>
                <a:gd name="T93" fmla="*/ 13 h 351"/>
                <a:gd name="T94" fmla="*/ 12 w 174"/>
                <a:gd name="T95" fmla="*/ 1 h 351"/>
                <a:gd name="T96" fmla="*/ 12 w 174"/>
                <a:gd name="T97" fmla="*/ 1 h 351"/>
                <a:gd name="T98" fmla="*/ 10 w 174"/>
                <a:gd name="T99" fmla="*/ 0 h 351"/>
                <a:gd name="T100" fmla="*/ 5 w 174"/>
                <a:gd name="T101" fmla="*/ 1 h 351"/>
                <a:gd name="T102" fmla="*/ 4 w 174"/>
                <a:gd name="T103" fmla="*/ 3 h 351"/>
                <a:gd name="T104" fmla="*/ 1 w 174"/>
                <a:gd name="T105" fmla="*/ 6 h 351"/>
                <a:gd name="T106" fmla="*/ 0 w 174"/>
                <a:gd name="T107" fmla="*/ 8 h 351"/>
                <a:gd name="T108" fmla="*/ 0 w 174"/>
                <a:gd name="T109" fmla="*/ 11 h 351"/>
                <a:gd name="T110" fmla="*/ 1 w 174"/>
                <a:gd name="T111" fmla="*/ 14 h 351"/>
                <a:gd name="T112" fmla="*/ 4 w 174"/>
                <a:gd name="T113" fmla="*/ 16 h 351"/>
                <a:gd name="T114" fmla="*/ 4 w 174"/>
                <a:gd name="T115" fmla="*/ 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351">
                  <a:moveTo>
                    <a:pt x="4" y="16"/>
                  </a:moveTo>
                  <a:lnTo>
                    <a:pt x="4" y="16"/>
                  </a:lnTo>
                  <a:lnTo>
                    <a:pt x="27" y="27"/>
                  </a:lnTo>
                  <a:lnTo>
                    <a:pt x="49" y="40"/>
                  </a:lnTo>
                  <a:lnTo>
                    <a:pt x="69" y="54"/>
                  </a:lnTo>
                  <a:lnTo>
                    <a:pt x="89" y="69"/>
                  </a:lnTo>
                  <a:lnTo>
                    <a:pt x="106" y="86"/>
                  </a:lnTo>
                  <a:lnTo>
                    <a:pt x="122" y="105"/>
                  </a:lnTo>
                  <a:lnTo>
                    <a:pt x="129" y="116"/>
                  </a:lnTo>
                  <a:lnTo>
                    <a:pt x="134" y="126"/>
                  </a:lnTo>
                  <a:lnTo>
                    <a:pt x="140" y="13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50" y="173"/>
                  </a:lnTo>
                  <a:lnTo>
                    <a:pt x="154" y="197"/>
                  </a:lnTo>
                  <a:lnTo>
                    <a:pt x="157" y="221"/>
                  </a:lnTo>
                  <a:lnTo>
                    <a:pt x="157" y="246"/>
                  </a:lnTo>
                  <a:lnTo>
                    <a:pt x="157" y="271"/>
                  </a:lnTo>
                  <a:lnTo>
                    <a:pt x="156" y="295"/>
                  </a:lnTo>
                  <a:lnTo>
                    <a:pt x="151" y="343"/>
                  </a:lnTo>
                  <a:lnTo>
                    <a:pt x="151" y="343"/>
                  </a:lnTo>
                  <a:lnTo>
                    <a:pt x="151" y="347"/>
                  </a:lnTo>
                  <a:lnTo>
                    <a:pt x="154" y="349"/>
                  </a:lnTo>
                  <a:lnTo>
                    <a:pt x="156" y="350"/>
                  </a:lnTo>
                  <a:lnTo>
                    <a:pt x="160" y="351"/>
                  </a:lnTo>
                  <a:lnTo>
                    <a:pt x="163" y="350"/>
                  </a:lnTo>
                  <a:lnTo>
                    <a:pt x="165" y="349"/>
                  </a:lnTo>
                  <a:lnTo>
                    <a:pt x="167" y="346"/>
                  </a:lnTo>
                  <a:lnTo>
                    <a:pt x="168" y="343"/>
                  </a:lnTo>
                  <a:lnTo>
                    <a:pt x="168" y="343"/>
                  </a:lnTo>
                  <a:lnTo>
                    <a:pt x="173" y="290"/>
                  </a:lnTo>
                  <a:lnTo>
                    <a:pt x="174" y="265"/>
                  </a:lnTo>
                  <a:lnTo>
                    <a:pt x="174" y="238"/>
                  </a:lnTo>
                  <a:lnTo>
                    <a:pt x="173" y="212"/>
                  </a:lnTo>
                  <a:lnTo>
                    <a:pt x="170" y="186"/>
                  </a:lnTo>
                  <a:lnTo>
                    <a:pt x="164" y="160"/>
                  </a:lnTo>
                  <a:lnTo>
                    <a:pt x="157" y="136"/>
                  </a:lnTo>
                  <a:lnTo>
                    <a:pt x="157" y="136"/>
                  </a:lnTo>
                  <a:lnTo>
                    <a:pt x="151" y="123"/>
                  </a:lnTo>
                  <a:lnTo>
                    <a:pt x="146" y="112"/>
                  </a:lnTo>
                  <a:lnTo>
                    <a:pt x="140" y="101"/>
                  </a:lnTo>
                  <a:lnTo>
                    <a:pt x="133" y="91"/>
                  </a:lnTo>
                  <a:lnTo>
                    <a:pt x="116" y="72"/>
                  </a:lnTo>
                  <a:lnTo>
                    <a:pt x="99" y="55"/>
                  </a:lnTo>
                  <a:lnTo>
                    <a:pt x="79" y="40"/>
                  </a:lnTo>
                  <a:lnTo>
                    <a:pt x="58" y="25"/>
                  </a:lnTo>
                  <a:lnTo>
                    <a:pt x="35" y="13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90">
              <a:extLst>
                <a:ext uri="{FF2B5EF4-FFF2-40B4-BE49-F238E27FC236}">
                  <a16:creationId xmlns:a16="http://schemas.microsoft.com/office/drawing/2014/main" id="{DDCECFCC-B534-70C5-E1C9-2C1C33711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99"/>
              <a:ext cx="40" cy="159"/>
            </a:xfrm>
            <a:custGeom>
              <a:avLst/>
              <a:gdLst>
                <a:gd name="T0" fmla="*/ 64 w 80"/>
                <a:gd name="T1" fmla="*/ 4 h 319"/>
                <a:gd name="T2" fmla="*/ 64 w 80"/>
                <a:gd name="T3" fmla="*/ 4 h 319"/>
                <a:gd name="T4" fmla="*/ 44 w 80"/>
                <a:gd name="T5" fmla="*/ 41 h 319"/>
                <a:gd name="T6" fmla="*/ 27 w 80"/>
                <a:gd name="T7" fmla="*/ 78 h 319"/>
                <a:gd name="T8" fmla="*/ 20 w 80"/>
                <a:gd name="T9" fmla="*/ 98 h 319"/>
                <a:gd name="T10" fmla="*/ 14 w 80"/>
                <a:gd name="T11" fmla="*/ 117 h 319"/>
                <a:gd name="T12" fmla="*/ 9 w 80"/>
                <a:gd name="T13" fmla="*/ 137 h 319"/>
                <a:gd name="T14" fmla="*/ 4 w 80"/>
                <a:gd name="T15" fmla="*/ 157 h 319"/>
                <a:gd name="T16" fmla="*/ 2 w 80"/>
                <a:gd name="T17" fmla="*/ 178 h 319"/>
                <a:gd name="T18" fmla="*/ 0 w 80"/>
                <a:gd name="T19" fmla="*/ 198 h 319"/>
                <a:gd name="T20" fmla="*/ 2 w 80"/>
                <a:gd name="T21" fmla="*/ 218 h 319"/>
                <a:gd name="T22" fmla="*/ 3 w 80"/>
                <a:gd name="T23" fmla="*/ 238 h 319"/>
                <a:gd name="T24" fmla="*/ 7 w 80"/>
                <a:gd name="T25" fmla="*/ 258 h 319"/>
                <a:gd name="T26" fmla="*/ 13 w 80"/>
                <a:gd name="T27" fmla="*/ 278 h 319"/>
                <a:gd name="T28" fmla="*/ 21 w 80"/>
                <a:gd name="T29" fmla="*/ 296 h 319"/>
                <a:gd name="T30" fmla="*/ 33 w 80"/>
                <a:gd name="T31" fmla="*/ 316 h 319"/>
                <a:gd name="T32" fmla="*/ 33 w 80"/>
                <a:gd name="T33" fmla="*/ 316 h 319"/>
                <a:gd name="T34" fmla="*/ 34 w 80"/>
                <a:gd name="T35" fmla="*/ 317 h 319"/>
                <a:gd name="T36" fmla="*/ 37 w 80"/>
                <a:gd name="T37" fmla="*/ 319 h 319"/>
                <a:gd name="T38" fmla="*/ 41 w 80"/>
                <a:gd name="T39" fmla="*/ 319 h 319"/>
                <a:gd name="T40" fmla="*/ 44 w 80"/>
                <a:gd name="T41" fmla="*/ 317 h 319"/>
                <a:gd name="T42" fmla="*/ 46 w 80"/>
                <a:gd name="T43" fmla="*/ 316 h 319"/>
                <a:gd name="T44" fmla="*/ 48 w 80"/>
                <a:gd name="T45" fmla="*/ 313 h 319"/>
                <a:gd name="T46" fmla="*/ 48 w 80"/>
                <a:gd name="T47" fmla="*/ 310 h 319"/>
                <a:gd name="T48" fmla="*/ 47 w 80"/>
                <a:gd name="T49" fmla="*/ 307 h 319"/>
                <a:gd name="T50" fmla="*/ 47 w 80"/>
                <a:gd name="T51" fmla="*/ 307 h 319"/>
                <a:gd name="T52" fmla="*/ 37 w 80"/>
                <a:gd name="T53" fmla="*/ 289 h 319"/>
                <a:gd name="T54" fmla="*/ 29 w 80"/>
                <a:gd name="T55" fmla="*/ 270 h 319"/>
                <a:gd name="T56" fmla="*/ 23 w 80"/>
                <a:gd name="T57" fmla="*/ 252 h 319"/>
                <a:gd name="T58" fmla="*/ 20 w 80"/>
                <a:gd name="T59" fmla="*/ 234 h 319"/>
                <a:gd name="T60" fmla="*/ 17 w 80"/>
                <a:gd name="T61" fmla="*/ 215 h 319"/>
                <a:gd name="T62" fmla="*/ 17 w 80"/>
                <a:gd name="T63" fmla="*/ 195 h 319"/>
                <a:gd name="T64" fmla="*/ 19 w 80"/>
                <a:gd name="T65" fmla="*/ 177 h 319"/>
                <a:gd name="T66" fmla="*/ 21 w 80"/>
                <a:gd name="T67" fmla="*/ 157 h 319"/>
                <a:gd name="T68" fmla="*/ 26 w 80"/>
                <a:gd name="T69" fmla="*/ 139 h 319"/>
                <a:gd name="T70" fmla="*/ 31 w 80"/>
                <a:gd name="T71" fmla="*/ 120 h 319"/>
                <a:gd name="T72" fmla="*/ 37 w 80"/>
                <a:gd name="T73" fmla="*/ 102 h 319"/>
                <a:gd name="T74" fmla="*/ 44 w 80"/>
                <a:gd name="T75" fmla="*/ 83 h 319"/>
                <a:gd name="T76" fmla="*/ 60 w 80"/>
                <a:gd name="T77" fmla="*/ 47 h 319"/>
                <a:gd name="T78" fmla="*/ 78 w 80"/>
                <a:gd name="T79" fmla="*/ 13 h 319"/>
                <a:gd name="T80" fmla="*/ 78 w 80"/>
                <a:gd name="T81" fmla="*/ 13 h 319"/>
                <a:gd name="T82" fmla="*/ 80 w 80"/>
                <a:gd name="T83" fmla="*/ 10 h 319"/>
                <a:gd name="T84" fmla="*/ 80 w 80"/>
                <a:gd name="T85" fmla="*/ 5 h 319"/>
                <a:gd name="T86" fmla="*/ 77 w 80"/>
                <a:gd name="T87" fmla="*/ 3 h 319"/>
                <a:gd name="T88" fmla="*/ 75 w 80"/>
                <a:gd name="T89" fmla="*/ 1 h 319"/>
                <a:gd name="T90" fmla="*/ 72 w 80"/>
                <a:gd name="T91" fmla="*/ 0 h 319"/>
                <a:gd name="T92" fmla="*/ 68 w 80"/>
                <a:gd name="T93" fmla="*/ 0 h 319"/>
                <a:gd name="T94" fmla="*/ 65 w 80"/>
                <a:gd name="T95" fmla="*/ 1 h 319"/>
                <a:gd name="T96" fmla="*/ 64 w 80"/>
                <a:gd name="T97" fmla="*/ 4 h 319"/>
                <a:gd name="T98" fmla="*/ 64 w 80"/>
                <a:gd name="T99" fmla="*/ 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319">
                  <a:moveTo>
                    <a:pt x="64" y="4"/>
                  </a:moveTo>
                  <a:lnTo>
                    <a:pt x="64" y="4"/>
                  </a:lnTo>
                  <a:lnTo>
                    <a:pt x="44" y="41"/>
                  </a:lnTo>
                  <a:lnTo>
                    <a:pt x="27" y="78"/>
                  </a:lnTo>
                  <a:lnTo>
                    <a:pt x="20" y="98"/>
                  </a:lnTo>
                  <a:lnTo>
                    <a:pt x="14" y="117"/>
                  </a:lnTo>
                  <a:lnTo>
                    <a:pt x="9" y="137"/>
                  </a:lnTo>
                  <a:lnTo>
                    <a:pt x="4" y="157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2" y="218"/>
                  </a:lnTo>
                  <a:lnTo>
                    <a:pt x="3" y="238"/>
                  </a:lnTo>
                  <a:lnTo>
                    <a:pt x="7" y="258"/>
                  </a:lnTo>
                  <a:lnTo>
                    <a:pt x="13" y="278"/>
                  </a:lnTo>
                  <a:lnTo>
                    <a:pt x="21" y="29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4" y="317"/>
                  </a:lnTo>
                  <a:lnTo>
                    <a:pt x="37" y="319"/>
                  </a:lnTo>
                  <a:lnTo>
                    <a:pt x="41" y="319"/>
                  </a:lnTo>
                  <a:lnTo>
                    <a:pt x="44" y="317"/>
                  </a:lnTo>
                  <a:lnTo>
                    <a:pt x="46" y="316"/>
                  </a:lnTo>
                  <a:lnTo>
                    <a:pt x="48" y="313"/>
                  </a:lnTo>
                  <a:lnTo>
                    <a:pt x="48" y="310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7" y="289"/>
                  </a:lnTo>
                  <a:lnTo>
                    <a:pt x="29" y="270"/>
                  </a:lnTo>
                  <a:lnTo>
                    <a:pt x="23" y="252"/>
                  </a:lnTo>
                  <a:lnTo>
                    <a:pt x="20" y="234"/>
                  </a:lnTo>
                  <a:lnTo>
                    <a:pt x="17" y="215"/>
                  </a:lnTo>
                  <a:lnTo>
                    <a:pt x="17" y="195"/>
                  </a:lnTo>
                  <a:lnTo>
                    <a:pt x="19" y="177"/>
                  </a:lnTo>
                  <a:lnTo>
                    <a:pt x="21" y="157"/>
                  </a:lnTo>
                  <a:lnTo>
                    <a:pt x="26" y="139"/>
                  </a:lnTo>
                  <a:lnTo>
                    <a:pt x="31" y="120"/>
                  </a:lnTo>
                  <a:lnTo>
                    <a:pt x="37" y="102"/>
                  </a:lnTo>
                  <a:lnTo>
                    <a:pt x="44" y="83"/>
                  </a:lnTo>
                  <a:lnTo>
                    <a:pt x="60" y="47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80" y="10"/>
                  </a:lnTo>
                  <a:lnTo>
                    <a:pt x="80" y="5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91">
              <a:extLst>
                <a:ext uri="{FF2B5EF4-FFF2-40B4-BE49-F238E27FC236}">
                  <a16:creationId xmlns:a16="http://schemas.microsoft.com/office/drawing/2014/main" id="{C1603C80-6BB4-1444-75F0-3957136AC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240"/>
              <a:ext cx="60" cy="197"/>
            </a:xfrm>
            <a:custGeom>
              <a:avLst/>
              <a:gdLst>
                <a:gd name="T0" fmla="*/ 1 w 119"/>
                <a:gd name="T1" fmla="*/ 13 h 396"/>
                <a:gd name="T2" fmla="*/ 1 w 119"/>
                <a:gd name="T3" fmla="*/ 13 h 396"/>
                <a:gd name="T4" fmla="*/ 16 w 119"/>
                <a:gd name="T5" fmla="*/ 36 h 396"/>
                <a:gd name="T6" fmla="*/ 27 w 119"/>
                <a:gd name="T7" fmla="*/ 57 h 396"/>
                <a:gd name="T8" fmla="*/ 38 w 119"/>
                <a:gd name="T9" fmla="*/ 80 h 396"/>
                <a:gd name="T10" fmla="*/ 48 w 119"/>
                <a:gd name="T11" fmla="*/ 102 h 396"/>
                <a:gd name="T12" fmla="*/ 57 w 119"/>
                <a:gd name="T13" fmla="*/ 127 h 396"/>
                <a:gd name="T14" fmla="*/ 64 w 119"/>
                <a:gd name="T15" fmla="*/ 151 h 396"/>
                <a:gd name="T16" fmla="*/ 71 w 119"/>
                <a:gd name="T17" fmla="*/ 175 h 396"/>
                <a:gd name="T18" fmla="*/ 76 w 119"/>
                <a:gd name="T19" fmla="*/ 199 h 396"/>
                <a:gd name="T20" fmla="*/ 76 w 119"/>
                <a:gd name="T21" fmla="*/ 199 h 396"/>
                <a:gd name="T22" fmla="*/ 84 w 119"/>
                <a:gd name="T23" fmla="*/ 247 h 396"/>
                <a:gd name="T24" fmla="*/ 89 w 119"/>
                <a:gd name="T25" fmla="*/ 294 h 396"/>
                <a:gd name="T26" fmla="*/ 95 w 119"/>
                <a:gd name="T27" fmla="*/ 342 h 396"/>
                <a:gd name="T28" fmla="*/ 102 w 119"/>
                <a:gd name="T29" fmla="*/ 390 h 396"/>
                <a:gd name="T30" fmla="*/ 102 w 119"/>
                <a:gd name="T31" fmla="*/ 390 h 396"/>
                <a:gd name="T32" fmla="*/ 103 w 119"/>
                <a:gd name="T33" fmla="*/ 393 h 396"/>
                <a:gd name="T34" fmla="*/ 105 w 119"/>
                <a:gd name="T35" fmla="*/ 394 h 396"/>
                <a:gd name="T36" fmla="*/ 108 w 119"/>
                <a:gd name="T37" fmla="*/ 396 h 396"/>
                <a:gd name="T38" fmla="*/ 112 w 119"/>
                <a:gd name="T39" fmla="*/ 396 h 396"/>
                <a:gd name="T40" fmla="*/ 115 w 119"/>
                <a:gd name="T41" fmla="*/ 394 h 396"/>
                <a:gd name="T42" fmla="*/ 116 w 119"/>
                <a:gd name="T43" fmla="*/ 391 h 396"/>
                <a:gd name="T44" fmla="*/ 118 w 119"/>
                <a:gd name="T45" fmla="*/ 389 h 396"/>
                <a:gd name="T46" fmla="*/ 119 w 119"/>
                <a:gd name="T47" fmla="*/ 384 h 396"/>
                <a:gd name="T48" fmla="*/ 119 w 119"/>
                <a:gd name="T49" fmla="*/ 384 h 396"/>
                <a:gd name="T50" fmla="*/ 112 w 119"/>
                <a:gd name="T51" fmla="*/ 336 h 396"/>
                <a:gd name="T52" fmla="*/ 105 w 119"/>
                <a:gd name="T53" fmla="*/ 287 h 396"/>
                <a:gd name="T54" fmla="*/ 99 w 119"/>
                <a:gd name="T55" fmla="*/ 237 h 396"/>
                <a:gd name="T56" fmla="*/ 91 w 119"/>
                <a:gd name="T57" fmla="*/ 187 h 396"/>
                <a:gd name="T58" fmla="*/ 91 w 119"/>
                <a:gd name="T59" fmla="*/ 187 h 396"/>
                <a:gd name="T60" fmla="*/ 85 w 119"/>
                <a:gd name="T61" fmla="*/ 163 h 396"/>
                <a:gd name="T62" fmla="*/ 79 w 119"/>
                <a:gd name="T63" fmla="*/ 139 h 396"/>
                <a:gd name="T64" fmla="*/ 71 w 119"/>
                <a:gd name="T65" fmla="*/ 115 h 396"/>
                <a:gd name="T66" fmla="*/ 62 w 119"/>
                <a:gd name="T67" fmla="*/ 93 h 396"/>
                <a:gd name="T68" fmla="*/ 52 w 119"/>
                <a:gd name="T69" fmla="*/ 70 h 396"/>
                <a:gd name="T70" fmla="*/ 41 w 119"/>
                <a:gd name="T71" fmla="*/ 49 h 396"/>
                <a:gd name="T72" fmla="*/ 30 w 119"/>
                <a:gd name="T73" fmla="*/ 26 h 396"/>
                <a:gd name="T74" fmla="*/ 17 w 119"/>
                <a:gd name="T75" fmla="*/ 5 h 396"/>
                <a:gd name="T76" fmla="*/ 17 w 119"/>
                <a:gd name="T77" fmla="*/ 5 h 396"/>
                <a:gd name="T78" fmla="*/ 14 w 119"/>
                <a:gd name="T79" fmla="*/ 2 h 396"/>
                <a:gd name="T80" fmla="*/ 11 w 119"/>
                <a:gd name="T81" fmla="*/ 0 h 396"/>
                <a:gd name="T82" fmla="*/ 8 w 119"/>
                <a:gd name="T83" fmla="*/ 0 h 396"/>
                <a:gd name="T84" fmla="*/ 4 w 119"/>
                <a:gd name="T85" fmla="*/ 2 h 396"/>
                <a:gd name="T86" fmla="*/ 3 w 119"/>
                <a:gd name="T87" fmla="*/ 5 h 396"/>
                <a:gd name="T88" fmla="*/ 1 w 119"/>
                <a:gd name="T89" fmla="*/ 8 h 396"/>
                <a:gd name="T90" fmla="*/ 0 w 119"/>
                <a:gd name="T91" fmla="*/ 10 h 396"/>
                <a:gd name="T92" fmla="*/ 1 w 119"/>
                <a:gd name="T93" fmla="*/ 13 h 396"/>
                <a:gd name="T94" fmla="*/ 1 w 119"/>
                <a:gd name="T95" fmla="*/ 1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" h="396">
                  <a:moveTo>
                    <a:pt x="1" y="13"/>
                  </a:moveTo>
                  <a:lnTo>
                    <a:pt x="1" y="13"/>
                  </a:lnTo>
                  <a:lnTo>
                    <a:pt x="16" y="36"/>
                  </a:lnTo>
                  <a:lnTo>
                    <a:pt x="27" y="57"/>
                  </a:lnTo>
                  <a:lnTo>
                    <a:pt x="38" y="80"/>
                  </a:lnTo>
                  <a:lnTo>
                    <a:pt x="48" y="102"/>
                  </a:lnTo>
                  <a:lnTo>
                    <a:pt x="57" y="127"/>
                  </a:lnTo>
                  <a:lnTo>
                    <a:pt x="64" y="151"/>
                  </a:lnTo>
                  <a:lnTo>
                    <a:pt x="71" y="175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84" y="247"/>
                  </a:lnTo>
                  <a:lnTo>
                    <a:pt x="89" y="294"/>
                  </a:lnTo>
                  <a:lnTo>
                    <a:pt x="95" y="342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3" y="393"/>
                  </a:lnTo>
                  <a:lnTo>
                    <a:pt x="105" y="394"/>
                  </a:lnTo>
                  <a:lnTo>
                    <a:pt x="108" y="396"/>
                  </a:lnTo>
                  <a:lnTo>
                    <a:pt x="112" y="396"/>
                  </a:lnTo>
                  <a:lnTo>
                    <a:pt x="115" y="394"/>
                  </a:lnTo>
                  <a:lnTo>
                    <a:pt x="116" y="391"/>
                  </a:lnTo>
                  <a:lnTo>
                    <a:pt x="118" y="389"/>
                  </a:lnTo>
                  <a:lnTo>
                    <a:pt x="119" y="384"/>
                  </a:lnTo>
                  <a:lnTo>
                    <a:pt x="119" y="384"/>
                  </a:lnTo>
                  <a:lnTo>
                    <a:pt x="112" y="336"/>
                  </a:lnTo>
                  <a:lnTo>
                    <a:pt x="105" y="287"/>
                  </a:lnTo>
                  <a:lnTo>
                    <a:pt x="99" y="237"/>
                  </a:lnTo>
                  <a:lnTo>
                    <a:pt x="91" y="187"/>
                  </a:lnTo>
                  <a:lnTo>
                    <a:pt x="91" y="187"/>
                  </a:lnTo>
                  <a:lnTo>
                    <a:pt x="85" y="163"/>
                  </a:lnTo>
                  <a:lnTo>
                    <a:pt x="79" y="139"/>
                  </a:lnTo>
                  <a:lnTo>
                    <a:pt x="71" y="115"/>
                  </a:lnTo>
                  <a:lnTo>
                    <a:pt x="62" y="93"/>
                  </a:lnTo>
                  <a:lnTo>
                    <a:pt x="52" y="70"/>
                  </a:lnTo>
                  <a:lnTo>
                    <a:pt x="41" y="49"/>
                  </a:lnTo>
                  <a:lnTo>
                    <a:pt x="30" y="2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92">
              <a:extLst>
                <a:ext uri="{FF2B5EF4-FFF2-40B4-BE49-F238E27FC236}">
                  <a16:creationId xmlns:a16="http://schemas.microsoft.com/office/drawing/2014/main" id="{BF42DED8-65E0-7382-86B2-5CE1E15CD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97"/>
              <a:ext cx="148" cy="176"/>
            </a:xfrm>
            <a:custGeom>
              <a:avLst/>
              <a:gdLst>
                <a:gd name="T0" fmla="*/ 286 w 298"/>
                <a:gd name="T1" fmla="*/ 0 h 352"/>
                <a:gd name="T2" fmla="*/ 286 w 298"/>
                <a:gd name="T3" fmla="*/ 0 h 352"/>
                <a:gd name="T4" fmla="*/ 258 w 298"/>
                <a:gd name="T5" fmla="*/ 8 h 352"/>
                <a:gd name="T6" fmla="*/ 230 w 298"/>
                <a:gd name="T7" fmla="*/ 17 h 352"/>
                <a:gd name="T8" fmla="*/ 204 w 298"/>
                <a:gd name="T9" fmla="*/ 32 h 352"/>
                <a:gd name="T10" fmla="*/ 180 w 298"/>
                <a:gd name="T11" fmla="*/ 46 h 352"/>
                <a:gd name="T12" fmla="*/ 156 w 298"/>
                <a:gd name="T13" fmla="*/ 64 h 352"/>
                <a:gd name="T14" fmla="*/ 135 w 298"/>
                <a:gd name="T15" fmla="*/ 84 h 352"/>
                <a:gd name="T16" fmla="*/ 115 w 298"/>
                <a:gd name="T17" fmla="*/ 105 h 352"/>
                <a:gd name="T18" fmla="*/ 97 w 298"/>
                <a:gd name="T19" fmla="*/ 128 h 352"/>
                <a:gd name="T20" fmla="*/ 80 w 298"/>
                <a:gd name="T21" fmla="*/ 152 h 352"/>
                <a:gd name="T22" fmla="*/ 64 w 298"/>
                <a:gd name="T23" fmla="*/ 178 h 352"/>
                <a:gd name="T24" fmla="*/ 50 w 298"/>
                <a:gd name="T25" fmla="*/ 203 h 352"/>
                <a:gd name="T26" fmla="*/ 37 w 298"/>
                <a:gd name="T27" fmla="*/ 231 h 352"/>
                <a:gd name="T28" fmla="*/ 26 w 298"/>
                <a:gd name="T29" fmla="*/ 258 h 352"/>
                <a:gd name="T30" fmla="*/ 16 w 298"/>
                <a:gd name="T31" fmla="*/ 287 h 352"/>
                <a:gd name="T32" fmla="*/ 7 w 298"/>
                <a:gd name="T33" fmla="*/ 314 h 352"/>
                <a:gd name="T34" fmla="*/ 0 w 298"/>
                <a:gd name="T35" fmla="*/ 342 h 352"/>
                <a:gd name="T36" fmla="*/ 0 w 298"/>
                <a:gd name="T37" fmla="*/ 342 h 352"/>
                <a:gd name="T38" fmla="*/ 0 w 298"/>
                <a:gd name="T39" fmla="*/ 346 h 352"/>
                <a:gd name="T40" fmla="*/ 0 w 298"/>
                <a:gd name="T41" fmla="*/ 349 h 352"/>
                <a:gd name="T42" fmla="*/ 3 w 298"/>
                <a:gd name="T43" fmla="*/ 350 h 352"/>
                <a:gd name="T44" fmla="*/ 6 w 298"/>
                <a:gd name="T45" fmla="*/ 352 h 352"/>
                <a:gd name="T46" fmla="*/ 9 w 298"/>
                <a:gd name="T47" fmla="*/ 352 h 352"/>
                <a:gd name="T48" fmla="*/ 12 w 298"/>
                <a:gd name="T49" fmla="*/ 352 h 352"/>
                <a:gd name="T50" fmla="*/ 14 w 298"/>
                <a:gd name="T51" fmla="*/ 350 h 352"/>
                <a:gd name="T52" fmla="*/ 16 w 298"/>
                <a:gd name="T53" fmla="*/ 346 h 352"/>
                <a:gd name="T54" fmla="*/ 16 w 298"/>
                <a:gd name="T55" fmla="*/ 346 h 352"/>
                <a:gd name="T56" fmla="*/ 23 w 298"/>
                <a:gd name="T57" fmla="*/ 319 h 352"/>
                <a:gd name="T58" fmla="*/ 31 w 298"/>
                <a:gd name="T59" fmla="*/ 292 h 352"/>
                <a:gd name="T60" fmla="*/ 41 w 298"/>
                <a:gd name="T61" fmla="*/ 265 h 352"/>
                <a:gd name="T62" fmla="*/ 51 w 298"/>
                <a:gd name="T63" fmla="*/ 240 h 352"/>
                <a:gd name="T64" fmla="*/ 64 w 298"/>
                <a:gd name="T65" fmla="*/ 213 h 352"/>
                <a:gd name="T66" fmla="*/ 78 w 298"/>
                <a:gd name="T67" fmla="*/ 187 h 352"/>
                <a:gd name="T68" fmla="*/ 92 w 298"/>
                <a:gd name="T69" fmla="*/ 163 h 352"/>
                <a:gd name="T70" fmla="*/ 109 w 298"/>
                <a:gd name="T71" fmla="*/ 139 h 352"/>
                <a:gd name="T72" fmla="*/ 126 w 298"/>
                <a:gd name="T73" fmla="*/ 118 h 352"/>
                <a:gd name="T74" fmla="*/ 146 w 298"/>
                <a:gd name="T75" fmla="*/ 97 h 352"/>
                <a:gd name="T76" fmla="*/ 166 w 298"/>
                <a:gd name="T77" fmla="*/ 78 h 352"/>
                <a:gd name="T78" fmla="*/ 189 w 298"/>
                <a:gd name="T79" fmla="*/ 61 h 352"/>
                <a:gd name="T80" fmla="*/ 211 w 298"/>
                <a:gd name="T81" fmla="*/ 46 h 352"/>
                <a:gd name="T82" fmla="*/ 237 w 298"/>
                <a:gd name="T83" fmla="*/ 34 h 352"/>
                <a:gd name="T84" fmla="*/ 264 w 298"/>
                <a:gd name="T85" fmla="*/ 23 h 352"/>
                <a:gd name="T86" fmla="*/ 292 w 298"/>
                <a:gd name="T87" fmla="*/ 16 h 352"/>
                <a:gd name="T88" fmla="*/ 292 w 298"/>
                <a:gd name="T89" fmla="*/ 16 h 352"/>
                <a:gd name="T90" fmla="*/ 295 w 298"/>
                <a:gd name="T91" fmla="*/ 15 h 352"/>
                <a:gd name="T92" fmla="*/ 296 w 298"/>
                <a:gd name="T93" fmla="*/ 13 h 352"/>
                <a:gd name="T94" fmla="*/ 298 w 298"/>
                <a:gd name="T95" fmla="*/ 9 h 352"/>
                <a:gd name="T96" fmla="*/ 298 w 298"/>
                <a:gd name="T97" fmla="*/ 6 h 352"/>
                <a:gd name="T98" fmla="*/ 296 w 298"/>
                <a:gd name="T99" fmla="*/ 3 h 352"/>
                <a:gd name="T100" fmla="*/ 293 w 298"/>
                <a:gd name="T101" fmla="*/ 2 h 352"/>
                <a:gd name="T102" fmla="*/ 291 w 298"/>
                <a:gd name="T103" fmla="*/ 0 h 352"/>
                <a:gd name="T104" fmla="*/ 286 w 298"/>
                <a:gd name="T105" fmla="*/ 0 h 352"/>
                <a:gd name="T106" fmla="*/ 286 w 298"/>
                <a:gd name="T10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52">
                  <a:moveTo>
                    <a:pt x="286" y="0"/>
                  </a:moveTo>
                  <a:lnTo>
                    <a:pt x="286" y="0"/>
                  </a:lnTo>
                  <a:lnTo>
                    <a:pt x="258" y="8"/>
                  </a:lnTo>
                  <a:lnTo>
                    <a:pt x="230" y="17"/>
                  </a:lnTo>
                  <a:lnTo>
                    <a:pt x="204" y="32"/>
                  </a:lnTo>
                  <a:lnTo>
                    <a:pt x="180" y="46"/>
                  </a:lnTo>
                  <a:lnTo>
                    <a:pt x="156" y="64"/>
                  </a:lnTo>
                  <a:lnTo>
                    <a:pt x="135" y="84"/>
                  </a:lnTo>
                  <a:lnTo>
                    <a:pt x="115" y="105"/>
                  </a:lnTo>
                  <a:lnTo>
                    <a:pt x="97" y="128"/>
                  </a:lnTo>
                  <a:lnTo>
                    <a:pt x="80" y="152"/>
                  </a:lnTo>
                  <a:lnTo>
                    <a:pt x="64" y="178"/>
                  </a:lnTo>
                  <a:lnTo>
                    <a:pt x="50" y="203"/>
                  </a:lnTo>
                  <a:lnTo>
                    <a:pt x="37" y="231"/>
                  </a:lnTo>
                  <a:lnTo>
                    <a:pt x="26" y="258"/>
                  </a:lnTo>
                  <a:lnTo>
                    <a:pt x="16" y="287"/>
                  </a:lnTo>
                  <a:lnTo>
                    <a:pt x="7" y="31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3" y="350"/>
                  </a:lnTo>
                  <a:lnTo>
                    <a:pt x="6" y="352"/>
                  </a:lnTo>
                  <a:lnTo>
                    <a:pt x="9" y="352"/>
                  </a:lnTo>
                  <a:lnTo>
                    <a:pt x="12" y="352"/>
                  </a:lnTo>
                  <a:lnTo>
                    <a:pt x="14" y="350"/>
                  </a:lnTo>
                  <a:lnTo>
                    <a:pt x="16" y="346"/>
                  </a:lnTo>
                  <a:lnTo>
                    <a:pt x="16" y="346"/>
                  </a:lnTo>
                  <a:lnTo>
                    <a:pt x="23" y="319"/>
                  </a:lnTo>
                  <a:lnTo>
                    <a:pt x="31" y="292"/>
                  </a:lnTo>
                  <a:lnTo>
                    <a:pt x="41" y="265"/>
                  </a:lnTo>
                  <a:lnTo>
                    <a:pt x="51" y="240"/>
                  </a:lnTo>
                  <a:lnTo>
                    <a:pt x="64" y="213"/>
                  </a:lnTo>
                  <a:lnTo>
                    <a:pt x="78" y="187"/>
                  </a:lnTo>
                  <a:lnTo>
                    <a:pt x="92" y="163"/>
                  </a:lnTo>
                  <a:lnTo>
                    <a:pt x="109" y="139"/>
                  </a:lnTo>
                  <a:lnTo>
                    <a:pt x="126" y="118"/>
                  </a:lnTo>
                  <a:lnTo>
                    <a:pt x="146" y="97"/>
                  </a:lnTo>
                  <a:lnTo>
                    <a:pt x="166" y="78"/>
                  </a:lnTo>
                  <a:lnTo>
                    <a:pt x="189" y="61"/>
                  </a:lnTo>
                  <a:lnTo>
                    <a:pt x="211" y="46"/>
                  </a:lnTo>
                  <a:lnTo>
                    <a:pt x="237" y="34"/>
                  </a:lnTo>
                  <a:lnTo>
                    <a:pt x="264" y="23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5" y="15"/>
                  </a:lnTo>
                  <a:lnTo>
                    <a:pt x="296" y="13"/>
                  </a:lnTo>
                  <a:lnTo>
                    <a:pt x="298" y="9"/>
                  </a:lnTo>
                  <a:lnTo>
                    <a:pt x="298" y="6"/>
                  </a:lnTo>
                  <a:lnTo>
                    <a:pt x="296" y="3"/>
                  </a:lnTo>
                  <a:lnTo>
                    <a:pt x="293" y="2"/>
                  </a:lnTo>
                  <a:lnTo>
                    <a:pt x="291" y="0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3">
              <a:extLst>
                <a:ext uri="{FF2B5EF4-FFF2-40B4-BE49-F238E27FC236}">
                  <a16:creationId xmlns:a16="http://schemas.microsoft.com/office/drawing/2014/main" id="{CEF825F6-BF68-D2EF-DD75-FEDCBDB82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226"/>
              <a:ext cx="175" cy="141"/>
            </a:xfrm>
            <a:custGeom>
              <a:avLst/>
              <a:gdLst>
                <a:gd name="T0" fmla="*/ 1 w 350"/>
                <a:gd name="T1" fmla="*/ 14 h 282"/>
                <a:gd name="T2" fmla="*/ 1 w 350"/>
                <a:gd name="T3" fmla="*/ 14 h 282"/>
                <a:gd name="T4" fmla="*/ 39 w 350"/>
                <a:gd name="T5" fmla="*/ 54 h 282"/>
                <a:gd name="T6" fmla="*/ 78 w 350"/>
                <a:gd name="T7" fmla="*/ 90 h 282"/>
                <a:gd name="T8" fmla="*/ 119 w 350"/>
                <a:gd name="T9" fmla="*/ 124 h 282"/>
                <a:gd name="T10" fmla="*/ 161 w 350"/>
                <a:gd name="T11" fmla="*/ 157 h 282"/>
                <a:gd name="T12" fmla="*/ 204 w 350"/>
                <a:gd name="T13" fmla="*/ 188 h 282"/>
                <a:gd name="T14" fmla="*/ 248 w 350"/>
                <a:gd name="T15" fmla="*/ 219 h 282"/>
                <a:gd name="T16" fmla="*/ 337 w 350"/>
                <a:gd name="T17" fmla="*/ 280 h 282"/>
                <a:gd name="T18" fmla="*/ 337 w 350"/>
                <a:gd name="T19" fmla="*/ 280 h 282"/>
                <a:gd name="T20" fmla="*/ 340 w 350"/>
                <a:gd name="T21" fmla="*/ 282 h 282"/>
                <a:gd name="T22" fmla="*/ 344 w 350"/>
                <a:gd name="T23" fmla="*/ 282 h 282"/>
                <a:gd name="T24" fmla="*/ 347 w 350"/>
                <a:gd name="T25" fmla="*/ 280 h 282"/>
                <a:gd name="T26" fmla="*/ 348 w 350"/>
                <a:gd name="T27" fmla="*/ 277 h 282"/>
                <a:gd name="T28" fmla="*/ 350 w 350"/>
                <a:gd name="T29" fmla="*/ 275 h 282"/>
                <a:gd name="T30" fmla="*/ 350 w 350"/>
                <a:gd name="T31" fmla="*/ 272 h 282"/>
                <a:gd name="T32" fmla="*/ 348 w 350"/>
                <a:gd name="T33" fmla="*/ 268 h 282"/>
                <a:gd name="T34" fmla="*/ 345 w 350"/>
                <a:gd name="T35" fmla="*/ 266 h 282"/>
                <a:gd name="T36" fmla="*/ 345 w 350"/>
                <a:gd name="T37" fmla="*/ 266 h 282"/>
                <a:gd name="T38" fmla="*/ 258 w 350"/>
                <a:gd name="T39" fmla="*/ 205 h 282"/>
                <a:gd name="T40" fmla="*/ 214 w 350"/>
                <a:gd name="T41" fmla="*/ 175 h 282"/>
                <a:gd name="T42" fmla="*/ 171 w 350"/>
                <a:gd name="T43" fmla="*/ 144 h 282"/>
                <a:gd name="T44" fmla="*/ 130 w 350"/>
                <a:gd name="T45" fmla="*/ 112 h 282"/>
                <a:gd name="T46" fmla="*/ 89 w 350"/>
                <a:gd name="T47" fmla="*/ 78 h 282"/>
                <a:gd name="T48" fmla="*/ 51 w 350"/>
                <a:gd name="T49" fmla="*/ 41 h 282"/>
                <a:gd name="T50" fmla="*/ 14 w 350"/>
                <a:gd name="T51" fmla="*/ 3 h 282"/>
                <a:gd name="T52" fmla="*/ 14 w 350"/>
                <a:gd name="T53" fmla="*/ 3 h 282"/>
                <a:gd name="T54" fmla="*/ 11 w 350"/>
                <a:gd name="T55" fmla="*/ 0 h 282"/>
                <a:gd name="T56" fmla="*/ 7 w 350"/>
                <a:gd name="T57" fmla="*/ 0 h 282"/>
                <a:gd name="T58" fmla="*/ 4 w 350"/>
                <a:gd name="T59" fmla="*/ 0 h 282"/>
                <a:gd name="T60" fmla="*/ 3 w 350"/>
                <a:gd name="T61" fmla="*/ 3 h 282"/>
                <a:gd name="T62" fmla="*/ 0 w 350"/>
                <a:gd name="T63" fmla="*/ 5 h 282"/>
                <a:gd name="T64" fmla="*/ 0 w 350"/>
                <a:gd name="T65" fmla="*/ 8 h 282"/>
                <a:gd name="T66" fmla="*/ 0 w 350"/>
                <a:gd name="T67" fmla="*/ 11 h 282"/>
                <a:gd name="T68" fmla="*/ 1 w 350"/>
                <a:gd name="T69" fmla="*/ 14 h 282"/>
                <a:gd name="T70" fmla="*/ 1 w 350"/>
                <a:gd name="T7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0" h="282">
                  <a:moveTo>
                    <a:pt x="1" y="14"/>
                  </a:moveTo>
                  <a:lnTo>
                    <a:pt x="1" y="14"/>
                  </a:lnTo>
                  <a:lnTo>
                    <a:pt x="39" y="54"/>
                  </a:lnTo>
                  <a:lnTo>
                    <a:pt x="78" y="90"/>
                  </a:lnTo>
                  <a:lnTo>
                    <a:pt x="119" y="124"/>
                  </a:lnTo>
                  <a:lnTo>
                    <a:pt x="161" y="157"/>
                  </a:lnTo>
                  <a:lnTo>
                    <a:pt x="204" y="188"/>
                  </a:lnTo>
                  <a:lnTo>
                    <a:pt x="248" y="219"/>
                  </a:lnTo>
                  <a:lnTo>
                    <a:pt x="337" y="280"/>
                  </a:lnTo>
                  <a:lnTo>
                    <a:pt x="337" y="280"/>
                  </a:lnTo>
                  <a:lnTo>
                    <a:pt x="340" y="282"/>
                  </a:lnTo>
                  <a:lnTo>
                    <a:pt x="344" y="282"/>
                  </a:lnTo>
                  <a:lnTo>
                    <a:pt x="347" y="280"/>
                  </a:lnTo>
                  <a:lnTo>
                    <a:pt x="348" y="277"/>
                  </a:lnTo>
                  <a:lnTo>
                    <a:pt x="350" y="275"/>
                  </a:lnTo>
                  <a:lnTo>
                    <a:pt x="350" y="272"/>
                  </a:lnTo>
                  <a:lnTo>
                    <a:pt x="348" y="268"/>
                  </a:lnTo>
                  <a:lnTo>
                    <a:pt x="345" y="266"/>
                  </a:lnTo>
                  <a:lnTo>
                    <a:pt x="345" y="266"/>
                  </a:lnTo>
                  <a:lnTo>
                    <a:pt x="258" y="205"/>
                  </a:lnTo>
                  <a:lnTo>
                    <a:pt x="214" y="175"/>
                  </a:lnTo>
                  <a:lnTo>
                    <a:pt x="171" y="144"/>
                  </a:lnTo>
                  <a:lnTo>
                    <a:pt x="130" y="112"/>
                  </a:lnTo>
                  <a:lnTo>
                    <a:pt x="89" y="78"/>
                  </a:lnTo>
                  <a:lnTo>
                    <a:pt x="51" y="41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4">
              <a:extLst>
                <a:ext uri="{FF2B5EF4-FFF2-40B4-BE49-F238E27FC236}">
                  <a16:creationId xmlns:a16="http://schemas.microsoft.com/office/drawing/2014/main" id="{89D6984A-1951-E520-0851-8E7089636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511"/>
              <a:ext cx="287" cy="254"/>
            </a:xfrm>
            <a:custGeom>
              <a:avLst/>
              <a:gdLst>
                <a:gd name="T0" fmla="*/ 4 w 574"/>
                <a:gd name="T1" fmla="*/ 16 h 509"/>
                <a:gd name="T2" fmla="*/ 86 w 574"/>
                <a:gd name="T3" fmla="*/ 61 h 509"/>
                <a:gd name="T4" fmla="*/ 171 w 574"/>
                <a:gd name="T5" fmla="*/ 102 h 509"/>
                <a:gd name="T6" fmla="*/ 297 w 574"/>
                <a:gd name="T7" fmla="*/ 164 h 509"/>
                <a:gd name="T8" fmla="*/ 338 w 574"/>
                <a:gd name="T9" fmla="*/ 187 h 509"/>
                <a:gd name="T10" fmla="*/ 377 w 574"/>
                <a:gd name="T11" fmla="*/ 213 h 509"/>
                <a:gd name="T12" fmla="*/ 414 w 574"/>
                <a:gd name="T13" fmla="*/ 241 h 509"/>
                <a:gd name="T14" fmla="*/ 446 w 574"/>
                <a:gd name="T15" fmla="*/ 272 h 509"/>
                <a:gd name="T16" fmla="*/ 476 w 574"/>
                <a:gd name="T17" fmla="*/ 306 h 509"/>
                <a:gd name="T18" fmla="*/ 491 w 574"/>
                <a:gd name="T19" fmla="*/ 329 h 509"/>
                <a:gd name="T20" fmla="*/ 517 w 574"/>
                <a:gd name="T21" fmla="*/ 376 h 509"/>
                <a:gd name="T22" fmla="*/ 537 w 574"/>
                <a:gd name="T23" fmla="*/ 425 h 509"/>
                <a:gd name="T24" fmla="*/ 551 w 574"/>
                <a:gd name="T25" fmla="*/ 476 h 509"/>
                <a:gd name="T26" fmla="*/ 558 w 574"/>
                <a:gd name="T27" fmla="*/ 502 h 509"/>
                <a:gd name="T28" fmla="*/ 561 w 574"/>
                <a:gd name="T29" fmla="*/ 507 h 509"/>
                <a:gd name="T30" fmla="*/ 567 w 574"/>
                <a:gd name="T31" fmla="*/ 507 h 509"/>
                <a:gd name="T32" fmla="*/ 572 w 574"/>
                <a:gd name="T33" fmla="*/ 505 h 509"/>
                <a:gd name="T34" fmla="*/ 574 w 574"/>
                <a:gd name="T35" fmla="*/ 497 h 509"/>
                <a:gd name="T36" fmla="*/ 568 w 574"/>
                <a:gd name="T37" fmla="*/ 473 h 509"/>
                <a:gd name="T38" fmla="*/ 554 w 574"/>
                <a:gd name="T39" fmla="*/ 427 h 509"/>
                <a:gd name="T40" fmla="*/ 537 w 574"/>
                <a:gd name="T41" fmla="*/ 383 h 509"/>
                <a:gd name="T42" fmla="*/ 516 w 574"/>
                <a:gd name="T43" fmla="*/ 340 h 509"/>
                <a:gd name="T44" fmla="*/ 490 w 574"/>
                <a:gd name="T45" fmla="*/ 302 h 509"/>
                <a:gd name="T46" fmla="*/ 460 w 574"/>
                <a:gd name="T47" fmla="*/ 265 h 509"/>
                <a:gd name="T48" fmla="*/ 428 w 574"/>
                <a:gd name="T49" fmla="*/ 231 h 509"/>
                <a:gd name="T50" fmla="*/ 389 w 574"/>
                <a:gd name="T51" fmla="*/ 201 h 509"/>
                <a:gd name="T52" fmla="*/ 370 w 574"/>
                <a:gd name="T53" fmla="*/ 187 h 509"/>
                <a:gd name="T54" fmla="*/ 282 w 574"/>
                <a:gd name="T55" fmla="*/ 136 h 509"/>
                <a:gd name="T56" fmla="*/ 191 w 574"/>
                <a:gd name="T57" fmla="*/ 92 h 509"/>
                <a:gd name="T58" fmla="*/ 100 w 574"/>
                <a:gd name="T59" fmla="*/ 50 h 509"/>
                <a:gd name="T60" fmla="*/ 13 w 574"/>
                <a:gd name="T61" fmla="*/ 2 h 509"/>
                <a:gd name="T62" fmla="*/ 8 w 574"/>
                <a:gd name="T63" fmla="*/ 0 h 509"/>
                <a:gd name="T64" fmla="*/ 3 w 574"/>
                <a:gd name="T65" fmla="*/ 2 h 509"/>
                <a:gd name="T66" fmla="*/ 0 w 574"/>
                <a:gd name="T67" fmla="*/ 7 h 509"/>
                <a:gd name="T68" fmla="*/ 1 w 574"/>
                <a:gd name="T69" fmla="*/ 13 h 509"/>
                <a:gd name="T70" fmla="*/ 4 w 574"/>
                <a:gd name="T71" fmla="*/ 1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74" h="509">
                  <a:moveTo>
                    <a:pt x="4" y="16"/>
                  </a:moveTo>
                  <a:lnTo>
                    <a:pt x="4" y="16"/>
                  </a:lnTo>
                  <a:lnTo>
                    <a:pt x="45" y="40"/>
                  </a:lnTo>
                  <a:lnTo>
                    <a:pt x="86" y="61"/>
                  </a:lnTo>
                  <a:lnTo>
                    <a:pt x="129" y="82"/>
                  </a:lnTo>
                  <a:lnTo>
                    <a:pt x="171" y="102"/>
                  </a:lnTo>
                  <a:lnTo>
                    <a:pt x="256" y="143"/>
                  </a:lnTo>
                  <a:lnTo>
                    <a:pt x="297" y="164"/>
                  </a:lnTo>
                  <a:lnTo>
                    <a:pt x="338" y="187"/>
                  </a:lnTo>
                  <a:lnTo>
                    <a:pt x="338" y="187"/>
                  </a:lnTo>
                  <a:lnTo>
                    <a:pt x="358" y="200"/>
                  </a:lnTo>
                  <a:lnTo>
                    <a:pt x="377" y="213"/>
                  </a:lnTo>
                  <a:lnTo>
                    <a:pt x="395" y="225"/>
                  </a:lnTo>
                  <a:lnTo>
                    <a:pt x="414" y="241"/>
                  </a:lnTo>
                  <a:lnTo>
                    <a:pt x="431" y="255"/>
                  </a:lnTo>
                  <a:lnTo>
                    <a:pt x="446" y="272"/>
                  </a:lnTo>
                  <a:lnTo>
                    <a:pt x="462" y="289"/>
                  </a:lnTo>
                  <a:lnTo>
                    <a:pt x="476" y="306"/>
                  </a:lnTo>
                  <a:lnTo>
                    <a:pt x="476" y="306"/>
                  </a:lnTo>
                  <a:lnTo>
                    <a:pt x="491" y="329"/>
                  </a:lnTo>
                  <a:lnTo>
                    <a:pt x="504" y="352"/>
                  </a:lnTo>
                  <a:lnTo>
                    <a:pt x="517" y="376"/>
                  </a:lnTo>
                  <a:lnTo>
                    <a:pt x="527" y="400"/>
                  </a:lnTo>
                  <a:lnTo>
                    <a:pt x="537" y="425"/>
                  </a:lnTo>
                  <a:lnTo>
                    <a:pt x="545" y="451"/>
                  </a:lnTo>
                  <a:lnTo>
                    <a:pt x="551" y="476"/>
                  </a:lnTo>
                  <a:lnTo>
                    <a:pt x="558" y="502"/>
                  </a:lnTo>
                  <a:lnTo>
                    <a:pt x="558" y="502"/>
                  </a:lnTo>
                  <a:lnTo>
                    <a:pt x="560" y="506"/>
                  </a:lnTo>
                  <a:lnTo>
                    <a:pt x="561" y="507"/>
                  </a:lnTo>
                  <a:lnTo>
                    <a:pt x="564" y="509"/>
                  </a:lnTo>
                  <a:lnTo>
                    <a:pt x="567" y="507"/>
                  </a:lnTo>
                  <a:lnTo>
                    <a:pt x="571" y="507"/>
                  </a:lnTo>
                  <a:lnTo>
                    <a:pt x="572" y="505"/>
                  </a:lnTo>
                  <a:lnTo>
                    <a:pt x="574" y="502"/>
                  </a:lnTo>
                  <a:lnTo>
                    <a:pt x="574" y="497"/>
                  </a:lnTo>
                  <a:lnTo>
                    <a:pt x="574" y="497"/>
                  </a:lnTo>
                  <a:lnTo>
                    <a:pt x="568" y="473"/>
                  </a:lnTo>
                  <a:lnTo>
                    <a:pt x="562" y="449"/>
                  </a:lnTo>
                  <a:lnTo>
                    <a:pt x="554" y="427"/>
                  </a:lnTo>
                  <a:lnTo>
                    <a:pt x="547" y="404"/>
                  </a:lnTo>
                  <a:lnTo>
                    <a:pt x="537" y="383"/>
                  </a:lnTo>
                  <a:lnTo>
                    <a:pt x="527" y="361"/>
                  </a:lnTo>
                  <a:lnTo>
                    <a:pt x="516" y="340"/>
                  </a:lnTo>
                  <a:lnTo>
                    <a:pt x="503" y="320"/>
                  </a:lnTo>
                  <a:lnTo>
                    <a:pt x="490" y="302"/>
                  </a:lnTo>
                  <a:lnTo>
                    <a:pt x="476" y="283"/>
                  </a:lnTo>
                  <a:lnTo>
                    <a:pt x="460" y="265"/>
                  </a:lnTo>
                  <a:lnTo>
                    <a:pt x="445" y="248"/>
                  </a:lnTo>
                  <a:lnTo>
                    <a:pt x="428" y="231"/>
                  </a:lnTo>
                  <a:lnTo>
                    <a:pt x="409" y="215"/>
                  </a:lnTo>
                  <a:lnTo>
                    <a:pt x="389" y="201"/>
                  </a:lnTo>
                  <a:lnTo>
                    <a:pt x="370" y="187"/>
                  </a:lnTo>
                  <a:lnTo>
                    <a:pt x="370" y="187"/>
                  </a:lnTo>
                  <a:lnTo>
                    <a:pt x="327" y="160"/>
                  </a:lnTo>
                  <a:lnTo>
                    <a:pt x="282" y="136"/>
                  </a:lnTo>
                  <a:lnTo>
                    <a:pt x="238" y="113"/>
                  </a:lnTo>
                  <a:lnTo>
                    <a:pt x="191" y="92"/>
                  </a:lnTo>
                  <a:lnTo>
                    <a:pt x="146" y="71"/>
                  </a:lnTo>
                  <a:lnTo>
                    <a:pt x="100" y="50"/>
                  </a:lnTo>
                  <a:lnTo>
                    <a:pt x="56" y="26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5">
              <a:extLst>
                <a:ext uri="{FF2B5EF4-FFF2-40B4-BE49-F238E27FC236}">
                  <a16:creationId xmlns:a16="http://schemas.microsoft.com/office/drawing/2014/main" id="{5537A9AF-E455-A28B-1769-598DCE301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8" y="3682"/>
              <a:ext cx="163" cy="368"/>
            </a:xfrm>
            <a:custGeom>
              <a:avLst/>
              <a:gdLst>
                <a:gd name="T0" fmla="*/ 307 w 326"/>
                <a:gd name="T1" fmla="*/ 83 h 736"/>
                <a:gd name="T2" fmla="*/ 307 w 326"/>
                <a:gd name="T3" fmla="*/ 236 h 736"/>
                <a:gd name="T4" fmla="*/ 303 w 326"/>
                <a:gd name="T5" fmla="*/ 311 h 736"/>
                <a:gd name="T6" fmla="*/ 281 w 326"/>
                <a:gd name="T7" fmla="*/ 433 h 736"/>
                <a:gd name="T8" fmla="*/ 252 w 326"/>
                <a:gd name="T9" fmla="*/ 508 h 736"/>
                <a:gd name="T10" fmla="*/ 222 w 326"/>
                <a:gd name="T11" fmla="*/ 561 h 736"/>
                <a:gd name="T12" fmla="*/ 184 w 326"/>
                <a:gd name="T13" fmla="*/ 610 h 736"/>
                <a:gd name="T14" fmla="*/ 156 w 326"/>
                <a:gd name="T15" fmla="*/ 639 h 736"/>
                <a:gd name="T16" fmla="*/ 92 w 326"/>
                <a:gd name="T17" fmla="*/ 687 h 736"/>
                <a:gd name="T18" fmla="*/ 45 w 326"/>
                <a:gd name="T19" fmla="*/ 714 h 736"/>
                <a:gd name="T20" fmla="*/ 25 w 326"/>
                <a:gd name="T21" fmla="*/ 719 h 736"/>
                <a:gd name="T22" fmla="*/ 17 w 326"/>
                <a:gd name="T23" fmla="*/ 708 h 736"/>
                <a:gd name="T24" fmla="*/ 18 w 326"/>
                <a:gd name="T25" fmla="*/ 685 h 736"/>
                <a:gd name="T26" fmla="*/ 34 w 326"/>
                <a:gd name="T27" fmla="*/ 639 h 736"/>
                <a:gd name="T28" fmla="*/ 51 w 326"/>
                <a:gd name="T29" fmla="*/ 610 h 736"/>
                <a:gd name="T30" fmla="*/ 101 w 326"/>
                <a:gd name="T31" fmla="*/ 551 h 736"/>
                <a:gd name="T32" fmla="*/ 128 w 326"/>
                <a:gd name="T33" fmla="*/ 512 h 736"/>
                <a:gd name="T34" fmla="*/ 146 w 326"/>
                <a:gd name="T35" fmla="*/ 470 h 736"/>
                <a:gd name="T36" fmla="*/ 152 w 326"/>
                <a:gd name="T37" fmla="*/ 425 h 736"/>
                <a:gd name="T38" fmla="*/ 152 w 326"/>
                <a:gd name="T39" fmla="*/ 403 h 736"/>
                <a:gd name="T40" fmla="*/ 145 w 326"/>
                <a:gd name="T41" fmla="*/ 399 h 736"/>
                <a:gd name="T42" fmla="*/ 136 w 326"/>
                <a:gd name="T43" fmla="*/ 403 h 736"/>
                <a:gd name="T44" fmla="*/ 135 w 326"/>
                <a:gd name="T45" fmla="*/ 429 h 736"/>
                <a:gd name="T46" fmla="*/ 120 w 326"/>
                <a:gd name="T47" fmla="*/ 484 h 736"/>
                <a:gd name="T48" fmla="*/ 91 w 326"/>
                <a:gd name="T49" fmla="*/ 535 h 736"/>
                <a:gd name="T50" fmla="*/ 55 w 326"/>
                <a:gd name="T51" fmla="*/ 578 h 736"/>
                <a:gd name="T52" fmla="*/ 18 w 326"/>
                <a:gd name="T53" fmla="*/ 631 h 736"/>
                <a:gd name="T54" fmla="*/ 6 w 326"/>
                <a:gd name="T55" fmla="*/ 663 h 736"/>
                <a:gd name="T56" fmla="*/ 0 w 326"/>
                <a:gd name="T57" fmla="*/ 697 h 736"/>
                <a:gd name="T58" fmla="*/ 6 w 326"/>
                <a:gd name="T59" fmla="*/ 725 h 736"/>
                <a:gd name="T60" fmla="*/ 17 w 326"/>
                <a:gd name="T61" fmla="*/ 735 h 736"/>
                <a:gd name="T62" fmla="*/ 30 w 326"/>
                <a:gd name="T63" fmla="*/ 736 h 736"/>
                <a:gd name="T64" fmla="*/ 54 w 326"/>
                <a:gd name="T65" fmla="*/ 729 h 736"/>
                <a:gd name="T66" fmla="*/ 76 w 326"/>
                <a:gd name="T67" fmla="*/ 716 h 736"/>
                <a:gd name="T68" fmla="*/ 149 w 326"/>
                <a:gd name="T69" fmla="*/ 667 h 736"/>
                <a:gd name="T70" fmla="*/ 200 w 326"/>
                <a:gd name="T71" fmla="*/ 620 h 736"/>
                <a:gd name="T72" fmla="*/ 239 w 326"/>
                <a:gd name="T73" fmla="*/ 566 h 736"/>
                <a:gd name="T74" fmla="*/ 271 w 326"/>
                <a:gd name="T75" fmla="*/ 510 h 736"/>
                <a:gd name="T76" fmla="*/ 293 w 326"/>
                <a:gd name="T77" fmla="*/ 449 h 736"/>
                <a:gd name="T78" fmla="*/ 320 w 326"/>
                <a:gd name="T79" fmla="*/ 320 h 736"/>
                <a:gd name="T80" fmla="*/ 326 w 326"/>
                <a:gd name="T81" fmla="*/ 184 h 736"/>
                <a:gd name="T82" fmla="*/ 320 w 326"/>
                <a:gd name="T83" fmla="*/ 7 h 736"/>
                <a:gd name="T84" fmla="*/ 317 w 326"/>
                <a:gd name="T85" fmla="*/ 1 h 736"/>
                <a:gd name="T86" fmla="*/ 309 w 326"/>
                <a:gd name="T87" fmla="*/ 0 h 736"/>
                <a:gd name="T88" fmla="*/ 303 w 326"/>
                <a:gd name="T89" fmla="*/ 7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6" h="736">
                  <a:moveTo>
                    <a:pt x="303" y="7"/>
                  </a:moveTo>
                  <a:lnTo>
                    <a:pt x="303" y="7"/>
                  </a:lnTo>
                  <a:lnTo>
                    <a:pt x="307" y="83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7" y="236"/>
                  </a:lnTo>
                  <a:lnTo>
                    <a:pt x="306" y="273"/>
                  </a:lnTo>
                  <a:lnTo>
                    <a:pt x="303" y="311"/>
                  </a:lnTo>
                  <a:lnTo>
                    <a:pt x="303" y="311"/>
                  </a:lnTo>
                  <a:lnTo>
                    <a:pt x="298" y="354"/>
                  </a:lnTo>
                  <a:lnTo>
                    <a:pt x="290" y="393"/>
                  </a:lnTo>
                  <a:lnTo>
                    <a:pt x="281" y="433"/>
                  </a:lnTo>
                  <a:lnTo>
                    <a:pt x="268" y="471"/>
                  </a:lnTo>
                  <a:lnTo>
                    <a:pt x="261" y="490"/>
                  </a:lnTo>
                  <a:lnTo>
                    <a:pt x="252" y="508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2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0"/>
                  </a:lnTo>
                  <a:lnTo>
                    <a:pt x="184" y="610"/>
                  </a:lnTo>
                  <a:lnTo>
                    <a:pt x="170" y="624"/>
                  </a:lnTo>
                  <a:lnTo>
                    <a:pt x="156" y="639"/>
                  </a:lnTo>
                  <a:lnTo>
                    <a:pt x="140" y="651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4"/>
                  </a:lnTo>
                  <a:lnTo>
                    <a:pt x="31" y="719"/>
                  </a:lnTo>
                  <a:lnTo>
                    <a:pt x="31" y="719"/>
                  </a:lnTo>
                  <a:lnTo>
                    <a:pt x="25" y="719"/>
                  </a:lnTo>
                  <a:lnTo>
                    <a:pt x="21" y="716"/>
                  </a:lnTo>
                  <a:lnTo>
                    <a:pt x="18" y="714"/>
                  </a:lnTo>
                  <a:lnTo>
                    <a:pt x="17" y="708"/>
                  </a:lnTo>
                  <a:lnTo>
                    <a:pt x="17" y="695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51" y="610"/>
                  </a:lnTo>
                  <a:lnTo>
                    <a:pt x="59" y="597"/>
                  </a:lnTo>
                  <a:lnTo>
                    <a:pt x="79" y="573"/>
                  </a:lnTo>
                  <a:lnTo>
                    <a:pt x="101" y="551"/>
                  </a:lnTo>
                  <a:lnTo>
                    <a:pt x="119" y="527"/>
                  </a:lnTo>
                  <a:lnTo>
                    <a:pt x="119" y="527"/>
                  </a:lnTo>
                  <a:lnTo>
                    <a:pt x="128" y="512"/>
                  </a:lnTo>
                  <a:lnTo>
                    <a:pt x="135" y="498"/>
                  </a:lnTo>
                  <a:lnTo>
                    <a:pt x="140" y="484"/>
                  </a:lnTo>
                  <a:lnTo>
                    <a:pt x="146" y="470"/>
                  </a:lnTo>
                  <a:lnTo>
                    <a:pt x="149" y="456"/>
                  </a:lnTo>
                  <a:lnTo>
                    <a:pt x="152" y="440"/>
                  </a:lnTo>
                  <a:lnTo>
                    <a:pt x="152" y="425"/>
                  </a:lnTo>
                  <a:lnTo>
                    <a:pt x="153" y="408"/>
                  </a:lnTo>
                  <a:lnTo>
                    <a:pt x="153" y="408"/>
                  </a:lnTo>
                  <a:lnTo>
                    <a:pt x="152" y="403"/>
                  </a:lnTo>
                  <a:lnTo>
                    <a:pt x="150" y="402"/>
                  </a:lnTo>
                  <a:lnTo>
                    <a:pt x="147" y="399"/>
                  </a:lnTo>
                  <a:lnTo>
                    <a:pt x="145" y="399"/>
                  </a:lnTo>
                  <a:lnTo>
                    <a:pt x="142" y="399"/>
                  </a:lnTo>
                  <a:lnTo>
                    <a:pt x="139" y="402"/>
                  </a:lnTo>
                  <a:lnTo>
                    <a:pt x="136" y="403"/>
                  </a:lnTo>
                  <a:lnTo>
                    <a:pt x="136" y="408"/>
                  </a:lnTo>
                  <a:lnTo>
                    <a:pt x="136" y="408"/>
                  </a:lnTo>
                  <a:lnTo>
                    <a:pt x="135" y="429"/>
                  </a:lnTo>
                  <a:lnTo>
                    <a:pt x="132" y="447"/>
                  </a:lnTo>
                  <a:lnTo>
                    <a:pt x="128" y="466"/>
                  </a:lnTo>
                  <a:lnTo>
                    <a:pt x="120" y="484"/>
                  </a:lnTo>
                  <a:lnTo>
                    <a:pt x="112" y="501"/>
                  </a:lnTo>
                  <a:lnTo>
                    <a:pt x="102" y="518"/>
                  </a:lnTo>
                  <a:lnTo>
                    <a:pt x="91" y="535"/>
                  </a:lnTo>
                  <a:lnTo>
                    <a:pt x="78" y="552"/>
                  </a:lnTo>
                  <a:lnTo>
                    <a:pt x="78" y="552"/>
                  </a:lnTo>
                  <a:lnTo>
                    <a:pt x="55" y="578"/>
                  </a:lnTo>
                  <a:lnTo>
                    <a:pt x="35" y="605"/>
                  </a:lnTo>
                  <a:lnTo>
                    <a:pt x="27" y="617"/>
                  </a:lnTo>
                  <a:lnTo>
                    <a:pt x="18" y="631"/>
                  </a:lnTo>
                  <a:lnTo>
                    <a:pt x="11" y="647"/>
                  </a:lnTo>
                  <a:lnTo>
                    <a:pt x="6" y="663"/>
                  </a:lnTo>
                  <a:lnTo>
                    <a:pt x="6" y="663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9"/>
                  </a:lnTo>
                  <a:lnTo>
                    <a:pt x="3" y="719"/>
                  </a:lnTo>
                  <a:lnTo>
                    <a:pt x="6" y="725"/>
                  </a:lnTo>
                  <a:lnTo>
                    <a:pt x="8" y="729"/>
                  </a:lnTo>
                  <a:lnTo>
                    <a:pt x="13" y="732"/>
                  </a:lnTo>
                  <a:lnTo>
                    <a:pt x="17" y="735"/>
                  </a:lnTo>
                  <a:lnTo>
                    <a:pt x="23" y="736"/>
                  </a:lnTo>
                  <a:lnTo>
                    <a:pt x="30" y="736"/>
                  </a:lnTo>
                  <a:lnTo>
                    <a:pt x="30" y="736"/>
                  </a:lnTo>
                  <a:lnTo>
                    <a:pt x="35" y="736"/>
                  </a:lnTo>
                  <a:lnTo>
                    <a:pt x="42" y="735"/>
                  </a:lnTo>
                  <a:lnTo>
                    <a:pt x="54" y="729"/>
                  </a:lnTo>
                  <a:lnTo>
                    <a:pt x="67" y="724"/>
                  </a:lnTo>
                  <a:lnTo>
                    <a:pt x="76" y="716"/>
                  </a:lnTo>
                  <a:lnTo>
                    <a:pt x="76" y="716"/>
                  </a:lnTo>
                  <a:lnTo>
                    <a:pt x="113" y="692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1"/>
                  </a:lnTo>
                  <a:lnTo>
                    <a:pt x="184" y="636"/>
                  </a:lnTo>
                  <a:lnTo>
                    <a:pt x="200" y="620"/>
                  </a:lnTo>
                  <a:lnTo>
                    <a:pt x="214" y="603"/>
                  </a:lnTo>
                  <a:lnTo>
                    <a:pt x="227" y="585"/>
                  </a:lnTo>
                  <a:lnTo>
                    <a:pt x="239" y="566"/>
                  </a:lnTo>
                  <a:lnTo>
                    <a:pt x="251" y="548"/>
                  </a:lnTo>
                  <a:lnTo>
                    <a:pt x="261" y="529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6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4"/>
                  </a:lnTo>
                  <a:lnTo>
                    <a:pt x="326" y="229"/>
                  </a:lnTo>
                  <a:lnTo>
                    <a:pt x="326" y="184"/>
                  </a:lnTo>
                  <a:lnTo>
                    <a:pt x="326" y="138"/>
                  </a:lnTo>
                  <a:lnTo>
                    <a:pt x="324" y="94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7"/>
                  </a:lnTo>
                  <a:lnTo>
                    <a:pt x="30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6">
              <a:extLst>
                <a:ext uri="{FF2B5EF4-FFF2-40B4-BE49-F238E27FC236}">
                  <a16:creationId xmlns:a16="http://schemas.microsoft.com/office/drawing/2014/main" id="{4FB5A81A-DDAB-4F8A-DC12-79026AB15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" y="3911"/>
              <a:ext cx="41" cy="140"/>
            </a:xfrm>
            <a:custGeom>
              <a:avLst/>
              <a:gdLst>
                <a:gd name="T0" fmla="*/ 67 w 84"/>
                <a:gd name="T1" fmla="*/ 9 h 281"/>
                <a:gd name="T2" fmla="*/ 67 w 84"/>
                <a:gd name="T3" fmla="*/ 9 h 281"/>
                <a:gd name="T4" fmla="*/ 67 w 84"/>
                <a:gd name="T5" fmla="*/ 34 h 281"/>
                <a:gd name="T6" fmla="*/ 64 w 84"/>
                <a:gd name="T7" fmla="*/ 61 h 281"/>
                <a:gd name="T8" fmla="*/ 58 w 84"/>
                <a:gd name="T9" fmla="*/ 85 h 281"/>
                <a:gd name="T10" fmla="*/ 51 w 84"/>
                <a:gd name="T11" fmla="*/ 109 h 281"/>
                <a:gd name="T12" fmla="*/ 41 w 84"/>
                <a:gd name="T13" fmla="*/ 133 h 281"/>
                <a:gd name="T14" fmla="*/ 31 w 84"/>
                <a:gd name="T15" fmla="*/ 157 h 281"/>
                <a:gd name="T16" fmla="*/ 10 w 84"/>
                <a:gd name="T17" fmla="*/ 206 h 281"/>
                <a:gd name="T18" fmla="*/ 10 w 84"/>
                <a:gd name="T19" fmla="*/ 206 h 281"/>
                <a:gd name="T20" fmla="*/ 6 w 84"/>
                <a:gd name="T21" fmla="*/ 217 h 281"/>
                <a:gd name="T22" fmla="*/ 2 w 84"/>
                <a:gd name="T23" fmla="*/ 230 h 281"/>
                <a:gd name="T24" fmla="*/ 0 w 84"/>
                <a:gd name="T25" fmla="*/ 242 h 281"/>
                <a:gd name="T26" fmla="*/ 0 w 84"/>
                <a:gd name="T27" fmla="*/ 254 h 281"/>
                <a:gd name="T28" fmla="*/ 0 w 84"/>
                <a:gd name="T29" fmla="*/ 259 h 281"/>
                <a:gd name="T30" fmla="*/ 3 w 84"/>
                <a:gd name="T31" fmla="*/ 264 h 281"/>
                <a:gd name="T32" fmla="*/ 5 w 84"/>
                <a:gd name="T33" fmla="*/ 269 h 281"/>
                <a:gd name="T34" fmla="*/ 9 w 84"/>
                <a:gd name="T35" fmla="*/ 272 h 281"/>
                <a:gd name="T36" fmla="*/ 13 w 84"/>
                <a:gd name="T37" fmla="*/ 276 h 281"/>
                <a:gd name="T38" fmla="*/ 19 w 84"/>
                <a:gd name="T39" fmla="*/ 278 h 281"/>
                <a:gd name="T40" fmla="*/ 26 w 84"/>
                <a:gd name="T41" fmla="*/ 281 h 281"/>
                <a:gd name="T42" fmla="*/ 33 w 84"/>
                <a:gd name="T43" fmla="*/ 281 h 281"/>
                <a:gd name="T44" fmla="*/ 33 w 84"/>
                <a:gd name="T45" fmla="*/ 281 h 281"/>
                <a:gd name="T46" fmla="*/ 37 w 84"/>
                <a:gd name="T47" fmla="*/ 281 h 281"/>
                <a:gd name="T48" fmla="*/ 40 w 84"/>
                <a:gd name="T49" fmla="*/ 279 h 281"/>
                <a:gd name="T50" fmla="*/ 41 w 84"/>
                <a:gd name="T51" fmla="*/ 276 h 281"/>
                <a:gd name="T52" fmla="*/ 41 w 84"/>
                <a:gd name="T53" fmla="*/ 274 h 281"/>
                <a:gd name="T54" fmla="*/ 41 w 84"/>
                <a:gd name="T55" fmla="*/ 269 h 281"/>
                <a:gd name="T56" fmla="*/ 40 w 84"/>
                <a:gd name="T57" fmla="*/ 267 h 281"/>
                <a:gd name="T58" fmla="*/ 37 w 84"/>
                <a:gd name="T59" fmla="*/ 265 h 281"/>
                <a:gd name="T60" fmla="*/ 33 w 84"/>
                <a:gd name="T61" fmla="*/ 264 h 281"/>
                <a:gd name="T62" fmla="*/ 33 w 84"/>
                <a:gd name="T63" fmla="*/ 264 h 281"/>
                <a:gd name="T64" fmla="*/ 26 w 84"/>
                <a:gd name="T65" fmla="*/ 262 h 281"/>
                <a:gd name="T66" fmla="*/ 22 w 84"/>
                <a:gd name="T67" fmla="*/ 259 h 281"/>
                <a:gd name="T68" fmla="*/ 17 w 84"/>
                <a:gd name="T69" fmla="*/ 255 h 281"/>
                <a:gd name="T70" fmla="*/ 16 w 84"/>
                <a:gd name="T71" fmla="*/ 250 h 281"/>
                <a:gd name="T72" fmla="*/ 16 w 84"/>
                <a:gd name="T73" fmla="*/ 244 h 281"/>
                <a:gd name="T74" fmla="*/ 17 w 84"/>
                <a:gd name="T75" fmla="*/ 235 h 281"/>
                <a:gd name="T76" fmla="*/ 22 w 84"/>
                <a:gd name="T77" fmla="*/ 220 h 281"/>
                <a:gd name="T78" fmla="*/ 30 w 84"/>
                <a:gd name="T79" fmla="*/ 203 h 281"/>
                <a:gd name="T80" fmla="*/ 37 w 84"/>
                <a:gd name="T81" fmla="*/ 186 h 281"/>
                <a:gd name="T82" fmla="*/ 50 w 84"/>
                <a:gd name="T83" fmla="*/ 162 h 281"/>
                <a:gd name="T84" fmla="*/ 50 w 84"/>
                <a:gd name="T85" fmla="*/ 162 h 281"/>
                <a:gd name="T86" fmla="*/ 58 w 84"/>
                <a:gd name="T87" fmla="*/ 145 h 281"/>
                <a:gd name="T88" fmla="*/ 65 w 84"/>
                <a:gd name="T89" fmla="*/ 126 h 281"/>
                <a:gd name="T90" fmla="*/ 73 w 84"/>
                <a:gd name="T91" fmla="*/ 106 h 281"/>
                <a:gd name="T92" fmla="*/ 77 w 84"/>
                <a:gd name="T93" fmla="*/ 87 h 281"/>
                <a:gd name="T94" fmla="*/ 81 w 84"/>
                <a:gd name="T95" fmla="*/ 67 h 281"/>
                <a:gd name="T96" fmla="*/ 82 w 84"/>
                <a:gd name="T97" fmla="*/ 47 h 281"/>
                <a:gd name="T98" fmla="*/ 84 w 84"/>
                <a:gd name="T99" fmla="*/ 27 h 281"/>
                <a:gd name="T100" fmla="*/ 84 w 84"/>
                <a:gd name="T101" fmla="*/ 9 h 281"/>
                <a:gd name="T102" fmla="*/ 84 w 84"/>
                <a:gd name="T103" fmla="*/ 9 h 281"/>
                <a:gd name="T104" fmla="*/ 82 w 84"/>
                <a:gd name="T105" fmla="*/ 4 h 281"/>
                <a:gd name="T106" fmla="*/ 81 w 84"/>
                <a:gd name="T107" fmla="*/ 2 h 281"/>
                <a:gd name="T108" fmla="*/ 78 w 84"/>
                <a:gd name="T109" fmla="*/ 0 h 281"/>
                <a:gd name="T110" fmla="*/ 75 w 84"/>
                <a:gd name="T111" fmla="*/ 0 h 281"/>
                <a:gd name="T112" fmla="*/ 71 w 84"/>
                <a:gd name="T113" fmla="*/ 0 h 281"/>
                <a:gd name="T114" fmla="*/ 70 w 84"/>
                <a:gd name="T115" fmla="*/ 2 h 281"/>
                <a:gd name="T116" fmla="*/ 67 w 84"/>
                <a:gd name="T117" fmla="*/ 4 h 281"/>
                <a:gd name="T118" fmla="*/ 67 w 84"/>
                <a:gd name="T119" fmla="*/ 9 h 281"/>
                <a:gd name="T120" fmla="*/ 67 w 84"/>
                <a:gd name="T121" fmla="*/ 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1">
                  <a:moveTo>
                    <a:pt x="67" y="9"/>
                  </a:moveTo>
                  <a:lnTo>
                    <a:pt x="67" y="9"/>
                  </a:lnTo>
                  <a:lnTo>
                    <a:pt x="67" y="34"/>
                  </a:lnTo>
                  <a:lnTo>
                    <a:pt x="64" y="61"/>
                  </a:lnTo>
                  <a:lnTo>
                    <a:pt x="58" y="85"/>
                  </a:lnTo>
                  <a:lnTo>
                    <a:pt x="51" y="109"/>
                  </a:lnTo>
                  <a:lnTo>
                    <a:pt x="41" y="133"/>
                  </a:lnTo>
                  <a:lnTo>
                    <a:pt x="31" y="15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6" y="217"/>
                  </a:lnTo>
                  <a:lnTo>
                    <a:pt x="2" y="230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3" y="264"/>
                  </a:lnTo>
                  <a:lnTo>
                    <a:pt x="5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8"/>
                  </a:lnTo>
                  <a:lnTo>
                    <a:pt x="26" y="281"/>
                  </a:lnTo>
                  <a:lnTo>
                    <a:pt x="33" y="281"/>
                  </a:lnTo>
                  <a:lnTo>
                    <a:pt x="33" y="281"/>
                  </a:lnTo>
                  <a:lnTo>
                    <a:pt x="37" y="281"/>
                  </a:lnTo>
                  <a:lnTo>
                    <a:pt x="40" y="279"/>
                  </a:lnTo>
                  <a:lnTo>
                    <a:pt x="41" y="276"/>
                  </a:lnTo>
                  <a:lnTo>
                    <a:pt x="41" y="274"/>
                  </a:lnTo>
                  <a:lnTo>
                    <a:pt x="41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4"/>
                  </a:lnTo>
                  <a:lnTo>
                    <a:pt x="33" y="264"/>
                  </a:lnTo>
                  <a:lnTo>
                    <a:pt x="26" y="262"/>
                  </a:lnTo>
                  <a:lnTo>
                    <a:pt x="22" y="259"/>
                  </a:lnTo>
                  <a:lnTo>
                    <a:pt x="17" y="255"/>
                  </a:lnTo>
                  <a:lnTo>
                    <a:pt x="16" y="250"/>
                  </a:lnTo>
                  <a:lnTo>
                    <a:pt x="16" y="244"/>
                  </a:lnTo>
                  <a:lnTo>
                    <a:pt x="17" y="235"/>
                  </a:lnTo>
                  <a:lnTo>
                    <a:pt x="22" y="220"/>
                  </a:lnTo>
                  <a:lnTo>
                    <a:pt x="30" y="203"/>
                  </a:lnTo>
                  <a:lnTo>
                    <a:pt x="37" y="186"/>
                  </a:lnTo>
                  <a:lnTo>
                    <a:pt x="50" y="162"/>
                  </a:lnTo>
                  <a:lnTo>
                    <a:pt x="50" y="162"/>
                  </a:lnTo>
                  <a:lnTo>
                    <a:pt x="58" y="145"/>
                  </a:lnTo>
                  <a:lnTo>
                    <a:pt x="65" y="126"/>
                  </a:lnTo>
                  <a:lnTo>
                    <a:pt x="73" y="106"/>
                  </a:lnTo>
                  <a:lnTo>
                    <a:pt x="77" y="87"/>
                  </a:lnTo>
                  <a:lnTo>
                    <a:pt x="81" y="67"/>
                  </a:lnTo>
                  <a:lnTo>
                    <a:pt x="82" y="47"/>
                  </a:lnTo>
                  <a:lnTo>
                    <a:pt x="84" y="2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7" y="4"/>
                  </a:lnTo>
                  <a:lnTo>
                    <a:pt x="67" y="9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7">
              <a:extLst>
                <a:ext uri="{FF2B5EF4-FFF2-40B4-BE49-F238E27FC236}">
                  <a16:creationId xmlns:a16="http://schemas.microsoft.com/office/drawing/2014/main" id="{F3DB7DB3-521B-669C-2979-7FB94536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9" y="3704"/>
              <a:ext cx="13" cy="370"/>
            </a:xfrm>
            <a:custGeom>
              <a:avLst/>
              <a:gdLst>
                <a:gd name="T0" fmla="*/ 0 w 25"/>
                <a:gd name="T1" fmla="*/ 8 h 739"/>
                <a:gd name="T2" fmla="*/ 0 w 25"/>
                <a:gd name="T3" fmla="*/ 8 h 739"/>
                <a:gd name="T4" fmla="*/ 0 w 25"/>
                <a:gd name="T5" fmla="*/ 188 h 739"/>
                <a:gd name="T6" fmla="*/ 1 w 25"/>
                <a:gd name="T7" fmla="*/ 370 h 739"/>
                <a:gd name="T8" fmla="*/ 3 w 25"/>
                <a:gd name="T9" fmla="*/ 550 h 739"/>
                <a:gd name="T10" fmla="*/ 8 w 25"/>
                <a:gd name="T11" fmla="*/ 731 h 739"/>
                <a:gd name="T12" fmla="*/ 8 w 25"/>
                <a:gd name="T13" fmla="*/ 731 h 739"/>
                <a:gd name="T14" fmla="*/ 8 w 25"/>
                <a:gd name="T15" fmla="*/ 734 h 739"/>
                <a:gd name="T16" fmla="*/ 11 w 25"/>
                <a:gd name="T17" fmla="*/ 737 h 739"/>
                <a:gd name="T18" fmla="*/ 14 w 25"/>
                <a:gd name="T19" fmla="*/ 738 h 739"/>
                <a:gd name="T20" fmla="*/ 17 w 25"/>
                <a:gd name="T21" fmla="*/ 739 h 739"/>
                <a:gd name="T22" fmla="*/ 20 w 25"/>
                <a:gd name="T23" fmla="*/ 738 h 739"/>
                <a:gd name="T24" fmla="*/ 22 w 25"/>
                <a:gd name="T25" fmla="*/ 737 h 739"/>
                <a:gd name="T26" fmla="*/ 24 w 25"/>
                <a:gd name="T27" fmla="*/ 734 h 739"/>
                <a:gd name="T28" fmla="*/ 25 w 25"/>
                <a:gd name="T29" fmla="*/ 731 h 739"/>
                <a:gd name="T30" fmla="*/ 25 w 25"/>
                <a:gd name="T31" fmla="*/ 731 h 739"/>
                <a:gd name="T32" fmla="*/ 20 w 25"/>
                <a:gd name="T33" fmla="*/ 550 h 739"/>
                <a:gd name="T34" fmla="*/ 18 w 25"/>
                <a:gd name="T35" fmla="*/ 370 h 739"/>
                <a:gd name="T36" fmla="*/ 17 w 25"/>
                <a:gd name="T37" fmla="*/ 188 h 739"/>
                <a:gd name="T38" fmla="*/ 17 w 25"/>
                <a:gd name="T39" fmla="*/ 8 h 739"/>
                <a:gd name="T40" fmla="*/ 17 w 25"/>
                <a:gd name="T41" fmla="*/ 8 h 739"/>
                <a:gd name="T42" fmla="*/ 15 w 25"/>
                <a:gd name="T43" fmla="*/ 6 h 739"/>
                <a:gd name="T44" fmla="*/ 14 w 25"/>
                <a:gd name="T45" fmla="*/ 3 h 739"/>
                <a:gd name="T46" fmla="*/ 11 w 25"/>
                <a:gd name="T47" fmla="*/ 1 h 739"/>
                <a:gd name="T48" fmla="*/ 8 w 25"/>
                <a:gd name="T49" fmla="*/ 0 h 739"/>
                <a:gd name="T50" fmla="*/ 5 w 25"/>
                <a:gd name="T51" fmla="*/ 1 h 739"/>
                <a:gd name="T52" fmla="*/ 3 w 25"/>
                <a:gd name="T53" fmla="*/ 3 h 739"/>
                <a:gd name="T54" fmla="*/ 0 w 25"/>
                <a:gd name="T55" fmla="*/ 6 h 739"/>
                <a:gd name="T56" fmla="*/ 0 w 25"/>
                <a:gd name="T57" fmla="*/ 8 h 739"/>
                <a:gd name="T58" fmla="*/ 0 w 25"/>
                <a:gd name="T59" fmla="*/ 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" h="739">
                  <a:moveTo>
                    <a:pt x="0" y="8"/>
                  </a:moveTo>
                  <a:lnTo>
                    <a:pt x="0" y="8"/>
                  </a:lnTo>
                  <a:lnTo>
                    <a:pt x="0" y="188"/>
                  </a:lnTo>
                  <a:lnTo>
                    <a:pt x="1" y="370"/>
                  </a:lnTo>
                  <a:lnTo>
                    <a:pt x="3" y="550"/>
                  </a:lnTo>
                  <a:lnTo>
                    <a:pt x="8" y="731"/>
                  </a:lnTo>
                  <a:lnTo>
                    <a:pt x="8" y="731"/>
                  </a:lnTo>
                  <a:lnTo>
                    <a:pt x="8" y="734"/>
                  </a:lnTo>
                  <a:lnTo>
                    <a:pt x="11" y="737"/>
                  </a:lnTo>
                  <a:lnTo>
                    <a:pt x="14" y="738"/>
                  </a:lnTo>
                  <a:lnTo>
                    <a:pt x="17" y="739"/>
                  </a:lnTo>
                  <a:lnTo>
                    <a:pt x="20" y="738"/>
                  </a:lnTo>
                  <a:lnTo>
                    <a:pt x="22" y="737"/>
                  </a:lnTo>
                  <a:lnTo>
                    <a:pt x="24" y="734"/>
                  </a:lnTo>
                  <a:lnTo>
                    <a:pt x="25" y="731"/>
                  </a:lnTo>
                  <a:lnTo>
                    <a:pt x="25" y="731"/>
                  </a:lnTo>
                  <a:lnTo>
                    <a:pt x="20" y="550"/>
                  </a:lnTo>
                  <a:lnTo>
                    <a:pt x="18" y="370"/>
                  </a:lnTo>
                  <a:lnTo>
                    <a:pt x="17" y="18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8">
              <a:extLst>
                <a:ext uri="{FF2B5EF4-FFF2-40B4-BE49-F238E27FC236}">
                  <a16:creationId xmlns:a16="http://schemas.microsoft.com/office/drawing/2014/main" id="{6F3E4880-AE8D-BC62-F284-864E8A7B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" y="3748"/>
              <a:ext cx="52" cy="80"/>
            </a:xfrm>
            <a:custGeom>
              <a:avLst/>
              <a:gdLst>
                <a:gd name="T0" fmla="*/ 0 w 105"/>
                <a:gd name="T1" fmla="*/ 10 h 162"/>
                <a:gd name="T2" fmla="*/ 0 w 105"/>
                <a:gd name="T3" fmla="*/ 10 h 162"/>
                <a:gd name="T4" fmla="*/ 8 w 105"/>
                <a:gd name="T5" fmla="*/ 31 h 162"/>
                <a:gd name="T6" fmla="*/ 17 w 105"/>
                <a:gd name="T7" fmla="*/ 51 h 162"/>
                <a:gd name="T8" fmla="*/ 28 w 105"/>
                <a:gd name="T9" fmla="*/ 71 h 162"/>
                <a:gd name="T10" fmla="*/ 38 w 105"/>
                <a:gd name="T11" fmla="*/ 90 h 162"/>
                <a:gd name="T12" fmla="*/ 51 w 105"/>
                <a:gd name="T13" fmla="*/ 108 h 162"/>
                <a:gd name="T14" fmla="*/ 64 w 105"/>
                <a:gd name="T15" fmla="*/ 125 h 162"/>
                <a:gd name="T16" fmla="*/ 90 w 105"/>
                <a:gd name="T17" fmla="*/ 159 h 162"/>
                <a:gd name="T18" fmla="*/ 90 w 105"/>
                <a:gd name="T19" fmla="*/ 159 h 162"/>
                <a:gd name="T20" fmla="*/ 93 w 105"/>
                <a:gd name="T21" fmla="*/ 162 h 162"/>
                <a:gd name="T22" fmla="*/ 96 w 105"/>
                <a:gd name="T23" fmla="*/ 162 h 162"/>
                <a:gd name="T24" fmla="*/ 99 w 105"/>
                <a:gd name="T25" fmla="*/ 162 h 162"/>
                <a:gd name="T26" fmla="*/ 102 w 105"/>
                <a:gd name="T27" fmla="*/ 160 h 162"/>
                <a:gd name="T28" fmla="*/ 105 w 105"/>
                <a:gd name="T29" fmla="*/ 158 h 162"/>
                <a:gd name="T30" fmla="*/ 105 w 105"/>
                <a:gd name="T31" fmla="*/ 153 h 162"/>
                <a:gd name="T32" fmla="*/ 105 w 105"/>
                <a:gd name="T33" fmla="*/ 150 h 162"/>
                <a:gd name="T34" fmla="*/ 103 w 105"/>
                <a:gd name="T35" fmla="*/ 148 h 162"/>
                <a:gd name="T36" fmla="*/ 103 w 105"/>
                <a:gd name="T37" fmla="*/ 148 h 162"/>
                <a:gd name="T38" fmla="*/ 76 w 105"/>
                <a:gd name="T39" fmla="*/ 115 h 162"/>
                <a:gd name="T40" fmla="*/ 65 w 105"/>
                <a:gd name="T41" fmla="*/ 98 h 162"/>
                <a:gd name="T42" fmla="*/ 54 w 105"/>
                <a:gd name="T43" fmla="*/ 81 h 162"/>
                <a:gd name="T44" fmla="*/ 42 w 105"/>
                <a:gd name="T45" fmla="*/ 63 h 162"/>
                <a:gd name="T46" fmla="*/ 32 w 105"/>
                <a:gd name="T47" fmla="*/ 44 h 162"/>
                <a:gd name="T48" fmla="*/ 24 w 105"/>
                <a:gd name="T49" fmla="*/ 26 h 162"/>
                <a:gd name="T50" fmla="*/ 17 w 105"/>
                <a:gd name="T51" fmla="*/ 6 h 162"/>
                <a:gd name="T52" fmla="*/ 17 w 105"/>
                <a:gd name="T53" fmla="*/ 6 h 162"/>
                <a:gd name="T54" fmla="*/ 15 w 105"/>
                <a:gd name="T55" fmla="*/ 3 h 162"/>
                <a:gd name="T56" fmla="*/ 12 w 105"/>
                <a:gd name="T57" fmla="*/ 2 h 162"/>
                <a:gd name="T58" fmla="*/ 10 w 105"/>
                <a:gd name="T59" fmla="*/ 0 h 162"/>
                <a:gd name="T60" fmla="*/ 5 w 105"/>
                <a:gd name="T61" fmla="*/ 0 h 162"/>
                <a:gd name="T62" fmla="*/ 3 w 105"/>
                <a:gd name="T63" fmla="*/ 2 h 162"/>
                <a:gd name="T64" fmla="*/ 1 w 105"/>
                <a:gd name="T65" fmla="*/ 5 h 162"/>
                <a:gd name="T66" fmla="*/ 0 w 105"/>
                <a:gd name="T67" fmla="*/ 7 h 162"/>
                <a:gd name="T68" fmla="*/ 0 w 105"/>
                <a:gd name="T69" fmla="*/ 10 h 162"/>
                <a:gd name="T70" fmla="*/ 0 w 105"/>
                <a:gd name="T71" fmla="*/ 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2">
                  <a:moveTo>
                    <a:pt x="0" y="10"/>
                  </a:moveTo>
                  <a:lnTo>
                    <a:pt x="0" y="10"/>
                  </a:lnTo>
                  <a:lnTo>
                    <a:pt x="8" y="31"/>
                  </a:lnTo>
                  <a:lnTo>
                    <a:pt x="17" y="51"/>
                  </a:lnTo>
                  <a:lnTo>
                    <a:pt x="28" y="71"/>
                  </a:lnTo>
                  <a:lnTo>
                    <a:pt x="38" y="90"/>
                  </a:lnTo>
                  <a:lnTo>
                    <a:pt x="51" y="108"/>
                  </a:lnTo>
                  <a:lnTo>
                    <a:pt x="64" y="125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3" y="162"/>
                  </a:lnTo>
                  <a:lnTo>
                    <a:pt x="96" y="162"/>
                  </a:lnTo>
                  <a:lnTo>
                    <a:pt x="99" y="162"/>
                  </a:lnTo>
                  <a:lnTo>
                    <a:pt x="102" y="160"/>
                  </a:lnTo>
                  <a:lnTo>
                    <a:pt x="105" y="158"/>
                  </a:lnTo>
                  <a:lnTo>
                    <a:pt x="105" y="153"/>
                  </a:lnTo>
                  <a:lnTo>
                    <a:pt x="105" y="150"/>
                  </a:lnTo>
                  <a:lnTo>
                    <a:pt x="103" y="148"/>
                  </a:lnTo>
                  <a:lnTo>
                    <a:pt x="103" y="148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3"/>
                  </a:lnTo>
                  <a:lnTo>
                    <a:pt x="32" y="44"/>
                  </a:lnTo>
                  <a:lnTo>
                    <a:pt x="24" y="2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9">
              <a:extLst>
                <a:ext uri="{FF2B5EF4-FFF2-40B4-BE49-F238E27FC236}">
                  <a16:creationId xmlns:a16="http://schemas.microsoft.com/office/drawing/2014/main" id="{4ABCD506-D407-2928-B917-7BC3E63D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" y="3767"/>
              <a:ext cx="43" cy="80"/>
            </a:xfrm>
            <a:custGeom>
              <a:avLst/>
              <a:gdLst>
                <a:gd name="T0" fmla="*/ 70 w 87"/>
                <a:gd name="T1" fmla="*/ 5 h 160"/>
                <a:gd name="T2" fmla="*/ 70 w 87"/>
                <a:gd name="T3" fmla="*/ 5 h 160"/>
                <a:gd name="T4" fmla="*/ 67 w 87"/>
                <a:gd name="T5" fmla="*/ 25 h 160"/>
                <a:gd name="T6" fmla="*/ 61 w 87"/>
                <a:gd name="T7" fmla="*/ 45 h 160"/>
                <a:gd name="T8" fmla="*/ 53 w 87"/>
                <a:gd name="T9" fmla="*/ 63 h 160"/>
                <a:gd name="T10" fmla="*/ 44 w 87"/>
                <a:gd name="T11" fmla="*/ 80 h 160"/>
                <a:gd name="T12" fmla="*/ 36 w 87"/>
                <a:gd name="T13" fmla="*/ 97 h 160"/>
                <a:gd name="T14" fmla="*/ 24 w 87"/>
                <a:gd name="T15" fmla="*/ 114 h 160"/>
                <a:gd name="T16" fmla="*/ 2 w 87"/>
                <a:gd name="T17" fmla="*/ 148 h 160"/>
                <a:gd name="T18" fmla="*/ 2 w 87"/>
                <a:gd name="T19" fmla="*/ 148 h 160"/>
                <a:gd name="T20" fmla="*/ 0 w 87"/>
                <a:gd name="T21" fmla="*/ 151 h 160"/>
                <a:gd name="T22" fmla="*/ 0 w 87"/>
                <a:gd name="T23" fmla="*/ 154 h 160"/>
                <a:gd name="T24" fmla="*/ 2 w 87"/>
                <a:gd name="T25" fmla="*/ 157 h 160"/>
                <a:gd name="T26" fmla="*/ 4 w 87"/>
                <a:gd name="T27" fmla="*/ 158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0 w 87"/>
                <a:gd name="T41" fmla="*/ 104 h 160"/>
                <a:gd name="T42" fmla="*/ 61 w 87"/>
                <a:gd name="T43" fmla="*/ 87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9 h 160"/>
                <a:gd name="T52" fmla="*/ 87 w 87"/>
                <a:gd name="T53" fmla="*/ 9 h 160"/>
                <a:gd name="T54" fmla="*/ 87 w 87"/>
                <a:gd name="T55" fmla="*/ 5 h 160"/>
                <a:gd name="T56" fmla="*/ 85 w 87"/>
                <a:gd name="T57" fmla="*/ 2 h 160"/>
                <a:gd name="T58" fmla="*/ 82 w 87"/>
                <a:gd name="T59" fmla="*/ 1 h 160"/>
                <a:gd name="T60" fmla="*/ 79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2 h 160"/>
                <a:gd name="T68" fmla="*/ 70 w 87"/>
                <a:gd name="T69" fmla="*/ 5 h 160"/>
                <a:gd name="T70" fmla="*/ 70 w 87"/>
                <a:gd name="T7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5"/>
                  </a:moveTo>
                  <a:lnTo>
                    <a:pt x="70" y="5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3" y="63"/>
                  </a:lnTo>
                  <a:lnTo>
                    <a:pt x="44" y="80"/>
                  </a:lnTo>
                  <a:lnTo>
                    <a:pt x="36" y="97"/>
                  </a:lnTo>
                  <a:lnTo>
                    <a:pt x="24" y="11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0" y="104"/>
                  </a:lnTo>
                  <a:lnTo>
                    <a:pt x="61" y="87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5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2"/>
                  </a:lnTo>
                  <a:lnTo>
                    <a:pt x="70" y="5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100">
              <a:extLst>
                <a:ext uri="{FF2B5EF4-FFF2-40B4-BE49-F238E27FC236}">
                  <a16:creationId xmlns:a16="http://schemas.microsoft.com/office/drawing/2014/main" id="{6FBF7ECF-18CE-3D7F-C6A5-8310FF0DC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" y="3499"/>
              <a:ext cx="163" cy="368"/>
            </a:xfrm>
            <a:custGeom>
              <a:avLst/>
              <a:gdLst>
                <a:gd name="T0" fmla="*/ 308 w 327"/>
                <a:gd name="T1" fmla="*/ 84 h 737"/>
                <a:gd name="T2" fmla="*/ 308 w 327"/>
                <a:gd name="T3" fmla="*/ 237 h 737"/>
                <a:gd name="T4" fmla="*/ 303 w 327"/>
                <a:gd name="T5" fmla="*/ 312 h 737"/>
                <a:gd name="T6" fmla="*/ 281 w 327"/>
                <a:gd name="T7" fmla="*/ 434 h 737"/>
                <a:gd name="T8" fmla="*/ 252 w 327"/>
                <a:gd name="T9" fmla="*/ 509 h 737"/>
                <a:gd name="T10" fmla="*/ 223 w 327"/>
                <a:gd name="T11" fmla="*/ 561 h 737"/>
                <a:gd name="T12" fmla="*/ 184 w 327"/>
                <a:gd name="T13" fmla="*/ 611 h 737"/>
                <a:gd name="T14" fmla="*/ 156 w 327"/>
                <a:gd name="T15" fmla="*/ 639 h 737"/>
                <a:gd name="T16" fmla="*/ 92 w 327"/>
                <a:gd name="T17" fmla="*/ 687 h 737"/>
                <a:gd name="T18" fmla="*/ 45 w 327"/>
                <a:gd name="T19" fmla="*/ 716 h 737"/>
                <a:gd name="T20" fmla="*/ 26 w 327"/>
                <a:gd name="T21" fmla="*/ 720 h 737"/>
                <a:gd name="T22" fmla="*/ 17 w 327"/>
                <a:gd name="T23" fmla="*/ 708 h 737"/>
                <a:gd name="T24" fmla="*/ 19 w 327"/>
                <a:gd name="T25" fmla="*/ 686 h 737"/>
                <a:gd name="T26" fmla="*/ 34 w 327"/>
                <a:gd name="T27" fmla="*/ 639 h 737"/>
                <a:gd name="T28" fmla="*/ 61 w 327"/>
                <a:gd name="T29" fmla="*/ 598 h 737"/>
                <a:gd name="T30" fmla="*/ 119 w 327"/>
                <a:gd name="T31" fmla="*/ 526 h 737"/>
                <a:gd name="T32" fmla="*/ 135 w 327"/>
                <a:gd name="T33" fmla="*/ 497 h 737"/>
                <a:gd name="T34" fmla="*/ 149 w 327"/>
                <a:gd name="T35" fmla="*/ 453 h 737"/>
                <a:gd name="T36" fmla="*/ 153 w 327"/>
                <a:gd name="T37" fmla="*/ 405 h 737"/>
                <a:gd name="T38" fmla="*/ 150 w 327"/>
                <a:gd name="T39" fmla="*/ 400 h 737"/>
                <a:gd name="T40" fmla="*/ 142 w 327"/>
                <a:gd name="T41" fmla="*/ 397 h 737"/>
                <a:gd name="T42" fmla="*/ 136 w 327"/>
                <a:gd name="T43" fmla="*/ 405 h 737"/>
                <a:gd name="T44" fmla="*/ 132 w 327"/>
                <a:gd name="T45" fmla="*/ 448 h 737"/>
                <a:gd name="T46" fmla="*/ 112 w 327"/>
                <a:gd name="T47" fmla="*/ 502 h 737"/>
                <a:gd name="T48" fmla="*/ 78 w 327"/>
                <a:gd name="T49" fmla="*/ 551 h 737"/>
                <a:gd name="T50" fmla="*/ 36 w 327"/>
                <a:gd name="T51" fmla="*/ 604 h 737"/>
                <a:gd name="T52" fmla="*/ 11 w 327"/>
                <a:gd name="T53" fmla="*/ 646 h 737"/>
                <a:gd name="T54" fmla="*/ 3 w 327"/>
                <a:gd name="T55" fmla="*/ 673 h 737"/>
                <a:gd name="T56" fmla="*/ 0 w 327"/>
                <a:gd name="T57" fmla="*/ 708 h 737"/>
                <a:gd name="T58" fmla="*/ 9 w 327"/>
                <a:gd name="T59" fmla="*/ 728 h 737"/>
                <a:gd name="T60" fmla="*/ 23 w 327"/>
                <a:gd name="T61" fmla="*/ 737 h 737"/>
                <a:gd name="T62" fmla="*/ 36 w 327"/>
                <a:gd name="T63" fmla="*/ 735 h 737"/>
                <a:gd name="T64" fmla="*/ 67 w 327"/>
                <a:gd name="T65" fmla="*/ 723 h 737"/>
                <a:gd name="T66" fmla="*/ 113 w 327"/>
                <a:gd name="T67" fmla="*/ 693 h 737"/>
                <a:gd name="T68" fmla="*/ 167 w 327"/>
                <a:gd name="T69" fmla="*/ 652 h 737"/>
                <a:gd name="T70" fmla="*/ 214 w 327"/>
                <a:gd name="T71" fmla="*/ 604 h 737"/>
                <a:gd name="T72" fmla="*/ 251 w 327"/>
                <a:gd name="T73" fmla="*/ 548 h 737"/>
                <a:gd name="T74" fmla="*/ 279 w 327"/>
                <a:gd name="T75" fmla="*/ 490 h 737"/>
                <a:gd name="T76" fmla="*/ 305 w 327"/>
                <a:gd name="T77" fmla="*/ 407 h 737"/>
                <a:gd name="T78" fmla="*/ 323 w 327"/>
                <a:gd name="T79" fmla="*/ 275 h 737"/>
                <a:gd name="T80" fmla="*/ 326 w 327"/>
                <a:gd name="T81" fmla="*/ 139 h 737"/>
                <a:gd name="T82" fmla="*/ 320 w 327"/>
                <a:gd name="T83" fmla="*/ 8 h 737"/>
                <a:gd name="T84" fmla="*/ 315 w 327"/>
                <a:gd name="T85" fmla="*/ 0 h 737"/>
                <a:gd name="T86" fmla="*/ 306 w 327"/>
                <a:gd name="T87" fmla="*/ 1 h 737"/>
                <a:gd name="T88" fmla="*/ 303 w 327"/>
                <a:gd name="T89" fmla="*/ 8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7" h="737">
                  <a:moveTo>
                    <a:pt x="303" y="8"/>
                  </a:moveTo>
                  <a:lnTo>
                    <a:pt x="303" y="8"/>
                  </a:lnTo>
                  <a:lnTo>
                    <a:pt x="308" y="84"/>
                  </a:lnTo>
                  <a:lnTo>
                    <a:pt x="309" y="160"/>
                  </a:lnTo>
                  <a:lnTo>
                    <a:pt x="309" y="198"/>
                  </a:lnTo>
                  <a:lnTo>
                    <a:pt x="308" y="237"/>
                  </a:lnTo>
                  <a:lnTo>
                    <a:pt x="306" y="275"/>
                  </a:lnTo>
                  <a:lnTo>
                    <a:pt x="303" y="312"/>
                  </a:lnTo>
                  <a:lnTo>
                    <a:pt x="303" y="312"/>
                  </a:lnTo>
                  <a:lnTo>
                    <a:pt x="298" y="354"/>
                  </a:lnTo>
                  <a:lnTo>
                    <a:pt x="291" y="394"/>
                  </a:lnTo>
                  <a:lnTo>
                    <a:pt x="281" y="434"/>
                  </a:lnTo>
                  <a:lnTo>
                    <a:pt x="268" y="472"/>
                  </a:lnTo>
                  <a:lnTo>
                    <a:pt x="261" y="490"/>
                  </a:lnTo>
                  <a:lnTo>
                    <a:pt x="252" y="509"/>
                  </a:lnTo>
                  <a:lnTo>
                    <a:pt x="242" y="527"/>
                  </a:lnTo>
                  <a:lnTo>
                    <a:pt x="232" y="544"/>
                  </a:lnTo>
                  <a:lnTo>
                    <a:pt x="223" y="561"/>
                  </a:lnTo>
                  <a:lnTo>
                    <a:pt x="210" y="578"/>
                  </a:lnTo>
                  <a:lnTo>
                    <a:pt x="197" y="595"/>
                  </a:lnTo>
                  <a:lnTo>
                    <a:pt x="184" y="611"/>
                  </a:lnTo>
                  <a:lnTo>
                    <a:pt x="184" y="611"/>
                  </a:lnTo>
                  <a:lnTo>
                    <a:pt x="170" y="626"/>
                  </a:lnTo>
                  <a:lnTo>
                    <a:pt x="156" y="639"/>
                  </a:lnTo>
                  <a:lnTo>
                    <a:pt x="140" y="652"/>
                  </a:lnTo>
                  <a:lnTo>
                    <a:pt x="125" y="664"/>
                  </a:lnTo>
                  <a:lnTo>
                    <a:pt x="92" y="687"/>
                  </a:lnTo>
                  <a:lnTo>
                    <a:pt x="58" y="708"/>
                  </a:lnTo>
                  <a:lnTo>
                    <a:pt x="58" y="708"/>
                  </a:lnTo>
                  <a:lnTo>
                    <a:pt x="45" y="716"/>
                  </a:lnTo>
                  <a:lnTo>
                    <a:pt x="31" y="720"/>
                  </a:lnTo>
                  <a:lnTo>
                    <a:pt x="31" y="720"/>
                  </a:lnTo>
                  <a:lnTo>
                    <a:pt x="26" y="720"/>
                  </a:lnTo>
                  <a:lnTo>
                    <a:pt x="21" y="717"/>
                  </a:lnTo>
                  <a:lnTo>
                    <a:pt x="19" y="714"/>
                  </a:lnTo>
                  <a:lnTo>
                    <a:pt x="17" y="708"/>
                  </a:lnTo>
                  <a:lnTo>
                    <a:pt x="17" y="696"/>
                  </a:lnTo>
                  <a:lnTo>
                    <a:pt x="19" y="686"/>
                  </a:lnTo>
                  <a:lnTo>
                    <a:pt x="19" y="686"/>
                  </a:lnTo>
                  <a:lnTo>
                    <a:pt x="21" y="670"/>
                  </a:lnTo>
                  <a:lnTo>
                    <a:pt x="27" y="653"/>
                  </a:lnTo>
                  <a:lnTo>
                    <a:pt x="34" y="639"/>
                  </a:lnTo>
                  <a:lnTo>
                    <a:pt x="43" y="623"/>
                  </a:lnTo>
                  <a:lnTo>
                    <a:pt x="43" y="623"/>
                  </a:lnTo>
                  <a:lnTo>
                    <a:pt x="61" y="598"/>
                  </a:lnTo>
                  <a:lnTo>
                    <a:pt x="81" y="574"/>
                  </a:lnTo>
                  <a:lnTo>
                    <a:pt x="101" y="550"/>
                  </a:lnTo>
                  <a:lnTo>
                    <a:pt x="119" y="526"/>
                  </a:lnTo>
                  <a:lnTo>
                    <a:pt x="119" y="526"/>
                  </a:lnTo>
                  <a:lnTo>
                    <a:pt x="128" y="511"/>
                  </a:lnTo>
                  <a:lnTo>
                    <a:pt x="135" y="497"/>
                  </a:lnTo>
                  <a:lnTo>
                    <a:pt x="142" y="483"/>
                  </a:lnTo>
                  <a:lnTo>
                    <a:pt x="146" y="469"/>
                  </a:lnTo>
                  <a:lnTo>
                    <a:pt x="149" y="453"/>
                  </a:lnTo>
                  <a:lnTo>
                    <a:pt x="152" y="438"/>
                  </a:lnTo>
                  <a:lnTo>
                    <a:pt x="153" y="422"/>
                  </a:lnTo>
                  <a:lnTo>
                    <a:pt x="153" y="405"/>
                  </a:lnTo>
                  <a:lnTo>
                    <a:pt x="153" y="405"/>
                  </a:lnTo>
                  <a:lnTo>
                    <a:pt x="152" y="401"/>
                  </a:lnTo>
                  <a:lnTo>
                    <a:pt x="150" y="400"/>
                  </a:lnTo>
                  <a:lnTo>
                    <a:pt x="147" y="397"/>
                  </a:lnTo>
                  <a:lnTo>
                    <a:pt x="145" y="397"/>
                  </a:lnTo>
                  <a:lnTo>
                    <a:pt x="142" y="397"/>
                  </a:lnTo>
                  <a:lnTo>
                    <a:pt x="139" y="400"/>
                  </a:lnTo>
                  <a:lnTo>
                    <a:pt x="136" y="401"/>
                  </a:lnTo>
                  <a:lnTo>
                    <a:pt x="136" y="405"/>
                  </a:lnTo>
                  <a:lnTo>
                    <a:pt x="136" y="405"/>
                  </a:lnTo>
                  <a:lnTo>
                    <a:pt x="135" y="428"/>
                  </a:lnTo>
                  <a:lnTo>
                    <a:pt x="132" y="448"/>
                  </a:lnTo>
                  <a:lnTo>
                    <a:pt x="128" y="468"/>
                  </a:lnTo>
                  <a:lnTo>
                    <a:pt x="121" y="485"/>
                  </a:lnTo>
                  <a:lnTo>
                    <a:pt x="112" y="502"/>
                  </a:lnTo>
                  <a:lnTo>
                    <a:pt x="102" y="519"/>
                  </a:lnTo>
                  <a:lnTo>
                    <a:pt x="91" y="534"/>
                  </a:lnTo>
                  <a:lnTo>
                    <a:pt x="78" y="551"/>
                  </a:lnTo>
                  <a:lnTo>
                    <a:pt x="78" y="551"/>
                  </a:lnTo>
                  <a:lnTo>
                    <a:pt x="57" y="577"/>
                  </a:lnTo>
                  <a:lnTo>
                    <a:pt x="36" y="604"/>
                  </a:lnTo>
                  <a:lnTo>
                    <a:pt x="27" y="618"/>
                  </a:lnTo>
                  <a:lnTo>
                    <a:pt x="19" y="632"/>
                  </a:lnTo>
                  <a:lnTo>
                    <a:pt x="11" y="646"/>
                  </a:lnTo>
                  <a:lnTo>
                    <a:pt x="6" y="662"/>
                  </a:lnTo>
                  <a:lnTo>
                    <a:pt x="6" y="662"/>
                  </a:lnTo>
                  <a:lnTo>
                    <a:pt x="3" y="673"/>
                  </a:lnTo>
                  <a:lnTo>
                    <a:pt x="0" y="684"/>
                  </a:lnTo>
                  <a:lnTo>
                    <a:pt x="0" y="697"/>
                  </a:lnTo>
                  <a:lnTo>
                    <a:pt x="0" y="708"/>
                  </a:lnTo>
                  <a:lnTo>
                    <a:pt x="3" y="720"/>
                  </a:lnTo>
                  <a:lnTo>
                    <a:pt x="6" y="725"/>
                  </a:lnTo>
                  <a:lnTo>
                    <a:pt x="9" y="728"/>
                  </a:lnTo>
                  <a:lnTo>
                    <a:pt x="13" y="733"/>
                  </a:lnTo>
                  <a:lnTo>
                    <a:pt x="17" y="735"/>
                  </a:lnTo>
                  <a:lnTo>
                    <a:pt x="23" y="737"/>
                  </a:lnTo>
                  <a:lnTo>
                    <a:pt x="30" y="737"/>
                  </a:lnTo>
                  <a:lnTo>
                    <a:pt x="30" y="737"/>
                  </a:lnTo>
                  <a:lnTo>
                    <a:pt x="36" y="735"/>
                  </a:lnTo>
                  <a:lnTo>
                    <a:pt x="43" y="734"/>
                  </a:lnTo>
                  <a:lnTo>
                    <a:pt x="54" y="730"/>
                  </a:lnTo>
                  <a:lnTo>
                    <a:pt x="67" y="723"/>
                  </a:lnTo>
                  <a:lnTo>
                    <a:pt x="77" y="717"/>
                  </a:lnTo>
                  <a:lnTo>
                    <a:pt x="77" y="717"/>
                  </a:lnTo>
                  <a:lnTo>
                    <a:pt x="113" y="693"/>
                  </a:lnTo>
                  <a:lnTo>
                    <a:pt x="149" y="667"/>
                  </a:lnTo>
                  <a:lnTo>
                    <a:pt x="149" y="667"/>
                  </a:lnTo>
                  <a:lnTo>
                    <a:pt x="167" y="652"/>
                  </a:lnTo>
                  <a:lnTo>
                    <a:pt x="184" y="636"/>
                  </a:lnTo>
                  <a:lnTo>
                    <a:pt x="200" y="621"/>
                  </a:lnTo>
                  <a:lnTo>
                    <a:pt x="214" y="604"/>
                  </a:lnTo>
                  <a:lnTo>
                    <a:pt x="228" y="585"/>
                  </a:lnTo>
                  <a:lnTo>
                    <a:pt x="240" y="568"/>
                  </a:lnTo>
                  <a:lnTo>
                    <a:pt x="251" y="548"/>
                  </a:lnTo>
                  <a:lnTo>
                    <a:pt x="261" y="530"/>
                  </a:lnTo>
                  <a:lnTo>
                    <a:pt x="271" y="510"/>
                  </a:lnTo>
                  <a:lnTo>
                    <a:pt x="279" y="490"/>
                  </a:lnTo>
                  <a:lnTo>
                    <a:pt x="286" y="470"/>
                  </a:lnTo>
                  <a:lnTo>
                    <a:pt x="293" y="449"/>
                  </a:lnTo>
                  <a:lnTo>
                    <a:pt x="305" y="407"/>
                  </a:lnTo>
                  <a:lnTo>
                    <a:pt x="313" y="364"/>
                  </a:lnTo>
                  <a:lnTo>
                    <a:pt x="320" y="320"/>
                  </a:lnTo>
                  <a:lnTo>
                    <a:pt x="323" y="275"/>
                  </a:lnTo>
                  <a:lnTo>
                    <a:pt x="326" y="230"/>
                  </a:lnTo>
                  <a:lnTo>
                    <a:pt x="327" y="184"/>
                  </a:lnTo>
                  <a:lnTo>
                    <a:pt x="326" y="139"/>
                  </a:lnTo>
                  <a:lnTo>
                    <a:pt x="325" y="95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20" y="4"/>
                  </a:lnTo>
                  <a:lnTo>
                    <a:pt x="317" y="1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09" y="0"/>
                  </a:lnTo>
                  <a:lnTo>
                    <a:pt x="306" y="1"/>
                  </a:lnTo>
                  <a:lnTo>
                    <a:pt x="305" y="4"/>
                  </a:lnTo>
                  <a:lnTo>
                    <a:pt x="303" y="8"/>
                  </a:lnTo>
                  <a:lnTo>
                    <a:pt x="30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101">
              <a:extLst>
                <a:ext uri="{FF2B5EF4-FFF2-40B4-BE49-F238E27FC236}">
                  <a16:creationId xmlns:a16="http://schemas.microsoft.com/office/drawing/2014/main" id="{8C6CD43B-B539-3624-8F99-4180B017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2" y="3728"/>
              <a:ext cx="42" cy="140"/>
            </a:xfrm>
            <a:custGeom>
              <a:avLst/>
              <a:gdLst>
                <a:gd name="T0" fmla="*/ 67 w 84"/>
                <a:gd name="T1" fmla="*/ 8 h 280"/>
                <a:gd name="T2" fmla="*/ 67 w 84"/>
                <a:gd name="T3" fmla="*/ 8 h 280"/>
                <a:gd name="T4" fmla="*/ 67 w 84"/>
                <a:gd name="T5" fmla="*/ 35 h 280"/>
                <a:gd name="T6" fmla="*/ 64 w 84"/>
                <a:gd name="T7" fmla="*/ 61 h 280"/>
                <a:gd name="T8" fmla="*/ 59 w 84"/>
                <a:gd name="T9" fmla="*/ 85 h 280"/>
                <a:gd name="T10" fmla="*/ 51 w 84"/>
                <a:gd name="T11" fmla="*/ 110 h 280"/>
                <a:gd name="T12" fmla="*/ 42 w 84"/>
                <a:gd name="T13" fmla="*/ 133 h 280"/>
                <a:gd name="T14" fmla="*/ 32 w 84"/>
                <a:gd name="T15" fmla="*/ 157 h 280"/>
                <a:gd name="T16" fmla="*/ 10 w 84"/>
                <a:gd name="T17" fmla="*/ 205 h 280"/>
                <a:gd name="T18" fmla="*/ 10 w 84"/>
                <a:gd name="T19" fmla="*/ 205 h 280"/>
                <a:gd name="T20" fmla="*/ 6 w 84"/>
                <a:gd name="T21" fmla="*/ 216 h 280"/>
                <a:gd name="T22" fmla="*/ 2 w 84"/>
                <a:gd name="T23" fmla="*/ 229 h 280"/>
                <a:gd name="T24" fmla="*/ 0 w 84"/>
                <a:gd name="T25" fmla="*/ 242 h 280"/>
                <a:gd name="T26" fmla="*/ 0 w 84"/>
                <a:gd name="T27" fmla="*/ 253 h 280"/>
                <a:gd name="T28" fmla="*/ 0 w 84"/>
                <a:gd name="T29" fmla="*/ 259 h 280"/>
                <a:gd name="T30" fmla="*/ 3 w 84"/>
                <a:gd name="T31" fmla="*/ 263 h 280"/>
                <a:gd name="T32" fmla="*/ 6 w 84"/>
                <a:gd name="T33" fmla="*/ 269 h 280"/>
                <a:gd name="T34" fmla="*/ 9 w 84"/>
                <a:gd name="T35" fmla="*/ 272 h 280"/>
                <a:gd name="T36" fmla="*/ 13 w 84"/>
                <a:gd name="T37" fmla="*/ 276 h 280"/>
                <a:gd name="T38" fmla="*/ 19 w 84"/>
                <a:gd name="T39" fmla="*/ 279 h 280"/>
                <a:gd name="T40" fmla="*/ 26 w 84"/>
                <a:gd name="T41" fmla="*/ 280 h 280"/>
                <a:gd name="T42" fmla="*/ 33 w 84"/>
                <a:gd name="T43" fmla="*/ 280 h 280"/>
                <a:gd name="T44" fmla="*/ 33 w 84"/>
                <a:gd name="T45" fmla="*/ 280 h 280"/>
                <a:gd name="T46" fmla="*/ 37 w 84"/>
                <a:gd name="T47" fmla="*/ 280 h 280"/>
                <a:gd name="T48" fmla="*/ 40 w 84"/>
                <a:gd name="T49" fmla="*/ 279 h 280"/>
                <a:gd name="T50" fmla="*/ 42 w 84"/>
                <a:gd name="T51" fmla="*/ 276 h 280"/>
                <a:gd name="T52" fmla="*/ 42 w 84"/>
                <a:gd name="T53" fmla="*/ 273 h 280"/>
                <a:gd name="T54" fmla="*/ 42 w 84"/>
                <a:gd name="T55" fmla="*/ 269 h 280"/>
                <a:gd name="T56" fmla="*/ 40 w 84"/>
                <a:gd name="T57" fmla="*/ 267 h 280"/>
                <a:gd name="T58" fmla="*/ 37 w 84"/>
                <a:gd name="T59" fmla="*/ 265 h 280"/>
                <a:gd name="T60" fmla="*/ 33 w 84"/>
                <a:gd name="T61" fmla="*/ 263 h 280"/>
                <a:gd name="T62" fmla="*/ 33 w 84"/>
                <a:gd name="T63" fmla="*/ 263 h 280"/>
                <a:gd name="T64" fmla="*/ 26 w 84"/>
                <a:gd name="T65" fmla="*/ 263 h 280"/>
                <a:gd name="T66" fmla="*/ 22 w 84"/>
                <a:gd name="T67" fmla="*/ 259 h 280"/>
                <a:gd name="T68" fmla="*/ 19 w 84"/>
                <a:gd name="T69" fmla="*/ 255 h 280"/>
                <a:gd name="T70" fmla="*/ 16 w 84"/>
                <a:gd name="T71" fmla="*/ 249 h 280"/>
                <a:gd name="T72" fmla="*/ 16 w 84"/>
                <a:gd name="T73" fmla="*/ 243 h 280"/>
                <a:gd name="T74" fmla="*/ 17 w 84"/>
                <a:gd name="T75" fmla="*/ 235 h 280"/>
                <a:gd name="T76" fmla="*/ 22 w 84"/>
                <a:gd name="T77" fmla="*/ 219 h 280"/>
                <a:gd name="T78" fmla="*/ 30 w 84"/>
                <a:gd name="T79" fmla="*/ 202 h 280"/>
                <a:gd name="T80" fmla="*/ 37 w 84"/>
                <a:gd name="T81" fmla="*/ 185 h 280"/>
                <a:gd name="T82" fmla="*/ 51 w 84"/>
                <a:gd name="T83" fmla="*/ 161 h 280"/>
                <a:gd name="T84" fmla="*/ 51 w 84"/>
                <a:gd name="T85" fmla="*/ 161 h 280"/>
                <a:gd name="T86" fmla="*/ 59 w 84"/>
                <a:gd name="T87" fmla="*/ 144 h 280"/>
                <a:gd name="T88" fmla="*/ 66 w 84"/>
                <a:gd name="T89" fmla="*/ 126 h 280"/>
                <a:gd name="T90" fmla="*/ 73 w 84"/>
                <a:gd name="T91" fmla="*/ 106 h 280"/>
                <a:gd name="T92" fmla="*/ 77 w 84"/>
                <a:gd name="T93" fmla="*/ 86 h 280"/>
                <a:gd name="T94" fmla="*/ 81 w 84"/>
                <a:gd name="T95" fmla="*/ 66 h 280"/>
                <a:gd name="T96" fmla="*/ 84 w 84"/>
                <a:gd name="T97" fmla="*/ 46 h 280"/>
                <a:gd name="T98" fmla="*/ 84 w 84"/>
                <a:gd name="T99" fmla="*/ 27 h 280"/>
                <a:gd name="T100" fmla="*/ 84 w 84"/>
                <a:gd name="T101" fmla="*/ 8 h 280"/>
                <a:gd name="T102" fmla="*/ 84 w 84"/>
                <a:gd name="T103" fmla="*/ 8 h 280"/>
                <a:gd name="T104" fmla="*/ 83 w 84"/>
                <a:gd name="T105" fmla="*/ 4 h 280"/>
                <a:gd name="T106" fmla="*/ 81 w 84"/>
                <a:gd name="T107" fmla="*/ 1 h 280"/>
                <a:gd name="T108" fmla="*/ 78 w 84"/>
                <a:gd name="T109" fmla="*/ 0 h 280"/>
                <a:gd name="T110" fmla="*/ 76 w 84"/>
                <a:gd name="T111" fmla="*/ 0 h 280"/>
                <a:gd name="T112" fmla="*/ 73 w 84"/>
                <a:gd name="T113" fmla="*/ 0 h 280"/>
                <a:gd name="T114" fmla="*/ 70 w 84"/>
                <a:gd name="T115" fmla="*/ 1 h 280"/>
                <a:gd name="T116" fmla="*/ 67 w 84"/>
                <a:gd name="T117" fmla="*/ 4 h 280"/>
                <a:gd name="T118" fmla="*/ 67 w 84"/>
                <a:gd name="T119" fmla="*/ 8 h 280"/>
                <a:gd name="T120" fmla="*/ 67 w 84"/>
                <a:gd name="T12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280">
                  <a:moveTo>
                    <a:pt x="67" y="8"/>
                  </a:moveTo>
                  <a:lnTo>
                    <a:pt x="67" y="8"/>
                  </a:lnTo>
                  <a:lnTo>
                    <a:pt x="67" y="35"/>
                  </a:lnTo>
                  <a:lnTo>
                    <a:pt x="64" y="61"/>
                  </a:lnTo>
                  <a:lnTo>
                    <a:pt x="59" y="85"/>
                  </a:lnTo>
                  <a:lnTo>
                    <a:pt x="51" y="110"/>
                  </a:lnTo>
                  <a:lnTo>
                    <a:pt x="42" y="133"/>
                  </a:lnTo>
                  <a:lnTo>
                    <a:pt x="32" y="157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6" y="216"/>
                  </a:lnTo>
                  <a:lnTo>
                    <a:pt x="2" y="229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6" y="269"/>
                  </a:lnTo>
                  <a:lnTo>
                    <a:pt x="9" y="272"/>
                  </a:lnTo>
                  <a:lnTo>
                    <a:pt x="13" y="276"/>
                  </a:lnTo>
                  <a:lnTo>
                    <a:pt x="19" y="279"/>
                  </a:lnTo>
                  <a:lnTo>
                    <a:pt x="26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7" y="280"/>
                  </a:lnTo>
                  <a:lnTo>
                    <a:pt x="40" y="279"/>
                  </a:lnTo>
                  <a:lnTo>
                    <a:pt x="42" y="276"/>
                  </a:lnTo>
                  <a:lnTo>
                    <a:pt x="42" y="273"/>
                  </a:lnTo>
                  <a:lnTo>
                    <a:pt x="42" y="269"/>
                  </a:lnTo>
                  <a:lnTo>
                    <a:pt x="40" y="267"/>
                  </a:lnTo>
                  <a:lnTo>
                    <a:pt x="37" y="265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26" y="263"/>
                  </a:lnTo>
                  <a:lnTo>
                    <a:pt x="22" y="259"/>
                  </a:lnTo>
                  <a:lnTo>
                    <a:pt x="19" y="255"/>
                  </a:lnTo>
                  <a:lnTo>
                    <a:pt x="16" y="249"/>
                  </a:lnTo>
                  <a:lnTo>
                    <a:pt x="16" y="243"/>
                  </a:lnTo>
                  <a:lnTo>
                    <a:pt x="17" y="235"/>
                  </a:lnTo>
                  <a:lnTo>
                    <a:pt x="22" y="219"/>
                  </a:lnTo>
                  <a:lnTo>
                    <a:pt x="30" y="202"/>
                  </a:lnTo>
                  <a:lnTo>
                    <a:pt x="37" y="185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59" y="144"/>
                  </a:lnTo>
                  <a:lnTo>
                    <a:pt x="66" y="126"/>
                  </a:lnTo>
                  <a:lnTo>
                    <a:pt x="73" y="106"/>
                  </a:lnTo>
                  <a:lnTo>
                    <a:pt x="77" y="86"/>
                  </a:lnTo>
                  <a:lnTo>
                    <a:pt x="81" y="66"/>
                  </a:lnTo>
                  <a:lnTo>
                    <a:pt x="84" y="46"/>
                  </a:lnTo>
                  <a:lnTo>
                    <a:pt x="84" y="2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1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7" y="4"/>
                  </a:lnTo>
                  <a:lnTo>
                    <a:pt x="67" y="8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102">
              <a:extLst>
                <a:ext uri="{FF2B5EF4-FFF2-40B4-BE49-F238E27FC236}">
                  <a16:creationId xmlns:a16="http://schemas.microsoft.com/office/drawing/2014/main" id="{2868802C-AB85-A2DC-9A2E-DBDF37CC9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3565"/>
              <a:ext cx="52" cy="81"/>
            </a:xfrm>
            <a:custGeom>
              <a:avLst/>
              <a:gdLst>
                <a:gd name="T0" fmla="*/ 1 w 105"/>
                <a:gd name="T1" fmla="*/ 10 h 161"/>
                <a:gd name="T2" fmla="*/ 1 w 105"/>
                <a:gd name="T3" fmla="*/ 10 h 161"/>
                <a:gd name="T4" fmla="*/ 8 w 105"/>
                <a:gd name="T5" fmla="*/ 31 h 161"/>
                <a:gd name="T6" fmla="*/ 18 w 105"/>
                <a:gd name="T7" fmla="*/ 51 h 161"/>
                <a:gd name="T8" fmla="*/ 28 w 105"/>
                <a:gd name="T9" fmla="*/ 71 h 161"/>
                <a:gd name="T10" fmla="*/ 38 w 105"/>
                <a:gd name="T11" fmla="*/ 89 h 161"/>
                <a:gd name="T12" fmla="*/ 51 w 105"/>
                <a:gd name="T13" fmla="*/ 107 h 161"/>
                <a:gd name="T14" fmla="*/ 64 w 105"/>
                <a:gd name="T15" fmla="*/ 124 h 161"/>
                <a:gd name="T16" fmla="*/ 91 w 105"/>
                <a:gd name="T17" fmla="*/ 158 h 161"/>
                <a:gd name="T18" fmla="*/ 91 w 105"/>
                <a:gd name="T19" fmla="*/ 158 h 161"/>
                <a:gd name="T20" fmla="*/ 93 w 105"/>
                <a:gd name="T21" fmla="*/ 161 h 161"/>
                <a:gd name="T22" fmla="*/ 96 w 105"/>
                <a:gd name="T23" fmla="*/ 161 h 161"/>
                <a:gd name="T24" fmla="*/ 100 w 105"/>
                <a:gd name="T25" fmla="*/ 161 h 161"/>
                <a:gd name="T26" fmla="*/ 102 w 105"/>
                <a:gd name="T27" fmla="*/ 160 h 161"/>
                <a:gd name="T28" fmla="*/ 105 w 105"/>
                <a:gd name="T29" fmla="*/ 157 h 161"/>
                <a:gd name="T30" fmla="*/ 105 w 105"/>
                <a:gd name="T31" fmla="*/ 154 h 161"/>
                <a:gd name="T32" fmla="*/ 105 w 105"/>
                <a:gd name="T33" fmla="*/ 150 h 161"/>
                <a:gd name="T34" fmla="*/ 103 w 105"/>
                <a:gd name="T35" fmla="*/ 147 h 161"/>
                <a:gd name="T36" fmla="*/ 103 w 105"/>
                <a:gd name="T37" fmla="*/ 147 h 161"/>
                <a:gd name="T38" fmla="*/ 76 w 105"/>
                <a:gd name="T39" fmla="*/ 115 h 161"/>
                <a:gd name="T40" fmla="*/ 65 w 105"/>
                <a:gd name="T41" fmla="*/ 98 h 161"/>
                <a:gd name="T42" fmla="*/ 54 w 105"/>
                <a:gd name="T43" fmla="*/ 81 h 161"/>
                <a:gd name="T44" fmla="*/ 42 w 105"/>
                <a:gd name="T45" fmla="*/ 62 h 161"/>
                <a:gd name="T46" fmla="*/ 34 w 105"/>
                <a:gd name="T47" fmla="*/ 45 h 161"/>
                <a:gd name="T48" fmla="*/ 24 w 105"/>
                <a:gd name="T49" fmla="*/ 25 h 161"/>
                <a:gd name="T50" fmla="*/ 17 w 105"/>
                <a:gd name="T51" fmla="*/ 5 h 161"/>
                <a:gd name="T52" fmla="*/ 17 w 105"/>
                <a:gd name="T53" fmla="*/ 5 h 161"/>
                <a:gd name="T54" fmla="*/ 15 w 105"/>
                <a:gd name="T55" fmla="*/ 3 h 161"/>
                <a:gd name="T56" fmla="*/ 13 w 105"/>
                <a:gd name="T57" fmla="*/ 1 h 161"/>
                <a:gd name="T58" fmla="*/ 10 w 105"/>
                <a:gd name="T59" fmla="*/ 0 h 161"/>
                <a:gd name="T60" fmla="*/ 6 w 105"/>
                <a:gd name="T61" fmla="*/ 0 h 161"/>
                <a:gd name="T62" fmla="*/ 3 w 105"/>
                <a:gd name="T63" fmla="*/ 1 h 161"/>
                <a:gd name="T64" fmla="*/ 1 w 105"/>
                <a:gd name="T65" fmla="*/ 4 h 161"/>
                <a:gd name="T66" fmla="*/ 0 w 105"/>
                <a:gd name="T67" fmla="*/ 7 h 161"/>
                <a:gd name="T68" fmla="*/ 1 w 105"/>
                <a:gd name="T69" fmla="*/ 10 h 161"/>
                <a:gd name="T70" fmla="*/ 1 w 105"/>
                <a:gd name="T71" fmla="*/ 1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161">
                  <a:moveTo>
                    <a:pt x="1" y="10"/>
                  </a:moveTo>
                  <a:lnTo>
                    <a:pt x="1" y="10"/>
                  </a:lnTo>
                  <a:lnTo>
                    <a:pt x="8" y="31"/>
                  </a:lnTo>
                  <a:lnTo>
                    <a:pt x="18" y="51"/>
                  </a:lnTo>
                  <a:lnTo>
                    <a:pt x="28" y="71"/>
                  </a:lnTo>
                  <a:lnTo>
                    <a:pt x="38" y="89"/>
                  </a:lnTo>
                  <a:lnTo>
                    <a:pt x="51" y="107"/>
                  </a:lnTo>
                  <a:lnTo>
                    <a:pt x="64" y="124"/>
                  </a:lnTo>
                  <a:lnTo>
                    <a:pt x="91" y="158"/>
                  </a:lnTo>
                  <a:lnTo>
                    <a:pt x="91" y="158"/>
                  </a:lnTo>
                  <a:lnTo>
                    <a:pt x="93" y="161"/>
                  </a:lnTo>
                  <a:lnTo>
                    <a:pt x="96" y="161"/>
                  </a:lnTo>
                  <a:lnTo>
                    <a:pt x="100" y="161"/>
                  </a:lnTo>
                  <a:lnTo>
                    <a:pt x="102" y="160"/>
                  </a:lnTo>
                  <a:lnTo>
                    <a:pt x="105" y="157"/>
                  </a:lnTo>
                  <a:lnTo>
                    <a:pt x="105" y="154"/>
                  </a:lnTo>
                  <a:lnTo>
                    <a:pt x="105" y="150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76" y="115"/>
                  </a:lnTo>
                  <a:lnTo>
                    <a:pt x="65" y="98"/>
                  </a:lnTo>
                  <a:lnTo>
                    <a:pt x="54" y="81"/>
                  </a:lnTo>
                  <a:lnTo>
                    <a:pt x="42" y="62"/>
                  </a:lnTo>
                  <a:lnTo>
                    <a:pt x="34" y="45"/>
                  </a:lnTo>
                  <a:lnTo>
                    <a:pt x="24" y="2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3">
              <a:extLst>
                <a:ext uri="{FF2B5EF4-FFF2-40B4-BE49-F238E27FC236}">
                  <a16:creationId xmlns:a16="http://schemas.microsoft.com/office/drawing/2014/main" id="{7C24EDE8-EA3C-618A-1511-5520897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9" y="3584"/>
              <a:ext cx="43" cy="80"/>
            </a:xfrm>
            <a:custGeom>
              <a:avLst/>
              <a:gdLst>
                <a:gd name="T0" fmla="*/ 70 w 87"/>
                <a:gd name="T1" fmla="*/ 6 h 160"/>
                <a:gd name="T2" fmla="*/ 70 w 87"/>
                <a:gd name="T3" fmla="*/ 6 h 160"/>
                <a:gd name="T4" fmla="*/ 67 w 87"/>
                <a:gd name="T5" fmla="*/ 25 h 160"/>
                <a:gd name="T6" fmla="*/ 61 w 87"/>
                <a:gd name="T7" fmla="*/ 45 h 160"/>
                <a:gd name="T8" fmla="*/ 54 w 87"/>
                <a:gd name="T9" fmla="*/ 64 h 160"/>
                <a:gd name="T10" fmla="*/ 44 w 87"/>
                <a:gd name="T11" fmla="*/ 81 h 160"/>
                <a:gd name="T12" fmla="*/ 36 w 87"/>
                <a:gd name="T13" fmla="*/ 98 h 160"/>
                <a:gd name="T14" fmla="*/ 24 w 87"/>
                <a:gd name="T15" fmla="*/ 115 h 160"/>
                <a:gd name="T16" fmla="*/ 2 w 87"/>
                <a:gd name="T17" fmla="*/ 149 h 160"/>
                <a:gd name="T18" fmla="*/ 2 w 87"/>
                <a:gd name="T19" fmla="*/ 149 h 160"/>
                <a:gd name="T20" fmla="*/ 0 w 87"/>
                <a:gd name="T21" fmla="*/ 152 h 160"/>
                <a:gd name="T22" fmla="*/ 0 w 87"/>
                <a:gd name="T23" fmla="*/ 154 h 160"/>
                <a:gd name="T24" fmla="*/ 2 w 87"/>
                <a:gd name="T25" fmla="*/ 157 h 160"/>
                <a:gd name="T26" fmla="*/ 5 w 87"/>
                <a:gd name="T27" fmla="*/ 160 h 160"/>
                <a:gd name="T28" fmla="*/ 7 w 87"/>
                <a:gd name="T29" fmla="*/ 160 h 160"/>
                <a:gd name="T30" fmla="*/ 10 w 87"/>
                <a:gd name="T31" fmla="*/ 160 h 160"/>
                <a:gd name="T32" fmla="*/ 13 w 87"/>
                <a:gd name="T33" fmla="*/ 160 h 160"/>
                <a:gd name="T34" fmla="*/ 16 w 87"/>
                <a:gd name="T35" fmla="*/ 157 h 160"/>
                <a:gd name="T36" fmla="*/ 16 w 87"/>
                <a:gd name="T37" fmla="*/ 157 h 160"/>
                <a:gd name="T38" fmla="*/ 40 w 87"/>
                <a:gd name="T39" fmla="*/ 123 h 160"/>
                <a:gd name="T40" fmla="*/ 51 w 87"/>
                <a:gd name="T41" fmla="*/ 105 h 160"/>
                <a:gd name="T42" fmla="*/ 61 w 87"/>
                <a:gd name="T43" fmla="*/ 88 h 160"/>
                <a:gd name="T44" fmla="*/ 70 w 87"/>
                <a:gd name="T45" fmla="*/ 69 h 160"/>
                <a:gd name="T46" fmla="*/ 77 w 87"/>
                <a:gd name="T47" fmla="*/ 51 h 160"/>
                <a:gd name="T48" fmla="*/ 82 w 87"/>
                <a:gd name="T49" fmla="*/ 31 h 160"/>
                <a:gd name="T50" fmla="*/ 87 w 87"/>
                <a:gd name="T51" fmla="*/ 10 h 160"/>
                <a:gd name="T52" fmla="*/ 87 w 87"/>
                <a:gd name="T53" fmla="*/ 10 h 160"/>
                <a:gd name="T54" fmla="*/ 87 w 87"/>
                <a:gd name="T55" fmla="*/ 7 h 160"/>
                <a:gd name="T56" fmla="*/ 85 w 87"/>
                <a:gd name="T57" fmla="*/ 3 h 160"/>
                <a:gd name="T58" fmla="*/ 82 w 87"/>
                <a:gd name="T59" fmla="*/ 1 h 160"/>
                <a:gd name="T60" fmla="*/ 80 w 87"/>
                <a:gd name="T61" fmla="*/ 0 h 160"/>
                <a:gd name="T62" fmla="*/ 77 w 87"/>
                <a:gd name="T63" fmla="*/ 0 h 160"/>
                <a:gd name="T64" fmla="*/ 74 w 87"/>
                <a:gd name="T65" fmla="*/ 0 h 160"/>
                <a:gd name="T66" fmla="*/ 71 w 87"/>
                <a:gd name="T67" fmla="*/ 3 h 160"/>
                <a:gd name="T68" fmla="*/ 70 w 87"/>
                <a:gd name="T69" fmla="*/ 6 h 160"/>
                <a:gd name="T70" fmla="*/ 70 w 87"/>
                <a:gd name="T71" fmla="*/ 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" h="160">
                  <a:moveTo>
                    <a:pt x="70" y="6"/>
                  </a:moveTo>
                  <a:lnTo>
                    <a:pt x="70" y="6"/>
                  </a:lnTo>
                  <a:lnTo>
                    <a:pt x="67" y="25"/>
                  </a:lnTo>
                  <a:lnTo>
                    <a:pt x="61" y="45"/>
                  </a:lnTo>
                  <a:lnTo>
                    <a:pt x="54" y="64"/>
                  </a:lnTo>
                  <a:lnTo>
                    <a:pt x="44" y="81"/>
                  </a:lnTo>
                  <a:lnTo>
                    <a:pt x="36" y="98"/>
                  </a:lnTo>
                  <a:lnTo>
                    <a:pt x="24" y="115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7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40" y="123"/>
                  </a:lnTo>
                  <a:lnTo>
                    <a:pt x="51" y="105"/>
                  </a:lnTo>
                  <a:lnTo>
                    <a:pt x="61" y="88"/>
                  </a:lnTo>
                  <a:lnTo>
                    <a:pt x="70" y="69"/>
                  </a:lnTo>
                  <a:lnTo>
                    <a:pt x="77" y="51"/>
                  </a:lnTo>
                  <a:lnTo>
                    <a:pt x="82" y="31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87" y="7"/>
                  </a:lnTo>
                  <a:lnTo>
                    <a:pt x="85" y="3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3"/>
                  </a:lnTo>
                  <a:lnTo>
                    <a:pt x="70" y="6"/>
                  </a:lnTo>
                  <a:lnTo>
                    <a:pt x="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4" name="Freeform 104">
              <a:extLst>
                <a:ext uri="{FF2B5EF4-FFF2-40B4-BE49-F238E27FC236}">
                  <a16:creationId xmlns:a16="http://schemas.microsoft.com/office/drawing/2014/main" id="{614298A4-FB04-3BCB-5903-FCCBD5687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" y="2300"/>
              <a:ext cx="250" cy="1220"/>
            </a:xfrm>
            <a:custGeom>
              <a:avLst/>
              <a:gdLst>
                <a:gd name="T0" fmla="*/ 260 w 500"/>
                <a:gd name="T1" fmla="*/ 73 h 2438"/>
                <a:gd name="T2" fmla="*/ 314 w 500"/>
                <a:gd name="T3" fmla="*/ 266 h 2438"/>
                <a:gd name="T4" fmla="*/ 360 w 500"/>
                <a:gd name="T5" fmla="*/ 460 h 2438"/>
                <a:gd name="T6" fmla="*/ 419 w 500"/>
                <a:gd name="T7" fmla="*/ 787 h 2438"/>
                <a:gd name="T8" fmla="*/ 455 w 500"/>
                <a:gd name="T9" fmla="*/ 1051 h 2438"/>
                <a:gd name="T10" fmla="*/ 473 w 500"/>
                <a:gd name="T11" fmla="*/ 1255 h 2438"/>
                <a:gd name="T12" fmla="*/ 481 w 500"/>
                <a:gd name="T13" fmla="*/ 1460 h 2438"/>
                <a:gd name="T14" fmla="*/ 481 w 500"/>
                <a:gd name="T15" fmla="*/ 1596 h 2438"/>
                <a:gd name="T16" fmla="*/ 472 w 500"/>
                <a:gd name="T17" fmla="*/ 1859 h 2438"/>
                <a:gd name="T18" fmla="*/ 455 w 500"/>
                <a:gd name="T19" fmla="*/ 1989 h 2438"/>
                <a:gd name="T20" fmla="*/ 430 w 500"/>
                <a:gd name="T21" fmla="*/ 2084 h 2438"/>
                <a:gd name="T22" fmla="*/ 403 w 500"/>
                <a:gd name="T23" fmla="*/ 2156 h 2438"/>
                <a:gd name="T24" fmla="*/ 375 w 500"/>
                <a:gd name="T25" fmla="*/ 2241 h 2438"/>
                <a:gd name="T26" fmla="*/ 365 w 500"/>
                <a:gd name="T27" fmla="*/ 2285 h 2438"/>
                <a:gd name="T28" fmla="*/ 365 w 500"/>
                <a:gd name="T29" fmla="*/ 2401 h 2438"/>
                <a:gd name="T30" fmla="*/ 375 w 500"/>
                <a:gd name="T31" fmla="*/ 2393 h 2438"/>
                <a:gd name="T32" fmla="*/ 301 w 500"/>
                <a:gd name="T33" fmla="*/ 2390 h 2438"/>
                <a:gd name="T34" fmla="*/ 201 w 500"/>
                <a:gd name="T35" fmla="*/ 2400 h 2438"/>
                <a:gd name="T36" fmla="*/ 133 w 500"/>
                <a:gd name="T37" fmla="*/ 2401 h 2438"/>
                <a:gd name="T38" fmla="*/ 48 w 500"/>
                <a:gd name="T39" fmla="*/ 2411 h 2438"/>
                <a:gd name="T40" fmla="*/ 5 w 500"/>
                <a:gd name="T41" fmla="*/ 2422 h 2438"/>
                <a:gd name="T42" fmla="*/ 0 w 500"/>
                <a:gd name="T43" fmla="*/ 2430 h 2438"/>
                <a:gd name="T44" fmla="*/ 4 w 500"/>
                <a:gd name="T45" fmla="*/ 2438 h 2438"/>
                <a:gd name="T46" fmla="*/ 10 w 500"/>
                <a:gd name="T47" fmla="*/ 2438 h 2438"/>
                <a:gd name="T48" fmla="*/ 72 w 500"/>
                <a:gd name="T49" fmla="*/ 2424 h 2438"/>
                <a:gd name="T50" fmla="*/ 175 w 500"/>
                <a:gd name="T51" fmla="*/ 2417 h 2438"/>
                <a:gd name="T52" fmla="*/ 225 w 500"/>
                <a:gd name="T53" fmla="*/ 2414 h 2438"/>
                <a:gd name="T54" fmla="*/ 323 w 500"/>
                <a:gd name="T55" fmla="*/ 2405 h 2438"/>
                <a:gd name="T56" fmla="*/ 371 w 500"/>
                <a:gd name="T57" fmla="*/ 2408 h 2438"/>
                <a:gd name="T58" fmla="*/ 381 w 500"/>
                <a:gd name="T59" fmla="*/ 2404 h 2438"/>
                <a:gd name="T60" fmla="*/ 381 w 500"/>
                <a:gd name="T61" fmla="*/ 2359 h 2438"/>
                <a:gd name="T62" fmla="*/ 385 w 500"/>
                <a:gd name="T63" fmla="*/ 2278 h 2438"/>
                <a:gd name="T64" fmla="*/ 394 w 500"/>
                <a:gd name="T65" fmla="*/ 2237 h 2438"/>
                <a:gd name="T66" fmla="*/ 430 w 500"/>
                <a:gd name="T67" fmla="*/ 2131 h 2438"/>
                <a:gd name="T68" fmla="*/ 467 w 500"/>
                <a:gd name="T69" fmla="*/ 2023 h 2438"/>
                <a:gd name="T70" fmla="*/ 479 w 500"/>
                <a:gd name="T71" fmla="*/ 1962 h 2438"/>
                <a:gd name="T72" fmla="*/ 490 w 500"/>
                <a:gd name="T73" fmla="*/ 1836 h 2438"/>
                <a:gd name="T74" fmla="*/ 497 w 500"/>
                <a:gd name="T75" fmla="*/ 1635 h 2438"/>
                <a:gd name="T76" fmla="*/ 500 w 500"/>
                <a:gd name="T77" fmla="*/ 1496 h 2438"/>
                <a:gd name="T78" fmla="*/ 493 w 500"/>
                <a:gd name="T79" fmla="*/ 1293 h 2438"/>
                <a:gd name="T80" fmla="*/ 476 w 500"/>
                <a:gd name="T81" fmla="*/ 1091 h 2438"/>
                <a:gd name="T82" fmla="*/ 443 w 500"/>
                <a:gd name="T83" fmla="*/ 826 h 2438"/>
                <a:gd name="T84" fmla="*/ 374 w 500"/>
                <a:gd name="T85" fmla="*/ 442 h 2438"/>
                <a:gd name="T86" fmla="*/ 321 w 500"/>
                <a:gd name="T87" fmla="*/ 222 h 2438"/>
                <a:gd name="T88" fmla="*/ 256 w 500"/>
                <a:gd name="T89" fmla="*/ 5 h 2438"/>
                <a:gd name="T90" fmla="*/ 249 w 500"/>
                <a:gd name="T91" fmla="*/ 0 h 2438"/>
                <a:gd name="T92" fmla="*/ 241 w 500"/>
                <a:gd name="T93" fmla="*/ 4 h 2438"/>
                <a:gd name="T94" fmla="*/ 241 w 500"/>
                <a:gd name="T95" fmla="*/ 9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0" h="2438">
                  <a:moveTo>
                    <a:pt x="241" y="9"/>
                  </a:moveTo>
                  <a:lnTo>
                    <a:pt x="241" y="9"/>
                  </a:lnTo>
                  <a:lnTo>
                    <a:pt x="260" y="73"/>
                  </a:lnTo>
                  <a:lnTo>
                    <a:pt x="279" y="137"/>
                  </a:lnTo>
                  <a:lnTo>
                    <a:pt x="297" y="201"/>
                  </a:lnTo>
                  <a:lnTo>
                    <a:pt x="314" y="266"/>
                  </a:lnTo>
                  <a:lnTo>
                    <a:pt x="331" y="330"/>
                  </a:lnTo>
                  <a:lnTo>
                    <a:pt x="345" y="395"/>
                  </a:lnTo>
                  <a:lnTo>
                    <a:pt x="360" y="460"/>
                  </a:lnTo>
                  <a:lnTo>
                    <a:pt x="374" y="525"/>
                  </a:lnTo>
                  <a:lnTo>
                    <a:pt x="398" y="656"/>
                  </a:lnTo>
                  <a:lnTo>
                    <a:pt x="419" y="787"/>
                  </a:lnTo>
                  <a:lnTo>
                    <a:pt x="438" y="919"/>
                  </a:lnTo>
                  <a:lnTo>
                    <a:pt x="455" y="1051"/>
                  </a:lnTo>
                  <a:lnTo>
                    <a:pt x="455" y="1051"/>
                  </a:lnTo>
                  <a:lnTo>
                    <a:pt x="462" y="1119"/>
                  </a:lnTo>
                  <a:lnTo>
                    <a:pt x="467" y="1187"/>
                  </a:lnTo>
                  <a:lnTo>
                    <a:pt x="473" y="1255"/>
                  </a:lnTo>
                  <a:lnTo>
                    <a:pt x="477" y="1323"/>
                  </a:lnTo>
                  <a:lnTo>
                    <a:pt x="480" y="1391"/>
                  </a:lnTo>
                  <a:lnTo>
                    <a:pt x="481" y="1460"/>
                  </a:lnTo>
                  <a:lnTo>
                    <a:pt x="481" y="1528"/>
                  </a:lnTo>
                  <a:lnTo>
                    <a:pt x="481" y="1596"/>
                  </a:lnTo>
                  <a:lnTo>
                    <a:pt x="481" y="1596"/>
                  </a:lnTo>
                  <a:lnTo>
                    <a:pt x="479" y="1727"/>
                  </a:lnTo>
                  <a:lnTo>
                    <a:pt x="476" y="1793"/>
                  </a:lnTo>
                  <a:lnTo>
                    <a:pt x="472" y="1859"/>
                  </a:lnTo>
                  <a:lnTo>
                    <a:pt x="464" y="1924"/>
                  </a:lnTo>
                  <a:lnTo>
                    <a:pt x="460" y="1956"/>
                  </a:lnTo>
                  <a:lnTo>
                    <a:pt x="455" y="1989"/>
                  </a:lnTo>
                  <a:lnTo>
                    <a:pt x="447" y="2020"/>
                  </a:lnTo>
                  <a:lnTo>
                    <a:pt x="440" y="2053"/>
                  </a:lnTo>
                  <a:lnTo>
                    <a:pt x="430" y="2084"/>
                  </a:lnTo>
                  <a:lnTo>
                    <a:pt x="419" y="2114"/>
                  </a:lnTo>
                  <a:lnTo>
                    <a:pt x="419" y="2114"/>
                  </a:lnTo>
                  <a:lnTo>
                    <a:pt x="403" y="2156"/>
                  </a:lnTo>
                  <a:lnTo>
                    <a:pt x="388" y="2199"/>
                  </a:lnTo>
                  <a:lnTo>
                    <a:pt x="381" y="2220"/>
                  </a:lnTo>
                  <a:lnTo>
                    <a:pt x="375" y="2241"/>
                  </a:lnTo>
                  <a:lnTo>
                    <a:pt x="369" y="2262"/>
                  </a:lnTo>
                  <a:lnTo>
                    <a:pt x="365" y="2285"/>
                  </a:lnTo>
                  <a:lnTo>
                    <a:pt x="365" y="2285"/>
                  </a:lnTo>
                  <a:lnTo>
                    <a:pt x="362" y="2313"/>
                  </a:lnTo>
                  <a:lnTo>
                    <a:pt x="362" y="2343"/>
                  </a:lnTo>
                  <a:lnTo>
                    <a:pt x="365" y="2401"/>
                  </a:lnTo>
                  <a:lnTo>
                    <a:pt x="365" y="2401"/>
                  </a:lnTo>
                  <a:lnTo>
                    <a:pt x="375" y="2393"/>
                  </a:lnTo>
                  <a:lnTo>
                    <a:pt x="375" y="2393"/>
                  </a:lnTo>
                  <a:lnTo>
                    <a:pt x="351" y="2388"/>
                  </a:lnTo>
                  <a:lnTo>
                    <a:pt x="326" y="2388"/>
                  </a:lnTo>
                  <a:lnTo>
                    <a:pt x="301" y="2390"/>
                  </a:lnTo>
                  <a:lnTo>
                    <a:pt x="276" y="2391"/>
                  </a:lnTo>
                  <a:lnTo>
                    <a:pt x="226" y="2397"/>
                  </a:lnTo>
                  <a:lnTo>
                    <a:pt x="201" y="2400"/>
                  </a:lnTo>
                  <a:lnTo>
                    <a:pt x="175" y="2400"/>
                  </a:lnTo>
                  <a:lnTo>
                    <a:pt x="175" y="2400"/>
                  </a:lnTo>
                  <a:lnTo>
                    <a:pt x="133" y="2401"/>
                  </a:lnTo>
                  <a:lnTo>
                    <a:pt x="90" y="2404"/>
                  </a:lnTo>
                  <a:lnTo>
                    <a:pt x="69" y="2407"/>
                  </a:lnTo>
                  <a:lnTo>
                    <a:pt x="48" y="2411"/>
                  </a:lnTo>
                  <a:lnTo>
                    <a:pt x="27" y="2415"/>
                  </a:lnTo>
                  <a:lnTo>
                    <a:pt x="5" y="2422"/>
                  </a:lnTo>
                  <a:lnTo>
                    <a:pt x="5" y="2422"/>
                  </a:lnTo>
                  <a:lnTo>
                    <a:pt x="2" y="2424"/>
                  </a:lnTo>
                  <a:lnTo>
                    <a:pt x="1" y="2427"/>
                  </a:lnTo>
                  <a:lnTo>
                    <a:pt x="0" y="2430"/>
                  </a:lnTo>
                  <a:lnTo>
                    <a:pt x="0" y="2432"/>
                  </a:lnTo>
                  <a:lnTo>
                    <a:pt x="1" y="2435"/>
                  </a:lnTo>
                  <a:lnTo>
                    <a:pt x="4" y="2438"/>
                  </a:lnTo>
                  <a:lnTo>
                    <a:pt x="7" y="2438"/>
                  </a:lnTo>
                  <a:lnTo>
                    <a:pt x="10" y="2438"/>
                  </a:lnTo>
                  <a:lnTo>
                    <a:pt x="10" y="2438"/>
                  </a:lnTo>
                  <a:lnTo>
                    <a:pt x="31" y="2432"/>
                  </a:lnTo>
                  <a:lnTo>
                    <a:pt x="51" y="2427"/>
                  </a:lnTo>
                  <a:lnTo>
                    <a:pt x="72" y="2424"/>
                  </a:lnTo>
                  <a:lnTo>
                    <a:pt x="92" y="2421"/>
                  </a:lnTo>
                  <a:lnTo>
                    <a:pt x="133" y="2418"/>
                  </a:lnTo>
                  <a:lnTo>
                    <a:pt x="175" y="2417"/>
                  </a:lnTo>
                  <a:lnTo>
                    <a:pt x="175" y="2417"/>
                  </a:lnTo>
                  <a:lnTo>
                    <a:pt x="199" y="2417"/>
                  </a:lnTo>
                  <a:lnTo>
                    <a:pt x="225" y="2414"/>
                  </a:lnTo>
                  <a:lnTo>
                    <a:pt x="273" y="2408"/>
                  </a:lnTo>
                  <a:lnTo>
                    <a:pt x="299" y="2407"/>
                  </a:lnTo>
                  <a:lnTo>
                    <a:pt x="323" y="2405"/>
                  </a:lnTo>
                  <a:lnTo>
                    <a:pt x="347" y="2405"/>
                  </a:lnTo>
                  <a:lnTo>
                    <a:pt x="371" y="2408"/>
                  </a:lnTo>
                  <a:lnTo>
                    <a:pt x="371" y="2408"/>
                  </a:lnTo>
                  <a:lnTo>
                    <a:pt x="375" y="2408"/>
                  </a:lnTo>
                  <a:lnTo>
                    <a:pt x="378" y="2407"/>
                  </a:lnTo>
                  <a:lnTo>
                    <a:pt x="381" y="2404"/>
                  </a:lnTo>
                  <a:lnTo>
                    <a:pt x="382" y="2401"/>
                  </a:lnTo>
                  <a:lnTo>
                    <a:pt x="382" y="2401"/>
                  </a:lnTo>
                  <a:lnTo>
                    <a:pt x="381" y="2359"/>
                  </a:lnTo>
                  <a:lnTo>
                    <a:pt x="381" y="2319"/>
                  </a:lnTo>
                  <a:lnTo>
                    <a:pt x="382" y="2298"/>
                  </a:lnTo>
                  <a:lnTo>
                    <a:pt x="385" y="2278"/>
                  </a:lnTo>
                  <a:lnTo>
                    <a:pt x="388" y="2258"/>
                  </a:lnTo>
                  <a:lnTo>
                    <a:pt x="394" y="2237"/>
                  </a:lnTo>
                  <a:lnTo>
                    <a:pt x="394" y="2237"/>
                  </a:lnTo>
                  <a:lnTo>
                    <a:pt x="402" y="2210"/>
                  </a:lnTo>
                  <a:lnTo>
                    <a:pt x="411" y="2183"/>
                  </a:lnTo>
                  <a:lnTo>
                    <a:pt x="430" y="2131"/>
                  </a:lnTo>
                  <a:lnTo>
                    <a:pt x="450" y="2077"/>
                  </a:lnTo>
                  <a:lnTo>
                    <a:pt x="460" y="2050"/>
                  </a:lnTo>
                  <a:lnTo>
                    <a:pt x="467" y="2023"/>
                  </a:lnTo>
                  <a:lnTo>
                    <a:pt x="467" y="2023"/>
                  </a:lnTo>
                  <a:lnTo>
                    <a:pt x="474" y="1992"/>
                  </a:lnTo>
                  <a:lnTo>
                    <a:pt x="479" y="1962"/>
                  </a:lnTo>
                  <a:lnTo>
                    <a:pt x="483" y="1931"/>
                  </a:lnTo>
                  <a:lnTo>
                    <a:pt x="486" y="1900"/>
                  </a:lnTo>
                  <a:lnTo>
                    <a:pt x="490" y="1836"/>
                  </a:lnTo>
                  <a:lnTo>
                    <a:pt x="491" y="1775"/>
                  </a:lnTo>
                  <a:lnTo>
                    <a:pt x="491" y="1775"/>
                  </a:lnTo>
                  <a:lnTo>
                    <a:pt x="497" y="1635"/>
                  </a:lnTo>
                  <a:lnTo>
                    <a:pt x="498" y="1565"/>
                  </a:lnTo>
                  <a:lnTo>
                    <a:pt x="500" y="1496"/>
                  </a:lnTo>
                  <a:lnTo>
                    <a:pt x="500" y="1496"/>
                  </a:lnTo>
                  <a:lnTo>
                    <a:pt x="498" y="1428"/>
                  </a:lnTo>
                  <a:lnTo>
                    <a:pt x="497" y="1361"/>
                  </a:lnTo>
                  <a:lnTo>
                    <a:pt x="493" y="1293"/>
                  </a:lnTo>
                  <a:lnTo>
                    <a:pt x="489" y="1225"/>
                  </a:lnTo>
                  <a:lnTo>
                    <a:pt x="483" y="1157"/>
                  </a:lnTo>
                  <a:lnTo>
                    <a:pt x="476" y="1091"/>
                  </a:lnTo>
                  <a:lnTo>
                    <a:pt x="460" y="955"/>
                  </a:lnTo>
                  <a:lnTo>
                    <a:pt x="460" y="955"/>
                  </a:lnTo>
                  <a:lnTo>
                    <a:pt x="443" y="826"/>
                  </a:lnTo>
                  <a:lnTo>
                    <a:pt x="423" y="698"/>
                  </a:lnTo>
                  <a:lnTo>
                    <a:pt x="399" y="569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48" y="331"/>
                  </a:lnTo>
                  <a:lnTo>
                    <a:pt x="321" y="222"/>
                  </a:lnTo>
                  <a:lnTo>
                    <a:pt x="290" y="113"/>
                  </a:lnTo>
                  <a:lnTo>
                    <a:pt x="256" y="5"/>
                  </a:lnTo>
                  <a:lnTo>
                    <a:pt x="256" y="5"/>
                  </a:lnTo>
                  <a:lnTo>
                    <a:pt x="255" y="2"/>
                  </a:lnTo>
                  <a:lnTo>
                    <a:pt x="252" y="1"/>
                  </a:lnTo>
                  <a:lnTo>
                    <a:pt x="249" y="0"/>
                  </a:lnTo>
                  <a:lnTo>
                    <a:pt x="246" y="0"/>
                  </a:lnTo>
                  <a:lnTo>
                    <a:pt x="243" y="1"/>
                  </a:lnTo>
                  <a:lnTo>
                    <a:pt x="241" y="4"/>
                  </a:lnTo>
                  <a:lnTo>
                    <a:pt x="241" y="7"/>
                  </a:lnTo>
                  <a:lnTo>
                    <a:pt x="241" y="9"/>
                  </a:lnTo>
                  <a:lnTo>
                    <a:pt x="2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5" name="Freeform 105">
              <a:extLst>
                <a:ext uri="{FF2B5EF4-FFF2-40B4-BE49-F238E27FC236}">
                  <a16:creationId xmlns:a16="http://schemas.microsoft.com/office/drawing/2014/main" id="{8F74F329-95B7-4A78-42E0-939AE6D7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16"/>
              <a:ext cx="2654" cy="2293"/>
            </a:xfrm>
            <a:custGeom>
              <a:avLst/>
              <a:gdLst>
                <a:gd name="T0" fmla="*/ 4850 w 5309"/>
                <a:gd name="T1" fmla="*/ 4464 h 4585"/>
                <a:gd name="T2" fmla="*/ 4259 w 5309"/>
                <a:gd name="T3" fmla="*/ 4438 h 4585"/>
                <a:gd name="T4" fmla="*/ 3001 w 5309"/>
                <a:gd name="T5" fmla="*/ 4544 h 4585"/>
                <a:gd name="T6" fmla="*/ 2491 w 5309"/>
                <a:gd name="T7" fmla="*/ 4567 h 4585"/>
                <a:gd name="T8" fmla="*/ 2475 w 5309"/>
                <a:gd name="T9" fmla="*/ 4275 h 4585"/>
                <a:gd name="T10" fmla="*/ 2424 w 5309"/>
                <a:gd name="T11" fmla="*/ 3922 h 4585"/>
                <a:gd name="T12" fmla="*/ 2427 w 5309"/>
                <a:gd name="T13" fmla="*/ 3480 h 4585"/>
                <a:gd name="T14" fmla="*/ 2510 w 5309"/>
                <a:gd name="T15" fmla="*/ 2588 h 4585"/>
                <a:gd name="T16" fmla="*/ 2518 w 5309"/>
                <a:gd name="T17" fmla="*/ 1808 h 4585"/>
                <a:gd name="T18" fmla="*/ 2448 w 5309"/>
                <a:gd name="T19" fmla="*/ 1713 h 4585"/>
                <a:gd name="T20" fmla="*/ 1880 w 5309"/>
                <a:gd name="T21" fmla="*/ 1692 h 4585"/>
                <a:gd name="T22" fmla="*/ 1357 w 5309"/>
                <a:gd name="T23" fmla="*/ 1606 h 4585"/>
                <a:gd name="T24" fmla="*/ 932 w 5309"/>
                <a:gd name="T25" fmla="*/ 1409 h 4585"/>
                <a:gd name="T26" fmla="*/ 508 w 5309"/>
                <a:gd name="T27" fmla="*/ 1009 h 4585"/>
                <a:gd name="T28" fmla="*/ 252 w 5309"/>
                <a:gd name="T29" fmla="*/ 703 h 4585"/>
                <a:gd name="T30" fmla="*/ 199 w 5309"/>
                <a:gd name="T31" fmla="*/ 549 h 4585"/>
                <a:gd name="T32" fmla="*/ 123 w 5309"/>
                <a:gd name="T33" fmla="*/ 461 h 4585"/>
                <a:gd name="T34" fmla="*/ 18 w 5309"/>
                <a:gd name="T35" fmla="*/ 367 h 4585"/>
                <a:gd name="T36" fmla="*/ 58 w 5309"/>
                <a:gd name="T37" fmla="*/ 257 h 4585"/>
                <a:gd name="T38" fmla="*/ 239 w 5309"/>
                <a:gd name="T39" fmla="*/ 51 h 4585"/>
                <a:gd name="T40" fmla="*/ 334 w 5309"/>
                <a:gd name="T41" fmla="*/ 16 h 4585"/>
                <a:gd name="T42" fmla="*/ 459 w 5309"/>
                <a:gd name="T43" fmla="*/ 116 h 4585"/>
                <a:gd name="T44" fmla="*/ 590 w 5309"/>
                <a:gd name="T45" fmla="*/ 262 h 4585"/>
                <a:gd name="T46" fmla="*/ 974 w 5309"/>
                <a:gd name="T47" fmla="*/ 486 h 4585"/>
                <a:gd name="T48" fmla="*/ 1381 w 5309"/>
                <a:gd name="T49" fmla="*/ 714 h 4585"/>
                <a:gd name="T50" fmla="*/ 1628 w 5309"/>
                <a:gd name="T51" fmla="*/ 755 h 4585"/>
                <a:gd name="T52" fmla="*/ 1864 w 5309"/>
                <a:gd name="T53" fmla="*/ 723 h 4585"/>
                <a:gd name="T54" fmla="*/ 2390 w 5309"/>
                <a:gd name="T55" fmla="*/ 526 h 4585"/>
                <a:gd name="T56" fmla="*/ 2824 w 5309"/>
                <a:gd name="T57" fmla="*/ 394 h 4585"/>
                <a:gd name="T58" fmla="*/ 2750 w 5309"/>
                <a:gd name="T59" fmla="*/ 397 h 4585"/>
                <a:gd name="T60" fmla="*/ 2221 w 5309"/>
                <a:gd name="T61" fmla="*/ 574 h 4585"/>
                <a:gd name="T62" fmla="*/ 1779 w 5309"/>
                <a:gd name="T63" fmla="*/ 724 h 4585"/>
                <a:gd name="T64" fmla="*/ 1510 w 5309"/>
                <a:gd name="T65" fmla="*/ 730 h 4585"/>
                <a:gd name="T66" fmla="*/ 1285 w 5309"/>
                <a:gd name="T67" fmla="*/ 653 h 4585"/>
                <a:gd name="T68" fmla="*/ 902 w 5309"/>
                <a:gd name="T69" fmla="*/ 427 h 4585"/>
                <a:gd name="T70" fmla="*/ 545 w 5309"/>
                <a:gd name="T71" fmla="*/ 206 h 4585"/>
                <a:gd name="T72" fmla="*/ 422 w 5309"/>
                <a:gd name="T73" fmla="*/ 51 h 4585"/>
                <a:gd name="T74" fmla="*/ 335 w 5309"/>
                <a:gd name="T75" fmla="*/ 2 h 4585"/>
                <a:gd name="T76" fmla="*/ 189 w 5309"/>
                <a:gd name="T77" fmla="*/ 75 h 4585"/>
                <a:gd name="T78" fmla="*/ 21 w 5309"/>
                <a:gd name="T79" fmla="*/ 282 h 4585"/>
                <a:gd name="T80" fmla="*/ 9 w 5309"/>
                <a:gd name="T81" fmla="*/ 390 h 4585"/>
                <a:gd name="T82" fmla="*/ 141 w 5309"/>
                <a:gd name="T83" fmla="*/ 493 h 4585"/>
                <a:gd name="T84" fmla="*/ 184 w 5309"/>
                <a:gd name="T85" fmla="*/ 584 h 4585"/>
                <a:gd name="T86" fmla="*/ 238 w 5309"/>
                <a:gd name="T87" fmla="*/ 714 h 4585"/>
                <a:gd name="T88" fmla="*/ 442 w 5309"/>
                <a:gd name="T89" fmla="*/ 964 h 4585"/>
                <a:gd name="T90" fmla="*/ 858 w 5309"/>
                <a:gd name="T91" fmla="*/ 1375 h 4585"/>
                <a:gd name="T92" fmla="*/ 1210 w 5309"/>
                <a:gd name="T93" fmla="*/ 1579 h 4585"/>
                <a:gd name="T94" fmla="*/ 1721 w 5309"/>
                <a:gd name="T95" fmla="*/ 1692 h 4585"/>
                <a:gd name="T96" fmla="*/ 2380 w 5309"/>
                <a:gd name="T97" fmla="*/ 1729 h 4585"/>
                <a:gd name="T98" fmla="*/ 2506 w 5309"/>
                <a:gd name="T99" fmla="*/ 1990 h 4585"/>
                <a:gd name="T100" fmla="*/ 2448 w 5309"/>
                <a:gd name="T101" fmla="*/ 3086 h 4585"/>
                <a:gd name="T102" fmla="*/ 2401 w 5309"/>
                <a:gd name="T103" fmla="*/ 3705 h 4585"/>
                <a:gd name="T104" fmla="*/ 2445 w 5309"/>
                <a:gd name="T105" fmla="*/ 4140 h 4585"/>
                <a:gd name="T106" fmla="*/ 2447 w 5309"/>
                <a:gd name="T107" fmla="*/ 4481 h 4585"/>
                <a:gd name="T108" fmla="*/ 2540 w 5309"/>
                <a:gd name="T109" fmla="*/ 4585 h 4585"/>
                <a:gd name="T110" fmla="*/ 3161 w 5309"/>
                <a:gd name="T111" fmla="*/ 4547 h 4585"/>
                <a:gd name="T112" fmla="*/ 4355 w 5309"/>
                <a:gd name="T113" fmla="*/ 4452 h 4585"/>
                <a:gd name="T114" fmla="*/ 4949 w 5309"/>
                <a:gd name="T115" fmla="*/ 4496 h 4585"/>
                <a:gd name="T116" fmla="*/ 5303 w 5309"/>
                <a:gd name="T117" fmla="*/ 4580 h 4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09" h="4585">
                  <a:moveTo>
                    <a:pt x="5303" y="4563"/>
                  </a:moveTo>
                  <a:lnTo>
                    <a:pt x="5303" y="4563"/>
                  </a:lnTo>
                  <a:lnTo>
                    <a:pt x="5240" y="4543"/>
                  </a:lnTo>
                  <a:lnTo>
                    <a:pt x="5176" y="4526"/>
                  </a:lnTo>
                  <a:lnTo>
                    <a:pt x="5111" y="4510"/>
                  </a:lnTo>
                  <a:lnTo>
                    <a:pt x="5045" y="4496"/>
                  </a:lnTo>
                  <a:lnTo>
                    <a:pt x="4980" y="4485"/>
                  </a:lnTo>
                  <a:lnTo>
                    <a:pt x="4916" y="4473"/>
                  </a:lnTo>
                  <a:lnTo>
                    <a:pt x="4850" y="4464"/>
                  </a:lnTo>
                  <a:lnTo>
                    <a:pt x="4785" y="4456"/>
                  </a:lnTo>
                  <a:lnTo>
                    <a:pt x="4719" y="4449"/>
                  </a:lnTo>
                  <a:lnTo>
                    <a:pt x="4654" y="4445"/>
                  </a:lnTo>
                  <a:lnTo>
                    <a:pt x="4588" y="4441"/>
                  </a:lnTo>
                  <a:lnTo>
                    <a:pt x="4523" y="4438"/>
                  </a:lnTo>
                  <a:lnTo>
                    <a:pt x="4457" y="4437"/>
                  </a:lnTo>
                  <a:lnTo>
                    <a:pt x="4391" y="4437"/>
                  </a:lnTo>
                  <a:lnTo>
                    <a:pt x="4324" y="4437"/>
                  </a:lnTo>
                  <a:lnTo>
                    <a:pt x="4259" y="4438"/>
                  </a:lnTo>
                  <a:lnTo>
                    <a:pt x="4126" y="4442"/>
                  </a:lnTo>
                  <a:lnTo>
                    <a:pt x="3994" y="4451"/>
                  </a:lnTo>
                  <a:lnTo>
                    <a:pt x="3862" y="4461"/>
                  </a:lnTo>
                  <a:lnTo>
                    <a:pt x="3729" y="4472"/>
                  </a:lnTo>
                  <a:lnTo>
                    <a:pt x="3465" y="4499"/>
                  </a:lnTo>
                  <a:lnTo>
                    <a:pt x="3203" y="4526"/>
                  </a:lnTo>
                  <a:lnTo>
                    <a:pt x="3203" y="4526"/>
                  </a:lnTo>
                  <a:lnTo>
                    <a:pt x="3103" y="4536"/>
                  </a:lnTo>
                  <a:lnTo>
                    <a:pt x="3001" y="4544"/>
                  </a:lnTo>
                  <a:lnTo>
                    <a:pt x="2900" y="4553"/>
                  </a:lnTo>
                  <a:lnTo>
                    <a:pt x="2799" y="4558"/>
                  </a:lnTo>
                  <a:lnTo>
                    <a:pt x="2799" y="4558"/>
                  </a:lnTo>
                  <a:lnTo>
                    <a:pt x="2697" y="4564"/>
                  </a:lnTo>
                  <a:lnTo>
                    <a:pt x="2597" y="4567"/>
                  </a:lnTo>
                  <a:lnTo>
                    <a:pt x="2597" y="4567"/>
                  </a:lnTo>
                  <a:lnTo>
                    <a:pt x="2561" y="4568"/>
                  </a:lnTo>
                  <a:lnTo>
                    <a:pt x="2526" y="4568"/>
                  </a:lnTo>
                  <a:lnTo>
                    <a:pt x="2491" y="4567"/>
                  </a:lnTo>
                  <a:lnTo>
                    <a:pt x="2455" y="4563"/>
                  </a:lnTo>
                  <a:lnTo>
                    <a:pt x="2455" y="4563"/>
                  </a:lnTo>
                  <a:lnTo>
                    <a:pt x="2462" y="4571"/>
                  </a:lnTo>
                  <a:lnTo>
                    <a:pt x="2462" y="4571"/>
                  </a:lnTo>
                  <a:lnTo>
                    <a:pt x="2464" y="4505"/>
                  </a:lnTo>
                  <a:lnTo>
                    <a:pt x="2465" y="4438"/>
                  </a:lnTo>
                  <a:lnTo>
                    <a:pt x="2474" y="4305"/>
                  </a:lnTo>
                  <a:lnTo>
                    <a:pt x="2474" y="4305"/>
                  </a:lnTo>
                  <a:lnTo>
                    <a:pt x="2475" y="4275"/>
                  </a:lnTo>
                  <a:lnTo>
                    <a:pt x="2475" y="4247"/>
                  </a:lnTo>
                  <a:lnTo>
                    <a:pt x="2472" y="4218"/>
                  </a:lnTo>
                  <a:lnTo>
                    <a:pt x="2469" y="4190"/>
                  </a:lnTo>
                  <a:lnTo>
                    <a:pt x="2461" y="4133"/>
                  </a:lnTo>
                  <a:lnTo>
                    <a:pt x="2451" y="4077"/>
                  </a:lnTo>
                  <a:lnTo>
                    <a:pt x="2451" y="4077"/>
                  </a:lnTo>
                  <a:lnTo>
                    <a:pt x="2440" y="4014"/>
                  </a:lnTo>
                  <a:lnTo>
                    <a:pt x="2428" y="3952"/>
                  </a:lnTo>
                  <a:lnTo>
                    <a:pt x="2424" y="3922"/>
                  </a:lnTo>
                  <a:lnTo>
                    <a:pt x="2421" y="3890"/>
                  </a:lnTo>
                  <a:lnTo>
                    <a:pt x="2418" y="3858"/>
                  </a:lnTo>
                  <a:lnTo>
                    <a:pt x="2418" y="3827"/>
                  </a:lnTo>
                  <a:lnTo>
                    <a:pt x="2418" y="3827"/>
                  </a:lnTo>
                  <a:lnTo>
                    <a:pt x="2418" y="3758"/>
                  </a:lnTo>
                  <a:lnTo>
                    <a:pt x="2418" y="3688"/>
                  </a:lnTo>
                  <a:lnTo>
                    <a:pt x="2423" y="3550"/>
                  </a:lnTo>
                  <a:lnTo>
                    <a:pt x="2423" y="3550"/>
                  </a:lnTo>
                  <a:lnTo>
                    <a:pt x="2427" y="3480"/>
                  </a:lnTo>
                  <a:lnTo>
                    <a:pt x="2432" y="3411"/>
                  </a:lnTo>
                  <a:lnTo>
                    <a:pt x="2438" y="3341"/>
                  </a:lnTo>
                  <a:lnTo>
                    <a:pt x="2445" y="3272"/>
                  </a:lnTo>
                  <a:lnTo>
                    <a:pt x="2461" y="3134"/>
                  </a:lnTo>
                  <a:lnTo>
                    <a:pt x="2476" y="2996"/>
                  </a:lnTo>
                  <a:lnTo>
                    <a:pt x="2476" y="2996"/>
                  </a:lnTo>
                  <a:lnTo>
                    <a:pt x="2489" y="2860"/>
                  </a:lnTo>
                  <a:lnTo>
                    <a:pt x="2501" y="2724"/>
                  </a:lnTo>
                  <a:lnTo>
                    <a:pt x="2510" y="2588"/>
                  </a:lnTo>
                  <a:lnTo>
                    <a:pt x="2518" y="2452"/>
                  </a:lnTo>
                  <a:lnTo>
                    <a:pt x="2518" y="2452"/>
                  </a:lnTo>
                  <a:lnTo>
                    <a:pt x="2520" y="2359"/>
                  </a:lnTo>
                  <a:lnTo>
                    <a:pt x="2523" y="2267"/>
                  </a:lnTo>
                  <a:lnTo>
                    <a:pt x="2525" y="2175"/>
                  </a:lnTo>
                  <a:lnTo>
                    <a:pt x="2525" y="2083"/>
                  </a:lnTo>
                  <a:lnTo>
                    <a:pt x="2523" y="1992"/>
                  </a:lnTo>
                  <a:lnTo>
                    <a:pt x="2520" y="1900"/>
                  </a:lnTo>
                  <a:lnTo>
                    <a:pt x="2518" y="1808"/>
                  </a:lnTo>
                  <a:lnTo>
                    <a:pt x="2512" y="1716"/>
                  </a:lnTo>
                  <a:lnTo>
                    <a:pt x="2512" y="1716"/>
                  </a:lnTo>
                  <a:lnTo>
                    <a:pt x="2512" y="1713"/>
                  </a:lnTo>
                  <a:lnTo>
                    <a:pt x="2509" y="1710"/>
                  </a:lnTo>
                  <a:lnTo>
                    <a:pt x="2506" y="1709"/>
                  </a:lnTo>
                  <a:lnTo>
                    <a:pt x="2502" y="1708"/>
                  </a:lnTo>
                  <a:lnTo>
                    <a:pt x="2502" y="1708"/>
                  </a:lnTo>
                  <a:lnTo>
                    <a:pt x="2475" y="1712"/>
                  </a:lnTo>
                  <a:lnTo>
                    <a:pt x="2448" y="1713"/>
                  </a:lnTo>
                  <a:lnTo>
                    <a:pt x="2421" y="1715"/>
                  </a:lnTo>
                  <a:lnTo>
                    <a:pt x="2393" y="1715"/>
                  </a:lnTo>
                  <a:lnTo>
                    <a:pt x="2285" y="1710"/>
                  </a:lnTo>
                  <a:lnTo>
                    <a:pt x="2285" y="1710"/>
                  </a:lnTo>
                  <a:lnTo>
                    <a:pt x="2151" y="1708"/>
                  </a:lnTo>
                  <a:lnTo>
                    <a:pt x="2016" y="1702"/>
                  </a:lnTo>
                  <a:lnTo>
                    <a:pt x="2016" y="1702"/>
                  </a:lnTo>
                  <a:lnTo>
                    <a:pt x="1948" y="1698"/>
                  </a:lnTo>
                  <a:lnTo>
                    <a:pt x="1880" y="1692"/>
                  </a:lnTo>
                  <a:lnTo>
                    <a:pt x="1812" y="1685"/>
                  </a:lnTo>
                  <a:lnTo>
                    <a:pt x="1744" y="1678"/>
                  </a:lnTo>
                  <a:lnTo>
                    <a:pt x="1676" y="1669"/>
                  </a:lnTo>
                  <a:lnTo>
                    <a:pt x="1609" y="1659"/>
                  </a:lnTo>
                  <a:lnTo>
                    <a:pt x="1541" y="1647"/>
                  </a:lnTo>
                  <a:lnTo>
                    <a:pt x="1475" y="1634"/>
                  </a:lnTo>
                  <a:lnTo>
                    <a:pt x="1475" y="1634"/>
                  </a:lnTo>
                  <a:lnTo>
                    <a:pt x="1415" y="1621"/>
                  </a:lnTo>
                  <a:lnTo>
                    <a:pt x="1357" y="1606"/>
                  </a:lnTo>
                  <a:lnTo>
                    <a:pt x="1299" y="1590"/>
                  </a:lnTo>
                  <a:lnTo>
                    <a:pt x="1242" y="1572"/>
                  </a:lnTo>
                  <a:lnTo>
                    <a:pt x="1187" y="1550"/>
                  </a:lnTo>
                  <a:lnTo>
                    <a:pt x="1132" y="1526"/>
                  </a:lnTo>
                  <a:lnTo>
                    <a:pt x="1078" y="1499"/>
                  </a:lnTo>
                  <a:lnTo>
                    <a:pt x="1025" y="1470"/>
                  </a:lnTo>
                  <a:lnTo>
                    <a:pt x="1025" y="1470"/>
                  </a:lnTo>
                  <a:lnTo>
                    <a:pt x="977" y="1440"/>
                  </a:lnTo>
                  <a:lnTo>
                    <a:pt x="932" y="1409"/>
                  </a:lnTo>
                  <a:lnTo>
                    <a:pt x="887" y="1375"/>
                  </a:lnTo>
                  <a:lnTo>
                    <a:pt x="843" y="1339"/>
                  </a:lnTo>
                  <a:lnTo>
                    <a:pt x="800" y="1302"/>
                  </a:lnTo>
                  <a:lnTo>
                    <a:pt x="759" y="1266"/>
                  </a:lnTo>
                  <a:lnTo>
                    <a:pt x="718" y="1226"/>
                  </a:lnTo>
                  <a:lnTo>
                    <a:pt x="678" y="1186"/>
                  </a:lnTo>
                  <a:lnTo>
                    <a:pt x="678" y="1186"/>
                  </a:lnTo>
                  <a:lnTo>
                    <a:pt x="592" y="1098"/>
                  </a:lnTo>
                  <a:lnTo>
                    <a:pt x="508" y="1009"/>
                  </a:lnTo>
                  <a:lnTo>
                    <a:pt x="467" y="964"/>
                  </a:lnTo>
                  <a:lnTo>
                    <a:pt x="426" y="918"/>
                  </a:lnTo>
                  <a:lnTo>
                    <a:pt x="386" y="872"/>
                  </a:lnTo>
                  <a:lnTo>
                    <a:pt x="348" y="823"/>
                  </a:lnTo>
                  <a:lnTo>
                    <a:pt x="348" y="823"/>
                  </a:lnTo>
                  <a:lnTo>
                    <a:pt x="316" y="784"/>
                  </a:lnTo>
                  <a:lnTo>
                    <a:pt x="283" y="744"/>
                  </a:lnTo>
                  <a:lnTo>
                    <a:pt x="267" y="724"/>
                  </a:lnTo>
                  <a:lnTo>
                    <a:pt x="252" y="703"/>
                  </a:lnTo>
                  <a:lnTo>
                    <a:pt x="238" y="682"/>
                  </a:lnTo>
                  <a:lnTo>
                    <a:pt x="225" y="661"/>
                  </a:lnTo>
                  <a:lnTo>
                    <a:pt x="225" y="661"/>
                  </a:lnTo>
                  <a:lnTo>
                    <a:pt x="214" y="636"/>
                  </a:lnTo>
                  <a:lnTo>
                    <a:pt x="206" y="612"/>
                  </a:lnTo>
                  <a:lnTo>
                    <a:pt x="201" y="587"/>
                  </a:lnTo>
                  <a:lnTo>
                    <a:pt x="199" y="561"/>
                  </a:lnTo>
                  <a:lnTo>
                    <a:pt x="199" y="561"/>
                  </a:lnTo>
                  <a:lnTo>
                    <a:pt x="199" y="549"/>
                  </a:lnTo>
                  <a:lnTo>
                    <a:pt x="198" y="536"/>
                  </a:lnTo>
                  <a:lnTo>
                    <a:pt x="195" y="523"/>
                  </a:lnTo>
                  <a:lnTo>
                    <a:pt x="192" y="519"/>
                  </a:lnTo>
                  <a:lnTo>
                    <a:pt x="189" y="513"/>
                  </a:lnTo>
                  <a:lnTo>
                    <a:pt x="189" y="513"/>
                  </a:lnTo>
                  <a:lnTo>
                    <a:pt x="174" y="499"/>
                  </a:lnTo>
                  <a:lnTo>
                    <a:pt x="158" y="485"/>
                  </a:lnTo>
                  <a:lnTo>
                    <a:pt x="141" y="472"/>
                  </a:lnTo>
                  <a:lnTo>
                    <a:pt x="123" y="461"/>
                  </a:lnTo>
                  <a:lnTo>
                    <a:pt x="87" y="438"/>
                  </a:lnTo>
                  <a:lnTo>
                    <a:pt x="70" y="427"/>
                  </a:lnTo>
                  <a:lnTo>
                    <a:pt x="53" y="414"/>
                  </a:lnTo>
                  <a:lnTo>
                    <a:pt x="53" y="414"/>
                  </a:lnTo>
                  <a:lnTo>
                    <a:pt x="38" y="400"/>
                  </a:lnTo>
                  <a:lnTo>
                    <a:pt x="32" y="393"/>
                  </a:lnTo>
                  <a:lnTo>
                    <a:pt x="26" y="384"/>
                  </a:lnTo>
                  <a:lnTo>
                    <a:pt x="21" y="376"/>
                  </a:lnTo>
                  <a:lnTo>
                    <a:pt x="18" y="367"/>
                  </a:lnTo>
                  <a:lnTo>
                    <a:pt x="15" y="357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35"/>
                  </a:lnTo>
                  <a:lnTo>
                    <a:pt x="19" y="323"/>
                  </a:lnTo>
                  <a:lnTo>
                    <a:pt x="24" y="311"/>
                  </a:lnTo>
                  <a:lnTo>
                    <a:pt x="29" y="299"/>
                  </a:lnTo>
                  <a:lnTo>
                    <a:pt x="43" y="27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83" y="220"/>
                  </a:lnTo>
                  <a:lnTo>
                    <a:pt x="113" y="186"/>
                  </a:lnTo>
                  <a:lnTo>
                    <a:pt x="141" y="152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204" y="85"/>
                  </a:lnTo>
                  <a:lnTo>
                    <a:pt x="221" y="68"/>
                  </a:lnTo>
                  <a:lnTo>
                    <a:pt x="239" y="51"/>
                  </a:lnTo>
                  <a:lnTo>
                    <a:pt x="259" y="37"/>
                  </a:lnTo>
                  <a:lnTo>
                    <a:pt x="269" y="31"/>
                  </a:lnTo>
                  <a:lnTo>
                    <a:pt x="280" y="26"/>
                  </a:lnTo>
                  <a:lnTo>
                    <a:pt x="290" y="21"/>
                  </a:lnTo>
                  <a:lnTo>
                    <a:pt x="301" y="19"/>
                  </a:lnTo>
                  <a:lnTo>
                    <a:pt x="313" y="16"/>
                  </a:lnTo>
                  <a:lnTo>
                    <a:pt x="324" y="16"/>
                  </a:lnTo>
                  <a:lnTo>
                    <a:pt x="324" y="16"/>
                  </a:lnTo>
                  <a:lnTo>
                    <a:pt x="334" y="16"/>
                  </a:lnTo>
                  <a:lnTo>
                    <a:pt x="344" y="17"/>
                  </a:lnTo>
                  <a:lnTo>
                    <a:pt x="354" y="21"/>
                  </a:lnTo>
                  <a:lnTo>
                    <a:pt x="364" y="26"/>
                  </a:lnTo>
                  <a:lnTo>
                    <a:pt x="374" y="31"/>
                  </a:lnTo>
                  <a:lnTo>
                    <a:pt x="382" y="37"/>
                  </a:lnTo>
                  <a:lnTo>
                    <a:pt x="401" y="53"/>
                  </a:lnTo>
                  <a:lnTo>
                    <a:pt x="416" y="68"/>
                  </a:lnTo>
                  <a:lnTo>
                    <a:pt x="432" y="85"/>
                  </a:lnTo>
                  <a:lnTo>
                    <a:pt x="459" y="116"/>
                  </a:lnTo>
                  <a:lnTo>
                    <a:pt x="459" y="116"/>
                  </a:lnTo>
                  <a:lnTo>
                    <a:pt x="488" y="152"/>
                  </a:lnTo>
                  <a:lnTo>
                    <a:pt x="515" y="189"/>
                  </a:lnTo>
                  <a:lnTo>
                    <a:pt x="515" y="189"/>
                  </a:lnTo>
                  <a:lnTo>
                    <a:pt x="531" y="213"/>
                  </a:lnTo>
                  <a:lnTo>
                    <a:pt x="539" y="223"/>
                  </a:lnTo>
                  <a:lnTo>
                    <a:pt x="551" y="233"/>
                  </a:lnTo>
                  <a:lnTo>
                    <a:pt x="551" y="233"/>
                  </a:lnTo>
                  <a:lnTo>
                    <a:pt x="590" y="262"/>
                  </a:lnTo>
                  <a:lnTo>
                    <a:pt x="632" y="291"/>
                  </a:lnTo>
                  <a:lnTo>
                    <a:pt x="673" y="319"/>
                  </a:lnTo>
                  <a:lnTo>
                    <a:pt x="715" y="345"/>
                  </a:lnTo>
                  <a:lnTo>
                    <a:pt x="715" y="345"/>
                  </a:lnTo>
                  <a:lnTo>
                    <a:pt x="766" y="374"/>
                  </a:lnTo>
                  <a:lnTo>
                    <a:pt x="819" y="403"/>
                  </a:lnTo>
                  <a:lnTo>
                    <a:pt x="923" y="458"/>
                  </a:lnTo>
                  <a:lnTo>
                    <a:pt x="923" y="458"/>
                  </a:lnTo>
                  <a:lnTo>
                    <a:pt x="974" y="486"/>
                  </a:lnTo>
                  <a:lnTo>
                    <a:pt x="1024" y="516"/>
                  </a:lnTo>
                  <a:lnTo>
                    <a:pt x="1125" y="578"/>
                  </a:lnTo>
                  <a:lnTo>
                    <a:pt x="1174" y="610"/>
                  </a:lnTo>
                  <a:lnTo>
                    <a:pt x="1224" y="639"/>
                  </a:lnTo>
                  <a:lnTo>
                    <a:pt x="1275" y="668"/>
                  </a:lnTo>
                  <a:lnTo>
                    <a:pt x="1329" y="693"/>
                  </a:lnTo>
                  <a:lnTo>
                    <a:pt x="1329" y="693"/>
                  </a:lnTo>
                  <a:lnTo>
                    <a:pt x="1354" y="704"/>
                  </a:lnTo>
                  <a:lnTo>
                    <a:pt x="1381" y="714"/>
                  </a:lnTo>
                  <a:lnTo>
                    <a:pt x="1408" y="723"/>
                  </a:lnTo>
                  <a:lnTo>
                    <a:pt x="1435" y="731"/>
                  </a:lnTo>
                  <a:lnTo>
                    <a:pt x="1462" y="737"/>
                  </a:lnTo>
                  <a:lnTo>
                    <a:pt x="1489" y="743"/>
                  </a:lnTo>
                  <a:lnTo>
                    <a:pt x="1517" y="748"/>
                  </a:lnTo>
                  <a:lnTo>
                    <a:pt x="1544" y="751"/>
                  </a:lnTo>
                  <a:lnTo>
                    <a:pt x="1572" y="754"/>
                  </a:lnTo>
                  <a:lnTo>
                    <a:pt x="1599" y="755"/>
                  </a:lnTo>
                  <a:lnTo>
                    <a:pt x="1628" y="755"/>
                  </a:lnTo>
                  <a:lnTo>
                    <a:pt x="1656" y="754"/>
                  </a:lnTo>
                  <a:lnTo>
                    <a:pt x="1684" y="753"/>
                  </a:lnTo>
                  <a:lnTo>
                    <a:pt x="1713" y="751"/>
                  </a:lnTo>
                  <a:lnTo>
                    <a:pt x="1741" y="747"/>
                  </a:lnTo>
                  <a:lnTo>
                    <a:pt x="1768" y="743"/>
                  </a:lnTo>
                  <a:lnTo>
                    <a:pt x="1768" y="743"/>
                  </a:lnTo>
                  <a:lnTo>
                    <a:pt x="1801" y="737"/>
                  </a:lnTo>
                  <a:lnTo>
                    <a:pt x="1833" y="731"/>
                  </a:lnTo>
                  <a:lnTo>
                    <a:pt x="1864" y="723"/>
                  </a:lnTo>
                  <a:lnTo>
                    <a:pt x="1895" y="714"/>
                  </a:lnTo>
                  <a:lnTo>
                    <a:pt x="1959" y="695"/>
                  </a:lnTo>
                  <a:lnTo>
                    <a:pt x="2020" y="673"/>
                  </a:lnTo>
                  <a:lnTo>
                    <a:pt x="2081" y="649"/>
                  </a:lnTo>
                  <a:lnTo>
                    <a:pt x="2142" y="625"/>
                  </a:lnTo>
                  <a:lnTo>
                    <a:pt x="2264" y="574"/>
                  </a:lnTo>
                  <a:lnTo>
                    <a:pt x="2264" y="574"/>
                  </a:lnTo>
                  <a:lnTo>
                    <a:pt x="2326" y="549"/>
                  </a:lnTo>
                  <a:lnTo>
                    <a:pt x="2390" y="526"/>
                  </a:lnTo>
                  <a:lnTo>
                    <a:pt x="2454" y="503"/>
                  </a:lnTo>
                  <a:lnTo>
                    <a:pt x="2519" y="483"/>
                  </a:lnTo>
                  <a:lnTo>
                    <a:pt x="2519" y="483"/>
                  </a:lnTo>
                  <a:lnTo>
                    <a:pt x="2594" y="462"/>
                  </a:lnTo>
                  <a:lnTo>
                    <a:pt x="2669" y="439"/>
                  </a:lnTo>
                  <a:lnTo>
                    <a:pt x="2744" y="417"/>
                  </a:lnTo>
                  <a:lnTo>
                    <a:pt x="2819" y="396"/>
                  </a:lnTo>
                  <a:lnTo>
                    <a:pt x="2819" y="396"/>
                  </a:lnTo>
                  <a:lnTo>
                    <a:pt x="2824" y="394"/>
                  </a:lnTo>
                  <a:lnTo>
                    <a:pt x="2825" y="391"/>
                  </a:lnTo>
                  <a:lnTo>
                    <a:pt x="2825" y="388"/>
                  </a:lnTo>
                  <a:lnTo>
                    <a:pt x="2825" y="386"/>
                  </a:lnTo>
                  <a:lnTo>
                    <a:pt x="2824" y="383"/>
                  </a:lnTo>
                  <a:lnTo>
                    <a:pt x="2822" y="380"/>
                  </a:lnTo>
                  <a:lnTo>
                    <a:pt x="2819" y="379"/>
                  </a:lnTo>
                  <a:lnTo>
                    <a:pt x="2815" y="379"/>
                  </a:lnTo>
                  <a:lnTo>
                    <a:pt x="2815" y="379"/>
                  </a:lnTo>
                  <a:lnTo>
                    <a:pt x="2750" y="397"/>
                  </a:lnTo>
                  <a:lnTo>
                    <a:pt x="2685" y="417"/>
                  </a:lnTo>
                  <a:lnTo>
                    <a:pt x="2554" y="456"/>
                  </a:lnTo>
                  <a:lnTo>
                    <a:pt x="2554" y="456"/>
                  </a:lnTo>
                  <a:lnTo>
                    <a:pt x="2498" y="472"/>
                  </a:lnTo>
                  <a:lnTo>
                    <a:pt x="2441" y="490"/>
                  </a:lnTo>
                  <a:lnTo>
                    <a:pt x="2384" y="509"/>
                  </a:lnTo>
                  <a:lnTo>
                    <a:pt x="2328" y="530"/>
                  </a:lnTo>
                  <a:lnTo>
                    <a:pt x="2328" y="530"/>
                  </a:lnTo>
                  <a:lnTo>
                    <a:pt x="2221" y="574"/>
                  </a:lnTo>
                  <a:lnTo>
                    <a:pt x="2114" y="618"/>
                  </a:lnTo>
                  <a:lnTo>
                    <a:pt x="2061" y="639"/>
                  </a:lnTo>
                  <a:lnTo>
                    <a:pt x="2006" y="659"/>
                  </a:lnTo>
                  <a:lnTo>
                    <a:pt x="1952" y="679"/>
                  </a:lnTo>
                  <a:lnTo>
                    <a:pt x="1897" y="696"/>
                  </a:lnTo>
                  <a:lnTo>
                    <a:pt x="1897" y="696"/>
                  </a:lnTo>
                  <a:lnTo>
                    <a:pt x="1839" y="712"/>
                  </a:lnTo>
                  <a:lnTo>
                    <a:pt x="1809" y="719"/>
                  </a:lnTo>
                  <a:lnTo>
                    <a:pt x="1779" y="724"/>
                  </a:lnTo>
                  <a:lnTo>
                    <a:pt x="1750" y="729"/>
                  </a:lnTo>
                  <a:lnTo>
                    <a:pt x="1720" y="733"/>
                  </a:lnTo>
                  <a:lnTo>
                    <a:pt x="1690" y="736"/>
                  </a:lnTo>
                  <a:lnTo>
                    <a:pt x="1660" y="737"/>
                  </a:lnTo>
                  <a:lnTo>
                    <a:pt x="1630" y="738"/>
                  </a:lnTo>
                  <a:lnTo>
                    <a:pt x="1599" y="738"/>
                  </a:lnTo>
                  <a:lnTo>
                    <a:pt x="1570" y="737"/>
                  </a:lnTo>
                  <a:lnTo>
                    <a:pt x="1540" y="734"/>
                  </a:lnTo>
                  <a:lnTo>
                    <a:pt x="1510" y="730"/>
                  </a:lnTo>
                  <a:lnTo>
                    <a:pt x="1480" y="726"/>
                  </a:lnTo>
                  <a:lnTo>
                    <a:pt x="1451" y="719"/>
                  </a:lnTo>
                  <a:lnTo>
                    <a:pt x="1422" y="710"/>
                  </a:lnTo>
                  <a:lnTo>
                    <a:pt x="1422" y="710"/>
                  </a:lnTo>
                  <a:lnTo>
                    <a:pt x="1394" y="702"/>
                  </a:lnTo>
                  <a:lnTo>
                    <a:pt x="1366" y="690"/>
                  </a:lnTo>
                  <a:lnTo>
                    <a:pt x="1339" y="679"/>
                  </a:lnTo>
                  <a:lnTo>
                    <a:pt x="1312" y="666"/>
                  </a:lnTo>
                  <a:lnTo>
                    <a:pt x="1285" y="653"/>
                  </a:lnTo>
                  <a:lnTo>
                    <a:pt x="1258" y="639"/>
                  </a:lnTo>
                  <a:lnTo>
                    <a:pt x="1207" y="608"/>
                  </a:lnTo>
                  <a:lnTo>
                    <a:pt x="1156" y="577"/>
                  </a:lnTo>
                  <a:lnTo>
                    <a:pt x="1106" y="544"/>
                  </a:lnTo>
                  <a:lnTo>
                    <a:pt x="1055" y="513"/>
                  </a:lnTo>
                  <a:lnTo>
                    <a:pt x="1004" y="482"/>
                  </a:lnTo>
                  <a:lnTo>
                    <a:pt x="1004" y="482"/>
                  </a:lnTo>
                  <a:lnTo>
                    <a:pt x="953" y="454"/>
                  </a:lnTo>
                  <a:lnTo>
                    <a:pt x="902" y="427"/>
                  </a:lnTo>
                  <a:lnTo>
                    <a:pt x="799" y="373"/>
                  </a:lnTo>
                  <a:lnTo>
                    <a:pt x="748" y="345"/>
                  </a:lnTo>
                  <a:lnTo>
                    <a:pt x="698" y="315"/>
                  </a:lnTo>
                  <a:lnTo>
                    <a:pt x="649" y="284"/>
                  </a:lnTo>
                  <a:lnTo>
                    <a:pt x="602" y="250"/>
                  </a:lnTo>
                  <a:lnTo>
                    <a:pt x="602" y="250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5" y="206"/>
                  </a:lnTo>
                  <a:lnTo>
                    <a:pt x="541" y="199"/>
                  </a:lnTo>
                  <a:lnTo>
                    <a:pt x="534" y="186"/>
                  </a:lnTo>
                  <a:lnTo>
                    <a:pt x="534" y="186"/>
                  </a:lnTo>
                  <a:lnTo>
                    <a:pt x="505" y="148"/>
                  </a:lnTo>
                  <a:lnTo>
                    <a:pt x="505" y="148"/>
                  </a:lnTo>
                  <a:lnTo>
                    <a:pt x="480" y="115"/>
                  </a:lnTo>
                  <a:lnTo>
                    <a:pt x="452" y="82"/>
                  </a:lnTo>
                  <a:lnTo>
                    <a:pt x="437" y="67"/>
                  </a:lnTo>
                  <a:lnTo>
                    <a:pt x="422" y="51"/>
                  </a:lnTo>
                  <a:lnTo>
                    <a:pt x="406" y="37"/>
                  </a:lnTo>
                  <a:lnTo>
                    <a:pt x="389" y="24"/>
                  </a:lnTo>
                  <a:lnTo>
                    <a:pt x="389" y="24"/>
                  </a:lnTo>
                  <a:lnTo>
                    <a:pt x="381" y="19"/>
                  </a:lnTo>
                  <a:lnTo>
                    <a:pt x="371" y="13"/>
                  </a:lnTo>
                  <a:lnTo>
                    <a:pt x="362" y="9"/>
                  </a:lnTo>
                  <a:lnTo>
                    <a:pt x="354" y="4"/>
                  </a:lnTo>
                  <a:lnTo>
                    <a:pt x="344" y="3"/>
                  </a:lnTo>
                  <a:lnTo>
                    <a:pt x="335" y="2"/>
                  </a:lnTo>
                  <a:lnTo>
                    <a:pt x="318" y="0"/>
                  </a:lnTo>
                  <a:lnTo>
                    <a:pt x="300" y="3"/>
                  </a:lnTo>
                  <a:lnTo>
                    <a:pt x="283" y="9"/>
                  </a:lnTo>
                  <a:lnTo>
                    <a:pt x="266" y="16"/>
                  </a:lnTo>
                  <a:lnTo>
                    <a:pt x="250" y="24"/>
                  </a:lnTo>
                  <a:lnTo>
                    <a:pt x="235" y="36"/>
                  </a:lnTo>
                  <a:lnTo>
                    <a:pt x="219" y="48"/>
                  </a:lnTo>
                  <a:lnTo>
                    <a:pt x="204" y="61"/>
                  </a:lnTo>
                  <a:lnTo>
                    <a:pt x="189" y="75"/>
                  </a:lnTo>
                  <a:lnTo>
                    <a:pt x="162" y="104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09" y="163"/>
                  </a:lnTo>
                  <a:lnTo>
                    <a:pt x="80" y="197"/>
                  </a:lnTo>
                  <a:lnTo>
                    <a:pt x="55" y="231"/>
                  </a:lnTo>
                  <a:lnTo>
                    <a:pt x="29" y="268"/>
                  </a:lnTo>
                  <a:lnTo>
                    <a:pt x="29" y="268"/>
                  </a:lnTo>
                  <a:lnTo>
                    <a:pt x="21" y="282"/>
                  </a:lnTo>
                  <a:lnTo>
                    <a:pt x="12" y="299"/>
                  </a:lnTo>
                  <a:lnTo>
                    <a:pt x="5" y="315"/>
                  </a:lnTo>
                  <a:lnTo>
                    <a:pt x="1" y="332"/>
                  </a:lnTo>
                  <a:lnTo>
                    <a:pt x="0" y="347"/>
                  </a:lnTo>
                  <a:lnTo>
                    <a:pt x="0" y="356"/>
                  </a:lnTo>
                  <a:lnTo>
                    <a:pt x="1" y="364"/>
                  </a:lnTo>
                  <a:lnTo>
                    <a:pt x="2" y="373"/>
                  </a:lnTo>
                  <a:lnTo>
                    <a:pt x="5" y="381"/>
                  </a:lnTo>
                  <a:lnTo>
                    <a:pt x="9" y="390"/>
                  </a:lnTo>
                  <a:lnTo>
                    <a:pt x="14" y="397"/>
                  </a:lnTo>
                  <a:lnTo>
                    <a:pt x="14" y="397"/>
                  </a:lnTo>
                  <a:lnTo>
                    <a:pt x="26" y="413"/>
                  </a:lnTo>
                  <a:lnTo>
                    <a:pt x="41" y="427"/>
                  </a:lnTo>
                  <a:lnTo>
                    <a:pt x="56" y="439"/>
                  </a:lnTo>
                  <a:lnTo>
                    <a:pt x="73" y="451"/>
                  </a:lnTo>
                  <a:lnTo>
                    <a:pt x="107" y="472"/>
                  </a:lnTo>
                  <a:lnTo>
                    <a:pt x="141" y="493"/>
                  </a:lnTo>
                  <a:lnTo>
                    <a:pt x="141" y="493"/>
                  </a:lnTo>
                  <a:lnTo>
                    <a:pt x="155" y="505"/>
                  </a:lnTo>
                  <a:lnTo>
                    <a:pt x="167" y="515"/>
                  </a:lnTo>
                  <a:lnTo>
                    <a:pt x="175" y="527"/>
                  </a:lnTo>
                  <a:lnTo>
                    <a:pt x="182" y="543"/>
                  </a:lnTo>
                  <a:lnTo>
                    <a:pt x="182" y="543"/>
                  </a:lnTo>
                  <a:lnTo>
                    <a:pt x="184" y="553"/>
                  </a:lnTo>
                  <a:lnTo>
                    <a:pt x="184" y="563"/>
                  </a:lnTo>
                  <a:lnTo>
                    <a:pt x="182" y="574"/>
                  </a:lnTo>
                  <a:lnTo>
                    <a:pt x="184" y="584"/>
                  </a:lnTo>
                  <a:lnTo>
                    <a:pt x="184" y="584"/>
                  </a:lnTo>
                  <a:lnTo>
                    <a:pt x="185" y="597"/>
                  </a:lnTo>
                  <a:lnTo>
                    <a:pt x="187" y="608"/>
                  </a:lnTo>
                  <a:lnTo>
                    <a:pt x="194" y="631"/>
                  </a:lnTo>
                  <a:lnTo>
                    <a:pt x="194" y="631"/>
                  </a:lnTo>
                  <a:lnTo>
                    <a:pt x="202" y="653"/>
                  </a:lnTo>
                  <a:lnTo>
                    <a:pt x="212" y="675"/>
                  </a:lnTo>
                  <a:lnTo>
                    <a:pt x="225" y="695"/>
                  </a:lnTo>
                  <a:lnTo>
                    <a:pt x="238" y="714"/>
                  </a:lnTo>
                  <a:lnTo>
                    <a:pt x="252" y="733"/>
                  </a:lnTo>
                  <a:lnTo>
                    <a:pt x="266" y="751"/>
                  </a:lnTo>
                  <a:lnTo>
                    <a:pt x="297" y="787"/>
                  </a:lnTo>
                  <a:lnTo>
                    <a:pt x="297" y="787"/>
                  </a:lnTo>
                  <a:lnTo>
                    <a:pt x="333" y="832"/>
                  </a:lnTo>
                  <a:lnTo>
                    <a:pt x="368" y="876"/>
                  </a:lnTo>
                  <a:lnTo>
                    <a:pt x="405" y="920"/>
                  </a:lnTo>
                  <a:lnTo>
                    <a:pt x="442" y="964"/>
                  </a:lnTo>
                  <a:lnTo>
                    <a:pt x="442" y="964"/>
                  </a:lnTo>
                  <a:lnTo>
                    <a:pt x="522" y="1050"/>
                  </a:lnTo>
                  <a:lnTo>
                    <a:pt x="605" y="1138"/>
                  </a:lnTo>
                  <a:lnTo>
                    <a:pt x="647" y="1181"/>
                  </a:lnTo>
                  <a:lnTo>
                    <a:pt x="690" y="1223"/>
                  </a:lnTo>
                  <a:lnTo>
                    <a:pt x="732" y="1264"/>
                  </a:lnTo>
                  <a:lnTo>
                    <a:pt x="776" y="1304"/>
                  </a:lnTo>
                  <a:lnTo>
                    <a:pt x="776" y="1304"/>
                  </a:lnTo>
                  <a:lnTo>
                    <a:pt x="817" y="1341"/>
                  </a:lnTo>
                  <a:lnTo>
                    <a:pt x="858" y="1375"/>
                  </a:lnTo>
                  <a:lnTo>
                    <a:pt x="902" y="1407"/>
                  </a:lnTo>
                  <a:lnTo>
                    <a:pt x="946" y="1438"/>
                  </a:lnTo>
                  <a:lnTo>
                    <a:pt x="991" y="1468"/>
                  </a:lnTo>
                  <a:lnTo>
                    <a:pt x="1037" y="1497"/>
                  </a:lnTo>
                  <a:lnTo>
                    <a:pt x="1085" y="1522"/>
                  </a:lnTo>
                  <a:lnTo>
                    <a:pt x="1133" y="1546"/>
                  </a:lnTo>
                  <a:lnTo>
                    <a:pt x="1133" y="1546"/>
                  </a:lnTo>
                  <a:lnTo>
                    <a:pt x="1171" y="1563"/>
                  </a:lnTo>
                  <a:lnTo>
                    <a:pt x="1210" y="1579"/>
                  </a:lnTo>
                  <a:lnTo>
                    <a:pt x="1249" y="1593"/>
                  </a:lnTo>
                  <a:lnTo>
                    <a:pt x="1288" y="1606"/>
                  </a:lnTo>
                  <a:lnTo>
                    <a:pt x="1327" y="1617"/>
                  </a:lnTo>
                  <a:lnTo>
                    <a:pt x="1368" y="1627"/>
                  </a:lnTo>
                  <a:lnTo>
                    <a:pt x="1449" y="1645"/>
                  </a:lnTo>
                  <a:lnTo>
                    <a:pt x="1449" y="1645"/>
                  </a:lnTo>
                  <a:lnTo>
                    <a:pt x="1538" y="1664"/>
                  </a:lnTo>
                  <a:lnTo>
                    <a:pt x="1629" y="1679"/>
                  </a:lnTo>
                  <a:lnTo>
                    <a:pt x="1721" y="1692"/>
                  </a:lnTo>
                  <a:lnTo>
                    <a:pt x="1812" y="1702"/>
                  </a:lnTo>
                  <a:lnTo>
                    <a:pt x="1812" y="1702"/>
                  </a:lnTo>
                  <a:lnTo>
                    <a:pt x="1905" y="1710"/>
                  </a:lnTo>
                  <a:lnTo>
                    <a:pt x="2000" y="1718"/>
                  </a:lnTo>
                  <a:lnTo>
                    <a:pt x="2094" y="1722"/>
                  </a:lnTo>
                  <a:lnTo>
                    <a:pt x="2187" y="1726"/>
                  </a:lnTo>
                  <a:lnTo>
                    <a:pt x="2187" y="1726"/>
                  </a:lnTo>
                  <a:lnTo>
                    <a:pt x="2284" y="1727"/>
                  </a:lnTo>
                  <a:lnTo>
                    <a:pt x="2380" y="1729"/>
                  </a:lnTo>
                  <a:lnTo>
                    <a:pt x="2380" y="1729"/>
                  </a:lnTo>
                  <a:lnTo>
                    <a:pt x="2444" y="1729"/>
                  </a:lnTo>
                  <a:lnTo>
                    <a:pt x="2475" y="1727"/>
                  </a:lnTo>
                  <a:lnTo>
                    <a:pt x="2506" y="1725"/>
                  </a:lnTo>
                  <a:lnTo>
                    <a:pt x="2506" y="1725"/>
                  </a:lnTo>
                  <a:lnTo>
                    <a:pt x="2495" y="1716"/>
                  </a:lnTo>
                  <a:lnTo>
                    <a:pt x="2495" y="1716"/>
                  </a:lnTo>
                  <a:lnTo>
                    <a:pt x="2502" y="1854"/>
                  </a:lnTo>
                  <a:lnTo>
                    <a:pt x="2506" y="1990"/>
                  </a:lnTo>
                  <a:lnTo>
                    <a:pt x="2508" y="2127"/>
                  </a:lnTo>
                  <a:lnTo>
                    <a:pt x="2506" y="2263"/>
                  </a:lnTo>
                  <a:lnTo>
                    <a:pt x="2502" y="2399"/>
                  </a:lnTo>
                  <a:lnTo>
                    <a:pt x="2496" y="2537"/>
                  </a:lnTo>
                  <a:lnTo>
                    <a:pt x="2488" y="2673"/>
                  </a:lnTo>
                  <a:lnTo>
                    <a:pt x="2476" y="2809"/>
                  </a:lnTo>
                  <a:lnTo>
                    <a:pt x="2476" y="2809"/>
                  </a:lnTo>
                  <a:lnTo>
                    <a:pt x="2464" y="2947"/>
                  </a:lnTo>
                  <a:lnTo>
                    <a:pt x="2448" y="3086"/>
                  </a:lnTo>
                  <a:lnTo>
                    <a:pt x="2432" y="3224"/>
                  </a:lnTo>
                  <a:lnTo>
                    <a:pt x="2418" y="3363"/>
                  </a:lnTo>
                  <a:lnTo>
                    <a:pt x="2418" y="3363"/>
                  </a:lnTo>
                  <a:lnTo>
                    <a:pt x="2413" y="3431"/>
                  </a:lnTo>
                  <a:lnTo>
                    <a:pt x="2408" y="3500"/>
                  </a:lnTo>
                  <a:lnTo>
                    <a:pt x="2406" y="3569"/>
                  </a:lnTo>
                  <a:lnTo>
                    <a:pt x="2403" y="3639"/>
                  </a:lnTo>
                  <a:lnTo>
                    <a:pt x="2403" y="3639"/>
                  </a:lnTo>
                  <a:lnTo>
                    <a:pt x="2401" y="3705"/>
                  </a:lnTo>
                  <a:lnTo>
                    <a:pt x="2400" y="3773"/>
                  </a:lnTo>
                  <a:lnTo>
                    <a:pt x="2401" y="3841"/>
                  </a:lnTo>
                  <a:lnTo>
                    <a:pt x="2403" y="3874"/>
                  </a:lnTo>
                  <a:lnTo>
                    <a:pt x="2406" y="3908"/>
                  </a:lnTo>
                  <a:lnTo>
                    <a:pt x="2406" y="3908"/>
                  </a:lnTo>
                  <a:lnTo>
                    <a:pt x="2410" y="3948"/>
                  </a:lnTo>
                  <a:lnTo>
                    <a:pt x="2415" y="3986"/>
                  </a:lnTo>
                  <a:lnTo>
                    <a:pt x="2431" y="4063"/>
                  </a:lnTo>
                  <a:lnTo>
                    <a:pt x="2445" y="4140"/>
                  </a:lnTo>
                  <a:lnTo>
                    <a:pt x="2451" y="4179"/>
                  </a:lnTo>
                  <a:lnTo>
                    <a:pt x="2455" y="4217"/>
                  </a:lnTo>
                  <a:lnTo>
                    <a:pt x="2455" y="4217"/>
                  </a:lnTo>
                  <a:lnTo>
                    <a:pt x="2457" y="4240"/>
                  </a:lnTo>
                  <a:lnTo>
                    <a:pt x="2458" y="4261"/>
                  </a:lnTo>
                  <a:lnTo>
                    <a:pt x="2457" y="4305"/>
                  </a:lnTo>
                  <a:lnTo>
                    <a:pt x="2451" y="4391"/>
                  </a:lnTo>
                  <a:lnTo>
                    <a:pt x="2451" y="4391"/>
                  </a:lnTo>
                  <a:lnTo>
                    <a:pt x="2447" y="4481"/>
                  </a:lnTo>
                  <a:lnTo>
                    <a:pt x="2445" y="4571"/>
                  </a:lnTo>
                  <a:lnTo>
                    <a:pt x="2445" y="4571"/>
                  </a:lnTo>
                  <a:lnTo>
                    <a:pt x="2447" y="4575"/>
                  </a:lnTo>
                  <a:lnTo>
                    <a:pt x="2448" y="4578"/>
                  </a:lnTo>
                  <a:lnTo>
                    <a:pt x="2451" y="4578"/>
                  </a:lnTo>
                  <a:lnTo>
                    <a:pt x="2451" y="4578"/>
                  </a:lnTo>
                  <a:lnTo>
                    <a:pt x="2474" y="4583"/>
                  </a:lnTo>
                  <a:lnTo>
                    <a:pt x="2495" y="4584"/>
                  </a:lnTo>
                  <a:lnTo>
                    <a:pt x="2540" y="4585"/>
                  </a:lnTo>
                  <a:lnTo>
                    <a:pt x="2584" y="4585"/>
                  </a:lnTo>
                  <a:lnTo>
                    <a:pt x="2629" y="4584"/>
                  </a:lnTo>
                  <a:lnTo>
                    <a:pt x="2629" y="4584"/>
                  </a:lnTo>
                  <a:lnTo>
                    <a:pt x="2696" y="4581"/>
                  </a:lnTo>
                  <a:lnTo>
                    <a:pt x="2761" y="4578"/>
                  </a:lnTo>
                  <a:lnTo>
                    <a:pt x="2894" y="4570"/>
                  </a:lnTo>
                  <a:lnTo>
                    <a:pt x="2894" y="4570"/>
                  </a:lnTo>
                  <a:lnTo>
                    <a:pt x="3028" y="4560"/>
                  </a:lnTo>
                  <a:lnTo>
                    <a:pt x="3161" y="4547"/>
                  </a:lnTo>
                  <a:lnTo>
                    <a:pt x="3427" y="4520"/>
                  </a:lnTo>
                  <a:lnTo>
                    <a:pt x="3427" y="4520"/>
                  </a:lnTo>
                  <a:lnTo>
                    <a:pt x="3691" y="4493"/>
                  </a:lnTo>
                  <a:lnTo>
                    <a:pt x="3824" y="4481"/>
                  </a:lnTo>
                  <a:lnTo>
                    <a:pt x="3957" y="4469"/>
                  </a:lnTo>
                  <a:lnTo>
                    <a:pt x="4089" y="4461"/>
                  </a:lnTo>
                  <a:lnTo>
                    <a:pt x="4222" y="4455"/>
                  </a:lnTo>
                  <a:lnTo>
                    <a:pt x="4289" y="4454"/>
                  </a:lnTo>
                  <a:lnTo>
                    <a:pt x="4355" y="4452"/>
                  </a:lnTo>
                  <a:lnTo>
                    <a:pt x="4422" y="4452"/>
                  </a:lnTo>
                  <a:lnTo>
                    <a:pt x="4489" y="4454"/>
                  </a:lnTo>
                  <a:lnTo>
                    <a:pt x="4489" y="4454"/>
                  </a:lnTo>
                  <a:lnTo>
                    <a:pt x="4591" y="4456"/>
                  </a:lnTo>
                  <a:lnTo>
                    <a:pt x="4694" y="4464"/>
                  </a:lnTo>
                  <a:lnTo>
                    <a:pt x="4796" y="4473"/>
                  </a:lnTo>
                  <a:lnTo>
                    <a:pt x="4847" y="4481"/>
                  </a:lnTo>
                  <a:lnTo>
                    <a:pt x="4898" y="4488"/>
                  </a:lnTo>
                  <a:lnTo>
                    <a:pt x="4949" y="4496"/>
                  </a:lnTo>
                  <a:lnTo>
                    <a:pt x="5000" y="4505"/>
                  </a:lnTo>
                  <a:lnTo>
                    <a:pt x="5050" y="4515"/>
                  </a:lnTo>
                  <a:lnTo>
                    <a:pt x="5101" y="4526"/>
                  </a:lnTo>
                  <a:lnTo>
                    <a:pt x="5150" y="4537"/>
                  </a:lnTo>
                  <a:lnTo>
                    <a:pt x="5200" y="4550"/>
                  </a:lnTo>
                  <a:lnTo>
                    <a:pt x="5249" y="4564"/>
                  </a:lnTo>
                  <a:lnTo>
                    <a:pt x="5299" y="4578"/>
                  </a:lnTo>
                  <a:lnTo>
                    <a:pt x="5299" y="4578"/>
                  </a:lnTo>
                  <a:lnTo>
                    <a:pt x="5303" y="4580"/>
                  </a:lnTo>
                  <a:lnTo>
                    <a:pt x="5306" y="4578"/>
                  </a:lnTo>
                  <a:lnTo>
                    <a:pt x="5308" y="4575"/>
                  </a:lnTo>
                  <a:lnTo>
                    <a:pt x="5309" y="4573"/>
                  </a:lnTo>
                  <a:lnTo>
                    <a:pt x="5309" y="4570"/>
                  </a:lnTo>
                  <a:lnTo>
                    <a:pt x="5309" y="4567"/>
                  </a:lnTo>
                  <a:lnTo>
                    <a:pt x="5308" y="4564"/>
                  </a:lnTo>
                  <a:lnTo>
                    <a:pt x="5303" y="4563"/>
                  </a:lnTo>
                  <a:lnTo>
                    <a:pt x="5303" y="45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6" name="Freeform 106">
              <a:extLst>
                <a:ext uri="{FF2B5EF4-FFF2-40B4-BE49-F238E27FC236}">
                  <a16:creationId xmlns:a16="http://schemas.microsoft.com/office/drawing/2014/main" id="{71BC3C56-5463-3B75-ACAF-D0E32B0A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" y="1511"/>
              <a:ext cx="693" cy="2191"/>
            </a:xfrm>
            <a:custGeom>
              <a:avLst/>
              <a:gdLst>
                <a:gd name="T0" fmla="*/ 228 w 1386"/>
                <a:gd name="T1" fmla="*/ 57 h 4383"/>
                <a:gd name="T2" fmla="*/ 411 w 1386"/>
                <a:gd name="T3" fmla="*/ 116 h 4383"/>
                <a:gd name="T4" fmla="*/ 641 w 1386"/>
                <a:gd name="T5" fmla="*/ 237 h 4383"/>
                <a:gd name="T6" fmla="*/ 768 w 1386"/>
                <a:gd name="T7" fmla="*/ 363 h 4383"/>
                <a:gd name="T8" fmla="*/ 865 w 1386"/>
                <a:gd name="T9" fmla="*/ 557 h 4383"/>
                <a:gd name="T10" fmla="*/ 967 w 1386"/>
                <a:gd name="T11" fmla="*/ 930 h 4383"/>
                <a:gd name="T12" fmla="*/ 1056 w 1386"/>
                <a:gd name="T13" fmla="*/ 1519 h 4383"/>
                <a:gd name="T14" fmla="*/ 1155 w 1386"/>
                <a:gd name="T15" fmla="*/ 2218 h 4383"/>
                <a:gd name="T16" fmla="*/ 1230 w 1386"/>
                <a:gd name="T17" fmla="*/ 2752 h 4383"/>
                <a:gd name="T18" fmla="*/ 1358 w 1386"/>
                <a:gd name="T19" fmla="*/ 3542 h 4383"/>
                <a:gd name="T20" fmla="*/ 1368 w 1386"/>
                <a:gd name="T21" fmla="*/ 3911 h 4383"/>
                <a:gd name="T22" fmla="*/ 1342 w 1386"/>
                <a:gd name="T23" fmla="*/ 4057 h 4383"/>
                <a:gd name="T24" fmla="*/ 1280 w 1386"/>
                <a:gd name="T25" fmla="*/ 4125 h 4383"/>
                <a:gd name="T26" fmla="*/ 1251 w 1386"/>
                <a:gd name="T27" fmla="*/ 4207 h 4383"/>
                <a:gd name="T28" fmla="*/ 1246 w 1386"/>
                <a:gd name="T29" fmla="*/ 4313 h 4383"/>
                <a:gd name="T30" fmla="*/ 1215 w 1386"/>
                <a:gd name="T31" fmla="*/ 4325 h 4383"/>
                <a:gd name="T32" fmla="*/ 1162 w 1386"/>
                <a:gd name="T33" fmla="*/ 4334 h 4383"/>
                <a:gd name="T34" fmla="*/ 1026 w 1386"/>
                <a:gd name="T35" fmla="*/ 4343 h 4383"/>
                <a:gd name="T36" fmla="*/ 845 w 1386"/>
                <a:gd name="T37" fmla="*/ 4356 h 4383"/>
                <a:gd name="T38" fmla="*/ 806 w 1386"/>
                <a:gd name="T39" fmla="*/ 4359 h 4383"/>
                <a:gd name="T40" fmla="*/ 863 w 1386"/>
                <a:gd name="T41" fmla="*/ 4163 h 4383"/>
                <a:gd name="T42" fmla="*/ 887 w 1386"/>
                <a:gd name="T43" fmla="*/ 3908 h 4383"/>
                <a:gd name="T44" fmla="*/ 874 w 1386"/>
                <a:gd name="T45" fmla="*/ 3513 h 4383"/>
                <a:gd name="T46" fmla="*/ 798 w 1386"/>
                <a:gd name="T47" fmla="*/ 3049 h 4383"/>
                <a:gd name="T48" fmla="*/ 738 w 1386"/>
                <a:gd name="T49" fmla="*/ 2432 h 4383"/>
                <a:gd name="T50" fmla="*/ 638 w 1386"/>
                <a:gd name="T51" fmla="*/ 1346 h 4383"/>
                <a:gd name="T52" fmla="*/ 625 w 1386"/>
                <a:gd name="T53" fmla="*/ 1023 h 4383"/>
                <a:gd name="T54" fmla="*/ 611 w 1386"/>
                <a:gd name="T55" fmla="*/ 1029 h 4383"/>
                <a:gd name="T56" fmla="*/ 662 w 1386"/>
                <a:gd name="T57" fmla="*/ 1862 h 4383"/>
                <a:gd name="T58" fmla="*/ 755 w 1386"/>
                <a:gd name="T59" fmla="*/ 2830 h 4383"/>
                <a:gd name="T60" fmla="*/ 811 w 1386"/>
                <a:gd name="T61" fmla="*/ 3219 h 4383"/>
                <a:gd name="T62" fmla="*/ 870 w 1386"/>
                <a:gd name="T63" fmla="*/ 3687 h 4383"/>
                <a:gd name="T64" fmla="*/ 859 w 1386"/>
                <a:gd name="T65" fmla="*/ 4079 h 4383"/>
                <a:gd name="T66" fmla="*/ 811 w 1386"/>
                <a:gd name="T67" fmla="*/ 4293 h 4383"/>
                <a:gd name="T68" fmla="*/ 797 w 1386"/>
                <a:gd name="T69" fmla="*/ 4378 h 4383"/>
                <a:gd name="T70" fmla="*/ 886 w 1386"/>
                <a:gd name="T71" fmla="*/ 4364 h 4383"/>
                <a:gd name="T72" fmla="*/ 1032 w 1386"/>
                <a:gd name="T73" fmla="*/ 4360 h 4383"/>
                <a:gd name="T74" fmla="*/ 1166 w 1386"/>
                <a:gd name="T75" fmla="*/ 4353 h 4383"/>
                <a:gd name="T76" fmla="*/ 1230 w 1386"/>
                <a:gd name="T77" fmla="*/ 4342 h 4383"/>
                <a:gd name="T78" fmla="*/ 1263 w 1386"/>
                <a:gd name="T79" fmla="*/ 4317 h 4383"/>
                <a:gd name="T80" fmla="*/ 1267 w 1386"/>
                <a:gd name="T81" fmla="*/ 4203 h 4383"/>
                <a:gd name="T82" fmla="*/ 1294 w 1386"/>
                <a:gd name="T83" fmla="*/ 4133 h 4383"/>
                <a:gd name="T84" fmla="*/ 1356 w 1386"/>
                <a:gd name="T85" fmla="*/ 4067 h 4383"/>
                <a:gd name="T86" fmla="*/ 1386 w 1386"/>
                <a:gd name="T87" fmla="*/ 3912 h 4383"/>
                <a:gd name="T88" fmla="*/ 1375 w 1386"/>
                <a:gd name="T89" fmla="*/ 3538 h 4383"/>
                <a:gd name="T90" fmla="*/ 1300 w 1386"/>
                <a:gd name="T91" fmla="*/ 3017 h 4383"/>
                <a:gd name="T92" fmla="*/ 1196 w 1386"/>
                <a:gd name="T93" fmla="*/ 2458 h 4383"/>
                <a:gd name="T94" fmla="*/ 1158 w 1386"/>
                <a:gd name="T95" fmla="*/ 2070 h 4383"/>
                <a:gd name="T96" fmla="*/ 1054 w 1386"/>
                <a:gd name="T97" fmla="*/ 1392 h 4383"/>
                <a:gd name="T98" fmla="*/ 950 w 1386"/>
                <a:gd name="T99" fmla="*/ 778 h 4383"/>
                <a:gd name="T100" fmla="*/ 839 w 1386"/>
                <a:gd name="T101" fmla="*/ 456 h 4383"/>
                <a:gd name="T102" fmla="*/ 753 w 1386"/>
                <a:gd name="T103" fmla="*/ 316 h 4383"/>
                <a:gd name="T104" fmla="*/ 590 w 1386"/>
                <a:gd name="T105" fmla="*/ 186 h 4383"/>
                <a:gd name="T106" fmla="*/ 336 w 1386"/>
                <a:gd name="T107" fmla="*/ 68 h 4383"/>
                <a:gd name="T108" fmla="*/ 68 w 1386"/>
                <a:gd name="T109" fmla="*/ 13 h 4383"/>
                <a:gd name="T110" fmla="*/ 0 w 1386"/>
                <a:gd name="T111" fmla="*/ 6 h 4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6" h="4383">
                  <a:moveTo>
                    <a:pt x="6" y="16"/>
                  </a:moveTo>
                  <a:lnTo>
                    <a:pt x="6" y="16"/>
                  </a:lnTo>
                  <a:lnTo>
                    <a:pt x="37" y="24"/>
                  </a:lnTo>
                  <a:lnTo>
                    <a:pt x="70" y="30"/>
                  </a:lnTo>
                  <a:lnTo>
                    <a:pt x="132" y="41"/>
                  </a:lnTo>
                  <a:lnTo>
                    <a:pt x="196" y="51"/>
                  </a:lnTo>
                  <a:lnTo>
                    <a:pt x="228" y="57"/>
                  </a:lnTo>
                  <a:lnTo>
                    <a:pt x="260" y="62"/>
                  </a:lnTo>
                  <a:lnTo>
                    <a:pt x="260" y="62"/>
                  </a:lnTo>
                  <a:lnTo>
                    <a:pt x="285" y="70"/>
                  </a:lnTo>
                  <a:lnTo>
                    <a:pt x="311" y="77"/>
                  </a:lnTo>
                  <a:lnTo>
                    <a:pt x="336" y="85"/>
                  </a:lnTo>
                  <a:lnTo>
                    <a:pt x="362" y="95"/>
                  </a:lnTo>
                  <a:lnTo>
                    <a:pt x="411" y="116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505" y="159"/>
                  </a:lnTo>
                  <a:lnTo>
                    <a:pt x="551" y="183"/>
                  </a:lnTo>
                  <a:lnTo>
                    <a:pt x="597" y="208"/>
                  </a:lnTo>
                  <a:lnTo>
                    <a:pt x="618" y="223"/>
                  </a:lnTo>
                  <a:lnTo>
                    <a:pt x="641" y="237"/>
                  </a:lnTo>
                  <a:lnTo>
                    <a:pt x="662" y="252"/>
                  </a:lnTo>
                  <a:lnTo>
                    <a:pt x="682" y="269"/>
                  </a:lnTo>
                  <a:lnTo>
                    <a:pt x="702" y="286"/>
                  </a:lnTo>
                  <a:lnTo>
                    <a:pt x="720" y="303"/>
                  </a:lnTo>
                  <a:lnTo>
                    <a:pt x="737" y="322"/>
                  </a:lnTo>
                  <a:lnTo>
                    <a:pt x="754" y="342"/>
                  </a:lnTo>
                  <a:lnTo>
                    <a:pt x="768" y="363"/>
                  </a:lnTo>
                  <a:lnTo>
                    <a:pt x="782" y="384"/>
                  </a:lnTo>
                  <a:lnTo>
                    <a:pt x="782" y="384"/>
                  </a:lnTo>
                  <a:lnTo>
                    <a:pt x="798" y="412"/>
                  </a:lnTo>
                  <a:lnTo>
                    <a:pt x="814" y="441"/>
                  </a:lnTo>
                  <a:lnTo>
                    <a:pt x="828" y="469"/>
                  </a:lnTo>
                  <a:lnTo>
                    <a:pt x="840" y="497"/>
                  </a:lnTo>
                  <a:lnTo>
                    <a:pt x="865" y="557"/>
                  </a:lnTo>
                  <a:lnTo>
                    <a:pt x="887" y="618"/>
                  </a:lnTo>
                  <a:lnTo>
                    <a:pt x="906" y="679"/>
                  </a:lnTo>
                  <a:lnTo>
                    <a:pt x="924" y="741"/>
                  </a:lnTo>
                  <a:lnTo>
                    <a:pt x="940" y="803"/>
                  </a:lnTo>
                  <a:lnTo>
                    <a:pt x="952" y="866"/>
                  </a:lnTo>
                  <a:lnTo>
                    <a:pt x="952" y="866"/>
                  </a:lnTo>
                  <a:lnTo>
                    <a:pt x="967" y="930"/>
                  </a:lnTo>
                  <a:lnTo>
                    <a:pt x="978" y="993"/>
                  </a:lnTo>
                  <a:lnTo>
                    <a:pt x="988" y="1059"/>
                  </a:lnTo>
                  <a:lnTo>
                    <a:pt x="998" y="1122"/>
                  </a:lnTo>
                  <a:lnTo>
                    <a:pt x="1016" y="1251"/>
                  </a:lnTo>
                  <a:lnTo>
                    <a:pt x="1035" y="1380"/>
                  </a:lnTo>
                  <a:lnTo>
                    <a:pt x="1035" y="1380"/>
                  </a:lnTo>
                  <a:lnTo>
                    <a:pt x="1056" y="1519"/>
                  </a:lnTo>
                  <a:lnTo>
                    <a:pt x="1077" y="1656"/>
                  </a:lnTo>
                  <a:lnTo>
                    <a:pt x="1121" y="1931"/>
                  </a:lnTo>
                  <a:lnTo>
                    <a:pt x="1121" y="1931"/>
                  </a:lnTo>
                  <a:lnTo>
                    <a:pt x="1131" y="2004"/>
                  </a:lnTo>
                  <a:lnTo>
                    <a:pt x="1141" y="2074"/>
                  </a:lnTo>
                  <a:lnTo>
                    <a:pt x="1149" y="2147"/>
                  </a:lnTo>
                  <a:lnTo>
                    <a:pt x="1155" y="2218"/>
                  </a:lnTo>
                  <a:lnTo>
                    <a:pt x="1155" y="2218"/>
                  </a:lnTo>
                  <a:lnTo>
                    <a:pt x="1166" y="2354"/>
                  </a:lnTo>
                  <a:lnTo>
                    <a:pt x="1173" y="2420"/>
                  </a:lnTo>
                  <a:lnTo>
                    <a:pt x="1183" y="2488"/>
                  </a:lnTo>
                  <a:lnTo>
                    <a:pt x="1183" y="2488"/>
                  </a:lnTo>
                  <a:lnTo>
                    <a:pt x="1206" y="2620"/>
                  </a:lnTo>
                  <a:lnTo>
                    <a:pt x="1230" y="2752"/>
                  </a:lnTo>
                  <a:lnTo>
                    <a:pt x="1281" y="3014"/>
                  </a:lnTo>
                  <a:lnTo>
                    <a:pt x="1304" y="3146"/>
                  </a:lnTo>
                  <a:lnTo>
                    <a:pt x="1326" y="3277"/>
                  </a:lnTo>
                  <a:lnTo>
                    <a:pt x="1335" y="3343"/>
                  </a:lnTo>
                  <a:lnTo>
                    <a:pt x="1345" y="3409"/>
                  </a:lnTo>
                  <a:lnTo>
                    <a:pt x="1352" y="3476"/>
                  </a:lnTo>
                  <a:lnTo>
                    <a:pt x="1358" y="3542"/>
                  </a:lnTo>
                  <a:lnTo>
                    <a:pt x="1358" y="3542"/>
                  </a:lnTo>
                  <a:lnTo>
                    <a:pt x="1366" y="3647"/>
                  </a:lnTo>
                  <a:lnTo>
                    <a:pt x="1368" y="3700"/>
                  </a:lnTo>
                  <a:lnTo>
                    <a:pt x="1369" y="3752"/>
                  </a:lnTo>
                  <a:lnTo>
                    <a:pt x="1370" y="3806"/>
                  </a:lnTo>
                  <a:lnTo>
                    <a:pt x="1369" y="3858"/>
                  </a:lnTo>
                  <a:lnTo>
                    <a:pt x="1368" y="3911"/>
                  </a:lnTo>
                  <a:lnTo>
                    <a:pt x="1363" y="3963"/>
                  </a:lnTo>
                  <a:lnTo>
                    <a:pt x="1363" y="3963"/>
                  </a:lnTo>
                  <a:lnTo>
                    <a:pt x="1360" y="3987"/>
                  </a:lnTo>
                  <a:lnTo>
                    <a:pt x="1356" y="4010"/>
                  </a:lnTo>
                  <a:lnTo>
                    <a:pt x="1351" y="4034"/>
                  </a:lnTo>
                  <a:lnTo>
                    <a:pt x="1342" y="4057"/>
                  </a:lnTo>
                  <a:lnTo>
                    <a:pt x="1342" y="4057"/>
                  </a:lnTo>
                  <a:lnTo>
                    <a:pt x="1338" y="4065"/>
                  </a:lnTo>
                  <a:lnTo>
                    <a:pt x="1332" y="4074"/>
                  </a:lnTo>
                  <a:lnTo>
                    <a:pt x="1321" y="4089"/>
                  </a:lnTo>
                  <a:lnTo>
                    <a:pt x="1307" y="4102"/>
                  </a:lnTo>
                  <a:lnTo>
                    <a:pt x="1291" y="4115"/>
                  </a:lnTo>
                  <a:lnTo>
                    <a:pt x="1291" y="4115"/>
                  </a:lnTo>
                  <a:lnTo>
                    <a:pt x="1280" y="4125"/>
                  </a:lnTo>
                  <a:lnTo>
                    <a:pt x="1271" y="4135"/>
                  </a:lnTo>
                  <a:lnTo>
                    <a:pt x="1264" y="4145"/>
                  </a:lnTo>
                  <a:lnTo>
                    <a:pt x="1258" y="4156"/>
                  </a:lnTo>
                  <a:lnTo>
                    <a:pt x="1256" y="4167"/>
                  </a:lnTo>
                  <a:lnTo>
                    <a:pt x="1253" y="4180"/>
                  </a:lnTo>
                  <a:lnTo>
                    <a:pt x="1251" y="4193"/>
                  </a:lnTo>
                  <a:lnTo>
                    <a:pt x="1251" y="4207"/>
                  </a:lnTo>
                  <a:lnTo>
                    <a:pt x="1251" y="4207"/>
                  </a:lnTo>
                  <a:lnTo>
                    <a:pt x="1253" y="4234"/>
                  </a:lnTo>
                  <a:lnTo>
                    <a:pt x="1254" y="4261"/>
                  </a:lnTo>
                  <a:lnTo>
                    <a:pt x="1254" y="4275"/>
                  </a:lnTo>
                  <a:lnTo>
                    <a:pt x="1253" y="4289"/>
                  </a:lnTo>
                  <a:lnTo>
                    <a:pt x="1250" y="4302"/>
                  </a:lnTo>
                  <a:lnTo>
                    <a:pt x="1246" y="4313"/>
                  </a:lnTo>
                  <a:lnTo>
                    <a:pt x="1246" y="4313"/>
                  </a:lnTo>
                  <a:lnTo>
                    <a:pt x="1243" y="4319"/>
                  </a:lnTo>
                  <a:lnTo>
                    <a:pt x="1239" y="4323"/>
                  </a:lnTo>
                  <a:lnTo>
                    <a:pt x="1234" y="4325"/>
                  </a:lnTo>
                  <a:lnTo>
                    <a:pt x="1230" y="4325"/>
                  </a:lnTo>
                  <a:lnTo>
                    <a:pt x="1220" y="4325"/>
                  </a:lnTo>
                  <a:lnTo>
                    <a:pt x="1215" y="4325"/>
                  </a:lnTo>
                  <a:lnTo>
                    <a:pt x="1209" y="4326"/>
                  </a:lnTo>
                  <a:lnTo>
                    <a:pt x="1209" y="4326"/>
                  </a:lnTo>
                  <a:lnTo>
                    <a:pt x="1186" y="4333"/>
                  </a:lnTo>
                  <a:lnTo>
                    <a:pt x="1173" y="4336"/>
                  </a:lnTo>
                  <a:lnTo>
                    <a:pt x="1168" y="4336"/>
                  </a:lnTo>
                  <a:lnTo>
                    <a:pt x="1162" y="4334"/>
                  </a:lnTo>
                  <a:lnTo>
                    <a:pt x="1162" y="4334"/>
                  </a:lnTo>
                  <a:lnTo>
                    <a:pt x="1142" y="4333"/>
                  </a:lnTo>
                  <a:lnTo>
                    <a:pt x="1121" y="4333"/>
                  </a:lnTo>
                  <a:lnTo>
                    <a:pt x="1100" y="4334"/>
                  </a:lnTo>
                  <a:lnTo>
                    <a:pt x="1079" y="4337"/>
                  </a:lnTo>
                  <a:lnTo>
                    <a:pt x="1079" y="4337"/>
                  </a:lnTo>
                  <a:lnTo>
                    <a:pt x="1052" y="4340"/>
                  </a:lnTo>
                  <a:lnTo>
                    <a:pt x="1026" y="4343"/>
                  </a:lnTo>
                  <a:lnTo>
                    <a:pt x="999" y="4344"/>
                  </a:lnTo>
                  <a:lnTo>
                    <a:pt x="972" y="4344"/>
                  </a:lnTo>
                  <a:lnTo>
                    <a:pt x="972" y="4344"/>
                  </a:lnTo>
                  <a:lnTo>
                    <a:pt x="928" y="4346"/>
                  </a:lnTo>
                  <a:lnTo>
                    <a:pt x="886" y="4349"/>
                  </a:lnTo>
                  <a:lnTo>
                    <a:pt x="866" y="4351"/>
                  </a:lnTo>
                  <a:lnTo>
                    <a:pt x="845" y="4356"/>
                  </a:lnTo>
                  <a:lnTo>
                    <a:pt x="823" y="4360"/>
                  </a:lnTo>
                  <a:lnTo>
                    <a:pt x="802" y="4366"/>
                  </a:lnTo>
                  <a:lnTo>
                    <a:pt x="802" y="4366"/>
                  </a:lnTo>
                  <a:lnTo>
                    <a:pt x="812" y="4370"/>
                  </a:lnTo>
                  <a:lnTo>
                    <a:pt x="812" y="4370"/>
                  </a:lnTo>
                  <a:lnTo>
                    <a:pt x="808" y="4363"/>
                  </a:lnTo>
                  <a:lnTo>
                    <a:pt x="806" y="4359"/>
                  </a:lnTo>
                  <a:lnTo>
                    <a:pt x="808" y="4353"/>
                  </a:lnTo>
                  <a:lnTo>
                    <a:pt x="811" y="4346"/>
                  </a:lnTo>
                  <a:lnTo>
                    <a:pt x="811" y="4346"/>
                  </a:lnTo>
                  <a:lnTo>
                    <a:pt x="829" y="4288"/>
                  </a:lnTo>
                  <a:lnTo>
                    <a:pt x="829" y="4288"/>
                  </a:lnTo>
                  <a:lnTo>
                    <a:pt x="848" y="4225"/>
                  </a:lnTo>
                  <a:lnTo>
                    <a:pt x="863" y="4163"/>
                  </a:lnTo>
                  <a:lnTo>
                    <a:pt x="863" y="4163"/>
                  </a:lnTo>
                  <a:lnTo>
                    <a:pt x="869" y="4132"/>
                  </a:lnTo>
                  <a:lnTo>
                    <a:pt x="873" y="4099"/>
                  </a:lnTo>
                  <a:lnTo>
                    <a:pt x="877" y="4068"/>
                  </a:lnTo>
                  <a:lnTo>
                    <a:pt x="880" y="4035"/>
                  </a:lnTo>
                  <a:lnTo>
                    <a:pt x="884" y="3972"/>
                  </a:lnTo>
                  <a:lnTo>
                    <a:pt x="887" y="3908"/>
                  </a:lnTo>
                  <a:lnTo>
                    <a:pt x="887" y="3908"/>
                  </a:lnTo>
                  <a:lnTo>
                    <a:pt x="889" y="3843"/>
                  </a:lnTo>
                  <a:lnTo>
                    <a:pt x="889" y="3776"/>
                  </a:lnTo>
                  <a:lnTo>
                    <a:pt x="887" y="3710"/>
                  </a:lnTo>
                  <a:lnTo>
                    <a:pt x="886" y="3644"/>
                  </a:lnTo>
                  <a:lnTo>
                    <a:pt x="882" y="3578"/>
                  </a:lnTo>
                  <a:lnTo>
                    <a:pt x="874" y="3513"/>
                  </a:lnTo>
                  <a:lnTo>
                    <a:pt x="867" y="3447"/>
                  </a:lnTo>
                  <a:lnTo>
                    <a:pt x="857" y="3381"/>
                  </a:lnTo>
                  <a:lnTo>
                    <a:pt x="857" y="3381"/>
                  </a:lnTo>
                  <a:lnTo>
                    <a:pt x="846" y="3314"/>
                  </a:lnTo>
                  <a:lnTo>
                    <a:pt x="833" y="3248"/>
                  </a:lnTo>
                  <a:lnTo>
                    <a:pt x="809" y="3116"/>
                  </a:lnTo>
                  <a:lnTo>
                    <a:pt x="798" y="3049"/>
                  </a:lnTo>
                  <a:lnTo>
                    <a:pt x="788" y="2983"/>
                  </a:lnTo>
                  <a:lnTo>
                    <a:pt x="780" y="2915"/>
                  </a:lnTo>
                  <a:lnTo>
                    <a:pt x="774" y="2848"/>
                  </a:lnTo>
                  <a:lnTo>
                    <a:pt x="774" y="2848"/>
                  </a:lnTo>
                  <a:lnTo>
                    <a:pt x="764" y="2709"/>
                  </a:lnTo>
                  <a:lnTo>
                    <a:pt x="753" y="2570"/>
                  </a:lnTo>
                  <a:lnTo>
                    <a:pt x="738" y="2432"/>
                  </a:lnTo>
                  <a:lnTo>
                    <a:pt x="726" y="2293"/>
                  </a:lnTo>
                  <a:lnTo>
                    <a:pt x="726" y="2293"/>
                  </a:lnTo>
                  <a:lnTo>
                    <a:pt x="692" y="1978"/>
                  </a:lnTo>
                  <a:lnTo>
                    <a:pt x="675" y="1819"/>
                  </a:lnTo>
                  <a:lnTo>
                    <a:pt x="661" y="1662"/>
                  </a:lnTo>
                  <a:lnTo>
                    <a:pt x="648" y="1503"/>
                  </a:lnTo>
                  <a:lnTo>
                    <a:pt x="638" y="1346"/>
                  </a:lnTo>
                  <a:lnTo>
                    <a:pt x="634" y="1267"/>
                  </a:lnTo>
                  <a:lnTo>
                    <a:pt x="631" y="1187"/>
                  </a:lnTo>
                  <a:lnTo>
                    <a:pt x="629" y="1108"/>
                  </a:lnTo>
                  <a:lnTo>
                    <a:pt x="628" y="1029"/>
                  </a:lnTo>
                  <a:lnTo>
                    <a:pt x="628" y="1029"/>
                  </a:lnTo>
                  <a:lnTo>
                    <a:pt x="628" y="1025"/>
                  </a:lnTo>
                  <a:lnTo>
                    <a:pt x="625" y="1023"/>
                  </a:lnTo>
                  <a:lnTo>
                    <a:pt x="622" y="1022"/>
                  </a:lnTo>
                  <a:lnTo>
                    <a:pt x="619" y="1020"/>
                  </a:lnTo>
                  <a:lnTo>
                    <a:pt x="617" y="1022"/>
                  </a:lnTo>
                  <a:lnTo>
                    <a:pt x="614" y="1023"/>
                  </a:lnTo>
                  <a:lnTo>
                    <a:pt x="612" y="1025"/>
                  </a:lnTo>
                  <a:lnTo>
                    <a:pt x="611" y="1029"/>
                  </a:lnTo>
                  <a:lnTo>
                    <a:pt x="611" y="1029"/>
                  </a:lnTo>
                  <a:lnTo>
                    <a:pt x="612" y="1098"/>
                  </a:lnTo>
                  <a:lnTo>
                    <a:pt x="614" y="1168"/>
                  </a:lnTo>
                  <a:lnTo>
                    <a:pt x="618" y="1307"/>
                  </a:lnTo>
                  <a:lnTo>
                    <a:pt x="627" y="1445"/>
                  </a:lnTo>
                  <a:lnTo>
                    <a:pt x="636" y="1584"/>
                  </a:lnTo>
                  <a:lnTo>
                    <a:pt x="649" y="1723"/>
                  </a:lnTo>
                  <a:lnTo>
                    <a:pt x="662" y="1862"/>
                  </a:lnTo>
                  <a:lnTo>
                    <a:pt x="692" y="2138"/>
                  </a:lnTo>
                  <a:lnTo>
                    <a:pt x="692" y="2138"/>
                  </a:lnTo>
                  <a:lnTo>
                    <a:pt x="720" y="2415"/>
                  </a:lnTo>
                  <a:lnTo>
                    <a:pt x="734" y="2553"/>
                  </a:lnTo>
                  <a:lnTo>
                    <a:pt x="746" y="2692"/>
                  </a:lnTo>
                  <a:lnTo>
                    <a:pt x="746" y="2692"/>
                  </a:lnTo>
                  <a:lnTo>
                    <a:pt x="755" y="2830"/>
                  </a:lnTo>
                  <a:lnTo>
                    <a:pt x="761" y="2898"/>
                  </a:lnTo>
                  <a:lnTo>
                    <a:pt x="768" y="2966"/>
                  </a:lnTo>
                  <a:lnTo>
                    <a:pt x="768" y="2966"/>
                  </a:lnTo>
                  <a:lnTo>
                    <a:pt x="777" y="3029"/>
                  </a:lnTo>
                  <a:lnTo>
                    <a:pt x="788" y="3093"/>
                  </a:lnTo>
                  <a:lnTo>
                    <a:pt x="811" y="3219"/>
                  </a:lnTo>
                  <a:lnTo>
                    <a:pt x="811" y="3219"/>
                  </a:lnTo>
                  <a:lnTo>
                    <a:pt x="825" y="3297"/>
                  </a:lnTo>
                  <a:lnTo>
                    <a:pt x="839" y="3374"/>
                  </a:lnTo>
                  <a:lnTo>
                    <a:pt x="850" y="3452"/>
                  </a:lnTo>
                  <a:lnTo>
                    <a:pt x="860" y="3530"/>
                  </a:lnTo>
                  <a:lnTo>
                    <a:pt x="860" y="3530"/>
                  </a:lnTo>
                  <a:lnTo>
                    <a:pt x="866" y="3608"/>
                  </a:lnTo>
                  <a:lnTo>
                    <a:pt x="870" y="3687"/>
                  </a:lnTo>
                  <a:lnTo>
                    <a:pt x="872" y="3765"/>
                  </a:lnTo>
                  <a:lnTo>
                    <a:pt x="872" y="3843"/>
                  </a:lnTo>
                  <a:lnTo>
                    <a:pt x="872" y="3843"/>
                  </a:lnTo>
                  <a:lnTo>
                    <a:pt x="870" y="3922"/>
                  </a:lnTo>
                  <a:lnTo>
                    <a:pt x="866" y="4001"/>
                  </a:lnTo>
                  <a:lnTo>
                    <a:pt x="863" y="4041"/>
                  </a:lnTo>
                  <a:lnTo>
                    <a:pt x="859" y="4079"/>
                  </a:lnTo>
                  <a:lnTo>
                    <a:pt x="853" y="4119"/>
                  </a:lnTo>
                  <a:lnTo>
                    <a:pt x="846" y="4159"/>
                  </a:lnTo>
                  <a:lnTo>
                    <a:pt x="846" y="4159"/>
                  </a:lnTo>
                  <a:lnTo>
                    <a:pt x="839" y="4193"/>
                  </a:lnTo>
                  <a:lnTo>
                    <a:pt x="831" y="4227"/>
                  </a:lnTo>
                  <a:lnTo>
                    <a:pt x="811" y="4293"/>
                  </a:lnTo>
                  <a:lnTo>
                    <a:pt x="811" y="4293"/>
                  </a:lnTo>
                  <a:lnTo>
                    <a:pt x="788" y="4360"/>
                  </a:lnTo>
                  <a:lnTo>
                    <a:pt x="788" y="4360"/>
                  </a:lnTo>
                  <a:lnTo>
                    <a:pt x="788" y="4361"/>
                  </a:lnTo>
                  <a:lnTo>
                    <a:pt x="788" y="4364"/>
                  </a:lnTo>
                  <a:lnTo>
                    <a:pt x="791" y="4370"/>
                  </a:lnTo>
                  <a:lnTo>
                    <a:pt x="797" y="4378"/>
                  </a:lnTo>
                  <a:lnTo>
                    <a:pt x="797" y="4378"/>
                  </a:lnTo>
                  <a:lnTo>
                    <a:pt x="801" y="4383"/>
                  </a:lnTo>
                  <a:lnTo>
                    <a:pt x="804" y="4383"/>
                  </a:lnTo>
                  <a:lnTo>
                    <a:pt x="806" y="4383"/>
                  </a:lnTo>
                  <a:lnTo>
                    <a:pt x="806" y="4383"/>
                  </a:lnTo>
                  <a:lnTo>
                    <a:pt x="833" y="4376"/>
                  </a:lnTo>
                  <a:lnTo>
                    <a:pt x="859" y="4368"/>
                  </a:lnTo>
                  <a:lnTo>
                    <a:pt x="886" y="4364"/>
                  </a:lnTo>
                  <a:lnTo>
                    <a:pt x="913" y="4363"/>
                  </a:lnTo>
                  <a:lnTo>
                    <a:pt x="913" y="4363"/>
                  </a:lnTo>
                  <a:lnTo>
                    <a:pt x="942" y="4361"/>
                  </a:lnTo>
                  <a:lnTo>
                    <a:pt x="972" y="4361"/>
                  </a:lnTo>
                  <a:lnTo>
                    <a:pt x="1002" y="4361"/>
                  </a:lnTo>
                  <a:lnTo>
                    <a:pt x="1032" y="4360"/>
                  </a:lnTo>
                  <a:lnTo>
                    <a:pt x="1032" y="4360"/>
                  </a:lnTo>
                  <a:lnTo>
                    <a:pt x="1062" y="4357"/>
                  </a:lnTo>
                  <a:lnTo>
                    <a:pt x="1091" y="4353"/>
                  </a:lnTo>
                  <a:lnTo>
                    <a:pt x="1121" y="4350"/>
                  </a:lnTo>
                  <a:lnTo>
                    <a:pt x="1135" y="4350"/>
                  </a:lnTo>
                  <a:lnTo>
                    <a:pt x="1151" y="4350"/>
                  </a:lnTo>
                  <a:lnTo>
                    <a:pt x="1151" y="4350"/>
                  </a:lnTo>
                  <a:lnTo>
                    <a:pt x="1166" y="4353"/>
                  </a:lnTo>
                  <a:lnTo>
                    <a:pt x="1172" y="4353"/>
                  </a:lnTo>
                  <a:lnTo>
                    <a:pt x="1179" y="4351"/>
                  </a:lnTo>
                  <a:lnTo>
                    <a:pt x="1179" y="4351"/>
                  </a:lnTo>
                  <a:lnTo>
                    <a:pt x="1212" y="4343"/>
                  </a:lnTo>
                  <a:lnTo>
                    <a:pt x="1212" y="4343"/>
                  </a:lnTo>
                  <a:lnTo>
                    <a:pt x="1220" y="4342"/>
                  </a:lnTo>
                  <a:lnTo>
                    <a:pt x="1230" y="4342"/>
                  </a:lnTo>
                  <a:lnTo>
                    <a:pt x="1239" y="4340"/>
                  </a:lnTo>
                  <a:lnTo>
                    <a:pt x="1243" y="4339"/>
                  </a:lnTo>
                  <a:lnTo>
                    <a:pt x="1249" y="4336"/>
                  </a:lnTo>
                  <a:lnTo>
                    <a:pt x="1249" y="4336"/>
                  </a:lnTo>
                  <a:lnTo>
                    <a:pt x="1253" y="4333"/>
                  </a:lnTo>
                  <a:lnTo>
                    <a:pt x="1257" y="4329"/>
                  </a:lnTo>
                  <a:lnTo>
                    <a:pt x="1263" y="4317"/>
                  </a:lnTo>
                  <a:lnTo>
                    <a:pt x="1267" y="4306"/>
                  </a:lnTo>
                  <a:lnTo>
                    <a:pt x="1268" y="4295"/>
                  </a:lnTo>
                  <a:lnTo>
                    <a:pt x="1268" y="4295"/>
                  </a:lnTo>
                  <a:lnTo>
                    <a:pt x="1270" y="4279"/>
                  </a:lnTo>
                  <a:lnTo>
                    <a:pt x="1270" y="4264"/>
                  </a:lnTo>
                  <a:lnTo>
                    <a:pt x="1268" y="4234"/>
                  </a:lnTo>
                  <a:lnTo>
                    <a:pt x="1267" y="4203"/>
                  </a:lnTo>
                  <a:lnTo>
                    <a:pt x="1268" y="4187"/>
                  </a:lnTo>
                  <a:lnTo>
                    <a:pt x="1270" y="4171"/>
                  </a:lnTo>
                  <a:lnTo>
                    <a:pt x="1270" y="4171"/>
                  </a:lnTo>
                  <a:lnTo>
                    <a:pt x="1273" y="4160"/>
                  </a:lnTo>
                  <a:lnTo>
                    <a:pt x="1278" y="4150"/>
                  </a:lnTo>
                  <a:lnTo>
                    <a:pt x="1285" y="4142"/>
                  </a:lnTo>
                  <a:lnTo>
                    <a:pt x="1294" y="4133"/>
                  </a:lnTo>
                  <a:lnTo>
                    <a:pt x="1312" y="4119"/>
                  </a:lnTo>
                  <a:lnTo>
                    <a:pt x="1329" y="4105"/>
                  </a:lnTo>
                  <a:lnTo>
                    <a:pt x="1329" y="4105"/>
                  </a:lnTo>
                  <a:lnTo>
                    <a:pt x="1338" y="4096"/>
                  </a:lnTo>
                  <a:lnTo>
                    <a:pt x="1345" y="4088"/>
                  </a:lnTo>
                  <a:lnTo>
                    <a:pt x="1351" y="4078"/>
                  </a:lnTo>
                  <a:lnTo>
                    <a:pt x="1356" y="4067"/>
                  </a:lnTo>
                  <a:lnTo>
                    <a:pt x="1365" y="4045"/>
                  </a:lnTo>
                  <a:lnTo>
                    <a:pt x="1372" y="4024"/>
                  </a:lnTo>
                  <a:lnTo>
                    <a:pt x="1372" y="4024"/>
                  </a:lnTo>
                  <a:lnTo>
                    <a:pt x="1377" y="3997"/>
                  </a:lnTo>
                  <a:lnTo>
                    <a:pt x="1382" y="3969"/>
                  </a:lnTo>
                  <a:lnTo>
                    <a:pt x="1385" y="3941"/>
                  </a:lnTo>
                  <a:lnTo>
                    <a:pt x="1386" y="3912"/>
                  </a:lnTo>
                  <a:lnTo>
                    <a:pt x="1386" y="3856"/>
                  </a:lnTo>
                  <a:lnTo>
                    <a:pt x="1386" y="3800"/>
                  </a:lnTo>
                  <a:lnTo>
                    <a:pt x="1386" y="3800"/>
                  </a:lnTo>
                  <a:lnTo>
                    <a:pt x="1386" y="3735"/>
                  </a:lnTo>
                  <a:lnTo>
                    <a:pt x="1383" y="3668"/>
                  </a:lnTo>
                  <a:lnTo>
                    <a:pt x="1380" y="3603"/>
                  </a:lnTo>
                  <a:lnTo>
                    <a:pt x="1375" y="3538"/>
                  </a:lnTo>
                  <a:lnTo>
                    <a:pt x="1369" y="3473"/>
                  </a:lnTo>
                  <a:lnTo>
                    <a:pt x="1362" y="3408"/>
                  </a:lnTo>
                  <a:lnTo>
                    <a:pt x="1353" y="3343"/>
                  </a:lnTo>
                  <a:lnTo>
                    <a:pt x="1343" y="3277"/>
                  </a:lnTo>
                  <a:lnTo>
                    <a:pt x="1343" y="3277"/>
                  </a:lnTo>
                  <a:lnTo>
                    <a:pt x="1324" y="3146"/>
                  </a:lnTo>
                  <a:lnTo>
                    <a:pt x="1300" y="3017"/>
                  </a:lnTo>
                  <a:lnTo>
                    <a:pt x="1275" y="2886"/>
                  </a:lnTo>
                  <a:lnTo>
                    <a:pt x="1250" y="2756"/>
                  </a:lnTo>
                  <a:lnTo>
                    <a:pt x="1250" y="2756"/>
                  </a:lnTo>
                  <a:lnTo>
                    <a:pt x="1224" y="2626"/>
                  </a:lnTo>
                  <a:lnTo>
                    <a:pt x="1202" y="2494"/>
                  </a:lnTo>
                  <a:lnTo>
                    <a:pt x="1202" y="2494"/>
                  </a:lnTo>
                  <a:lnTo>
                    <a:pt x="1196" y="2458"/>
                  </a:lnTo>
                  <a:lnTo>
                    <a:pt x="1190" y="2423"/>
                  </a:lnTo>
                  <a:lnTo>
                    <a:pt x="1183" y="2351"/>
                  </a:lnTo>
                  <a:lnTo>
                    <a:pt x="1178" y="2279"/>
                  </a:lnTo>
                  <a:lnTo>
                    <a:pt x="1172" y="2208"/>
                  </a:lnTo>
                  <a:lnTo>
                    <a:pt x="1172" y="2208"/>
                  </a:lnTo>
                  <a:lnTo>
                    <a:pt x="1165" y="2138"/>
                  </a:lnTo>
                  <a:lnTo>
                    <a:pt x="1158" y="2070"/>
                  </a:lnTo>
                  <a:lnTo>
                    <a:pt x="1149" y="2002"/>
                  </a:lnTo>
                  <a:lnTo>
                    <a:pt x="1139" y="1934"/>
                  </a:lnTo>
                  <a:lnTo>
                    <a:pt x="1117" y="1798"/>
                  </a:lnTo>
                  <a:lnTo>
                    <a:pt x="1096" y="1664"/>
                  </a:lnTo>
                  <a:lnTo>
                    <a:pt x="1096" y="1664"/>
                  </a:lnTo>
                  <a:lnTo>
                    <a:pt x="1074" y="1528"/>
                  </a:lnTo>
                  <a:lnTo>
                    <a:pt x="1054" y="1392"/>
                  </a:lnTo>
                  <a:lnTo>
                    <a:pt x="1015" y="1119"/>
                  </a:lnTo>
                  <a:lnTo>
                    <a:pt x="1015" y="1119"/>
                  </a:lnTo>
                  <a:lnTo>
                    <a:pt x="996" y="1005"/>
                  </a:lnTo>
                  <a:lnTo>
                    <a:pt x="986" y="948"/>
                  </a:lnTo>
                  <a:lnTo>
                    <a:pt x="975" y="891"/>
                  </a:lnTo>
                  <a:lnTo>
                    <a:pt x="964" y="833"/>
                  </a:lnTo>
                  <a:lnTo>
                    <a:pt x="950" y="778"/>
                  </a:lnTo>
                  <a:lnTo>
                    <a:pt x="935" y="721"/>
                  </a:lnTo>
                  <a:lnTo>
                    <a:pt x="918" y="666"/>
                  </a:lnTo>
                  <a:lnTo>
                    <a:pt x="918" y="666"/>
                  </a:lnTo>
                  <a:lnTo>
                    <a:pt x="901" y="612"/>
                  </a:lnTo>
                  <a:lnTo>
                    <a:pt x="883" y="560"/>
                  </a:lnTo>
                  <a:lnTo>
                    <a:pt x="862" y="507"/>
                  </a:lnTo>
                  <a:lnTo>
                    <a:pt x="839" y="456"/>
                  </a:lnTo>
                  <a:lnTo>
                    <a:pt x="839" y="456"/>
                  </a:lnTo>
                  <a:lnTo>
                    <a:pt x="818" y="414"/>
                  </a:lnTo>
                  <a:lnTo>
                    <a:pt x="806" y="393"/>
                  </a:lnTo>
                  <a:lnTo>
                    <a:pt x="795" y="373"/>
                  </a:lnTo>
                  <a:lnTo>
                    <a:pt x="782" y="353"/>
                  </a:lnTo>
                  <a:lnTo>
                    <a:pt x="768" y="335"/>
                  </a:lnTo>
                  <a:lnTo>
                    <a:pt x="753" y="316"/>
                  </a:lnTo>
                  <a:lnTo>
                    <a:pt x="737" y="298"/>
                  </a:lnTo>
                  <a:lnTo>
                    <a:pt x="737" y="298"/>
                  </a:lnTo>
                  <a:lnTo>
                    <a:pt x="720" y="282"/>
                  </a:lnTo>
                  <a:lnTo>
                    <a:pt x="703" y="266"/>
                  </a:lnTo>
                  <a:lnTo>
                    <a:pt x="668" y="237"/>
                  </a:lnTo>
                  <a:lnTo>
                    <a:pt x="629" y="210"/>
                  </a:lnTo>
                  <a:lnTo>
                    <a:pt x="590" y="186"/>
                  </a:lnTo>
                  <a:lnTo>
                    <a:pt x="550" y="163"/>
                  </a:lnTo>
                  <a:lnTo>
                    <a:pt x="507" y="142"/>
                  </a:lnTo>
                  <a:lnTo>
                    <a:pt x="466" y="122"/>
                  </a:lnTo>
                  <a:lnTo>
                    <a:pt x="424" y="104"/>
                  </a:lnTo>
                  <a:lnTo>
                    <a:pt x="424" y="104"/>
                  </a:lnTo>
                  <a:lnTo>
                    <a:pt x="380" y="85"/>
                  </a:lnTo>
                  <a:lnTo>
                    <a:pt x="336" y="68"/>
                  </a:lnTo>
                  <a:lnTo>
                    <a:pt x="291" y="54"/>
                  </a:lnTo>
                  <a:lnTo>
                    <a:pt x="267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186" y="31"/>
                  </a:lnTo>
                  <a:lnTo>
                    <a:pt x="126" y="23"/>
                  </a:lnTo>
                  <a:lnTo>
                    <a:pt x="68" y="13"/>
                  </a:lnTo>
                  <a:lnTo>
                    <a:pt x="4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6" y="1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7" name="Freeform 107">
              <a:extLst>
                <a:ext uri="{FF2B5EF4-FFF2-40B4-BE49-F238E27FC236}">
                  <a16:creationId xmlns:a16="http://schemas.microsoft.com/office/drawing/2014/main" id="{6C70362F-D2F4-2408-DEB4-D62BE2D16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" y="3663"/>
              <a:ext cx="22" cy="412"/>
            </a:xfrm>
            <a:custGeom>
              <a:avLst/>
              <a:gdLst>
                <a:gd name="T0" fmla="*/ 27 w 44"/>
                <a:gd name="T1" fmla="*/ 9 h 825"/>
                <a:gd name="T2" fmla="*/ 27 w 44"/>
                <a:gd name="T3" fmla="*/ 9 h 825"/>
                <a:gd name="T4" fmla="*/ 26 w 44"/>
                <a:gd name="T5" fmla="*/ 210 h 825"/>
                <a:gd name="T6" fmla="*/ 24 w 44"/>
                <a:gd name="T7" fmla="*/ 312 h 825"/>
                <a:gd name="T8" fmla="*/ 23 w 44"/>
                <a:gd name="T9" fmla="*/ 413 h 825"/>
                <a:gd name="T10" fmla="*/ 20 w 44"/>
                <a:gd name="T11" fmla="*/ 513 h 825"/>
                <a:gd name="T12" fmla="*/ 14 w 44"/>
                <a:gd name="T13" fmla="*/ 615 h 825"/>
                <a:gd name="T14" fmla="*/ 9 w 44"/>
                <a:gd name="T15" fmla="*/ 716 h 825"/>
                <a:gd name="T16" fmla="*/ 0 w 44"/>
                <a:gd name="T17" fmla="*/ 816 h 825"/>
                <a:gd name="T18" fmla="*/ 0 w 44"/>
                <a:gd name="T19" fmla="*/ 816 h 825"/>
                <a:gd name="T20" fmla="*/ 0 w 44"/>
                <a:gd name="T21" fmla="*/ 819 h 825"/>
                <a:gd name="T22" fmla="*/ 2 w 44"/>
                <a:gd name="T23" fmla="*/ 822 h 825"/>
                <a:gd name="T24" fmla="*/ 5 w 44"/>
                <a:gd name="T25" fmla="*/ 823 h 825"/>
                <a:gd name="T26" fmla="*/ 7 w 44"/>
                <a:gd name="T27" fmla="*/ 825 h 825"/>
                <a:gd name="T28" fmla="*/ 12 w 44"/>
                <a:gd name="T29" fmla="*/ 823 h 825"/>
                <a:gd name="T30" fmla="*/ 14 w 44"/>
                <a:gd name="T31" fmla="*/ 822 h 825"/>
                <a:gd name="T32" fmla="*/ 16 w 44"/>
                <a:gd name="T33" fmla="*/ 819 h 825"/>
                <a:gd name="T34" fmla="*/ 17 w 44"/>
                <a:gd name="T35" fmla="*/ 816 h 825"/>
                <a:gd name="T36" fmla="*/ 17 w 44"/>
                <a:gd name="T37" fmla="*/ 816 h 825"/>
                <a:gd name="T38" fmla="*/ 26 w 44"/>
                <a:gd name="T39" fmla="*/ 716 h 825"/>
                <a:gd name="T40" fmla="*/ 31 w 44"/>
                <a:gd name="T41" fmla="*/ 615 h 825"/>
                <a:gd name="T42" fmla="*/ 37 w 44"/>
                <a:gd name="T43" fmla="*/ 513 h 825"/>
                <a:gd name="T44" fmla="*/ 40 w 44"/>
                <a:gd name="T45" fmla="*/ 413 h 825"/>
                <a:gd name="T46" fmla="*/ 41 w 44"/>
                <a:gd name="T47" fmla="*/ 312 h 825"/>
                <a:gd name="T48" fmla="*/ 43 w 44"/>
                <a:gd name="T49" fmla="*/ 210 h 825"/>
                <a:gd name="T50" fmla="*/ 44 w 44"/>
                <a:gd name="T51" fmla="*/ 9 h 825"/>
                <a:gd name="T52" fmla="*/ 44 w 44"/>
                <a:gd name="T53" fmla="*/ 9 h 825"/>
                <a:gd name="T54" fmla="*/ 43 w 44"/>
                <a:gd name="T55" fmla="*/ 5 h 825"/>
                <a:gd name="T56" fmla="*/ 41 w 44"/>
                <a:gd name="T57" fmla="*/ 2 h 825"/>
                <a:gd name="T58" fmla="*/ 39 w 44"/>
                <a:gd name="T59" fmla="*/ 0 h 825"/>
                <a:gd name="T60" fmla="*/ 36 w 44"/>
                <a:gd name="T61" fmla="*/ 0 h 825"/>
                <a:gd name="T62" fmla="*/ 31 w 44"/>
                <a:gd name="T63" fmla="*/ 0 h 825"/>
                <a:gd name="T64" fmla="*/ 29 w 44"/>
                <a:gd name="T65" fmla="*/ 2 h 825"/>
                <a:gd name="T66" fmla="*/ 27 w 44"/>
                <a:gd name="T67" fmla="*/ 5 h 825"/>
                <a:gd name="T68" fmla="*/ 27 w 44"/>
                <a:gd name="T69" fmla="*/ 9 h 825"/>
                <a:gd name="T70" fmla="*/ 27 w 44"/>
                <a:gd name="T71" fmla="*/ 9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825">
                  <a:moveTo>
                    <a:pt x="27" y="9"/>
                  </a:moveTo>
                  <a:lnTo>
                    <a:pt x="27" y="9"/>
                  </a:lnTo>
                  <a:lnTo>
                    <a:pt x="26" y="210"/>
                  </a:lnTo>
                  <a:lnTo>
                    <a:pt x="24" y="312"/>
                  </a:lnTo>
                  <a:lnTo>
                    <a:pt x="23" y="413"/>
                  </a:lnTo>
                  <a:lnTo>
                    <a:pt x="20" y="513"/>
                  </a:lnTo>
                  <a:lnTo>
                    <a:pt x="14" y="615"/>
                  </a:lnTo>
                  <a:lnTo>
                    <a:pt x="9" y="716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2" y="822"/>
                  </a:lnTo>
                  <a:lnTo>
                    <a:pt x="5" y="823"/>
                  </a:lnTo>
                  <a:lnTo>
                    <a:pt x="7" y="825"/>
                  </a:lnTo>
                  <a:lnTo>
                    <a:pt x="12" y="823"/>
                  </a:lnTo>
                  <a:lnTo>
                    <a:pt x="14" y="822"/>
                  </a:lnTo>
                  <a:lnTo>
                    <a:pt x="16" y="819"/>
                  </a:lnTo>
                  <a:lnTo>
                    <a:pt x="17" y="816"/>
                  </a:lnTo>
                  <a:lnTo>
                    <a:pt x="17" y="816"/>
                  </a:lnTo>
                  <a:lnTo>
                    <a:pt x="26" y="716"/>
                  </a:lnTo>
                  <a:lnTo>
                    <a:pt x="31" y="615"/>
                  </a:lnTo>
                  <a:lnTo>
                    <a:pt x="37" y="513"/>
                  </a:lnTo>
                  <a:lnTo>
                    <a:pt x="40" y="413"/>
                  </a:lnTo>
                  <a:lnTo>
                    <a:pt x="41" y="312"/>
                  </a:lnTo>
                  <a:lnTo>
                    <a:pt x="43" y="210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8" name="Freeform 108">
              <a:extLst>
                <a:ext uri="{FF2B5EF4-FFF2-40B4-BE49-F238E27FC236}">
                  <a16:creationId xmlns:a16="http://schemas.microsoft.com/office/drawing/2014/main" id="{A4855D35-5640-4641-34F0-34FF6816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641"/>
              <a:ext cx="57" cy="434"/>
            </a:xfrm>
            <a:custGeom>
              <a:avLst/>
              <a:gdLst>
                <a:gd name="T0" fmla="*/ 0 w 113"/>
                <a:gd name="T1" fmla="*/ 8 h 867"/>
                <a:gd name="T2" fmla="*/ 0 w 113"/>
                <a:gd name="T3" fmla="*/ 8 h 867"/>
                <a:gd name="T4" fmla="*/ 1 w 113"/>
                <a:gd name="T5" fmla="*/ 61 h 867"/>
                <a:gd name="T6" fmla="*/ 3 w 113"/>
                <a:gd name="T7" fmla="*/ 112 h 867"/>
                <a:gd name="T8" fmla="*/ 7 w 113"/>
                <a:gd name="T9" fmla="*/ 164 h 867"/>
                <a:gd name="T10" fmla="*/ 13 w 113"/>
                <a:gd name="T11" fmla="*/ 215 h 867"/>
                <a:gd name="T12" fmla="*/ 25 w 113"/>
                <a:gd name="T13" fmla="*/ 319 h 867"/>
                <a:gd name="T14" fmla="*/ 40 w 113"/>
                <a:gd name="T15" fmla="*/ 421 h 867"/>
                <a:gd name="T16" fmla="*/ 40 w 113"/>
                <a:gd name="T17" fmla="*/ 421 h 867"/>
                <a:gd name="T18" fmla="*/ 69 w 113"/>
                <a:gd name="T19" fmla="*/ 639 h 867"/>
                <a:gd name="T20" fmla="*/ 84 w 113"/>
                <a:gd name="T21" fmla="*/ 749 h 867"/>
                <a:gd name="T22" fmla="*/ 96 w 113"/>
                <a:gd name="T23" fmla="*/ 858 h 867"/>
                <a:gd name="T24" fmla="*/ 96 w 113"/>
                <a:gd name="T25" fmla="*/ 858 h 867"/>
                <a:gd name="T26" fmla="*/ 98 w 113"/>
                <a:gd name="T27" fmla="*/ 861 h 867"/>
                <a:gd name="T28" fmla="*/ 101 w 113"/>
                <a:gd name="T29" fmla="*/ 864 h 867"/>
                <a:gd name="T30" fmla="*/ 103 w 113"/>
                <a:gd name="T31" fmla="*/ 865 h 867"/>
                <a:gd name="T32" fmla="*/ 106 w 113"/>
                <a:gd name="T33" fmla="*/ 867 h 867"/>
                <a:gd name="T34" fmla="*/ 109 w 113"/>
                <a:gd name="T35" fmla="*/ 865 h 867"/>
                <a:gd name="T36" fmla="*/ 112 w 113"/>
                <a:gd name="T37" fmla="*/ 864 h 867"/>
                <a:gd name="T38" fmla="*/ 113 w 113"/>
                <a:gd name="T39" fmla="*/ 863 h 867"/>
                <a:gd name="T40" fmla="*/ 113 w 113"/>
                <a:gd name="T41" fmla="*/ 858 h 867"/>
                <a:gd name="T42" fmla="*/ 113 w 113"/>
                <a:gd name="T43" fmla="*/ 858 h 867"/>
                <a:gd name="T44" fmla="*/ 102 w 113"/>
                <a:gd name="T45" fmla="*/ 756 h 867"/>
                <a:gd name="T46" fmla="*/ 88 w 113"/>
                <a:gd name="T47" fmla="*/ 654 h 867"/>
                <a:gd name="T48" fmla="*/ 61 w 113"/>
                <a:gd name="T49" fmla="*/ 449 h 867"/>
                <a:gd name="T50" fmla="*/ 61 w 113"/>
                <a:gd name="T51" fmla="*/ 449 h 867"/>
                <a:gd name="T52" fmla="*/ 45 w 113"/>
                <a:gd name="T53" fmla="*/ 340 h 867"/>
                <a:gd name="T54" fmla="*/ 31 w 113"/>
                <a:gd name="T55" fmla="*/ 229 h 867"/>
                <a:gd name="T56" fmla="*/ 25 w 113"/>
                <a:gd name="T57" fmla="*/ 174 h 867"/>
                <a:gd name="T58" fmla="*/ 21 w 113"/>
                <a:gd name="T59" fmla="*/ 119 h 867"/>
                <a:gd name="T60" fmla="*/ 18 w 113"/>
                <a:gd name="T61" fmla="*/ 64 h 867"/>
                <a:gd name="T62" fmla="*/ 17 w 113"/>
                <a:gd name="T63" fmla="*/ 8 h 867"/>
                <a:gd name="T64" fmla="*/ 17 w 113"/>
                <a:gd name="T65" fmla="*/ 8 h 867"/>
                <a:gd name="T66" fmla="*/ 16 w 113"/>
                <a:gd name="T67" fmla="*/ 5 h 867"/>
                <a:gd name="T68" fmla="*/ 14 w 113"/>
                <a:gd name="T69" fmla="*/ 3 h 867"/>
                <a:gd name="T70" fmla="*/ 11 w 113"/>
                <a:gd name="T71" fmla="*/ 1 h 867"/>
                <a:gd name="T72" fmla="*/ 8 w 113"/>
                <a:gd name="T73" fmla="*/ 0 h 867"/>
                <a:gd name="T74" fmla="*/ 4 w 113"/>
                <a:gd name="T75" fmla="*/ 1 h 867"/>
                <a:gd name="T76" fmla="*/ 3 w 113"/>
                <a:gd name="T77" fmla="*/ 3 h 867"/>
                <a:gd name="T78" fmla="*/ 0 w 113"/>
                <a:gd name="T79" fmla="*/ 5 h 867"/>
                <a:gd name="T80" fmla="*/ 0 w 113"/>
                <a:gd name="T81" fmla="*/ 8 h 867"/>
                <a:gd name="T82" fmla="*/ 0 w 113"/>
                <a:gd name="T83" fmla="*/ 8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" h="867">
                  <a:moveTo>
                    <a:pt x="0" y="8"/>
                  </a:moveTo>
                  <a:lnTo>
                    <a:pt x="0" y="8"/>
                  </a:lnTo>
                  <a:lnTo>
                    <a:pt x="1" y="61"/>
                  </a:lnTo>
                  <a:lnTo>
                    <a:pt x="3" y="112"/>
                  </a:lnTo>
                  <a:lnTo>
                    <a:pt x="7" y="164"/>
                  </a:lnTo>
                  <a:lnTo>
                    <a:pt x="13" y="215"/>
                  </a:lnTo>
                  <a:lnTo>
                    <a:pt x="25" y="319"/>
                  </a:lnTo>
                  <a:lnTo>
                    <a:pt x="40" y="421"/>
                  </a:lnTo>
                  <a:lnTo>
                    <a:pt x="40" y="421"/>
                  </a:lnTo>
                  <a:lnTo>
                    <a:pt x="69" y="639"/>
                  </a:lnTo>
                  <a:lnTo>
                    <a:pt x="84" y="749"/>
                  </a:lnTo>
                  <a:lnTo>
                    <a:pt x="96" y="858"/>
                  </a:lnTo>
                  <a:lnTo>
                    <a:pt x="96" y="858"/>
                  </a:lnTo>
                  <a:lnTo>
                    <a:pt x="98" y="861"/>
                  </a:lnTo>
                  <a:lnTo>
                    <a:pt x="101" y="864"/>
                  </a:lnTo>
                  <a:lnTo>
                    <a:pt x="103" y="865"/>
                  </a:lnTo>
                  <a:lnTo>
                    <a:pt x="106" y="867"/>
                  </a:lnTo>
                  <a:lnTo>
                    <a:pt x="109" y="865"/>
                  </a:lnTo>
                  <a:lnTo>
                    <a:pt x="112" y="864"/>
                  </a:lnTo>
                  <a:lnTo>
                    <a:pt x="113" y="863"/>
                  </a:lnTo>
                  <a:lnTo>
                    <a:pt x="113" y="858"/>
                  </a:lnTo>
                  <a:lnTo>
                    <a:pt x="113" y="858"/>
                  </a:lnTo>
                  <a:lnTo>
                    <a:pt x="102" y="756"/>
                  </a:lnTo>
                  <a:lnTo>
                    <a:pt x="88" y="654"/>
                  </a:lnTo>
                  <a:lnTo>
                    <a:pt x="61" y="449"/>
                  </a:lnTo>
                  <a:lnTo>
                    <a:pt x="61" y="449"/>
                  </a:lnTo>
                  <a:lnTo>
                    <a:pt x="45" y="340"/>
                  </a:lnTo>
                  <a:lnTo>
                    <a:pt x="31" y="229"/>
                  </a:lnTo>
                  <a:lnTo>
                    <a:pt x="25" y="174"/>
                  </a:lnTo>
                  <a:lnTo>
                    <a:pt x="21" y="119"/>
                  </a:lnTo>
                  <a:lnTo>
                    <a:pt x="18" y="64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9" name="Freeform 109">
              <a:extLst>
                <a:ext uri="{FF2B5EF4-FFF2-40B4-BE49-F238E27FC236}">
                  <a16:creationId xmlns:a16="http://schemas.microsoft.com/office/drawing/2014/main" id="{3608DC5E-DCEA-15C5-1C65-24821E08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728"/>
              <a:ext cx="60" cy="268"/>
            </a:xfrm>
            <a:custGeom>
              <a:avLst/>
              <a:gdLst>
                <a:gd name="T0" fmla="*/ 0 w 120"/>
                <a:gd name="T1" fmla="*/ 10 h 537"/>
                <a:gd name="T2" fmla="*/ 0 w 120"/>
                <a:gd name="T3" fmla="*/ 10 h 537"/>
                <a:gd name="T4" fmla="*/ 5 w 120"/>
                <a:gd name="T5" fmla="*/ 45 h 537"/>
                <a:gd name="T6" fmla="*/ 8 w 120"/>
                <a:gd name="T7" fmla="*/ 80 h 537"/>
                <a:gd name="T8" fmla="*/ 11 w 120"/>
                <a:gd name="T9" fmla="*/ 116 h 537"/>
                <a:gd name="T10" fmla="*/ 11 w 120"/>
                <a:gd name="T11" fmla="*/ 151 h 537"/>
                <a:gd name="T12" fmla="*/ 12 w 120"/>
                <a:gd name="T13" fmla="*/ 223 h 537"/>
                <a:gd name="T14" fmla="*/ 12 w 120"/>
                <a:gd name="T15" fmla="*/ 259 h 537"/>
                <a:gd name="T16" fmla="*/ 14 w 120"/>
                <a:gd name="T17" fmla="*/ 294 h 537"/>
                <a:gd name="T18" fmla="*/ 14 w 120"/>
                <a:gd name="T19" fmla="*/ 294 h 537"/>
                <a:gd name="T20" fmla="*/ 18 w 120"/>
                <a:gd name="T21" fmla="*/ 328 h 537"/>
                <a:gd name="T22" fmla="*/ 22 w 120"/>
                <a:gd name="T23" fmla="*/ 360 h 537"/>
                <a:gd name="T24" fmla="*/ 31 w 120"/>
                <a:gd name="T25" fmla="*/ 392 h 537"/>
                <a:gd name="T26" fmla="*/ 41 w 120"/>
                <a:gd name="T27" fmla="*/ 422 h 537"/>
                <a:gd name="T28" fmla="*/ 52 w 120"/>
                <a:gd name="T29" fmla="*/ 452 h 537"/>
                <a:gd name="T30" fmla="*/ 68 w 120"/>
                <a:gd name="T31" fmla="*/ 481 h 537"/>
                <a:gd name="T32" fmla="*/ 86 w 120"/>
                <a:gd name="T33" fmla="*/ 508 h 537"/>
                <a:gd name="T34" fmla="*/ 106 w 120"/>
                <a:gd name="T35" fmla="*/ 534 h 537"/>
                <a:gd name="T36" fmla="*/ 106 w 120"/>
                <a:gd name="T37" fmla="*/ 534 h 537"/>
                <a:gd name="T38" fmla="*/ 109 w 120"/>
                <a:gd name="T39" fmla="*/ 537 h 537"/>
                <a:gd name="T40" fmla="*/ 111 w 120"/>
                <a:gd name="T41" fmla="*/ 537 h 537"/>
                <a:gd name="T42" fmla="*/ 116 w 120"/>
                <a:gd name="T43" fmla="*/ 537 h 537"/>
                <a:gd name="T44" fmla="*/ 117 w 120"/>
                <a:gd name="T45" fmla="*/ 535 h 537"/>
                <a:gd name="T46" fmla="*/ 120 w 120"/>
                <a:gd name="T47" fmla="*/ 532 h 537"/>
                <a:gd name="T48" fmla="*/ 120 w 120"/>
                <a:gd name="T49" fmla="*/ 530 h 537"/>
                <a:gd name="T50" fmla="*/ 120 w 120"/>
                <a:gd name="T51" fmla="*/ 525 h 537"/>
                <a:gd name="T52" fmla="*/ 119 w 120"/>
                <a:gd name="T53" fmla="*/ 522 h 537"/>
                <a:gd name="T54" fmla="*/ 119 w 120"/>
                <a:gd name="T55" fmla="*/ 522 h 537"/>
                <a:gd name="T56" fmla="*/ 107 w 120"/>
                <a:gd name="T57" fmla="*/ 508 h 537"/>
                <a:gd name="T58" fmla="*/ 96 w 120"/>
                <a:gd name="T59" fmla="*/ 494 h 537"/>
                <a:gd name="T60" fmla="*/ 87 w 120"/>
                <a:gd name="T61" fmla="*/ 480 h 537"/>
                <a:gd name="T62" fmla="*/ 79 w 120"/>
                <a:gd name="T63" fmla="*/ 464 h 537"/>
                <a:gd name="T64" fmla="*/ 70 w 120"/>
                <a:gd name="T65" fmla="*/ 450 h 537"/>
                <a:gd name="T66" fmla="*/ 65 w 120"/>
                <a:gd name="T67" fmla="*/ 435 h 537"/>
                <a:gd name="T68" fmla="*/ 53 w 120"/>
                <a:gd name="T69" fmla="*/ 403 h 537"/>
                <a:gd name="T70" fmla="*/ 45 w 120"/>
                <a:gd name="T71" fmla="*/ 372 h 537"/>
                <a:gd name="T72" fmla="*/ 39 w 120"/>
                <a:gd name="T73" fmla="*/ 340 h 537"/>
                <a:gd name="T74" fmla="*/ 35 w 120"/>
                <a:gd name="T75" fmla="*/ 307 h 537"/>
                <a:gd name="T76" fmla="*/ 32 w 120"/>
                <a:gd name="T77" fmla="*/ 275 h 537"/>
                <a:gd name="T78" fmla="*/ 29 w 120"/>
                <a:gd name="T79" fmla="*/ 206 h 537"/>
                <a:gd name="T80" fmla="*/ 28 w 120"/>
                <a:gd name="T81" fmla="*/ 140 h 537"/>
                <a:gd name="T82" fmla="*/ 26 w 120"/>
                <a:gd name="T83" fmla="*/ 106 h 537"/>
                <a:gd name="T84" fmla="*/ 25 w 120"/>
                <a:gd name="T85" fmla="*/ 72 h 537"/>
                <a:gd name="T86" fmla="*/ 21 w 120"/>
                <a:gd name="T87" fmla="*/ 38 h 537"/>
                <a:gd name="T88" fmla="*/ 15 w 120"/>
                <a:gd name="T89" fmla="*/ 5 h 537"/>
                <a:gd name="T90" fmla="*/ 15 w 120"/>
                <a:gd name="T91" fmla="*/ 5 h 537"/>
                <a:gd name="T92" fmla="*/ 14 w 120"/>
                <a:gd name="T93" fmla="*/ 2 h 537"/>
                <a:gd name="T94" fmla="*/ 12 w 120"/>
                <a:gd name="T95" fmla="*/ 0 h 537"/>
                <a:gd name="T96" fmla="*/ 8 w 120"/>
                <a:gd name="T97" fmla="*/ 0 h 537"/>
                <a:gd name="T98" fmla="*/ 5 w 120"/>
                <a:gd name="T99" fmla="*/ 0 h 537"/>
                <a:gd name="T100" fmla="*/ 2 w 120"/>
                <a:gd name="T101" fmla="*/ 1 h 537"/>
                <a:gd name="T102" fmla="*/ 1 w 120"/>
                <a:gd name="T103" fmla="*/ 2 h 537"/>
                <a:gd name="T104" fmla="*/ 0 w 120"/>
                <a:gd name="T105" fmla="*/ 7 h 537"/>
                <a:gd name="T106" fmla="*/ 0 w 120"/>
                <a:gd name="T107" fmla="*/ 10 h 537"/>
                <a:gd name="T108" fmla="*/ 0 w 120"/>
                <a:gd name="T109" fmla="*/ 1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" h="537">
                  <a:moveTo>
                    <a:pt x="0" y="10"/>
                  </a:moveTo>
                  <a:lnTo>
                    <a:pt x="0" y="10"/>
                  </a:lnTo>
                  <a:lnTo>
                    <a:pt x="5" y="45"/>
                  </a:lnTo>
                  <a:lnTo>
                    <a:pt x="8" y="80"/>
                  </a:lnTo>
                  <a:lnTo>
                    <a:pt x="11" y="116"/>
                  </a:lnTo>
                  <a:lnTo>
                    <a:pt x="11" y="151"/>
                  </a:lnTo>
                  <a:lnTo>
                    <a:pt x="12" y="223"/>
                  </a:lnTo>
                  <a:lnTo>
                    <a:pt x="12" y="259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8" y="328"/>
                  </a:lnTo>
                  <a:lnTo>
                    <a:pt x="22" y="360"/>
                  </a:lnTo>
                  <a:lnTo>
                    <a:pt x="31" y="392"/>
                  </a:lnTo>
                  <a:lnTo>
                    <a:pt x="41" y="422"/>
                  </a:lnTo>
                  <a:lnTo>
                    <a:pt x="52" y="452"/>
                  </a:lnTo>
                  <a:lnTo>
                    <a:pt x="68" y="481"/>
                  </a:lnTo>
                  <a:lnTo>
                    <a:pt x="86" y="508"/>
                  </a:lnTo>
                  <a:lnTo>
                    <a:pt x="106" y="534"/>
                  </a:lnTo>
                  <a:lnTo>
                    <a:pt x="106" y="534"/>
                  </a:lnTo>
                  <a:lnTo>
                    <a:pt x="109" y="537"/>
                  </a:lnTo>
                  <a:lnTo>
                    <a:pt x="111" y="537"/>
                  </a:lnTo>
                  <a:lnTo>
                    <a:pt x="116" y="537"/>
                  </a:lnTo>
                  <a:lnTo>
                    <a:pt x="117" y="535"/>
                  </a:lnTo>
                  <a:lnTo>
                    <a:pt x="120" y="532"/>
                  </a:lnTo>
                  <a:lnTo>
                    <a:pt x="120" y="530"/>
                  </a:lnTo>
                  <a:lnTo>
                    <a:pt x="120" y="525"/>
                  </a:lnTo>
                  <a:lnTo>
                    <a:pt x="119" y="522"/>
                  </a:lnTo>
                  <a:lnTo>
                    <a:pt x="119" y="522"/>
                  </a:lnTo>
                  <a:lnTo>
                    <a:pt x="107" y="508"/>
                  </a:lnTo>
                  <a:lnTo>
                    <a:pt x="96" y="494"/>
                  </a:lnTo>
                  <a:lnTo>
                    <a:pt x="87" y="480"/>
                  </a:lnTo>
                  <a:lnTo>
                    <a:pt x="79" y="464"/>
                  </a:lnTo>
                  <a:lnTo>
                    <a:pt x="70" y="450"/>
                  </a:lnTo>
                  <a:lnTo>
                    <a:pt x="65" y="435"/>
                  </a:lnTo>
                  <a:lnTo>
                    <a:pt x="53" y="403"/>
                  </a:lnTo>
                  <a:lnTo>
                    <a:pt x="45" y="372"/>
                  </a:lnTo>
                  <a:lnTo>
                    <a:pt x="39" y="340"/>
                  </a:lnTo>
                  <a:lnTo>
                    <a:pt x="35" y="307"/>
                  </a:lnTo>
                  <a:lnTo>
                    <a:pt x="32" y="275"/>
                  </a:lnTo>
                  <a:lnTo>
                    <a:pt x="29" y="206"/>
                  </a:lnTo>
                  <a:lnTo>
                    <a:pt x="28" y="140"/>
                  </a:lnTo>
                  <a:lnTo>
                    <a:pt x="26" y="106"/>
                  </a:lnTo>
                  <a:lnTo>
                    <a:pt x="25" y="72"/>
                  </a:lnTo>
                  <a:lnTo>
                    <a:pt x="21" y="3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0" name="Freeform 110">
              <a:extLst>
                <a:ext uri="{FF2B5EF4-FFF2-40B4-BE49-F238E27FC236}">
                  <a16:creationId xmlns:a16="http://schemas.microsoft.com/office/drawing/2014/main" id="{65205C33-F419-9929-CD5E-055C51390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824"/>
              <a:ext cx="74" cy="94"/>
            </a:xfrm>
            <a:custGeom>
              <a:avLst/>
              <a:gdLst>
                <a:gd name="T0" fmla="*/ 3 w 147"/>
                <a:gd name="T1" fmla="*/ 14 h 189"/>
                <a:gd name="T2" fmla="*/ 3 w 147"/>
                <a:gd name="T3" fmla="*/ 14 h 189"/>
                <a:gd name="T4" fmla="*/ 21 w 147"/>
                <a:gd name="T5" fmla="*/ 34 h 189"/>
                <a:gd name="T6" fmla="*/ 37 w 147"/>
                <a:gd name="T7" fmla="*/ 57 h 189"/>
                <a:gd name="T8" fmla="*/ 51 w 147"/>
                <a:gd name="T9" fmla="*/ 80 h 189"/>
                <a:gd name="T10" fmla="*/ 65 w 147"/>
                <a:gd name="T11" fmla="*/ 102 h 189"/>
                <a:gd name="T12" fmla="*/ 81 w 147"/>
                <a:gd name="T13" fmla="*/ 125 h 189"/>
                <a:gd name="T14" fmla="*/ 95 w 147"/>
                <a:gd name="T15" fmla="*/ 148 h 189"/>
                <a:gd name="T16" fmla="*/ 113 w 147"/>
                <a:gd name="T17" fmla="*/ 168 h 189"/>
                <a:gd name="T18" fmla="*/ 122 w 147"/>
                <a:gd name="T19" fmla="*/ 177 h 189"/>
                <a:gd name="T20" fmla="*/ 133 w 147"/>
                <a:gd name="T21" fmla="*/ 187 h 189"/>
                <a:gd name="T22" fmla="*/ 133 w 147"/>
                <a:gd name="T23" fmla="*/ 187 h 189"/>
                <a:gd name="T24" fmla="*/ 136 w 147"/>
                <a:gd name="T25" fmla="*/ 189 h 189"/>
                <a:gd name="T26" fmla="*/ 139 w 147"/>
                <a:gd name="T27" fmla="*/ 189 h 189"/>
                <a:gd name="T28" fmla="*/ 142 w 147"/>
                <a:gd name="T29" fmla="*/ 189 h 189"/>
                <a:gd name="T30" fmla="*/ 145 w 147"/>
                <a:gd name="T31" fmla="*/ 186 h 189"/>
                <a:gd name="T32" fmla="*/ 147 w 147"/>
                <a:gd name="T33" fmla="*/ 183 h 189"/>
                <a:gd name="T34" fmla="*/ 147 w 147"/>
                <a:gd name="T35" fmla="*/ 180 h 189"/>
                <a:gd name="T36" fmla="*/ 147 w 147"/>
                <a:gd name="T37" fmla="*/ 177 h 189"/>
                <a:gd name="T38" fmla="*/ 145 w 147"/>
                <a:gd name="T39" fmla="*/ 175 h 189"/>
                <a:gd name="T40" fmla="*/ 145 w 147"/>
                <a:gd name="T41" fmla="*/ 175 h 189"/>
                <a:gd name="T42" fmla="*/ 135 w 147"/>
                <a:gd name="T43" fmla="*/ 166 h 189"/>
                <a:gd name="T44" fmla="*/ 125 w 147"/>
                <a:gd name="T45" fmla="*/ 156 h 189"/>
                <a:gd name="T46" fmla="*/ 108 w 147"/>
                <a:gd name="T47" fmla="*/ 135 h 189"/>
                <a:gd name="T48" fmla="*/ 92 w 147"/>
                <a:gd name="T49" fmla="*/ 114 h 189"/>
                <a:gd name="T50" fmla="*/ 78 w 147"/>
                <a:gd name="T51" fmla="*/ 90 h 189"/>
                <a:gd name="T52" fmla="*/ 64 w 147"/>
                <a:gd name="T53" fmla="*/ 67 h 189"/>
                <a:gd name="T54" fmla="*/ 50 w 147"/>
                <a:gd name="T55" fmla="*/ 44 h 189"/>
                <a:gd name="T56" fmla="*/ 33 w 147"/>
                <a:gd name="T57" fmla="*/ 23 h 189"/>
                <a:gd name="T58" fmla="*/ 14 w 147"/>
                <a:gd name="T59" fmla="*/ 3 h 189"/>
                <a:gd name="T60" fmla="*/ 14 w 147"/>
                <a:gd name="T61" fmla="*/ 3 h 189"/>
                <a:gd name="T62" fmla="*/ 11 w 147"/>
                <a:gd name="T63" fmla="*/ 0 h 189"/>
                <a:gd name="T64" fmla="*/ 9 w 147"/>
                <a:gd name="T65" fmla="*/ 0 h 189"/>
                <a:gd name="T66" fmla="*/ 6 w 147"/>
                <a:gd name="T67" fmla="*/ 2 h 189"/>
                <a:gd name="T68" fmla="*/ 3 w 147"/>
                <a:gd name="T69" fmla="*/ 3 h 189"/>
                <a:gd name="T70" fmla="*/ 0 w 147"/>
                <a:gd name="T71" fmla="*/ 6 h 189"/>
                <a:gd name="T72" fmla="*/ 0 w 147"/>
                <a:gd name="T73" fmla="*/ 9 h 189"/>
                <a:gd name="T74" fmla="*/ 0 w 147"/>
                <a:gd name="T75" fmla="*/ 12 h 189"/>
                <a:gd name="T76" fmla="*/ 3 w 147"/>
                <a:gd name="T77" fmla="*/ 14 h 189"/>
                <a:gd name="T78" fmla="*/ 3 w 147"/>
                <a:gd name="T79" fmla="*/ 1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189">
                  <a:moveTo>
                    <a:pt x="3" y="14"/>
                  </a:moveTo>
                  <a:lnTo>
                    <a:pt x="3" y="14"/>
                  </a:lnTo>
                  <a:lnTo>
                    <a:pt x="21" y="34"/>
                  </a:lnTo>
                  <a:lnTo>
                    <a:pt x="37" y="57"/>
                  </a:lnTo>
                  <a:lnTo>
                    <a:pt x="51" y="80"/>
                  </a:lnTo>
                  <a:lnTo>
                    <a:pt x="65" y="102"/>
                  </a:lnTo>
                  <a:lnTo>
                    <a:pt x="81" y="125"/>
                  </a:lnTo>
                  <a:lnTo>
                    <a:pt x="95" y="148"/>
                  </a:lnTo>
                  <a:lnTo>
                    <a:pt x="113" y="168"/>
                  </a:lnTo>
                  <a:lnTo>
                    <a:pt x="122" y="177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6" y="189"/>
                  </a:lnTo>
                  <a:lnTo>
                    <a:pt x="139" y="189"/>
                  </a:lnTo>
                  <a:lnTo>
                    <a:pt x="142" y="189"/>
                  </a:lnTo>
                  <a:lnTo>
                    <a:pt x="145" y="186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7" y="177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35" y="166"/>
                  </a:lnTo>
                  <a:lnTo>
                    <a:pt x="125" y="156"/>
                  </a:lnTo>
                  <a:lnTo>
                    <a:pt x="108" y="135"/>
                  </a:lnTo>
                  <a:lnTo>
                    <a:pt x="92" y="114"/>
                  </a:lnTo>
                  <a:lnTo>
                    <a:pt x="78" y="90"/>
                  </a:lnTo>
                  <a:lnTo>
                    <a:pt x="64" y="67"/>
                  </a:lnTo>
                  <a:lnTo>
                    <a:pt x="50" y="44"/>
                  </a:lnTo>
                  <a:lnTo>
                    <a:pt x="33" y="2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1" name="Freeform 111">
              <a:extLst>
                <a:ext uri="{FF2B5EF4-FFF2-40B4-BE49-F238E27FC236}">
                  <a16:creationId xmlns:a16="http://schemas.microsoft.com/office/drawing/2014/main" id="{36C5B020-E6BE-FC26-FA8C-F7EEA7DC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3635"/>
              <a:ext cx="10" cy="128"/>
            </a:xfrm>
            <a:custGeom>
              <a:avLst/>
              <a:gdLst>
                <a:gd name="T0" fmla="*/ 0 w 18"/>
                <a:gd name="T1" fmla="*/ 9 h 256"/>
                <a:gd name="T2" fmla="*/ 0 w 18"/>
                <a:gd name="T3" fmla="*/ 9 h 256"/>
                <a:gd name="T4" fmla="*/ 0 w 18"/>
                <a:gd name="T5" fmla="*/ 38 h 256"/>
                <a:gd name="T6" fmla="*/ 0 w 18"/>
                <a:gd name="T7" fmla="*/ 68 h 256"/>
                <a:gd name="T8" fmla="*/ 0 w 18"/>
                <a:gd name="T9" fmla="*/ 129 h 256"/>
                <a:gd name="T10" fmla="*/ 1 w 18"/>
                <a:gd name="T11" fmla="*/ 188 h 256"/>
                <a:gd name="T12" fmla="*/ 1 w 18"/>
                <a:gd name="T13" fmla="*/ 218 h 256"/>
                <a:gd name="T14" fmla="*/ 0 w 18"/>
                <a:gd name="T15" fmla="*/ 248 h 256"/>
                <a:gd name="T16" fmla="*/ 0 w 18"/>
                <a:gd name="T17" fmla="*/ 248 h 256"/>
                <a:gd name="T18" fmla="*/ 1 w 18"/>
                <a:gd name="T19" fmla="*/ 252 h 256"/>
                <a:gd name="T20" fmla="*/ 2 w 18"/>
                <a:gd name="T21" fmla="*/ 255 h 256"/>
                <a:gd name="T22" fmla="*/ 5 w 18"/>
                <a:gd name="T23" fmla="*/ 256 h 256"/>
                <a:gd name="T24" fmla="*/ 8 w 18"/>
                <a:gd name="T25" fmla="*/ 256 h 256"/>
                <a:gd name="T26" fmla="*/ 11 w 18"/>
                <a:gd name="T27" fmla="*/ 256 h 256"/>
                <a:gd name="T28" fmla="*/ 14 w 18"/>
                <a:gd name="T29" fmla="*/ 255 h 256"/>
                <a:gd name="T30" fmla="*/ 17 w 18"/>
                <a:gd name="T31" fmla="*/ 252 h 256"/>
                <a:gd name="T32" fmla="*/ 17 w 18"/>
                <a:gd name="T33" fmla="*/ 248 h 256"/>
                <a:gd name="T34" fmla="*/ 17 w 18"/>
                <a:gd name="T35" fmla="*/ 248 h 256"/>
                <a:gd name="T36" fmla="*/ 18 w 18"/>
                <a:gd name="T37" fmla="*/ 218 h 256"/>
                <a:gd name="T38" fmla="*/ 18 w 18"/>
                <a:gd name="T39" fmla="*/ 188 h 256"/>
                <a:gd name="T40" fmla="*/ 17 w 18"/>
                <a:gd name="T41" fmla="*/ 129 h 256"/>
                <a:gd name="T42" fmla="*/ 17 w 18"/>
                <a:gd name="T43" fmla="*/ 68 h 256"/>
                <a:gd name="T44" fmla="*/ 17 w 18"/>
                <a:gd name="T45" fmla="*/ 38 h 256"/>
                <a:gd name="T46" fmla="*/ 17 w 18"/>
                <a:gd name="T47" fmla="*/ 9 h 256"/>
                <a:gd name="T48" fmla="*/ 17 w 18"/>
                <a:gd name="T49" fmla="*/ 9 h 256"/>
                <a:gd name="T50" fmla="*/ 17 w 18"/>
                <a:gd name="T51" fmla="*/ 6 h 256"/>
                <a:gd name="T52" fmla="*/ 15 w 18"/>
                <a:gd name="T53" fmla="*/ 3 h 256"/>
                <a:gd name="T54" fmla="*/ 12 w 18"/>
                <a:gd name="T55" fmla="*/ 1 h 256"/>
                <a:gd name="T56" fmla="*/ 10 w 18"/>
                <a:gd name="T57" fmla="*/ 0 h 256"/>
                <a:gd name="T58" fmla="*/ 5 w 18"/>
                <a:gd name="T59" fmla="*/ 1 h 256"/>
                <a:gd name="T60" fmla="*/ 2 w 18"/>
                <a:gd name="T61" fmla="*/ 3 h 256"/>
                <a:gd name="T62" fmla="*/ 1 w 18"/>
                <a:gd name="T63" fmla="*/ 6 h 256"/>
                <a:gd name="T64" fmla="*/ 0 w 18"/>
                <a:gd name="T65" fmla="*/ 9 h 256"/>
                <a:gd name="T66" fmla="*/ 0 w 18"/>
                <a:gd name="T67" fmla="*/ 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256">
                  <a:moveTo>
                    <a:pt x="0" y="9"/>
                  </a:moveTo>
                  <a:lnTo>
                    <a:pt x="0" y="9"/>
                  </a:lnTo>
                  <a:lnTo>
                    <a:pt x="0" y="38"/>
                  </a:lnTo>
                  <a:lnTo>
                    <a:pt x="0" y="68"/>
                  </a:lnTo>
                  <a:lnTo>
                    <a:pt x="0" y="129"/>
                  </a:lnTo>
                  <a:lnTo>
                    <a:pt x="1" y="188"/>
                  </a:lnTo>
                  <a:lnTo>
                    <a:pt x="1" y="21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2" y="255"/>
                  </a:lnTo>
                  <a:lnTo>
                    <a:pt x="5" y="256"/>
                  </a:lnTo>
                  <a:lnTo>
                    <a:pt x="8" y="256"/>
                  </a:lnTo>
                  <a:lnTo>
                    <a:pt x="11" y="256"/>
                  </a:lnTo>
                  <a:lnTo>
                    <a:pt x="14" y="255"/>
                  </a:lnTo>
                  <a:lnTo>
                    <a:pt x="17" y="252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8" y="218"/>
                  </a:lnTo>
                  <a:lnTo>
                    <a:pt x="18" y="188"/>
                  </a:lnTo>
                  <a:lnTo>
                    <a:pt x="17" y="129"/>
                  </a:lnTo>
                  <a:lnTo>
                    <a:pt x="17" y="68"/>
                  </a:lnTo>
                  <a:lnTo>
                    <a:pt x="17" y="3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2" name="Freeform 112">
              <a:extLst>
                <a:ext uri="{FF2B5EF4-FFF2-40B4-BE49-F238E27FC236}">
                  <a16:creationId xmlns:a16="http://schemas.microsoft.com/office/drawing/2014/main" id="{05D181D7-C44F-A40B-8D14-F37FD078F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635"/>
              <a:ext cx="63" cy="452"/>
            </a:xfrm>
            <a:custGeom>
              <a:avLst/>
              <a:gdLst>
                <a:gd name="T0" fmla="*/ 47 w 126"/>
                <a:gd name="T1" fmla="*/ 8 h 902"/>
                <a:gd name="T2" fmla="*/ 43 w 126"/>
                <a:gd name="T3" fmla="*/ 56 h 902"/>
                <a:gd name="T4" fmla="*/ 31 w 126"/>
                <a:gd name="T5" fmla="*/ 102 h 902"/>
                <a:gd name="T6" fmla="*/ 9 w 126"/>
                <a:gd name="T7" fmla="*/ 170 h 902"/>
                <a:gd name="T8" fmla="*/ 3 w 126"/>
                <a:gd name="T9" fmla="*/ 192 h 902"/>
                <a:gd name="T10" fmla="*/ 0 w 126"/>
                <a:gd name="T11" fmla="*/ 218 h 902"/>
                <a:gd name="T12" fmla="*/ 0 w 126"/>
                <a:gd name="T13" fmla="*/ 243 h 902"/>
                <a:gd name="T14" fmla="*/ 9 w 126"/>
                <a:gd name="T15" fmla="*/ 296 h 902"/>
                <a:gd name="T16" fmla="*/ 24 w 126"/>
                <a:gd name="T17" fmla="*/ 345 h 902"/>
                <a:gd name="T18" fmla="*/ 38 w 126"/>
                <a:gd name="T19" fmla="*/ 395 h 902"/>
                <a:gd name="T20" fmla="*/ 51 w 126"/>
                <a:gd name="T21" fmla="*/ 457 h 902"/>
                <a:gd name="T22" fmla="*/ 74 w 126"/>
                <a:gd name="T23" fmla="*/ 581 h 902"/>
                <a:gd name="T24" fmla="*/ 89 w 126"/>
                <a:gd name="T25" fmla="*/ 707 h 902"/>
                <a:gd name="T26" fmla="*/ 109 w 126"/>
                <a:gd name="T27" fmla="*/ 895 h 902"/>
                <a:gd name="T28" fmla="*/ 111 w 126"/>
                <a:gd name="T29" fmla="*/ 898 h 902"/>
                <a:gd name="T30" fmla="*/ 115 w 126"/>
                <a:gd name="T31" fmla="*/ 902 h 902"/>
                <a:gd name="T32" fmla="*/ 122 w 126"/>
                <a:gd name="T33" fmla="*/ 902 h 902"/>
                <a:gd name="T34" fmla="*/ 126 w 126"/>
                <a:gd name="T35" fmla="*/ 898 h 902"/>
                <a:gd name="T36" fmla="*/ 126 w 126"/>
                <a:gd name="T37" fmla="*/ 895 h 902"/>
                <a:gd name="T38" fmla="*/ 101 w 126"/>
                <a:gd name="T39" fmla="*/ 653 h 902"/>
                <a:gd name="T40" fmla="*/ 82 w 126"/>
                <a:gd name="T41" fmla="*/ 531 h 902"/>
                <a:gd name="T42" fmla="*/ 60 w 126"/>
                <a:gd name="T43" fmla="*/ 412 h 902"/>
                <a:gd name="T44" fmla="*/ 52 w 126"/>
                <a:gd name="T45" fmla="*/ 384 h 902"/>
                <a:gd name="T46" fmla="*/ 35 w 126"/>
                <a:gd name="T47" fmla="*/ 327 h 902"/>
                <a:gd name="T48" fmla="*/ 21 w 126"/>
                <a:gd name="T49" fmla="*/ 269 h 902"/>
                <a:gd name="T50" fmla="*/ 17 w 126"/>
                <a:gd name="T51" fmla="*/ 225 h 902"/>
                <a:gd name="T52" fmla="*/ 20 w 126"/>
                <a:gd name="T53" fmla="*/ 197 h 902"/>
                <a:gd name="T54" fmla="*/ 23 w 126"/>
                <a:gd name="T55" fmla="*/ 183 h 902"/>
                <a:gd name="T56" fmla="*/ 35 w 126"/>
                <a:gd name="T57" fmla="*/ 139 h 902"/>
                <a:gd name="T58" fmla="*/ 55 w 126"/>
                <a:gd name="T59" fmla="*/ 75 h 902"/>
                <a:gd name="T60" fmla="*/ 64 w 126"/>
                <a:gd name="T61" fmla="*/ 31 h 902"/>
                <a:gd name="T62" fmla="*/ 64 w 126"/>
                <a:gd name="T63" fmla="*/ 8 h 902"/>
                <a:gd name="T64" fmla="*/ 60 w 126"/>
                <a:gd name="T65" fmla="*/ 3 h 902"/>
                <a:gd name="T66" fmla="*/ 54 w 126"/>
                <a:gd name="T67" fmla="*/ 0 h 902"/>
                <a:gd name="T68" fmla="*/ 48 w 126"/>
                <a:gd name="T69" fmla="*/ 3 h 902"/>
                <a:gd name="T70" fmla="*/ 47 w 126"/>
                <a:gd name="T71" fmla="*/ 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6" h="902">
                  <a:moveTo>
                    <a:pt x="47" y="8"/>
                  </a:moveTo>
                  <a:lnTo>
                    <a:pt x="47" y="8"/>
                  </a:lnTo>
                  <a:lnTo>
                    <a:pt x="47" y="32"/>
                  </a:lnTo>
                  <a:lnTo>
                    <a:pt x="43" y="56"/>
                  </a:lnTo>
                  <a:lnTo>
                    <a:pt x="38" y="79"/>
                  </a:lnTo>
                  <a:lnTo>
                    <a:pt x="31" y="102"/>
                  </a:lnTo>
                  <a:lnTo>
                    <a:pt x="16" y="147"/>
                  </a:lnTo>
                  <a:lnTo>
                    <a:pt x="9" y="170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0" y="205"/>
                  </a:lnTo>
                  <a:lnTo>
                    <a:pt x="0" y="218"/>
                  </a:lnTo>
                  <a:lnTo>
                    <a:pt x="0" y="231"/>
                  </a:lnTo>
                  <a:lnTo>
                    <a:pt x="0" y="243"/>
                  </a:lnTo>
                  <a:lnTo>
                    <a:pt x="3" y="269"/>
                  </a:lnTo>
                  <a:lnTo>
                    <a:pt x="9" y="296"/>
                  </a:lnTo>
                  <a:lnTo>
                    <a:pt x="16" y="321"/>
                  </a:lnTo>
                  <a:lnTo>
                    <a:pt x="24" y="345"/>
                  </a:lnTo>
                  <a:lnTo>
                    <a:pt x="31" y="371"/>
                  </a:lnTo>
                  <a:lnTo>
                    <a:pt x="38" y="395"/>
                  </a:lnTo>
                  <a:lnTo>
                    <a:pt x="38" y="395"/>
                  </a:lnTo>
                  <a:lnTo>
                    <a:pt x="51" y="457"/>
                  </a:lnTo>
                  <a:lnTo>
                    <a:pt x="64" y="518"/>
                  </a:lnTo>
                  <a:lnTo>
                    <a:pt x="74" y="581"/>
                  </a:lnTo>
                  <a:lnTo>
                    <a:pt x="82" y="643"/>
                  </a:lnTo>
                  <a:lnTo>
                    <a:pt x="89" y="707"/>
                  </a:lnTo>
                  <a:lnTo>
                    <a:pt x="96" y="769"/>
                  </a:lnTo>
                  <a:lnTo>
                    <a:pt x="109" y="895"/>
                  </a:lnTo>
                  <a:lnTo>
                    <a:pt x="109" y="895"/>
                  </a:lnTo>
                  <a:lnTo>
                    <a:pt x="111" y="898"/>
                  </a:lnTo>
                  <a:lnTo>
                    <a:pt x="112" y="901"/>
                  </a:lnTo>
                  <a:lnTo>
                    <a:pt x="115" y="902"/>
                  </a:lnTo>
                  <a:lnTo>
                    <a:pt x="119" y="902"/>
                  </a:lnTo>
                  <a:lnTo>
                    <a:pt x="122" y="902"/>
                  </a:lnTo>
                  <a:lnTo>
                    <a:pt x="125" y="901"/>
                  </a:lnTo>
                  <a:lnTo>
                    <a:pt x="126" y="898"/>
                  </a:lnTo>
                  <a:lnTo>
                    <a:pt x="126" y="895"/>
                  </a:lnTo>
                  <a:lnTo>
                    <a:pt x="126" y="895"/>
                  </a:lnTo>
                  <a:lnTo>
                    <a:pt x="115" y="773"/>
                  </a:lnTo>
                  <a:lnTo>
                    <a:pt x="101" y="653"/>
                  </a:lnTo>
                  <a:lnTo>
                    <a:pt x="92" y="592"/>
                  </a:lnTo>
                  <a:lnTo>
                    <a:pt x="82" y="531"/>
                  </a:lnTo>
                  <a:lnTo>
                    <a:pt x="71" y="472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52" y="384"/>
                  </a:lnTo>
                  <a:lnTo>
                    <a:pt x="44" y="355"/>
                  </a:lnTo>
                  <a:lnTo>
                    <a:pt x="35" y="327"/>
                  </a:lnTo>
                  <a:lnTo>
                    <a:pt x="27" y="297"/>
                  </a:lnTo>
                  <a:lnTo>
                    <a:pt x="21" y="269"/>
                  </a:lnTo>
                  <a:lnTo>
                    <a:pt x="18" y="241"/>
                  </a:lnTo>
                  <a:lnTo>
                    <a:pt x="17" y="225"/>
                  </a:lnTo>
                  <a:lnTo>
                    <a:pt x="18" y="211"/>
                  </a:lnTo>
                  <a:lnTo>
                    <a:pt x="20" y="197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8" y="160"/>
                  </a:lnTo>
                  <a:lnTo>
                    <a:pt x="35" y="139"/>
                  </a:lnTo>
                  <a:lnTo>
                    <a:pt x="50" y="96"/>
                  </a:lnTo>
                  <a:lnTo>
                    <a:pt x="55" y="75"/>
                  </a:lnTo>
                  <a:lnTo>
                    <a:pt x="61" y="54"/>
                  </a:lnTo>
                  <a:lnTo>
                    <a:pt x="64" y="31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3" name="Freeform 113">
              <a:extLst>
                <a:ext uri="{FF2B5EF4-FFF2-40B4-BE49-F238E27FC236}">
                  <a16:creationId xmlns:a16="http://schemas.microsoft.com/office/drawing/2014/main" id="{18A15817-1216-5D1F-2A41-FEC52AFD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" y="2371"/>
              <a:ext cx="339" cy="1588"/>
            </a:xfrm>
            <a:custGeom>
              <a:avLst/>
              <a:gdLst>
                <a:gd name="T0" fmla="*/ 51 w 678"/>
                <a:gd name="T1" fmla="*/ 138 h 3176"/>
                <a:gd name="T2" fmla="*/ 25 w 678"/>
                <a:gd name="T3" fmla="*/ 403 h 3176"/>
                <a:gd name="T4" fmla="*/ 8 w 678"/>
                <a:gd name="T5" fmla="*/ 738 h 3176"/>
                <a:gd name="T6" fmla="*/ 0 w 678"/>
                <a:gd name="T7" fmla="*/ 924 h 3176"/>
                <a:gd name="T8" fmla="*/ 20 w 678"/>
                <a:gd name="T9" fmla="*/ 1103 h 3176"/>
                <a:gd name="T10" fmla="*/ 83 w 678"/>
                <a:gd name="T11" fmla="*/ 1343 h 3176"/>
                <a:gd name="T12" fmla="*/ 147 w 678"/>
                <a:gd name="T13" fmla="*/ 1518 h 3176"/>
                <a:gd name="T14" fmla="*/ 259 w 678"/>
                <a:gd name="T15" fmla="*/ 1838 h 3176"/>
                <a:gd name="T16" fmla="*/ 307 w 678"/>
                <a:gd name="T17" fmla="*/ 2035 h 3176"/>
                <a:gd name="T18" fmla="*/ 321 w 678"/>
                <a:gd name="T19" fmla="*/ 2148 h 3176"/>
                <a:gd name="T20" fmla="*/ 326 w 678"/>
                <a:gd name="T21" fmla="*/ 2239 h 3176"/>
                <a:gd name="T22" fmla="*/ 357 w 678"/>
                <a:gd name="T23" fmla="*/ 2332 h 3176"/>
                <a:gd name="T24" fmla="*/ 387 w 678"/>
                <a:gd name="T25" fmla="*/ 2425 h 3176"/>
                <a:gd name="T26" fmla="*/ 402 w 678"/>
                <a:gd name="T27" fmla="*/ 2534 h 3176"/>
                <a:gd name="T28" fmla="*/ 399 w 678"/>
                <a:gd name="T29" fmla="*/ 2644 h 3176"/>
                <a:gd name="T30" fmla="*/ 388 w 678"/>
                <a:gd name="T31" fmla="*/ 2803 h 3176"/>
                <a:gd name="T32" fmla="*/ 398 w 678"/>
                <a:gd name="T33" fmla="*/ 2888 h 3176"/>
                <a:gd name="T34" fmla="*/ 443 w 678"/>
                <a:gd name="T35" fmla="*/ 3008 h 3176"/>
                <a:gd name="T36" fmla="*/ 494 w 678"/>
                <a:gd name="T37" fmla="*/ 3085 h 3176"/>
                <a:gd name="T38" fmla="*/ 559 w 678"/>
                <a:gd name="T39" fmla="*/ 3144 h 3176"/>
                <a:gd name="T40" fmla="*/ 612 w 678"/>
                <a:gd name="T41" fmla="*/ 3170 h 3176"/>
                <a:gd name="T42" fmla="*/ 670 w 678"/>
                <a:gd name="T43" fmla="*/ 3176 h 3176"/>
                <a:gd name="T44" fmla="*/ 677 w 678"/>
                <a:gd name="T45" fmla="*/ 3170 h 3176"/>
                <a:gd name="T46" fmla="*/ 673 w 678"/>
                <a:gd name="T47" fmla="*/ 3159 h 3176"/>
                <a:gd name="T48" fmla="*/ 627 w 678"/>
                <a:gd name="T49" fmla="*/ 3156 h 3176"/>
                <a:gd name="T50" fmla="*/ 552 w 678"/>
                <a:gd name="T51" fmla="*/ 3120 h 3176"/>
                <a:gd name="T52" fmla="*/ 494 w 678"/>
                <a:gd name="T53" fmla="*/ 3058 h 3176"/>
                <a:gd name="T54" fmla="*/ 450 w 678"/>
                <a:gd name="T55" fmla="*/ 2983 h 3176"/>
                <a:gd name="T56" fmla="*/ 416 w 678"/>
                <a:gd name="T57" fmla="*/ 2891 h 3176"/>
                <a:gd name="T58" fmla="*/ 405 w 678"/>
                <a:gd name="T59" fmla="*/ 2813 h 3176"/>
                <a:gd name="T60" fmla="*/ 409 w 678"/>
                <a:gd name="T61" fmla="*/ 2725 h 3176"/>
                <a:gd name="T62" fmla="*/ 419 w 678"/>
                <a:gd name="T63" fmla="*/ 2521 h 3176"/>
                <a:gd name="T64" fmla="*/ 406 w 678"/>
                <a:gd name="T65" fmla="*/ 2432 h 3176"/>
                <a:gd name="T66" fmla="*/ 358 w 678"/>
                <a:gd name="T67" fmla="*/ 2290 h 3176"/>
                <a:gd name="T68" fmla="*/ 345 w 678"/>
                <a:gd name="T69" fmla="*/ 2245 h 3176"/>
                <a:gd name="T70" fmla="*/ 340 w 678"/>
                <a:gd name="T71" fmla="*/ 2168 h 3176"/>
                <a:gd name="T72" fmla="*/ 326 w 678"/>
                <a:gd name="T73" fmla="*/ 2042 h 3176"/>
                <a:gd name="T74" fmla="*/ 279 w 678"/>
                <a:gd name="T75" fmla="*/ 1844 h 3176"/>
                <a:gd name="T76" fmla="*/ 191 w 678"/>
                <a:gd name="T77" fmla="*/ 1586 h 3176"/>
                <a:gd name="T78" fmla="*/ 105 w 678"/>
                <a:gd name="T79" fmla="*/ 1352 h 3176"/>
                <a:gd name="T80" fmla="*/ 52 w 678"/>
                <a:gd name="T81" fmla="*/ 1176 h 3176"/>
                <a:gd name="T82" fmla="*/ 21 w 678"/>
                <a:gd name="T83" fmla="*/ 998 h 3176"/>
                <a:gd name="T84" fmla="*/ 20 w 678"/>
                <a:gd name="T85" fmla="*/ 816 h 3176"/>
                <a:gd name="T86" fmla="*/ 42 w 678"/>
                <a:gd name="T87" fmla="*/ 413 h 3176"/>
                <a:gd name="T88" fmla="*/ 65 w 678"/>
                <a:gd name="T89" fmla="*/ 160 h 3176"/>
                <a:gd name="T90" fmla="*/ 90 w 678"/>
                <a:gd name="T91" fmla="*/ 10 h 3176"/>
                <a:gd name="T92" fmla="*/ 83 w 678"/>
                <a:gd name="T93" fmla="*/ 0 h 3176"/>
                <a:gd name="T94" fmla="*/ 73 w 678"/>
                <a:gd name="T95" fmla="*/ 6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8" h="3176">
                  <a:moveTo>
                    <a:pt x="73" y="6"/>
                  </a:moveTo>
                  <a:lnTo>
                    <a:pt x="73" y="6"/>
                  </a:lnTo>
                  <a:lnTo>
                    <a:pt x="61" y="71"/>
                  </a:lnTo>
                  <a:lnTo>
                    <a:pt x="51" y="138"/>
                  </a:lnTo>
                  <a:lnTo>
                    <a:pt x="42" y="203"/>
                  </a:lnTo>
                  <a:lnTo>
                    <a:pt x="35" y="269"/>
                  </a:lnTo>
                  <a:lnTo>
                    <a:pt x="29" y="336"/>
                  </a:lnTo>
                  <a:lnTo>
                    <a:pt x="25" y="403"/>
                  </a:lnTo>
                  <a:lnTo>
                    <a:pt x="20" y="536"/>
                  </a:lnTo>
                  <a:lnTo>
                    <a:pt x="20" y="536"/>
                  </a:lnTo>
                  <a:lnTo>
                    <a:pt x="12" y="670"/>
                  </a:lnTo>
                  <a:lnTo>
                    <a:pt x="8" y="738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0" y="865"/>
                  </a:lnTo>
                  <a:lnTo>
                    <a:pt x="0" y="924"/>
                  </a:lnTo>
                  <a:lnTo>
                    <a:pt x="4" y="984"/>
                  </a:lnTo>
                  <a:lnTo>
                    <a:pt x="10" y="1042"/>
                  </a:lnTo>
                  <a:lnTo>
                    <a:pt x="10" y="1042"/>
                  </a:lnTo>
                  <a:lnTo>
                    <a:pt x="20" y="1103"/>
                  </a:lnTo>
                  <a:lnTo>
                    <a:pt x="32" y="1164"/>
                  </a:lnTo>
                  <a:lnTo>
                    <a:pt x="48" y="1224"/>
                  </a:lnTo>
                  <a:lnTo>
                    <a:pt x="65" y="1284"/>
                  </a:lnTo>
                  <a:lnTo>
                    <a:pt x="83" y="1343"/>
                  </a:lnTo>
                  <a:lnTo>
                    <a:pt x="105" y="1402"/>
                  </a:lnTo>
                  <a:lnTo>
                    <a:pt x="126" y="1460"/>
                  </a:lnTo>
                  <a:lnTo>
                    <a:pt x="147" y="1518"/>
                  </a:lnTo>
                  <a:lnTo>
                    <a:pt x="147" y="1518"/>
                  </a:lnTo>
                  <a:lnTo>
                    <a:pt x="195" y="1645"/>
                  </a:lnTo>
                  <a:lnTo>
                    <a:pt x="218" y="1709"/>
                  </a:lnTo>
                  <a:lnTo>
                    <a:pt x="239" y="1773"/>
                  </a:lnTo>
                  <a:lnTo>
                    <a:pt x="259" y="1838"/>
                  </a:lnTo>
                  <a:lnTo>
                    <a:pt x="277" y="1903"/>
                  </a:lnTo>
                  <a:lnTo>
                    <a:pt x="293" y="1970"/>
                  </a:lnTo>
                  <a:lnTo>
                    <a:pt x="307" y="2035"/>
                  </a:lnTo>
                  <a:lnTo>
                    <a:pt x="307" y="2035"/>
                  </a:lnTo>
                  <a:lnTo>
                    <a:pt x="313" y="2063"/>
                  </a:lnTo>
                  <a:lnTo>
                    <a:pt x="317" y="2092"/>
                  </a:lnTo>
                  <a:lnTo>
                    <a:pt x="320" y="2120"/>
                  </a:lnTo>
                  <a:lnTo>
                    <a:pt x="321" y="2148"/>
                  </a:lnTo>
                  <a:lnTo>
                    <a:pt x="321" y="2148"/>
                  </a:lnTo>
                  <a:lnTo>
                    <a:pt x="323" y="2194"/>
                  </a:lnTo>
                  <a:lnTo>
                    <a:pt x="324" y="2216"/>
                  </a:lnTo>
                  <a:lnTo>
                    <a:pt x="326" y="2239"/>
                  </a:lnTo>
                  <a:lnTo>
                    <a:pt x="326" y="2239"/>
                  </a:lnTo>
                  <a:lnTo>
                    <a:pt x="331" y="2263"/>
                  </a:lnTo>
                  <a:lnTo>
                    <a:pt x="338" y="2286"/>
                  </a:lnTo>
                  <a:lnTo>
                    <a:pt x="357" y="2332"/>
                  </a:lnTo>
                  <a:lnTo>
                    <a:pt x="357" y="2332"/>
                  </a:lnTo>
                  <a:lnTo>
                    <a:pt x="374" y="2378"/>
                  </a:lnTo>
                  <a:lnTo>
                    <a:pt x="387" y="2425"/>
                  </a:lnTo>
                  <a:lnTo>
                    <a:pt x="387" y="2425"/>
                  </a:lnTo>
                  <a:lnTo>
                    <a:pt x="392" y="2451"/>
                  </a:lnTo>
                  <a:lnTo>
                    <a:pt x="398" y="2480"/>
                  </a:lnTo>
                  <a:lnTo>
                    <a:pt x="401" y="2507"/>
                  </a:lnTo>
                  <a:lnTo>
                    <a:pt x="402" y="2534"/>
                  </a:lnTo>
                  <a:lnTo>
                    <a:pt x="402" y="2562"/>
                  </a:lnTo>
                  <a:lnTo>
                    <a:pt x="402" y="2589"/>
                  </a:lnTo>
                  <a:lnTo>
                    <a:pt x="399" y="2644"/>
                  </a:lnTo>
                  <a:lnTo>
                    <a:pt x="399" y="2644"/>
                  </a:lnTo>
                  <a:lnTo>
                    <a:pt x="396" y="2690"/>
                  </a:lnTo>
                  <a:lnTo>
                    <a:pt x="391" y="2735"/>
                  </a:lnTo>
                  <a:lnTo>
                    <a:pt x="388" y="2780"/>
                  </a:lnTo>
                  <a:lnTo>
                    <a:pt x="388" y="2803"/>
                  </a:lnTo>
                  <a:lnTo>
                    <a:pt x="389" y="2826"/>
                  </a:lnTo>
                  <a:lnTo>
                    <a:pt x="389" y="2826"/>
                  </a:lnTo>
                  <a:lnTo>
                    <a:pt x="392" y="2857"/>
                  </a:lnTo>
                  <a:lnTo>
                    <a:pt x="398" y="2888"/>
                  </a:lnTo>
                  <a:lnTo>
                    <a:pt x="406" y="2919"/>
                  </a:lnTo>
                  <a:lnTo>
                    <a:pt x="418" y="2949"/>
                  </a:lnTo>
                  <a:lnTo>
                    <a:pt x="429" y="2979"/>
                  </a:lnTo>
                  <a:lnTo>
                    <a:pt x="443" y="3008"/>
                  </a:lnTo>
                  <a:lnTo>
                    <a:pt x="459" y="3035"/>
                  </a:lnTo>
                  <a:lnTo>
                    <a:pt x="476" y="3062"/>
                  </a:lnTo>
                  <a:lnTo>
                    <a:pt x="476" y="3062"/>
                  </a:lnTo>
                  <a:lnTo>
                    <a:pt x="494" y="3085"/>
                  </a:lnTo>
                  <a:lnTo>
                    <a:pt x="514" y="3108"/>
                  </a:lnTo>
                  <a:lnTo>
                    <a:pt x="535" y="3127"/>
                  </a:lnTo>
                  <a:lnTo>
                    <a:pt x="547" y="3137"/>
                  </a:lnTo>
                  <a:lnTo>
                    <a:pt x="559" y="3144"/>
                  </a:lnTo>
                  <a:lnTo>
                    <a:pt x="571" y="3153"/>
                  </a:lnTo>
                  <a:lnTo>
                    <a:pt x="583" y="3159"/>
                  </a:lnTo>
                  <a:lnTo>
                    <a:pt x="598" y="3164"/>
                  </a:lnTo>
                  <a:lnTo>
                    <a:pt x="612" y="3170"/>
                  </a:lnTo>
                  <a:lnTo>
                    <a:pt x="625" y="3173"/>
                  </a:lnTo>
                  <a:lnTo>
                    <a:pt x="640" y="3176"/>
                  </a:lnTo>
                  <a:lnTo>
                    <a:pt x="654" y="3176"/>
                  </a:lnTo>
                  <a:lnTo>
                    <a:pt x="670" y="3176"/>
                  </a:lnTo>
                  <a:lnTo>
                    <a:pt x="670" y="3176"/>
                  </a:lnTo>
                  <a:lnTo>
                    <a:pt x="673" y="3174"/>
                  </a:lnTo>
                  <a:lnTo>
                    <a:pt x="676" y="3173"/>
                  </a:lnTo>
                  <a:lnTo>
                    <a:pt x="677" y="3170"/>
                  </a:lnTo>
                  <a:lnTo>
                    <a:pt x="678" y="3166"/>
                  </a:lnTo>
                  <a:lnTo>
                    <a:pt x="677" y="3163"/>
                  </a:lnTo>
                  <a:lnTo>
                    <a:pt x="676" y="3160"/>
                  </a:lnTo>
                  <a:lnTo>
                    <a:pt x="673" y="3159"/>
                  </a:lnTo>
                  <a:lnTo>
                    <a:pt x="670" y="3159"/>
                  </a:lnTo>
                  <a:lnTo>
                    <a:pt x="670" y="3159"/>
                  </a:lnTo>
                  <a:lnTo>
                    <a:pt x="647" y="3159"/>
                  </a:lnTo>
                  <a:lnTo>
                    <a:pt x="627" y="3156"/>
                  </a:lnTo>
                  <a:lnTo>
                    <a:pt x="608" y="3150"/>
                  </a:lnTo>
                  <a:lnTo>
                    <a:pt x="588" y="3143"/>
                  </a:lnTo>
                  <a:lnTo>
                    <a:pt x="569" y="3133"/>
                  </a:lnTo>
                  <a:lnTo>
                    <a:pt x="552" y="3120"/>
                  </a:lnTo>
                  <a:lnTo>
                    <a:pt x="537" y="3108"/>
                  </a:lnTo>
                  <a:lnTo>
                    <a:pt x="521" y="3092"/>
                  </a:lnTo>
                  <a:lnTo>
                    <a:pt x="507" y="3076"/>
                  </a:lnTo>
                  <a:lnTo>
                    <a:pt x="494" y="3058"/>
                  </a:lnTo>
                  <a:lnTo>
                    <a:pt x="481" y="3040"/>
                  </a:lnTo>
                  <a:lnTo>
                    <a:pt x="470" y="3021"/>
                  </a:lnTo>
                  <a:lnTo>
                    <a:pt x="460" y="3003"/>
                  </a:lnTo>
                  <a:lnTo>
                    <a:pt x="450" y="2983"/>
                  </a:lnTo>
                  <a:lnTo>
                    <a:pt x="435" y="2946"/>
                  </a:lnTo>
                  <a:lnTo>
                    <a:pt x="435" y="2946"/>
                  </a:lnTo>
                  <a:lnTo>
                    <a:pt x="422" y="2909"/>
                  </a:lnTo>
                  <a:lnTo>
                    <a:pt x="416" y="2891"/>
                  </a:lnTo>
                  <a:lnTo>
                    <a:pt x="412" y="2871"/>
                  </a:lnTo>
                  <a:lnTo>
                    <a:pt x="409" y="2852"/>
                  </a:lnTo>
                  <a:lnTo>
                    <a:pt x="406" y="2833"/>
                  </a:lnTo>
                  <a:lnTo>
                    <a:pt x="405" y="2813"/>
                  </a:lnTo>
                  <a:lnTo>
                    <a:pt x="405" y="2794"/>
                  </a:lnTo>
                  <a:lnTo>
                    <a:pt x="405" y="2794"/>
                  </a:lnTo>
                  <a:lnTo>
                    <a:pt x="406" y="2759"/>
                  </a:lnTo>
                  <a:lnTo>
                    <a:pt x="409" y="2725"/>
                  </a:lnTo>
                  <a:lnTo>
                    <a:pt x="415" y="2658"/>
                  </a:lnTo>
                  <a:lnTo>
                    <a:pt x="419" y="2590"/>
                  </a:lnTo>
                  <a:lnTo>
                    <a:pt x="419" y="2555"/>
                  </a:lnTo>
                  <a:lnTo>
                    <a:pt x="419" y="2521"/>
                  </a:lnTo>
                  <a:lnTo>
                    <a:pt x="419" y="2521"/>
                  </a:lnTo>
                  <a:lnTo>
                    <a:pt x="416" y="2491"/>
                  </a:lnTo>
                  <a:lnTo>
                    <a:pt x="412" y="2461"/>
                  </a:lnTo>
                  <a:lnTo>
                    <a:pt x="406" y="2432"/>
                  </a:lnTo>
                  <a:lnTo>
                    <a:pt x="398" y="2403"/>
                  </a:lnTo>
                  <a:lnTo>
                    <a:pt x="389" y="2375"/>
                  </a:lnTo>
                  <a:lnTo>
                    <a:pt x="379" y="2347"/>
                  </a:lnTo>
                  <a:lnTo>
                    <a:pt x="358" y="2290"/>
                  </a:lnTo>
                  <a:lnTo>
                    <a:pt x="358" y="2290"/>
                  </a:lnTo>
                  <a:lnTo>
                    <a:pt x="353" y="2276"/>
                  </a:lnTo>
                  <a:lnTo>
                    <a:pt x="348" y="2260"/>
                  </a:lnTo>
                  <a:lnTo>
                    <a:pt x="345" y="2245"/>
                  </a:lnTo>
                  <a:lnTo>
                    <a:pt x="343" y="2230"/>
                  </a:lnTo>
                  <a:lnTo>
                    <a:pt x="340" y="2199"/>
                  </a:lnTo>
                  <a:lnTo>
                    <a:pt x="340" y="2168"/>
                  </a:lnTo>
                  <a:lnTo>
                    <a:pt x="340" y="2168"/>
                  </a:lnTo>
                  <a:lnTo>
                    <a:pt x="338" y="2136"/>
                  </a:lnTo>
                  <a:lnTo>
                    <a:pt x="336" y="2104"/>
                  </a:lnTo>
                  <a:lnTo>
                    <a:pt x="331" y="2073"/>
                  </a:lnTo>
                  <a:lnTo>
                    <a:pt x="326" y="2042"/>
                  </a:lnTo>
                  <a:lnTo>
                    <a:pt x="326" y="2042"/>
                  </a:lnTo>
                  <a:lnTo>
                    <a:pt x="313" y="1975"/>
                  </a:lnTo>
                  <a:lnTo>
                    <a:pt x="297" y="1909"/>
                  </a:lnTo>
                  <a:lnTo>
                    <a:pt x="279" y="1844"/>
                  </a:lnTo>
                  <a:lnTo>
                    <a:pt x="259" y="1778"/>
                  </a:lnTo>
                  <a:lnTo>
                    <a:pt x="238" y="1713"/>
                  </a:lnTo>
                  <a:lnTo>
                    <a:pt x="215" y="1650"/>
                  </a:lnTo>
                  <a:lnTo>
                    <a:pt x="191" y="1586"/>
                  </a:lnTo>
                  <a:lnTo>
                    <a:pt x="167" y="1522"/>
                  </a:lnTo>
                  <a:lnTo>
                    <a:pt x="167" y="1522"/>
                  </a:lnTo>
                  <a:lnTo>
                    <a:pt x="134" y="1437"/>
                  </a:lnTo>
                  <a:lnTo>
                    <a:pt x="105" y="1352"/>
                  </a:lnTo>
                  <a:lnTo>
                    <a:pt x="90" y="1308"/>
                  </a:lnTo>
                  <a:lnTo>
                    <a:pt x="76" y="1264"/>
                  </a:lnTo>
                  <a:lnTo>
                    <a:pt x="63" y="1220"/>
                  </a:lnTo>
                  <a:lnTo>
                    <a:pt x="52" y="1176"/>
                  </a:lnTo>
                  <a:lnTo>
                    <a:pt x="42" y="1132"/>
                  </a:lnTo>
                  <a:lnTo>
                    <a:pt x="34" y="1087"/>
                  </a:lnTo>
                  <a:lnTo>
                    <a:pt x="27" y="1043"/>
                  </a:lnTo>
                  <a:lnTo>
                    <a:pt x="21" y="998"/>
                  </a:lnTo>
                  <a:lnTo>
                    <a:pt x="18" y="952"/>
                  </a:lnTo>
                  <a:lnTo>
                    <a:pt x="17" y="907"/>
                  </a:lnTo>
                  <a:lnTo>
                    <a:pt x="17" y="862"/>
                  </a:lnTo>
                  <a:lnTo>
                    <a:pt x="20" y="816"/>
                  </a:lnTo>
                  <a:lnTo>
                    <a:pt x="20" y="816"/>
                  </a:lnTo>
                  <a:lnTo>
                    <a:pt x="28" y="716"/>
                  </a:lnTo>
                  <a:lnTo>
                    <a:pt x="34" y="614"/>
                  </a:lnTo>
                  <a:lnTo>
                    <a:pt x="42" y="413"/>
                  </a:lnTo>
                  <a:lnTo>
                    <a:pt x="49" y="311"/>
                  </a:lnTo>
                  <a:lnTo>
                    <a:pt x="54" y="261"/>
                  </a:lnTo>
                  <a:lnTo>
                    <a:pt x="58" y="210"/>
                  </a:lnTo>
                  <a:lnTo>
                    <a:pt x="65" y="160"/>
                  </a:lnTo>
                  <a:lnTo>
                    <a:pt x="72" y="111"/>
                  </a:lnTo>
                  <a:lnTo>
                    <a:pt x="80" y="60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0" y="7"/>
                  </a:lnTo>
                  <a:lnTo>
                    <a:pt x="89" y="3"/>
                  </a:lnTo>
                  <a:lnTo>
                    <a:pt x="86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3"/>
                  </a:lnTo>
                  <a:lnTo>
                    <a:pt x="73" y="6"/>
                  </a:lnTo>
                  <a:lnTo>
                    <a:pt x="7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4" name="Freeform 114">
              <a:extLst>
                <a:ext uri="{FF2B5EF4-FFF2-40B4-BE49-F238E27FC236}">
                  <a16:creationId xmlns:a16="http://schemas.microsoft.com/office/drawing/2014/main" id="{0FA25A1F-DA80-A8CE-FE06-772164EB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304"/>
              <a:ext cx="1761" cy="2364"/>
            </a:xfrm>
            <a:custGeom>
              <a:avLst/>
              <a:gdLst>
                <a:gd name="T0" fmla="*/ 3316 w 3521"/>
                <a:gd name="T1" fmla="*/ 3102 h 4727"/>
                <a:gd name="T2" fmla="*/ 3340 w 3521"/>
                <a:gd name="T3" fmla="*/ 3490 h 4727"/>
                <a:gd name="T4" fmla="*/ 3462 w 3521"/>
                <a:gd name="T5" fmla="*/ 4095 h 4727"/>
                <a:gd name="T6" fmla="*/ 3500 w 3521"/>
                <a:gd name="T7" fmla="*/ 4546 h 4727"/>
                <a:gd name="T8" fmla="*/ 3236 w 3521"/>
                <a:gd name="T9" fmla="*/ 4627 h 4727"/>
                <a:gd name="T10" fmla="*/ 2549 w 3521"/>
                <a:gd name="T11" fmla="*/ 4574 h 4727"/>
                <a:gd name="T12" fmla="*/ 2012 w 3521"/>
                <a:gd name="T13" fmla="*/ 4615 h 4727"/>
                <a:gd name="T14" fmla="*/ 1475 w 3521"/>
                <a:gd name="T15" fmla="*/ 4705 h 4727"/>
                <a:gd name="T16" fmla="*/ 988 w 3521"/>
                <a:gd name="T17" fmla="*/ 4707 h 4727"/>
                <a:gd name="T18" fmla="*/ 798 w 3521"/>
                <a:gd name="T19" fmla="*/ 4669 h 4727"/>
                <a:gd name="T20" fmla="*/ 730 w 3521"/>
                <a:gd name="T21" fmla="*/ 4580 h 4727"/>
                <a:gd name="T22" fmla="*/ 741 w 3521"/>
                <a:gd name="T23" fmla="*/ 4251 h 4727"/>
                <a:gd name="T24" fmla="*/ 755 w 3521"/>
                <a:gd name="T25" fmla="*/ 3835 h 4727"/>
                <a:gd name="T26" fmla="*/ 775 w 3521"/>
                <a:gd name="T27" fmla="*/ 3434 h 4727"/>
                <a:gd name="T28" fmla="*/ 724 w 3521"/>
                <a:gd name="T29" fmla="*/ 2603 h 4727"/>
                <a:gd name="T30" fmla="*/ 690 w 3521"/>
                <a:gd name="T31" fmla="*/ 2347 h 4727"/>
                <a:gd name="T32" fmla="*/ 541 w 3521"/>
                <a:gd name="T33" fmla="*/ 2280 h 4727"/>
                <a:gd name="T34" fmla="*/ 313 w 3521"/>
                <a:gd name="T35" fmla="*/ 2167 h 4727"/>
                <a:gd name="T36" fmla="*/ 61 w 3521"/>
                <a:gd name="T37" fmla="*/ 1976 h 4727"/>
                <a:gd name="T38" fmla="*/ 20 w 3521"/>
                <a:gd name="T39" fmla="*/ 1841 h 4727"/>
                <a:gd name="T40" fmla="*/ 91 w 3521"/>
                <a:gd name="T41" fmla="*/ 1674 h 4727"/>
                <a:gd name="T42" fmla="*/ 251 w 3521"/>
                <a:gd name="T43" fmla="*/ 1074 h 4727"/>
                <a:gd name="T44" fmla="*/ 410 w 3521"/>
                <a:gd name="T45" fmla="*/ 716 h 4727"/>
                <a:gd name="T46" fmla="*/ 575 w 3521"/>
                <a:gd name="T47" fmla="*/ 414 h 4727"/>
                <a:gd name="T48" fmla="*/ 717 w 3521"/>
                <a:gd name="T49" fmla="*/ 267 h 4727"/>
                <a:gd name="T50" fmla="*/ 922 w 3521"/>
                <a:gd name="T51" fmla="*/ 165 h 4727"/>
                <a:gd name="T52" fmla="*/ 1231 w 3521"/>
                <a:gd name="T53" fmla="*/ 95 h 4727"/>
                <a:gd name="T54" fmla="*/ 1366 w 3521"/>
                <a:gd name="T55" fmla="*/ 12 h 4727"/>
                <a:gd name="T56" fmla="*/ 1329 w 3521"/>
                <a:gd name="T57" fmla="*/ 20 h 4727"/>
                <a:gd name="T58" fmla="*/ 1129 w 3521"/>
                <a:gd name="T59" fmla="*/ 112 h 4727"/>
                <a:gd name="T60" fmla="*/ 837 w 3521"/>
                <a:gd name="T61" fmla="*/ 175 h 4727"/>
                <a:gd name="T62" fmla="*/ 626 w 3521"/>
                <a:gd name="T63" fmla="*/ 323 h 4727"/>
                <a:gd name="T64" fmla="*/ 497 w 3521"/>
                <a:gd name="T65" fmla="*/ 522 h 4727"/>
                <a:gd name="T66" fmla="*/ 290 w 3521"/>
                <a:gd name="T67" fmla="*/ 907 h 4727"/>
                <a:gd name="T68" fmla="*/ 130 w 3521"/>
                <a:gd name="T69" fmla="*/ 1471 h 4727"/>
                <a:gd name="T70" fmla="*/ 33 w 3521"/>
                <a:gd name="T71" fmla="*/ 1763 h 4727"/>
                <a:gd name="T72" fmla="*/ 4 w 3521"/>
                <a:gd name="T73" fmla="*/ 1900 h 4727"/>
                <a:gd name="T74" fmla="*/ 101 w 3521"/>
                <a:gd name="T75" fmla="*/ 2039 h 4727"/>
                <a:gd name="T76" fmla="*/ 401 w 3521"/>
                <a:gd name="T77" fmla="*/ 2239 h 4727"/>
                <a:gd name="T78" fmla="*/ 608 w 3521"/>
                <a:gd name="T79" fmla="*/ 2318 h 4727"/>
                <a:gd name="T80" fmla="*/ 677 w 3521"/>
                <a:gd name="T81" fmla="*/ 2382 h 4727"/>
                <a:gd name="T82" fmla="*/ 740 w 3521"/>
                <a:gd name="T83" fmla="*/ 2994 h 4727"/>
                <a:gd name="T84" fmla="*/ 762 w 3521"/>
                <a:gd name="T85" fmla="*/ 3618 h 4727"/>
                <a:gd name="T86" fmla="*/ 728 w 3521"/>
                <a:gd name="T87" fmla="*/ 3949 h 4727"/>
                <a:gd name="T88" fmla="*/ 720 w 3521"/>
                <a:gd name="T89" fmla="*/ 4495 h 4727"/>
                <a:gd name="T90" fmla="*/ 737 w 3521"/>
                <a:gd name="T91" fmla="*/ 4641 h 4727"/>
                <a:gd name="T92" fmla="*/ 869 w 3521"/>
                <a:gd name="T93" fmla="*/ 4713 h 4727"/>
                <a:gd name="T94" fmla="*/ 1193 w 3521"/>
                <a:gd name="T95" fmla="*/ 4726 h 4727"/>
                <a:gd name="T96" fmla="*/ 1781 w 3521"/>
                <a:gd name="T97" fmla="*/ 4679 h 4727"/>
                <a:gd name="T98" fmla="*/ 2395 w 3521"/>
                <a:gd name="T99" fmla="*/ 4590 h 4727"/>
                <a:gd name="T100" fmla="*/ 2981 w 3521"/>
                <a:gd name="T101" fmla="*/ 4621 h 4727"/>
                <a:gd name="T102" fmla="*/ 3516 w 3521"/>
                <a:gd name="T103" fmla="*/ 4662 h 4727"/>
                <a:gd name="T104" fmla="*/ 3514 w 3521"/>
                <a:gd name="T105" fmla="*/ 4438 h 4727"/>
                <a:gd name="T106" fmla="*/ 3446 w 3521"/>
                <a:gd name="T107" fmla="*/ 3897 h 4727"/>
                <a:gd name="T108" fmla="*/ 3336 w 3521"/>
                <a:gd name="T109" fmla="*/ 3364 h 4727"/>
                <a:gd name="T110" fmla="*/ 3344 w 3521"/>
                <a:gd name="T111" fmla="*/ 2695 h 4727"/>
                <a:gd name="T112" fmla="*/ 3327 w 3521"/>
                <a:gd name="T113" fmla="*/ 1997 h 4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21" h="4727">
                  <a:moveTo>
                    <a:pt x="3319" y="2001"/>
                  </a:moveTo>
                  <a:lnTo>
                    <a:pt x="3319" y="2001"/>
                  </a:lnTo>
                  <a:lnTo>
                    <a:pt x="3326" y="2558"/>
                  </a:lnTo>
                  <a:lnTo>
                    <a:pt x="3326" y="2558"/>
                  </a:lnTo>
                  <a:lnTo>
                    <a:pt x="3327" y="2695"/>
                  </a:lnTo>
                  <a:lnTo>
                    <a:pt x="3324" y="2830"/>
                  </a:lnTo>
                  <a:lnTo>
                    <a:pt x="3320" y="2966"/>
                  </a:lnTo>
                  <a:lnTo>
                    <a:pt x="3316" y="3102"/>
                  </a:lnTo>
                  <a:lnTo>
                    <a:pt x="3316" y="3102"/>
                  </a:lnTo>
                  <a:lnTo>
                    <a:pt x="3313" y="3167"/>
                  </a:lnTo>
                  <a:lnTo>
                    <a:pt x="3313" y="3234"/>
                  </a:lnTo>
                  <a:lnTo>
                    <a:pt x="3314" y="3299"/>
                  </a:lnTo>
                  <a:lnTo>
                    <a:pt x="3319" y="3364"/>
                  </a:lnTo>
                  <a:lnTo>
                    <a:pt x="3319" y="3364"/>
                  </a:lnTo>
                  <a:lnTo>
                    <a:pt x="3323" y="3395"/>
                  </a:lnTo>
                  <a:lnTo>
                    <a:pt x="3327" y="3426"/>
                  </a:lnTo>
                  <a:lnTo>
                    <a:pt x="3333" y="3459"/>
                  </a:lnTo>
                  <a:lnTo>
                    <a:pt x="3340" y="3490"/>
                  </a:lnTo>
                  <a:lnTo>
                    <a:pt x="3354" y="3553"/>
                  </a:lnTo>
                  <a:lnTo>
                    <a:pt x="3370" y="3615"/>
                  </a:lnTo>
                  <a:lnTo>
                    <a:pt x="3370" y="3615"/>
                  </a:lnTo>
                  <a:lnTo>
                    <a:pt x="3401" y="3751"/>
                  </a:lnTo>
                  <a:lnTo>
                    <a:pt x="3415" y="3819"/>
                  </a:lnTo>
                  <a:lnTo>
                    <a:pt x="3428" y="3888"/>
                  </a:lnTo>
                  <a:lnTo>
                    <a:pt x="3440" y="3956"/>
                  </a:lnTo>
                  <a:lnTo>
                    <a:pt x="3452" y="4026"/>
                  </a:lnTo>
                  <a:lnTo>
                    <a:pt x="3462" y="4095"/>
                  </a:lnTo>
                  <a:lnTo>
                    <a:pt x="3472" y="4165"/>
                  </a:lnTo>
                  <a:lnTo>
                    <a:pt x="3472" y="4165"/>
                  </a:lnTo>
                  <a:lnTo>
                    <a:pt x="3480" y="4233"/>
                  </a:lnTo>
                  <a:lnTo>
                    <a:pt x="3486" y="4301"/>
                  </a:lnTo>
                  <a:lnTo>
                    <a:pt x="3491" y="4369"/>
                  </a:lnTo>
                  <a:lnTo>
                    <a:pt x="3497" y="4438"/>
                  </a:lnTo>
                  <a:lnTo>
                    <a:pt x="3497" y="4438"/>
                  </a:lnTo>
                  <a:lnTo>
                    <a:pt x="3499" y="4492"/>
                  </a:lnTo>
                  <a:lnTo>
                    <a:pt x="3500" y="4546"/>
                  </a:lnTo>
                  <a:lnTo>
                    <a:pt x="3501" y="4600"/>
                  </a:lnTo>
                  <a:lnTo>
                    <a:pt x="3504" y="4654"/>
                  </a:lnTo>
                  <a:lnTo>
                    <a:pt x="3504" y="4654"/>
                  </a:lnTo>
                  <a:lnTo>
                    <a:pt x="3513" y="4645"/>
                  </a:lnTo>
                  <a:lnTo>
                    <a:pt x="3513" y="4645"/>
                  </a:lnTo>
                  <a:lnTo>
                    <a:pt x="3443" y="4639"/>
                  </a:lnTo>
                  <a:lnTo>
                    <a:pt x="3374" y="4634"/>
                  </a:lnTo>
                  <a:lnTo>
                    <a:pt x="3236" y="4627"/>
                  </a:lnTo>
                  <a:lnTo>
                    <a:pt x="3236" y="4627"/>
                  </a:lnTo>
                  <a:lnTo>
                    <a:pt x="3167" y="4621"/>
                  </a:lnTo>
                  <a:lnTo>
                    <a:pt x="3098" y="4615"/>
                  </a:lnTo>
                  <a:lnTo>
                    <a:pt x="2959" y="4601"/>
                  </a:lnTo>
                  <a:lnTo>
                    <a:pt x="2959" y="4601"/>
                  </a:lnTo>
                  <a:lnTo>
                    <a:pt x="2823" y="4588"/>
                  </a:lnTo>
                  <a:lnTo>
                    <a:pt x="2753" y="4584"/>
                  </a:lnTo>
                  <a:lnTo>
                    <a:pt x="2685" y="4580"/>
                  </a:lnTo>
                  <a:lnTo>
                    <a:pt x="2617" y="4576"/>
                  </a:lnTo>
                  <a:lnTo>
                    <a:pt x="2549" y="4574"/>
                  </a:lnTo>
                  <a:lnTo>
                    <a:pt x="2480" y="4573"/>
                  </a:lnTo>
                  <a:lnTo>
                    <a:pt x="2412" y="4573"/>
                  </a:lnTo>
                  <a:lnTo>
                    <a:pt x="2412" y="4573"/>
                  </a:lnTo>
                  <a:lnTo>
                    <a:pt x="2344" y="4574"/>
                  </a:lnTo>
                  <a:lnTo>
                    <a:pt x="2277" y="4580"/>
                  </a:lnTo>
                  <a:lnTo>
                    <a:pt x="2210" y="4585"/>
                  </a:lnTo>
                  <a:lnTo>
                    <a:pt x="2144" y="4594"/>
                  </a:lnTo>
                  <a:lnTo>
                    <a:pt x="2077" y="4604"/>
                  </a:lnTo>
                  <a:lnTo>
                    <a:pt x="2012" y="4615"/>
                  </a:lnTo>
                  <a:lnTo>
                    <a:pt x="1946" y="4628"/>
                  </a:lnTo>
                  <a:lnTo>
                    <a:pt x="1879" y="4641"/>
                  </a:lnTo>
                  <a:lnTo>
                    <a:pt x="1879" y="4641"/>
                  </a:lnTo>
                  <a:lnTo>
                    <a:pt x="1743" y="4669"/>
                  </a:lnTo>
                  <a:lnTo>
                    <a:pt x="1675" y="4682"/>
                  </a:lnTo>
                  <a:lnTo>
                    <a:pt x="1607" y="4692"/>
                  </a:lnTo>
                  <a:lnTo>
                    <a:pt x="1607" y="4692"/>
                  </a:lnTo>
                  <a:lnTo>
                    <a:pt x="1542" y="4699"/>
                  </a:lnTo>
                  <a:lnTo>
                    <a:pt x="1475" y="4705"/>
                  </a:lnTo>
                  <a:lnTo>
                    <a:pt x="1410" y="4707"/>
                  </a:lnTo>
                  <a:lnTo>
                    <a:pt x="1343" y="4709"/>
                  </a:lnTo>
                  <a:lnTo>
                    <a:pt x="1343" y="4709"/>
                  </a:lnTo>
                  <a:lnTo>
                    <a:pt x="1277" y="4709"/>
                  </a:lnTo>
                  <a:lnTo>
                    <a:pt x="1210" y="4709"/>
                  </a:lnTo>
                  <a:lnTo>
                    <a:pt x="1078" y="4709"/>
                  </a:lnTo>
                  <a:lnTo>
                    <a:pt x="1078" y="4709"/>
                  </a:lnTo>
                  <a:lnTo>
                    <a:pt x="1017" y="4709"/>
                  </a:lnTo>
                  <a:lnTo>
                    <a:pt x="988" y="4707"/>
                  </a:lnTo>
                  <a:lnTo>
                    <a:pt x="958" y="4707"/>
                  </a:lnTo>
                  <a:lnTo>
                    <a:pt x="928" y="4705"/>
                  </a:lnTo>
                  <a:lnTo>
                    <a:pt x="898" y="4700"/>
                  </a:lnTo>
                  <a:lnTo>
                    <a:pt x="870" y="4695"/>
                  </a:lnTo>
                  <a:lnTo>
                    <a:pt x="840" y="4686"/>
                  </a:lnTo>
                  <a:lnTo>
                    <a:pt x="840" y="4686"/>
                  </a:lnTo>
                  <a:lnTo>
                    <a:pt x="826" y="4682"/>
                  </a:lnTo>
                  <a:lnTo>
                    <a:pt x="812" y="4676"/>
                  </a:lnTo>
                  <a:lnTo>
                    <a:pt x="798" y="4669"/>
                  </a:lnTo>
                  <a:lnTo>
                    <a:pt x="785" y="4662"/>
                  </a:lnTo>
                  <a:lnTo>
                    <a:pt x="772" y="4652"/>
                  </a:lnTo>
                  <a:lnTo>
                    <a:pt x="759" y="4642"/>
                  </a:lnTo>
                  <a:lnTo>
                    <a:pt x="750" y="4631"/>
                  </a:lnTo>
                  <a:lnTo>
                    <a:pt x="741" y="4618"/>
                  </a:lnTo>
                  <a:lnTo>
                    <a:pt x="741" y="4618"/>
                  </a:lnTo>
                  <a:lnTo>
                    <a:pt x="735" y="4607"/>
                  </a:lnTo>
                  <a:lnTo>
                    <a:pt x="733" y="4593"/>
                  </a:lnTo>
                  <a:lnTo>
                    <a:pt x="730" y="4580"/>
                  </a:lnTo>
                  <a:lnTo>
                    <a:pt x="730" y="4566"/>
                  </a:lnTo>
                  <a:lnTo>
                    <a:pt x="731" y="4537"/>
                  </a:lnTo>
                  <a:lnTo>
                    <a:pt x="734" y="4512"/>
                  </a:lnTo>
                  <a:lnTo>
                    <a:pt x="734" y="4512"/>
                  </a:lnTo>
                  <a:lnTo>
                    <a:pt x="737" y="4479"/>
                  </a:lnTo>
                  <a:lnTo>
                    <a:pt x="740" y="4447"/>
                  </a:lnTo>
                  <a:lnTo>
                    <a:pt x="741" y="4381"/>
                  </a:lnTo>
                  <a:lnTo>
                    <a:pt x="741" y="4316"/>
                  </a:lnTo>
                  <a:lnTo>
                    <a:pt x="741" y="4251"/>
                  </a:lnTo>
                  <a:lnTo>
                    <a:pt x="741" y="4251"/>
                  </a:lnTo>
                  <a:lnTo>
                    <a:pt x="741" y="4112"/>
                  </a:lnTo>
                  <a:lnTo>
                    <a:pt x="742" y="4041"/>
                  </a:lnTo>
                  <a:lnTo>
                    <a:pt x="744" y="3972"/>
                  </a:lnTo>
                  <a:lnTo>
                    <a:pt x="744" y="3972"/>
                  </a:lnTo>
                  <a:lnTo>
                    <a:pt x="747" y="3903"/>
                  </a:lnTo>
                  <a:lnTo>
                    <a:pt x="750" y="3869"/>
                  </a:lnTo>
                  <a:lnTo>
                    <a:pt x="755" y="3835"/>
                  </a:lnTo>
                  <a:lnTo>
                    <a:pt x="755" y="3835"/>
                  </a:lnTo>
                  <a:lnTo>
                    <a:pt x="767" y="3772"/>
                  </a:lnTo>
                  <a:lnTo>
                    <a:pt x="771" y="3741"/>
                  </a:lnTo>
                  <a:lnTo>
                    <a:pt x="775" y="3708"/>
                  </a:lnTo>
                  <a:lnTo>
                    <a:pt x="775" y="3708"/>
                  </a:lnTo>
                  <a:lnTo>
                    <a:pt x="778" y="3674"/>
                  </a:lnTo>
                  <a:lnTo>
                    <a:pt x="779" y="3640"/>
                  </a:lnTo>
                  <a:lnTo>
                    <a:pt x="779" y="3571"/>
                  </a:lnTo>
                  <a:lnTo>
                    <a:pt x="778" y="3502"/>
                  </a:lnTo>
                  <a:lnTo>
                    <a:pt x="775" y="3434"/>
                  </a:lnTo>
                  <a:lnTo>
                    <a:pt x="775" y="3434"/>
                  </a:lnTo>
                  <a:lnTo>
                    <a:pt x="768" y="3293"/>
                  </a:lnTo>
                  <a:lnTo>
                    <a:pt x="764" y="3224"/>
                  </a:lnTo>
                  <a:lnTo>
                    <a:pt x="762" y="3154"/>
                  </a:lnTo>
                  <a:lnTo>
                    <a:pt x="762" y="3154"/>
                  </a:lnTo>
                  <a:lnTo>
                    <a:pt x="757" y="3016"/>
                  </a:lnTo>
                  <a:lnTo>
                    <a:pt x="748" y="2878"/>
                  </a:lnTo>
                  <a:lnTo>
                    <a:pt x="737" y="2741"/>
                  </a:lnTo>
                  <a:lnTo>
                    <a:pt x="724" y="2603"/>
                  </a:lnTo>
                  <a:lnTo>
                    <a:pt x="724" y="2603"/>
                  </a:lnTo>
                  <a:lnTo>
                    <a:pt x="708" y="2479"/>
                  </a:lnTo>
                  <a:lnTo>
                    <a:pt x="708" y="2479"/>
                  </a:lnTo>
                  <a:lnTo>
                    <a:pt x="699" y="2420"/>
                  </a:lnTo>
                  <a:lnTo>
                    <a:pt x="696" y="2391"/>
                  </a:lnTo>
                  <a:lnTo>
                    <a:pt x="694" y="2361"/>
                  </a:lnTo>
                  <a:lnTo>
                    <a:pt x="694" y="2361"/>
                  </a:lnTo>
                  <a:lnTo>
                    <a:pt x="693" y="2354"/>
                  </a:lnTo>
                  <a:lnTo>
                    <a:pt x="690" y="2347"/>
                  </a:lnTo>
                  <a:lnTo>
                    <a:pt x="684" y="2340"/>
                  </a:lnTo>
                  <a:lnTo>
                    <a:pt x="679" y="2334"/>
                  </a:lnTo>
                  <a:lnTo>
                    <a:pt x="663" y="2326"/>
                  </a:lnTo>
                  <a:lnTo>
                    <a:pt x="649" y="2318"/>
                  </a:lnTo>
                  <a:lnTo>
                    <a:pt x="649" y="2318"/>
                  </a:lnTo>
                  <a:lnTo>
                    <a:pt x="623" y="2306"/>
                  </a:lnTo>
                  <a:lnTo>
                    <a:pt x="597" y="2296"/>
                  </a:lnTo>
                  <a:lnTo>
                    <a:pt x="568" y="2289"/>
                  </a:lnTo>
                  <a:lnTo>
                    <a:pt x="541" y="2280"/>
                  </a:lnTo>
                  <a:lnTo>
                    <a:pt x="541" y="2280"/>
                  </a:lnTo>
                  <a:lnTo>
                    <a:pt x="512" y="2270"/>
                  </a:lnTo>
                  <a:lnTo>
                    <a:pt x="480" y="2260"/>
                  </a:lnTo>
                  <a:lnTo>
                    <a:pt x="452" y="2248"/>
                  </a:lnTo>
                  <a:lnTo>
                    <a:pt x="424" y="2233"/>
                  </a:lnTo>
                  <a:lnTo>
                    <a:pt x="395" y="2218"/>
                  </a:lnTo>
                  <a:lnTo>
                    <a:pt x="368" y="2201"/>
                  </a:lnTo>
                  <a:lnTo>
                    <a:pt x="313" y="2167"/>
                  </a:lnTo>
                  <a:lnTo>
                    <a:pt x="313" y="2167"/>
                  </a:lnTo>
                  <a:lnTo>
                    <a:pt x="234" y="2113"/>
                  </a:lnTo>
                  <a:lnTo>
                    <a:pt x="193" y="2086"/>
                  </a:lnTo>
                  <a:lnTo>
                    <a:pt x="153" y="2059"/>
                  </a:lnTo>
                  <a:lnTo>
                    <a:pt x="153" y="2059"/>
                  </a:lnTo>
                  <a:lnTo>
                    <a:pt x="133" y="2044"/>
                  </a:lnTo>
                  <a:lnTo>
                    <a:pt x="113" y="2028"/>
                  </a:lnTo>
                  <a:lnTo>
                    <a:pt x="95" y="2012"/>
                  </a:lnTo>
                  <a:lnTo>
                    <a:pt x="77" y="1994"/>
                  </a:lnTo>
                  <a:lnTo>
                    <a:pt x="61" y="1976"/>
                  </a:lnTo>
                  <a:lnTo>
                    <a:pt x="47" y="1954"/>
                  </a:lnTo>
                  <a:lnTo>
                    <a:pt x="34" y="1933"/>
                  </a:lnTo>
                  <a:lnTo>
                    <a:pt x="24" y="1910"/>
                  </a:lnTo>
                  <a:lnTo>
                    <a:pt x="24" y="1910"/>
                  </a:lnTo>
                  <a:lnTo>
                    <a:pt x="20" y="1895"/>
                  </a:lnTo>
                  <a:lnTo>
                    <a:pt x="18" y="1881"/>
                  </a:lnTo>
                  <a:lnTo>
                    <a:pt x="17" y="1868"/>
                  </a:lnTo>
                  <a:lnTo>
                    <a:pt x="18" y="1854"/>
                  </a:lnTo>
                  <a:lnTo>
                    <a:pt x="20" y="1841"/>
                  </a:lnTo>
                  <a:lnTo>
                    <a:pt x="23" y="1828"/>
                  </a:lnTo>
                  <a:lnTo>
                    <a:pt x="27" y="1815"/>
                  </a:lnTo>
                  <a:lnTo>
                    <a:pt x="31" y="1803"/>
                  </a:lnTo>
                  <a:lnTo>
                    <a:pt x="43" y="1779"/>
                  </a:lnTo>
                  <a:lnTo>
                    <a:pt x="55" y="1755"/>
                  </a:lnTo>
                  <a:lnTo>
                    <a:pt x="68" y="1729"/>
                  </a:lnTo>
                  <a:lnTo>
                    <a:pt x="79" y="1703"/>
                  </a:lnTo>
                  <a:lnTo>
                    <a:pt x="79" y="1703"/>
                  </a:lnTo>
                  <a:lnTo>
                    <a:pt x="91" y="1674"/>
                  </a:lnTo>
                  <a:lnTo>
                    <a:pt x="101" y="1643"/>
                  </a:lnTo>
                  <a:lnTo>
                    <a:pt x="119" y="1580"/>
                  </a:lnTo>
                  <a:lnTo>
                    <a:pt x="152" y="1456"/>
                  </a:lnTo>
                  <a:lnTo>
                    <a:pt x="152" y="1456"/>
                  </a:lnTo>
                  <a:lnTo>
                    <a:pt x="186" y="1328"/>
                  </a:lnTo>
                  <a:lnTo>
                    <a:pt x="218" y="1202"/>
                  </a:lnTo>
                  <a:lnTo>
                    <a:pt x="218" y="1202"/>
                  </a:lnTo>
                  <a:lnTo>
                    <a:pt x="234" y="1138"/>
                  </a:lnTo>
                  <a:lnTo>
                    <a:pt x="251" y="1074"/>
                  </a:lnTo>
                  <a:lnTo>
                    <a:pt x="271" y="1012"/>
                  </a:lnTo>
                  <a:lnTo>
                    <a:pt x="292" y="950"/>
                  </a:lnTo>
                  <a:lnTo>
                    <a:pt x="292" y="950"/>
                  </a:lnTo>
                  <a:lnTo>
                    <a:pt x="303" y="919"/>
                  </a:lnTo>
                  <a:lnTo>
                    <a:pt x="316" y="889"/>
                  </a:lnTo>
                  <a:lnTo>
                    <a:pt x="330" y="859"/>
                  </a:lnTo>
                  <a:lnTo>
                    <a:pt x="344" y="831"/>
                  </a:lnTo>
                  <a:lnTo>
                    <a:pt x="375" y="773"/>
                  </a:lnTo>
                  <a:lnTo>
                    <a:pt x="410" y="716"/>
                  </a:lnTo>
                  <a:lnTo>
                    <a:pt x="410" y="716"/>
                  </a:lnTo>
                  <a:lnTo>
                    <a:pt x="441" y="662"/>
                  </a:lnTo>
                  <a:lnTo>
                    <a:pt x="470" y="608"/>
                  </a:lnTo>
                  <a:lnTo>
                    <a:pt x="500" y="553"/>
                  </a:lnTo>
                  <a:lnTo>
                    <a:pt x="529" y="498"/>
                  </a:lnTo>
                  <a:lnTo>
                    <a:pt x="529" y="498"/>
                  </a:lnTo>
                  <a:lnTo>
                    <a:pt x="550" y="455"/>
                  </a:lnTo>
                  <a:lnTo>
                    <a:pt x="563" y="434"/>
                  </a:lnTo>
                  <a:lnTo>
                    <a:pt x="575" y="414"/>
                  </a:lnTo>
                  <a:lnTo>
                    <a:pt x="588" y="394"/>
                  </a:lnTo>
                  <a:lnTo>
                    <a:pt x="602" y="376"/>
                  </a:lnTo>
                  <a:lnTo>
                    <a:pt x="618" y="357"/>
                  </a:lnTo>
                  <a:lnTo>
                    <a:pt x="633" y="339"/>
                  </a:lnTo>
                  <a:lnTo>
                    <a:pt x="633" y="339"/>
                  </a:lnTo>
                  <a:lnTo>
                    <a:pt x="653" y="321"/>
                  </a:lnTo>
                  <a:lnTo>
                    <a:pt x="674" y="301"/>
                  </a:lnTo>
                  <a:lnTo>
                    <a:pt x="696" y="284"/>
                  </a:lnTo>
                  <a:lnTo>
                    <a:pt x="717" y="267"/>
                  </a:lnTo>
                  <a:lnTo>
                    <a:pt x="740" y="251"/>
                  </a:lnTo>
                  <a:lnTo>
                    <a:pt x="764" y="236"/>
                  </a:lnTo>
                  <a:lnTo>
                    <a:pt x="786" y="221"/>
                  </a:lnTo>
                  <a:lnTo>
                    <a:pt x="811" y="207"/>
                  </a:lnTo>
                  <a:lnTo>
                    <a:pt x="811" y="207"/>
                  </a:lnTo>
                  <a:lnTo>
                    <a:pt x="837" y="193"/>
                  </a:lnTo>
                  <a:lnTo>
                    <a:pt x="866" y="182"/>
                  </a:lnTo>
                  <a:lnTo>
                    <a:pt x="894" y="173"/>
                  </a:lnTo>
                  <a:lnTo>
                    <a:pt x="922" y="165"/>
                  </a:lnTo>
                  <a:lnTo>
                    <a:pt x="951" y="159"/>
                  </a:lnTo>
                  <a:lnTo>
                    <a:pt x="981" y="153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84" y="138"/>
                  </a:lnTo>
                  <a:lnTo>
                    <a:pt x="1128" y="128"/>
                  </a:lnTo>
                  <a:lnTo>
                    <a:pt x="1170" y="117"/>
                  </a:lnTo>
                  <a:lnTo>
                    <a:pt x="1212" y="104"/>
                  </a:lnTo>
                  <a:lnTo>
                    <a:pt x="1231" y="95"/>
                  </a:lnTo>
                  <a:lnTo>
                    <a:pt x="1251" y="87"/>
                  </a:lnTo>
                  <a:lnTo>
                    <a:pt x="1271" y="77"/>
                  </a:lnTo>
                  <a:lnTo>
                    <a:pt x="1289" y="66"/>
                  </a:lnTo>
                  <a:lnTo>
                    <a:pt x="1309" y="54"/>
                  </a:lnTo>
                  <a:lnTo>
                    <a:pt x="1328" y="43"/>
                  </a:lnTo>
                  <a:lnTo>
                    <a:pt x="1346" y="29"/>
                  </a:lnTo>
                  <a:lnTo>
                    <a:pt x="1363" y="15"/>
                  </a:lnTo>
                  <a:lnTo>
                    <a:pt x="1363" y="15"/>
                  </a:lnTo>
                  <a:lnTo>
                    <a:pt x="1366" y="12"/>
                  </a:lnTo>
                  <a:lnTo>
                    <a:pt x="1366" y="9"/>
                  </a:lnTo>
                  <a:lnTo>
                    <a:pt x="1366" y="6"/>
                  </a:lnTo>
                  <a:lnTo>
                    <a:pt x="1363" y="3"/>
                  </a:lnTo>
                  <a:lnTo>
                    <a:pt x="1362" y="2"/>
                  </a:lnTo>
                  <a:lnTo>
                    <a:pt x="1357" y="0"/>
                  </a:lnTo>
                  <a:lnTo>
                    <a:pt x="1355" y="0"/>
                  </a:lnTo>
                  <a:lnTo>
                    <a:pt x="1352" y="2"/>
                  </a:lnTo>
                  <a:lnTo>
                    <a:pt x="1352" y="2"/>
                  </a:lnTo>
                  <a:lnTo>
                    <a:pt x="1329" y="20"/>
                  </a:lnTo>
                  <a:lnTo>
                    <a:pt x="1306" y="36"/>
                  </a:lnTo>
                  <a:lnTo>
                    <a:pt x="1284" y="51"/>
                  </a:lnTo>
                  <a:lnTo>
                    <a:pt x="1260" y="66"/>
                  </a:lnTo>
                  <a:lnTo>
                    <a:pt x="1234" y="77"/>
                  </a:lnTo>
                  <a:lnTo>
                    <a:pt x="1209" y="88"/>
                  </a:lnTo>
                  <a:lnTo>
                    <a:pt x="1182" y="98"/>
                  </a:lnTo>
                  <a:lnTo>
                    <a:pt x="1155" y="105"/>
                  </a:lnTo>
                  <a:lnTo>
                    <a:pt x="1155" y="105"/>
                  </a:lnTo>
                  <a:lnTo>
                    <a:pt x="1129" y="112"/>
                  </a:lnTo>
                  <a:lnTo>
                    <a:pt x="1104" y="118"/>
                  </a:lnTo>
                  <a:lnTo>
                    <a:pt x="1051" y="125"/>
                  </a:lnTo>
                  <a:lnTo>
                    <a:pt x="999" y="132"/>
                  </a:lnTo>
                  <a:lnTo>
                    <a:pt x="947" y="141"/>
                  </a:lnTo>
                  <a:lnTo>
                    <a:pt x="947" y="141"/>
                  </a:lnTo>
                  <a:lnTo>
                    <a:pt x="918" y="146"/>
                  </a:lnTo>
                  <a:lnTo>
                    <a:pt x="891" y="153"/>
                  </a:lnTo>
                  <a:lnTo>
                    <a:pt x="863" y="163"/>
                  </a:lnTo>
                  <a:lnTo>
                    <a:pt x="837" y="175"/>
                  </a:lnTo>
                  <a:lnTo>
                    <a:pt x="811" y="187"/>
                  </a:lnTo>
                  <a:lnTo>
                    <a:pt x="785" y="202"/>
                  </a:lnTo>
                  <a:lnTo>
                    <a:pt x="761" y="217"/>
                  </a:lnTo>
                  <a:lnTo>
                    <a:pt x="737" y="233"/>
                  </a:lnTo>
                  <a:lnTo>
                    <a:pt x="737" y="233"/>
                  </a:lnTo>
                  <a:lnTo>
                    <a:pt x="699" y="261"/>
                  </a:lnTo>
                  <a:lnTo>
                    <a:pt x="660" y="291"/>
                  </a:lnTo>
                  <a:lnTo>
                    <a:pt x="643" y="306"/>
                  </a:lnTo>
                  <a:lnTo>
                    <a:pt x="626" y="323"/>
                  </a:lnTo>
                  <a:lnTo>
                    <a:pt x="609" y="340"/>
                  </a:lnTo>
                  <a:lnTo>
                    <a:pt x="594" y="359"/>
                  </a:lnTo>
                  <a:lnTo>
                    <a:pt x="594" y="359"/>
                  </a:lnTo>
                  <a:lnTo>
                    <a:pt x="578" y="377"/>
                  </a:lnTo>
                  <a:lnTo>
                    <a:pt x="565" y="397"/>
                  </a:lnTo>
                  <a:lnTo>
                    <a:pt x="553" y="417"/>
                  </a:lnTo>
                  <a:lnTo>
                    <a:pt x="540" y="437"/>
                  </a:lnTo>
                  <a:lnTo>
                    <a:pt x="519" y="479"/>
                  </a:lnTo>
                  <a:lnTo>
                    <a:pt x="497" y="522"/>
                  </a:lnTo>
                  <a:lnTo>
                    <a:pt x="497" y="522"/>
                  </a:lnTo>
                  <a:lnTo>
                    <a:pt x="483" y="550"/>
                  </a:lnTo>
                  <a:lnTo>
                    <a:pt x="469" y="578"/>
                  </a:lnTo>
                  <a:lnTo>
                    <a:pt x="438" y="634"/>
                  </a:lnTo>
                  <a:lnTo>
                    <a:pt x="374" y="743"/>
                  </a:lnTo>
                  <a:lnTo>
                    <a:pt x="374" y="743"/>
                  </a:lnTo>
                  <a:lnTo>
                    <a:pt x="343" y="797"/>
                  </a:lnTo>
                  <a:lnTo>
                    <a:pt x="316" y="851"/>
                  </a:lnTo>
                  <a:lnTo>
                    <a:pt x="290" y="907"/>
                  </a:lnTo>
                  <a:lnTo>
                    <a:pt x="268" y="965"/>
                  </a:lnTo>
                  <a:lnTo>
                    <a:pt x="268" y="965"/>
                  </a:lnTo>
                  <a:lnTo>
                    <a:pt x="248" y="1028"/>
                  </a:lnTo>
                  <a:lnTo>
                    <a:pt x="230" y="1090"/>
                  </a:lnTo>
                  <a:lnTo>
                    <a:pt x="213" y="1154"/>
                  </a:lnTo>
                  <a:lnTo>
                    <a:pt x="196" y="1217"/>
                  </a:lnTo>
                  <a:lnTo>
                    <a:pt x="196" y="1217"/>
                  </a:lnTo>
                  <a:lnTo>
                    <a:pt x="163" y="1344"/>
                  </a:lnTo>
                  <a:lnTo>
                    <a:pt x="130" y="1471"/>
                  </a:lnTo>
                  <a:lnTo>
                    <a:pt x="130" y="1471"/>
                  </a:lnTo>
                  <a:lnTo>
                    <a:pt x="113" y="1533"/>
                  </a:lnTo>
                  <a:lnTo>
                    <a:pt x="96" y="1596"/>
                  </a:lnTo>
                  <a:lnTo>
                    <a:pt x="78" y="1658"/>
                  </a:lnTo>
                  <a:lnTo>
                    <a:pt x="67" y="1688"/>
                  </a:lnTo>
                  <a:lnTo>
                    <a:pt x="55" y="1719"/>
                  </a:lnTo>
                  <a:lnTo>
                    <a:pt x="55" y="1719"/>
                  </a:lnTo>
                  <a:lnTo>
                    <a:pt x="44" y="1742"/>
                  </a:lnTo>
                  <a:lnTo>
                    <a:pt x="33" y="1763"/>
                  </a:lnTo>
                  <a:lnTo>
                    <a:pt x="20" y="1786"/>
                  </a:lnTo>
                  <a:lnTo>
                    <a:pt x="9" y="1808"/>
                  </a:lnTo>
                  <a:lnTo>
                    <a:pt x="9" y="1808"/>
                  </a:lnTo>
                  <a:lnTo>
                    <a:pt x="4" y="1820"/>
                  </a:lnTo>
                  <a:lnTo>
                    <a:pt x="1" y="1831"/>
                  </a:lnTo>
                  <a:lnTo>
                    <a:pt x="0" y="1842"/>
                  </a:lnTo>
                  <a:lnTo>
                    <a:pt x="0" y="1854"/>
                  </a:lnTo>
                  <a:lnTo>
                    <a:pt x="0" y="1878"/>
                  </a:lnTo>
                  <a:lnTo>
                    <a:pt x="4" y="1900"/>
                  </a:lnTo>
                  <a:lnTo>
                    <a:pt x="4" y="1900"/>
                  </a:lnTo>
                  <a:lnTo>
                    <a:pt x="10" y="1922"/>
                  </a:lnTo>
                  <a:lnTo>
                    <a:pt x="18" y="1942"/>
                  </a:lnTo>
                  <a:lnTo>
                    <a:pt x="28" y="1960"/>
                  </a:lnTo>
                  <a:lnTo>
                    <a:pt x="41" y="1977"/>
                  </a:lnTo>
                  <a:lnTo>
                    <a:pt x="55" y="1994"/>
                  </a:lnTo>
                  <a:lnTo>
                    <a:pt x="69" y="2010"/>
                  </a:lnTo>
                  <a:lnTo>
                    <a:pt x="85" y="2025"/>
                  </a:lnTo>
                  <a:lnTo>
                    <a:pt x="101" y="2039"/>
                  </a:lnTo>
                  <a:lnTo>
                    <a:pt x="101" y="2039"/>
                  </a:lnTo>
                  <a:lnTo>
                    <a:pt x="118" y="2053"/>
                  </a:lnTo>
                  <a:lnTo>
                    <a:pt x="136" y="2068"/>
                  </a:lnTo>
                  <a:lnTo>
                    <a:pt x="173" y="2093"/>
                  </a:lnTo>
                  <a:lnTo>
                    <a:pt x="249" y="2143"/>
                  </a:lnTo>
                  <a:lnTo>
                    <a:pt x="249" y="2143"/>
                  </a:lnTo>
                  <a:lnTo>
                    <a:pt x="299" y="2177"/>
                  </a:lnTo>
                  <a:lnTo>
                    <a:pt x="349" y="2209"/>
                  </a:lnTo>
                  <a:lnTo>
                    <a:pt x="401" y="2239"/>
                  </a:lnTo>
                  <a:lnTo>
                    <a:pt x="427" y="2255"/>
                  </a:lnTo>
                  <a:lnTo>
                    <a:pt x="453" y="2267"/>
                  </a:lnTo>
                  <a:lnTo>
                    <a:pt x="453" y="2267"/>
                  </a:lnTo>
                  <a:lnTo>
                    <a:pt x="479" y="2277"/>
                  </a:lnTo>
                  <a:lnTo>
                    <a:pt x="503" y="2287"/>
                  </a:lnTo>
                  <a:lnTo>
                    <a:pt x="555" y="2301"/>
                  </a:lnTo>
                  <a:lnTo>
                    <a:pt x="555" y="2301"/>
                  </a:lnTo>
                  <a:lnTo>
                    <a:pt x="581" y="2310"/>
                  </a:lnTo>
                  <a:lnTo>
                    <a:pt x="608" y="2318"/>
                  </a:lnTo>
                  <a:lnTo>
                    <a:pt x="608" y="2318"/>
                  </a:lnTo>
                  <a:lnTo>
                    <a:pt x="623" y="2326"/>
                  </a:lnTo>
                  <a:lnTo>
                    <a:pt x="640" y="2333"/>
                  </a:lnTo>
                  <a:lnTo>
                    <a:pt x="640" y="2333"/>
                  </a:lnTo>
                  <a:lnTo>
                    <a:pt x="660" y="2343"/>
                  </a:lnTo>
                  <a:lnTo>
                    <a:pt x="672" y="2350"/>
                  </a:lnTo>
                  <a:lnTo>
                    <a:pt x="677" y="2354"/>
                  </a:lnTo>
                  <a:lnTo>
                    <a:pt x="677" y="2354"/>
                  </a:lnTo>
                  <a:lnTo>
                    <a:pt x="677" y="2382"/>
                  </a:lnTo>
                  <a:lnTo>
                    <a:pt x="680" y="2411"/>
                  </a:lnTo>
                  <a:lnTo>
                    <a:pt x="687" y="2467"/>
                  </a:lnTo>
                  <a:lnTo>
                    <a:pt x="696" y="2524"/>
                  </a:lnTo>
                  <a:lnTo>
                    <a:pt x="704" y="2581"/>
                  </a:lnTo>
                  <a:lnTo>
                    <a:pt x="704" y="2581"/>
                  </a:lnTo>
                  <a:lnTo>
                    <a:pt x="718" y="2718"/>
                  </a:lnTo>
                  <a:lnTo>
                    <a:pt x="731" y="2855"/>
                  </a:lnTo>
                  <a:lnTo>
                    <a:pt x="735" y="2925"/>
                  </a:lnTo>
                  <a:lnTo>
                    <a:pt x="740" y="2994"/>
                  </a:lnTo>
                  <a:lnTo>
                    <a:pt x="742" y="3062"/>
                  </a:lnTo>
                  <a:lnTo>
                    <a:pt x="744" y="3132"/>
                  </a:lnTo>
                  <a:lnTo>
                    <a:pt x="744" y="3132"/>
                  </a:lnTo>
                  <a:lnTo>
                    <a:pt x="747" y="3201"/>
                  </a:lnTo>
                  <a:lnTo>
                    <a:pt x="750" y="3271"/>
                  </a:lnTo>
                  <a:lnTo>
                    <a:pt x="757" y="3409"/>
                  </a:lnTo>
                  <a:lnTo>
                    <a:pt x="759" y="3479"/>
                  </a:lnTo>
                  <a:lnTo>
                    <a:pt x="762" y="3548"/>
                  </a:lnTo>
                  <a:lnTo>
                    <a:pt x="762" y="3618"/>
                  </a:lnTo>
                  <a:lnTo>
                    <a:pt x="759" y="3687"/>
                  </a:lnTo>
                  <a:lnTo>
                    <a:pt x="759" y="3687"/>
                  </a:lnTo>
                  <a:lnTo>
                    <a:pt x="757" y="3720"/>
                  </a:lnTo>
                  <a:lnTo>
                    <a:pt x="752" y="3754"/>
                  </a:lnTo>
                  <a:lnTo>
                    <a:pt x="740" y="3819"/>
                  </a:lnTo>
                  <a:lnTo>
                    <a:pt x="740" y="3819"/>
                  </a:lnTo>
                  <a:lnTo>
                    <a:pt x="735" y="3852"/>
                  </a:lnTo>
                  <a:lnTo>
                    <a:pt x="731" y="3884"/>
                  </a:lnTo>
                  <a:lnTo>
                    <a:pt x="728" y="3949"/>
                  </a:lnTo>
                  <a:lnTo>
                    <a:pt x="728" y="3949"/>
                  </a:lnTo>
                  <a:lnTo>
                    <a:pt x="725" y="4020"/>
                  </a:lnTo>
                  <a:lnTo>
                    <a:pt x="724" y="4090"/>
                  </a:lnTo>
                  <a:lnTo>
                    <a:pt x="724" y="4230"/>
                  </a:lnTo>
                  <a:lnTo>
                    <a:pt x="724" y="4230"/>
                  </a:lnTo>
                  <a:lnTo>
                    <a:pt x="725" y="4362"/>
                  </a:lnTo>
                  <a:lnTo>
                    <a:pt x="724" y="4428"/>
                  </a:lnTo>
                  <a:lnTo>
                    <a:pt x="723" y="4462"/>
                  </a:lnTo>
                  <a:lnTo>
                    <a:pt x="720" y="4495"/>
                  </a:lnTo>
                  <a:lnTo>
                    <a:pt x="720" y="4495"/>
                  </a:lnTo>
                  <a:lnTo>
                    <a:pt x="714" y="4539"/>
                  </a:lnTo>
                  <a:lnTo>
                    <a:pt x="714" y="4561"/>
                  </a:lnTo>
                  <a:lnTo>
                    <a:pt x="716" y="4583"/>
                  </a:lnTo>
                  <a:lnTo>
                    <a:pt x="718" y="4603"/>
                  </a:lnTo>
                  <a:lnTo>
                    <a:pt x="723" y="4612"/>
                  </a:lnTo>
                  <a:lnTo>
                    <a:pt x="725" y="4622"/>
                  </a:lnTo>
                  <a:lnTo>
                    <a:pt x="731" y="4632"/>
                  </a:lnTo>
                  <a:lnTo>
                    <a:pt x="737" y="4641"/>
                  </a:lnTo>
                  <a:lnTo>
                    <a:pt x="744" y="4651"/>
                  </a:lnTo>
                  <a:lnTo>
                    <a:pt x="752" y="4659"/>
                  </a:lnTo>
                  <a:lnTo>
                    <a:pt x="752" y="4659"/>
                  </a:lnTo>
                  <a:lnTo>
                    <a:pt x="762" y="4668"/>
                  </a:lnTo>
                  <a:lnTo>
                    <a:pt x="772" y="4675"/>
                  </a:lnTo>
                  <a:lnTo>
                    <a:pt x="795" y="4688"/>
                  </a:lnTo>
                  <a:lnTo>
                    <a:pt x="818" y="4697"/>
                  </a:lnTo>
                  <a:lnTo>
                    <a:pt x="843" y="4706"/>
                  </a:lnTo>
                  <a:lnTo>
                    <a:pt x="869" y="4713"/>
                  </a:lnTo>
                  <a:lnTo>
                    <a:pt x="894" y="4717"/>
                  </a:lnTo>
                  <a:lnTo>
                    <a:pt x="920" y="4720"/>
                  </a:lnTo>
                  <a:lnTo>
                    <a:pt x="945" y="4723"/>
                  </a:lnTo>
                  <a:lnTo>
                    <a:pt x="945" y="4723"/>
                  </a:lnTo>
                  <a:lnTo>
                    <a:pt x="976" y="4726"/>
                  </a:lnTo>
                  <a:lnTo>
                    <a:pt x="1007" y="4726"/>
                  </a:lnTo>
                  <a:lnTo>
                    <a:pt x="1070" y="4727"/>
                  </a:lnTo>
                  <a:lnTo>
                    <a:pt x="1193" y="4726"/>
                  </a:lnTo>
                  <a:lnTo>
                    <a:pt x="1193" y="4726"/>
                  </a:lnTo>
                  <a:lnTo>
                    <a:pt x="1323" y="4726"/>
                  </a:lnTo>
                  <a:lnTo>
                    <a:pt x="1389" y="4724"/>
                  </a:lnTo>
                  <a:lnTo>
                    <a:pt x="1454" y="4722"/>
                  </a:lnTo>
                  <a:lnTo>
                    <a:pt x="1519" y="4717"/>
                  </a:lnTo>
                  <a:lnTo>
                    <a:pt x="1584" y="4712"/>
                  </a:lnTo>
                  <a:lnTo>
                    <a:pt x="1648" y="4703"/>
                  </a:lnTo>
                  <a:lnTo>
                    <a:pt x="1713" y="4692"/>
                  </a:lnTo>
                  <a:lnTo>
                    <a:pt x="1713" y="4692"/>
                  </a:lnTo>
                  <a:lnTo>
                    <a:pt x="1781" y="4679"/>
                  </a:lnTo>
                  <a:lnTo>
                    <a:pt x="1849" y="4665"/>
                  </a:lnTo>
                  <a:lnTo>
                    <a:pt x="1984" y="4637"/>
                  </a:lnTo>
                  <a:lnTo>
                    <a:pt x="2052" y="4624"/>
                  </a:lnTo>
                  <a:lnTo>
                    <a:pt x="2121" y="4612"/>
                  </a:lnTo>
                  <a:lnTo>
                    <a:pt x="2189" y="4603"/>
                  </a:lnTo>
                  <a:lnTo>
                    <a:pt x="2259" y="4595"/>
                  </a:lnTo>
                  <a:lnTo>
                    <a:pt x="2259" y="4595"/>
                  </a:lnTo>
                  <a:lnTo>
                    <a:pt x="2327" y="4593"/>
                  </a:lnTo>
                  <a:lnTo>
                    <a:pt x="2395" y="4590"/>
                  </a:lnTo>
                  <a:lnTo>
                    <a:pt x="2463" y="4588"/>
                  </a:lnTo>
                  <a:lnTo>
                    <a:pt x="2531" y="4590"/>
                  </a:lnTo>
                  <a:lnTo>
                    <a:pt x="2600" y="4591"/>
                  </a:lnTo>
                  <a:lnTo>
                    <a:pt x="2668" y="4595"/>
                  </a:lnTo>
                  <a:lnTo>
                    <a:pt x="2736" y="4600"/>
                  </a:lnTo>
                  <a:lnTo>
                    <a:pt x="2804" y="4604"/>
                  </a:lnTo>
                  <a:lnTo>
                    <a:pt x="2804" y="4604"/>
                  </a:lnTo>
                  <a:lnTo>
                    <a:pt x="2893" y="4612"/>
                  </a:lnTo>
                  <a:lnTo>
                    <a:pt x="2981" y="4621"/>
                  </a:lnTo>
                  <a:lnTo>
                    <a:pt x="3069" y="4631"/>
                  </a:lnTo>
                  <a:lnTo>
                    <a:pt x="3158" y="4638"/>
                  </a:lnTo>
                  <a:lnTo>
                    <a:pt x="3158" y="4638"/>
                  </a:lnTo>
                  <a:lnTo>
                    <a:pt x="3246" y="4644"/>
                  </a:lnTo>
                  <a:lnTo>
                    <a:pt x="3336" y="4649"/>
                  </a:lnTo>
                  <a:lnTo>
                    <a:pt x="3423" y="4655"/>
                  </a:lnTo>
                  <a:lnTo>
                    <a:pt x="3513" y="4662"/>
                  </a:lnTo>
                  <a:lnTo>
                    <a:pt x="3513" y="4662"/>
                  </a:lnTo>
                  <a:lnTo>
                    <a:pt x="3516" y="4662"/>
                  </a:lnTo>
                  <a:lnTo>
                    <a:pt x="3518" y="4661"/>
                  </a:lnTo>
                  <a:lnTo>
                    <a:pt x="3520" y="4658"/>
                  </a:lnTo>
                  <a:lnTo>
                    <a:pt x="3521" y="4654"/>
                  </a:lnTo>
                  <a:lnTo>
                    <a:pt x="3521" y="4654"/>
                  </a:lnTo>
                  <a:lnTo>
                    <a:pt x="3518" y="4600"/>
                  </a:lnTo>
                  <a:lnTo>
                    <a:pt x="3517" y="4546"/>
                  </a:lnTo>
                  <a:lnTo>
                    <a:pt x="3516" y="4492"/>
                  </a:lnTo>
                  <a:lnTo>
                    <a:pt x="3514" y="4438"/>
                  </a:lnTo>
                  <a:lnTo>
                    <a:pt x="3514" y="4438"/>
                  </a:lnTo>
                  <a:lnTo>
                    <a:pt x="3510" y="4369"/>
                  </a:lnTo>
                  <a:lnTo>
                    <a:pt x="3503" y="4301"/>
                  </a:lnTo>
                  <a:lnTo>
                    <a:pt x="3497" y="4233"/>
                  </a:lnTo>
                  <a:lnTo>
                    <a:pt x="3489" y="4165"/>
                  </a:lnTo>
                  <a:lnTo>
                    <a:pt x="3489" y="4165"/>
                  </a:lnTo>
                  <a:lnTo>
                    <a:pt x="3480" y="4097"/>
                  </a:lnTo>
                  <a:lnTo>
                    <a:pt x="3469" y="4030"/>
                  </a:lnTo>
                  <a:lnTo>
                    <a:pt x="3459" y="3963"/>
                  </a:lnTo>
                  <a:lnTo>
                    <a:pt x="3446" y="3897"/>
                  </a:lnTo>
                  <a:lnTo>
                    <a:pt x="3421" y="3764"/>
                  </a:lnTo>
                  <a:lnTo>
                    <a:pt x="3391" y="3632"/>
                  </a:lnTo>
                  <a:lnTo>
                    <a:pt x="3391" y="3632"/>
                  </a:lnTo>
                  <a:lnTo>
                    <a:pt x="3360" y="3499"/>
                  </a:lnTo>
                  <a:lnTo>
                    <a:pt x="3353" y="3465"/>
                  </a:lnTo>
                  <a:lnTo>
                    <a:pt x="3345" y="3432"/>
                  </a:lnTo>
                  <a:lnTo>
                    <a:pt x="3340" y="3398"/>
                  </a:lnTo>
                  <a:lnTo>
                    <a:pt x="3336" y="3364"/>
                  </a:lnTo>
                  <a:lnTo>
                    <a:pt x="3336" y="3364"/>
                  </a:lnTo>
                  <a:lnTo>
                    <a:pt x="3333" y="3332"/>
                  </a:lnTo>
                  <a:lnTo>
                    <a:pt x="3331" y="3299"/>
                  </a:lnTo>
                  <a:lnTo>
                    <a:pt x="3330" y="3234"/>
                  </a:lnTo>
                  <a:lnTo>
                    <a:pt x="3330" y="3169"/>
                  </a:lnTo>
                  <a:lnTo>
                    <a:pt x="3333" y="3103"/>
                  </a:lnTo>
                  <a:lnTo>
                    <a:pt x="3333" y="3103"/>
                  </a:lnTo>
                  <a:lnTo>
                    <a:pt x="3337" y="2967"/>
                  </a:lnTo>
                  <a:lnTo>
                    <a:pt x="3341" y="2831"/>
                  </a:lnTo>
                  <a:lnTo>
                    <a:pt x="3344" y="2695"/>
                  </a:lnTo>
                  <a:lnTo>
                    <a:pt x="3343" y="2558"/>
                  </a:lnTo>
                  <a:lnTo>
                    <a:pt x="3343" y="2558"/>
                  </a:lnTo>
                  <a:lnTo>
                    <a:pt x="3338" y="2280"/>
                  </a:lnTo>
                  <a:lnTo>
                    <a:pt x="3337" y="2141"/>
                  </a:lnTo>
                  <a:lnTo>
                    <a:pt x="3336" y="2001"/>
                  </a:lnTo>
                  <a:lnTo>
                    <a:pt x="3336" y="2001"/>
                  </a:lnTo>
                  <a:lnTo>
                    <a:pt x="3336" y="2000"/>
                  </a:lnTo>
                  <a:lnTo>
                    <a:pt x="3334" y="1998"/>
                  </a:lnTo>
                  <a:lnTo>
                    <a:pt x="3327" y="1997"/>
                  </a:lnTo>
                  <a:lnTo>
                    <a:pt x="3321" y="1998"/>
                  </a:lnTo>
                  <a:lnTo>
                    <a:pt x="3320" y="2000"/>
                  </a:lnTo>
                  <a:lnTo>
                    <a:pt x="3319" y="2001"/>
                  </a:lnTo>
                  <a:lnTo>
                    <a:pt x="3319" y="2001"/>
                  </a:lnTo>
                  <a:lnTo>
                    <a:pt x="3319" y="2000"/>
                  </a:lnTo>
                  <a:lnTo>
                    <a:pt x="3319" y="2001"/>
                  </a:lnTo>
                  <a:lnTo>
                    <a:pt x="3319" y="20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5" name="Freeform 115">
              <a:extLst>
                <a:ext uri="{FF2B5EF4-FFF2-40B4-BE49-F238E27FC236}">
                  <a16:creationId xmlns:a16="http://schemas.microsoft.com/office/drawing/2014/main" id="{7008925C-6F00-0AC9-62F1-727D7B04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845"/>
              <a:ext cx="503" cy="629"/>
            </a:xfrm>
            <a:custGeom>
              <a:avLst/>
              <a:gdLst>
                <a:gd name="T0" fmla="*/ 640 w 1004"/>
                <a:gd name="T1" fmla="*/ 53 h 1259"/>
                <a:gd name="T2" fmla="*/ 735 w 1004"/>
                <a:gd name="T3" fmla="*/ 173 h 1259"/>
                <a:gd name="T4" fmla="*/ 820 w 1004"/>
                <a:gd name="T5" fmla="*/ 301 h 1259"/>
                <a:gd name="T6" fmla="*/ 868 w 1004"/>
                <a:gd name="T7" fmla="*/ 380 h 1259"/>
                <a:gd name="T8" fmla="*/ 928 w 1004"/>
                <a:gd name="T9" fmla="*/ 492 h 1259"/>
                <a:gd name="T10" fmla="*/ 976 w 1004"/>
                <a:gd name="T11" fmla="*/ 607 h 1259"/>
                <a:gd name="T12" fmla="*/ 994 w 1004"/>
                <a:gd name="T13" fmla="*/ 637 h 1259"/>
                <a:gd name="T14" fmla="*/ 935 w 1004"/>
                <a:gd name="T15" fmla="*/ 652 h 1259"/>
                <a:gd name="T16" fmla="*/ 846 w 1004"/>
                <a:gd name="T17" fmla="*/ 683 h 1259"/>
                <a:gd name="T18" fmla="*/ 761 w 1004"/>
                <a:gd name="T19" fmla="*/ 722 h 1259"/>
                <a:gd name="T20" fmla="*/ 677 w 1004"/>
                <a:gd name="T21" fmla="*/ 767 h 1259"/>
                <a:gd name="T22" fmla="*/ 548 w 1004"/>
                <a:gd name="T23" fmla="*/ 859 h 1259"/>
                <a:gd name="T24" fmla="*/ 411 w 1004"/>
                <a:gd name="T25" fmla="*/ 989 h 1259"/>
                <a:gd name="T26" fmla="*/ 294 w 1004"/>
                <a:gd name="T27" fmla="*/ 1138 h 1259"/>
                <a:gd name="T28" fmla="*/ 248 w 1004"/>
                <a:gd name="T29" fmla="*/ 1219 h 1259"/>
                <a:gd name="T30" fmla="*/ 246 w 1004"/>
                <a:gd name="T31" fmla="*/ 1245 h 1259"/>
                <a:gd name="T32" fmla="*/ 211 w 1004"/>
                <a:gd name="T33" fmla="*/ 1209 h 1259"/>
                <a:gd name="T34" fmla="*/ 150 w 1004"/>
                <a:gd name="T35" fmla="*/ 1131 h 1259"/>
                <a:gd name="T36" fmla="*/ 42 w 1004"/>
                <a:gd name="T37" fmla="*/ 963 h 1259"/>
                <a:gd name="T38" fmla="*/ 14 w 1004"/>
                <a:gd name="T39" fmla="*/ 923 h 1259"/>
                <a:gd name="T40" fmla="*/ 4 w 1004"/>
                <a:gd name="T41" fmla="*/ 920 h 1259"/>
                <a:gd name="T42" fmla="*/ 0 w 1004"/>
                <a:gd name="T43" fmla="*/ 929 h 1259"/>
                <a:gd name="T44" fmla="*/ 1 w 1004"/>
                <a:gd name="T45" fmla="*/ 934 h 1259"/>
                <a:gd name="T46" fmla="*/ 58 w 1004"/>
                <a:gd name="T47" fmla="*/ 1016 h 1259"/>
                <a:gd name="T48" fmla="*/ 167 w 1004"/>
                <a:gd name="T49" fmla="*/ 1184 h 1259"/>
                <a:gd name="T50" fmla="*/ 217 w 1004"/>
                <a:gd name="T51" fmla="*/ 1239 h 1259"/>
                <a:gd name="T52" fmla="*/ 238 w 1004"/>
                <a:gd name="T53" fmla="*/ 1259 h 1259"/>
                <a:gd name="T54" fmla="*/ 248 w 1004"/>
                <a:gd name="T55" fmla="*/ 1254 h 1259"/>
                <a:gd name="T56" fmla="*/ 276 w 1004"/>
                <a:gd name="T57" fmla="*/ 1201 h 1259"/>
                <a:gd name="T58" fmla="*/ 382 w 1004"/>
                <a:gd name="T59" fmla="*/ 1049 h 1259"/>
                <a:gd name="T60" fmla="*/ 511 w 1004"/>
                <a:gd name="T61" fmla="*/ 913 h 1259"/>
                <a:gd name="T62" fmla="*/ 660 w 1004"/>
                <a:gd name="T63" fmla="*/ 800 h 1259"/>
                <a:gd name="T64" fmla="*/ 768 w 1004"/>
                <a:gd name="T65" fmla="*/ 737 h 1259"/>
                <a:gd name="T66" fmla="*/ 853 w 1004"/>
                <a:gd name="T67" fmla="*/ 699 h 1259"/>
                <a:gd name="T68" fmla="*/ 939 w 1004"/>
                <a:gd name="T69" fmla="*/ 669 h 1259"/>
                <a:gd name="T70" fmla="*/ 999 w 1004"/>
                <a:gd name="T71" fmla="*/ 654 h 1259"/>
                <a:gd name="T72" fmla="*/ 1004 w 1004"/>
                <a:gd name="T73" fmla="*/ 647 h 1259"/>
                <a:gd name="T74" fmla="*/ 992 w 1004"/>
                <a:gd name="T75" fmla="*/ 603 h 1259"/>
                <a:gd name="T76" fmla="*/ 943 w 1004"/>
                <a:gd name="T77" fmla="*/ 485 h 1259"/>
                <a:gd name="T78" fmla="*/ 884 w 1004"/>
                <a:gd name="T79" fmla="*/ 373 h 1259"/>
                <a:gd name="T80" fmla="*/ 834 w 1004"/>
                <a:gd name="T81" fmla="*/ 292 h 1259"/>
                <a:gd name="T82" fmla="*/ 748 w 1004"/>
                <a:gd name="T83" fmla="*/ 163 h 1259"/>
                <a:gd name="T84" fmla="*/ 652 w 1004"/>
                <a:gd name="T85" fmla="*/ 42 h 1259"/>
                <a:gd name="T86" fmla="*/ 615 w 1004"/>
                <a:gd name="T87" fmla="*/ 0 h 1259"/>
                <a:gd name="T88" fmla="*/ 606 w 1004"/>
                <a:gd name="T89" fmla="*/ 3 h 1259"/>
                <a:gd name="T90" fmla="*/ 605 w 1004"/>
                <a:gd name="T91" fmla="*/ 12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4" h="1259">
                  <a:moveTo>
                    <a:pt x="606" y="15"/>
                  </a:moveTo>
                  <a:lnTo>
                    <a:pt x="606" y="15"/>
                  </a:lnTo>
                  <a:lnTo>
                    <a:pt x="640" y="53"/>
                  </a:lnTo>
                  <a:lnTo>
                    <a:pt x="673" y="93"/>
                  </a:lnTo>
                  <a:lnTo>
                    <a:pt x="704" y="132"/>
                  </a:lnTo>
                  <a:lnTo>
                    <a:pt x="735" y="173"/>
                  </a:lnTo>
                  <a:lnTo>
                    <a:pt x="763" y="216"/>
                  </a:lnTo>
                  <a:lnTo>
                    <a:pt x="793" y="258"/>
                  </a:lnTo>
                  <a:lnTo>
                    <a:pt x="820" y="301"/>
                  </a:lnTo>
                  <a:lnTo>
                    <a:pt x="847" y="345"/>
                  </a:lnTo>
                  <a:lnTo>
                    <a:pt x="847" y="345"/>
                  </a:lnTo>
                  <a:lnTo>
                    <a:pt x="868" y="380"/>
                  </a:lnTo>
                  <a:lnTo>
                    <a:pt x="890" y="417"/>
                  </a:lnTo>
                  <a:lnTo>
                    <a:pt x="909" y="454"/>
                  </a:lnTo>
                  <a:lnTo>
                    <a:pt x="928" y="492"/>
                  </a:lnTo>
                  <a:lnTo>
                    <a:pt x="945" y="529"/>
                  </a:lnTo>
                  <a:lnTo>
                    <a:pt x="962" y="569"/>
                  </a:lnTo>
                  <a:lnTo>
                    <a:pt x="976" y="607"/>
                  </a:lnTo>
                  <a:lnTo>
                    <a:pt x="989" y="648"/>
                  </a:lnTo>
                  <a:lnTo>
                    <a:pt x="989" y="648"/>
                  </a:lnTo>
                  <a:lnTo>
                    <a:pt x="994" y="637"/>
                  </a:lnTo>
                  <a:lnTo>
                    <a:pt x="994" y="637"/>
                  </a:lnTo>
                  <a:lnTo>
                    <a:pt x="965" y="644"/>
                  </a:lnTo>
                  <a:lnTo>
                    <a:pt x="935" y="652"/>
                  </a:lnTo>
                  <a:lnTo>
                    <a:pt x="905" y="662"/>
                  </a:lnTo>
                  <a:lnTo>
                    <a:pt x="875" y="672"/>
                  </a:lnTo>
                  <a:lnTo>
                    <a:pt x="846" y="683"/>
                  </a:lnTo>
                  <a:lnTo>
                    <a:pt x="817" y="695"/>
                  </a:lnTo>
                  <a:lnTo>
                    <a:pt x="789" y="708"/>
                  </a:lnTo>
                  <a:lnTo>
                    <a:pt x="761" y="722"/>
                  </a:lnTo>
                  <a:lnTo>
                    <a:pt x="732" y="736"/>
                  </a:lnTo>
                  <a:lnTo>
                    <a:pt x="705" y="751"/>
                  </a:lnTo>
                  <a:lnTo>
                    <a:pt x="677" y="767"/>
                  </a:lnTo>
                  <a:lnTo>
                    <a:pt x="652" y="784"/>
                  </a:lnTo>
                  <a:lnTo>
                    <a:pt x="599" y="821"/>
                  </a:lnTo>
                  <a:lnTo>
                    <a:pt x="548" y="859"/>
                  </a:lnTo>
                  <a:lnTo>
                    <a:pt x="500" y="900"/>
                  </a:lnTo>
                  <a:lnTo>
                    <a:pt x="455" y="944"/>
                  </a:lnTo>
                  <a:lnTo>
                    <a:pt x="411" y="989"/>
                  </a:lnTo>
                  <a:lnTo>
                    <a:pt x="370" y="1038"/>
                  </a:lnTo>
                  <a:lnTo>
                    <a:pt x="330" y="1087"/>
                  </a:lnTo>
                  <a:lnTo>
                    <a:pt x="294" y="1138"/>
                  </a:lnTo>
                  <a:lnTo>
                    <a:pt x="279" y="1165"/>
                  </a:lnTo>
                  <a:lnTo>
                    <a:pt x="262" y="1192"/>
                  </a:lnTo>
                  <a:lnTo>
                    <a:pt x="248" y="1219"/>
                  </a:lnTo>
                  <a:lnTo>
                    <a:pt x="234" y="1246"/>
                  </a:lnTo>
                  <a:lnTo>
                    <a:pt x="234" y="1246"/>
                  </a:lnTo>
                  <a:lnTo>
                    <a:pt x="246" y="1245"/>
                  </a:lnTo>
                  <a:lnTo>
                    <a:pt x="246" y="1245"/>
                  </a:lnTo>
                  <a:lnTo>
                    <a:pt x="228" y="1228"/>
                  </a:lnTo>
                  <a:lnTo>
                    <a:pt x="211" y="1209"/>
                  </a:lnTo>
                  <a:lnTo>
                    <a:pt x="195" y="1191"/>
                  </a:lnTo>
                  <a:lnTo>
                    <a:pt x="180" y="1171"/>
                  </a:lnTo>
                  <a:lnTo>
                    <a:pt x="150" y="1131"/>
                  </a:lnTo>
                  <a:lnTo>
                    <a:pt x="123" y="1089"/>
                  </a:lnTo>
                  <a:lnTo>
                    <a:pt x="71" y="1004"/>
                  </a:lnTo>
                  <a:lnTo>
                    <a:pt x="42" y="963"/>
                  </a:lnTo>
                  <a:lnTo>
                    <a:pt x="28" y="943"/>
                  </a:lnTo>
                  <a:lnTo>
                    <a:pt x="14" y="923"/>
                  </a:lnTo>
                  <a:lnTo>
                    <a:pt x="14" y="923"/>
                  </a:lnTo>
                  <a:lnTo>
                    <a:pt x="11" y="920"/>
                  </a:lnTo>
                  <a:lnTo>
                    <a:pt x="7" y="920"/>
                  </a:lnTo>
                  <a:lnTo>
                    <a:pt x="4" y="920"/>
                  </a:lnTo>
                  <a:lnTo>
                    <a:pt x="3" y="923"/>
                  </a:lnTo>
                  <a:lnTo>
                    <a:pt x="0" y="926"/>
                  </a:lnTo>
                  <a:lnTo>
                    <a:pt x="0" y="929"/>
                  </a:lnTo>
                  <a:lnTo>
                    <a:pt x="0" y="931"/>
                  </a:lnTo>
                  <a:lnTo>
                    <a:pt x="1" y="934"/>
                  </a:lnTo>
                  <a:lnTo>
                    <a:pt x="1" y="934"/>
                  </a:lnTo>
                  <a:lnTo>
                    <a:pt x="17" y="954"/>
                  </a:lnTo>
                  <a:lnTo>
                    <a:pt x="31" y="975"/>
                  </a:lnTo>
                  <a:lnTo>
                    <a:pt x="58" y="1016"/>
                  </a:lnTo>
                  <a:lnTo>
                    <a:pt x="112" y="1101"/>
                  </a:lnTo>
                  <a:lnTo>
                    <a:pt x="139" y="1143"/>
                  </a:lnTo>
                  <a:lnTo>
                    <a:pt x="167" y="1184"/>
                  </a:lnTo>
                  <a:lnTo>
                    <a:pt x="183" y="1202"/>
                  </a:lnTo>
                  <a:lnTo>
                    <a:pt x="200" y="1220"/>
                  </a:lnTo>
                  <a:lnTo>
                    <a:pt x="217" y="1239"/>
                  </a:lnTo>
                  <a:lnTo>
                    <a:pt x="235" y="1256"/>
                  </a:lnTo>
                  <a:lnTo>
                    <a:pt x="235" y="1256"/>
                  </a:lnTo>
                  <a:lnTo>
                    <a:pt x="238" y="1259"/>
                  </a:lnTo>
                  <a:lnTo>
                    <a:pt x="242" y="1259"/>
                  </a:lnTo>
                  <a:lnTo>
                    <a:pt x="245" y="1257"/>
                  </a:lnTo>
                  <a:lnTo>
                    <a:pt x="248" y="1254"/>
                  </a:lnTo>
                  <a:lnTo>
                    <a:pt x="248" y="1254"/>
                  </a:lnTo>
                  <a:lnTo>
                    <a:pt x="262" y="1228"/>
                  </a:lnTo>
                  <a:lnTo>
                    <a:pt x="276" y="1201"/>
                  </a:lnTo>
                  <a:lnTo>
                    <a:pt x="309" y="1148"/>
                  </a:lnTo>
                  <a:lnTo>
                    <a:pt x="344" y="1099"/>
                  </a:lnTo>
                  <a:lnTo>
                    <a:pt x="382" y="1049"/>
                  </a:lnTo>
                  <a:lnTo>
                    <a:pt x="422" y="1001"/>
                  </a:lnTo>
                  <a:lnTo>
                    <a:pt x="466" y="957"/>
                  </a:lnTo>
                  <a:lnTo>
                    <a:pt x="511" y="913"/>
                  </a:lnTo>
                  <a:lnTo>
                    <a:pt x="559" y="872"/>
                  </a:lnTo>
                  <a:lnTo>
                    <a:pt x="609" y="835"/>
                  </a:lnTo>
                  <a:lnTo>
                    <a:pt x="660" y="800"/>
                  </a:lnTo>
                  <a:lnTo>
                    <a:pt x="712" y="767"/>
                  </a:lnTo>
                  <a:lnTo>
                    <a:pt x="741" y="751"/>
                  </a:lnTo>
                  <a:lnTo>
                    <a:pt x="768" y="737"/>
                  </a:lnTo>
                  <a:lnTo>
                    <a:pt x="796" y="723"/>
                  </a:lnTo>
                  <a:lnTo>
                    <a:pt x="824" y="710"/>
                  </a:lnTo>
                  <a:lnTo>
                    <a:pt x="853" y="699"/>
                  </a:lnTo>
                  <a:lnTo>
                    <a:pt x="881" y="688"/>
                  </a:lnTo>
                  <a:lnTo>
                    <a:pt x="911" y="678"/>
                  </a:lnTo>
                  <a:lnTo>
                    <a:pt x="939" y="669"/>
                  </a:lnTo>
                  <a:lnTo>
                    <a:pt x="969" y="661"/>
                  </a:lnTo>
                  <a:lnTo>
                    <a:pt x="999" y="654"/>
                  </a:lnTo>
                  <a:lnTo>
                    <a:pt x="999" y="654"/>
                  </a:lnTo>
                  <a:lnTo>
                    <a:pt x="1002" y="652"/>
                  </a:lnTo>
                  <a:lnTo>
                    <a:pt x="1004" y="649"/>
                  </a:lnTo>
                  <a:lnTo>
                    <a:pt x="1004" y="647"/>
                  </a:lnTo>
                  <a:lnTo>
                    <a:pt x="1004" y="644"/>
                  </a:lnTo>
                  <a:lnTo>
                    <a:pt x="1004" y="644"/>
                  </a:lnTo>
                  <a:lnTo>
                    <a:pt x="992" y="603"/>
                  </a:lnTo>
                  <a:lnTo>
                    <a:pt x="977" y="563"/>
                  </a:lnTo>
                  <a:lnTo>
                    <a:pt x="962" y="523"/>
                  </a:lnTo>
                  <a:lnTo>
                    <a:pt x="943" y="485"/>
                  </a:lnTo>
                  <a:lnTo>
                    <a:pt x="925" y="447"/>
                  </a:lnTo>
                  <a:lnTo>
                    <a:pt x="905" y="410"/>
                  </a:lnTo>
                  <a:lnTo>
                    <a:pt x="884" y="373"/>
                  </a:lnTo>
                  <a:lnTo>
                    <a:pt x="863" y="336"/>
                  </a:lnTo>
                  <a:lnTo>
                    <a:pt x="863" y="336"/>
                  </a:lnTo>
                  <a:lnTo>
                    <a:pt x="834" y="292"/>
                  </a:lnTo>
                  <a:lnTo>
                    <a:pt x="807" y="248"/>
                  </a:lnTo>
                  <a:lnTo>
                    <a:pt x="778" y="206"/>
                  </a:lnTo>
                  <a:lnTo>
                    <a:pt x="748" y="163"/>
                  </a:lnTo>
                  <a:lnTo>
                    <a:pt x="717" y="122"/>
                  </a:lnTo>
                  <a:lnTo>
                    <a:pt x="686" y="81"/>
                  </a:lnTo>
                  <a:lnTo>
                    <a:pt x="652" y="42"/>
                  </a:lnTo>
                  <a:lnTo>
                    <a:pt x="618" y="3"/>
                  </a:lnTo>
                  <a:lnTo>
                    <a:pt x="618" y="3"/>
                  </a:lnTo>
                  <a:lnTo>
                    <a:pt x="615" y="0"/>
                  </a:lnTo>
                  <a:lnTo>
                    <a:pt x="612" y="0"/>
                  </a:lnTo>
                  <a:lnTo>
                    <a:pt x="609" y="0"/>
                  </a:lnTo>
                  <a:lnTo>
                    <a:pt x="606" y="3"/>
                  </a:lnTo>
                  <a:lnTo>
                    <a:pt x="605" y="6"/>
                  </a:lnTo>
                  <a:lnTo>
                    <a:pt x="603" y="9"/>
                  </a:lnTo>
                  <a:lnTo>
                    <a:pt x="605" y="12"/>
                  </a:lnTo>
                  <a:lnTo>
                    <a:pt x="606" y="15"/>
                  </a:lnTo>
                  <a:lnTo>
                    <a:pt x="60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6" name="Freeform 116">
              <a:extLst>
                <a:ext uri="{FF2B5EF4-FFF2-40B4-BE49-F238E27FC236}">
                  <a16:creationId xmlns:a16="http://schemas.microsoft.com/office/drawing/2014/main" id="{450F6DE7-54B3-5065-EFAA-A3F6A3C45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889"/>
              <a:ext cx="66" cy="323"/>
            </a:xfrm>
            <a:custGeom>
              <a:avLst/>
              <a:gdLst>
                <a:gd name="T0" fmla="*/ 10 w 133"/>
                <a:gd name="T1" fmla="*/ 9 h 648"/>
                <a:gd name="T2" fmla="*/ 10 w 133"/>
                <a:gd name="T3" fmla="*/ 9 h 648"/>
                <a:gd name="T4" fmla="*/ 5 w 133"/>
                <a:gd name="T5" fmla="*/ 90 h 648"/>
                <a:gd name="T6" fmla="*/ 1 w 133"/>
                <a:gd name="T7" fmla="*/ 173 h 648"/>
                <a:gd name="T8" fmla="*/ 0 w 133"/>
                <a:gd name="T9" fmla="*/ 216 h 648"/>
                <a:gd name="T10" fmla="*/ 0 w 133"/>
                <a:gd name="T11" fmla="*/ 258 h 648"/>
                <a:gd name="T12" fmla="*/ 0 w 133"/>
                <a:gd name="T13" fmla="*/ 301 h 648"/>
                <a:gd name="T14" fmla="*/ 2 w 133"/>
                <a:gd name="T15" fmla="*/ 343 h 648"/>
                <a:gd name="T16" fmla="*/ 7 w 133"/>
                <a:gd name="T17" fmla="*/ 384 h 648"/>
                <a:gd name="T18" fmla="*/ 14 w 133"/>
                <a:gd name="T19" fmla="*/ 425 h 648"/>
                <a:gd name="T20" fmla="*/ 22 w 133"/>
                <a:gd name="T21" fmla="*/ 465 h 648"/>
                <a:gd name="T22" fmla="*/ 35 w 133"/>
                <a:gd name="T23" fmla="*/ 505 h 648"/>
                <a:gd name="T24" fmla="*/ 42 w 133"/>
                <a:gd name="T25" fmla="*/ 523 h 648"/>
                <a:gd name="T26" fmla="*/ 51 w 133"/>
                <a:gd name="T27" fmla="*/ 542 h 648"/>
                <a:gd name="T28" fmla="*/ 59 w 133"/>
                <a:gd name="T29" fmla="*/ 560 h 648"/>
                <a:gd name="T30" fmla="*/ 69 w 133"/>
                <a:gd name="T31" fmla="*/ 578 h 648"/>
                <a:gd name="T32" fmla="*/ 80 w 133"/>
                <a:gd name="T33" fmla="*/ 595 h 648"/>
                <a:gd name="T34" fmla="*/ 92 w 133"/>
                <a:gd name="T35" fmla="*/ 612 h 648"/>
                <a:gd name="T36" fmla="*/ 104 w 133"/>
                <a:gd name="T37" fmla="*/ 629 h 648"/>
                <a:gd name="T38" fmla="*/ 119 w 133"/>
                <a:gd name="T39" fmla="*/ 645 h 648"/>
                <a:gd name="T40" fmla="*/ 119 w 133"/>
                <a:gd name="T41" fmla="*/ 645 h 648"/>
                <a:gd name="T42" fmla="*/ 121 w 133"/>
                <a:gd name="T43" fmla="*/ 648 h 648"/>
                <a:gd name="T44" fmla="*/ 126 w 133"/>
                <a:gd name="T45" fmla="*/ 648 h 648"/>
                <a:gd name="T46" fmla="*/ 129 w 133"/>
                <a:gd name="T47" fmla="*/ 646 h 648"/>
                <a:gd name="T48" fmla="*/ 130 w 133"/>
                <a:gd name="T49" fmla="*/ 645 h 648"/>
                <a:gd name="T50" fmla="*/ 133 w 133"/>
                <a:gd name="T51" fmla="*/ 642 h 648"/>
                <a:gd name="T52" fmla="*/ 133 w 133"/>
                <a:gd name="T53" fmla="*/ 639 h 648"/>
                <a:gd name="T54" fmla="*/ 133 w 133"/>
                <a:gd name="T55" fmla="*/ 637 h 648"/>
                <a:gd name="T56" fmla="*/ 131 w 133"/>
                <a:gd name="T57" fmla="*/ 634 h 648"/>
                <a:gd name="T58" fmla="*/ 131 w 133"/>
                <a:gd name="T59" fmla="*/ 634 h 648"/>
                <a:gd name="T60" fmla="*/ 117 w 133"/>
                <a:gd name="T61" fmla="*/ 618 h 648"/>
                <a:gd name="T62" fmla="*/ 104 w 133"/>
                <a:gd name="T63" fmla="*/ 601 h 648"/>
                <a:gd name="T64" fmla="*/ 93 w 133"/>
                <a:gd name="T65" fmla="*/ 586 h 648"/>
                <a:gd name="T66" fmla="*/ 82 w 133"/>
                <a:gd name="T67" fmla="*/ 569 h 648"/>
                <a:gd name="T68" fmla="*/ 73 w 133"/>
                <a:gd name="T69" fmla="*/ 550 h 648"/>
                <a:gd name="T70" fmla="*/ 63 w 133"/>
                <a:gd name="T71" fmla="*/ 533 h 648"/>
                <a:gd name="T72" fmla="*/ 56 w 133"/>
                <a:gd name="T73" fmla="*/ 515 h 648"/>
                <a:gd name="T74" fmla="*/ 49 w 133"/>
                <a:gd name="T75" fmla="*/ 495 h 648"/>
                <a:gd name="T76" fmla="*/ 38 w 133"/>
                <a:gd name="T77" fmla="*/ 457 h 648"/>
                <a:gd name="T78" fmla="*/ 29 w 133"/>
                <a:gd name="T79" fmla="*/ 418 h 648"/>
                <a:gd name="T80" fmla="*/ 22 w 133"/>
                <a:gd name="T81" fmla="*/ 377 h 648"/>
                <a:gd name="T82" fmla="*/ 18 w 133"/>
                <a:gd name="T83" fmla="*/ 336 h 648"/>
                <a:gd name="T84" fmla="*/ 17 w 133"/>
                <a:gd name="T85" fmla="*/ 295 h 648"/>
                <a:gd name="T86" fmla="*/ 17 w 133"/>
                <a:gd name="T87" fmla="*/ 253 h 648"/>
                <a:gd name="T88" fmla="*/ 17 w 133"/>
                <a:gd name="T89" fmla="*/ 211 h 648"/>
                <a:gd name="T90" fmla="*/ 18 w 133"/>
                <a:gd name="T91" fmla="*/ 169 h 648"/>
                <a:gd name="T92" fmla="*/ 22 w 133"/>
                <a:gd name="T93" fmla="*/ 88 h 648"/>
                <a:gd name="T94" fmla="*/ 27 w 133"/>
                <a:gd name="T95" fmla="*/ 9 h 648"/>
                <a:gd name="T96" fmla="*/ 27 w 133"/>
                <a:gd name="T97" fmla="*/ 9 h 648"/>
                <a:gd name="T98" fmla="*/ 25 w 133"/>
                <a:gd name="T99" fmla="*/ 6 h 648"/>
                <a:gd name="T100" fmla="*/ 24 w 133"/>
                <a:gd name="T101" fmla="*/ 3 h 648"/>
                <a:gd name="T102" fmla="*/ 21 w 133"/>
                <a:gd name="T103" fmla="*/ 2 h 648"/>
                <a:gd name="T104" fmla="*/ 18 w 133"/>
                <a:gd name="T105" fmla="*/ 0 h 648"/>
                <a:gd name="T106" fmla="*/ 15 w 133"/>
                <a:gd name="T107" fmla="*/ 2 h 648"/>
                <a:gd name="T108" fmla="*/ 12 w 133"/>
                <a:gd name="T109" fmla="*/ 3 h 648"/>
                <a:gd name="T110" fmla="*/ 11 w 133"/>
                <a:gd name="T111" fmla="*/ 6 h 648"/>
                <a:gd name="T112" fmla="*/ 10 w 133"/>
                <a:gd name="T113" fmla="*/ 9 h 648"/>
                <a:gd name="T114" fmla="*/ 10 w 133"/>
                <a:gd name="T115" fmla="*/ 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648">
                  <a:moveTo>
                    <a:pt x="10" y="9"/>
                  </a:moveTo>
                  <a:lnTo>
                    <a:pt x="10" y="9"/>
                  </a:lnTo>
                  <a:lnTo>
                    <a:pt x="5" y="90"/>
                  </a:lnTo>
                  <a:lnTo>
                    <a:pt x="1" y="173"/>
                  </a:lnTo>
                  <a:lnTo>
                    <a:pt x="0" y="216"/>
                  </a:lnTo>
                  <a:lnTo>
                    <a:pt x="0" y="258"/>
                  </a:lnTo>
                  <a:lnTo>
                    <a:pt x="0" y="301"/>
                  </a:lnTo>
                  <a:lnTo>
                    <a:pt x="2" y="343"/>
                  </a:lnTo>
                  <a:lnTo>
                    <a:pt x="7" y="384"/>
                  </a:lnTo>
                  <a:lnTo>
                    <a:pt x="14" y="425"/>
                  </a:lnTo>
                  <a:lnTo>
                    <a:pt x="22" y="465"/>
                  </a:lnTo>
                  <a:lnTo>
                    <a:pt x="35" y="505"/>
                  </a:lnTo>
                  <a:lnTo>
                    <a:pt x="42" y="523"/>
                  </a:lnTo>
                  <a:lnTo>
                    <a:pt x="51" y="542"/>
                  </a:lnTo>
                  <a:lnTo>
                    <a:pt x="59" y="560"/>
                  </a:lnTo>
                  <a:lnTo>
                    <a:pt x="69" y="578"/>
                  </a:lnTo>
                  <a:lnTo>
                    <a:pt x="80" y="595"/>
                  </a:lnTo>
                  <a:lnTo>
                    <a:pt x="92" y="612"/>
                  </a:lnTo>
                  <a:lnTo>
                    <a:pt x="104" y="629"/>
                  </a:lnTo>
                  <a:lnTo>
                    <a:pt x="119" y="645"/>
                  </a:lnTo>
                  <a:lnTo>
                    <a:pt x="119" y="645"/>
                  </a:lnTo>
                  <a:lnTo>
                    <a:pt x="121" y="648"/>
                  </a:lnTo>
                  <a:lnTo>
                    <a:pt x="126" y="648"/>
                  </a:lnTo>
                  <a:lnTo>
                    <a:pt x="129" y="646"/>
                  </a:lnTo>
                  <a:lnTo>
                    <a:pt x="130" y="645"/>
                  </a:lnTo>
                  <a:lnTo>
                    <a:pt x="133" y="642"/>
                  </a:lnTo>
                  <a:lnTo>
                    <a:pt x="133" y="639"/>
                  </a:lnTo>
                  <a:lnTo>
                    <a:pt x="133" y="637"/>
                  </a:lnTo>
                  <a:lnTo>
                    <a:pt x="131" y="634"/>
                  </a:lnTo>
                  <a:lnTo>
                    <a:pt x="131" y="634"/>
                  </a:lnTo>
                  <a:lnTo>
                    <a:pt x="117" y="618"/>
                  </a:lnTo>
                  <a:lnTo>
                    <a:pt x="104" y="601"/>
                  </a:lnTo>
                  <a:lnTo>
                    <a:pt x="93" y="586"/>
                  </a:lnTo>
                  <a:lnTo>
                    <a:pt x="82" y="569"/>
                  </a:lnTo>
                  <a:lnTo>
                    <a:pt x="73" y="550"/>
                  </a:lnTo>
                  <a:lnTo>
                    <a:pt x="63" y="533"/>
                  </a:lnTo>
                  <a:lnTo>
                    <a:pt x="56" y="515"/>
                  </a:lnTo>
                  <a:lnTo>
                    <a:pt x="49" y="495"/>
                  </a:lnTo>
                  <a:lnTo>
                    <a:pt x="38" y="457"/>
                  </a:lnTo>
                  <a:lnTo>
                    <a:pt x="29" y="418"/>
                  </a:lnTo>
                  <a:lnTo>
                    <a:pt x="22" y="377"/>
                  </a:lnTo>
                  <a:lnTo>
                    <a:pt x="18" y="336"/>
                  </a:lnTo>
                  <a:lnTo>
                    <a:pt x="17" y="295"/>
                  </a:lnTo>
                  <a:lnTo>
                    <a:pt x="17" y="253"/>
                  </a:lnTo>
                  <a:lnTo>
                    <a:pt x="17" y="211"/>
                  </a:lnTo>
                  <a:lnTo>
                    <a:pt x="18" y="169"/>
                  </a:lnTo>
                  <a:lnTo>
                    <a:pt x="22" y="8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6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10" y="9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7" name="Freeform 117">
              <a:extLst>
                <a:ext uri="{FF2B5EF4-FFF2-40B4-BE49-F238E27FC236}">
                  <a16:creationId xmlns:a16="http://schemas.microsoft.com/office/drawing/2014/main" id="{B3A34B92-8FAE-AFDC-0E40-5E7C310E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87"/>
              <a:ext cx="273" cy="906"/>
            </a:xfrm>
            <a:custGeom>
              <a:avLst/>
              <a:gdLst>
                <a:gd name="T0" fmla="*/ 6 w 547"/>
                <a:gd name="T1" fmla="*/ 7 h 1812"/>
                <a:gd name="T2" fmla="*/ 5 w 547"/>
                <a:gd name="T3" fmla="*/ 140 h 1812"/>
                <a:gd name="T4" fmla="*/ 0 w 547"/>
                <a:gd name="T5" fmla="*/ 338 h 1812"/>
                <a:gd name="T6" fmla="*/ 7 w 547"/>
                <a:gd name="T7" fmla="*/ 472 h 1812"/>
                <a:gd name="T8" fmla="*/ 16 w 547"/>
                <a:gd name="T9" fmla="*/ 537 h 1812"/>
                <a:gd name="T10" fmla="*/ 27 w 547"/>
                <a:gd name="T11" fmla="*/ 602 h 1812"/>
                <a:gd name="T12" fmla="*/ 57 w 547"/>
                <a:gd name="T13" fmla="*/ 729 h 1812"/>
                <a:gd name="T14" fmla="*/ 97 w 547"/>
                <a:gd name="T15" fmla="*/ 856 h 1812"/>
                <a:gd name="T16" fmla="*/ 163 w 547"/>
                <a:gd name="T17" fmla="*/ 1041 h 1812"/>
                <a:gd name="T18" fmla="*/ 234 w 547"/>
                <a:gd name="T19" fmla="*/ 1234 h 1812"/>
                <a:gd name="T20" fmla="*/ 306 w 547"/>
                <a:gd name="T21" fmla="*/ 1425 h 1812"/>
                <a:gd name="T22" fmla="*/ 325 w 547"/>
                <a:gd name="T23" fmla="*/ 1470 h 1812"/>
                <a:gd name="T24" fmla="*/ 365 w 547"/>
                <a:gd name="T25" fmla="*/ 1561 h 1812"/>
                <a:gd name="T26" fmla="*/ 411 w 547"/>
                <a:gd name="T27" fmla="*/ 1649 h 1812"/>
                <a:gd name="T28" fmla="*/ 465 w 547"/>
                <a:gd name="T29" fmla="*/ 1733 h 1812"/>
                <a:gd name="T30" fmla="*/ 496 w 547"/>
                <a:gd name="T31" fmla="*/ 1771 h 1812"/>
                <a:gd name="T32" fmla="*/ 532 w 547"/>
                <a:gd name="T33" fmla="*/ 1809 h 1812"/>
                <a:gd name="T34" fmla="*/ 535 w 547"/>
                <a:gd name="T35" fmla="*/ 1811 h 1812"/>
                <a:gd name="T36" fmla="*/ 542 w 547"/>
                <a:gd name="T37" fmla="*/ 1811 h 1812"/>
                <a:gd name="T38" fmla="*/ 546 w 547"/>
                <a:gd name="T39" fmla="*/ 1806 h 1812"/>
                <a:gd name="T40" fmla="*/ 546 w 547"/>
                <a:gd name="T41" fmla="*/ 1801 h 1812"/>
                <a:gd name="T42" fmla="*/ 544 w 547"/>
                <a:gd name="T43" fmla="*/ 1796 h 1812"/>
                <a:gd name="T44" fmla="*/ 509 w 547"/>
                <a:gd name="T45" fmla="*/ 1760 h 1812"/>
                <a:gd name="T46" fmla="*/ 476 w 547"/>
                <a:gd name="T47" fmla="*/ 1718 h 1812"/>
                <a:gd name="T48" fmla="*/ 447 w 547"/>
                <a:gd name="T49" fmla="*/ 1676 h 1812"/>
                <a:gd name="T50" fmla="*/ 396 w 547"/>
                <a:gd name="T51" fmla="*/ 1585 h 1812"/>
                <a:gd name="T52" fmla="*/ 352 w 547"/>
                <a:gd name="T53" fmla="*/ 1492 h 1812"/>
                <a:gd name="T54" fmla="*/ 332 w 547"/>
                <a:gd name="T55" fmla="*/ 1444 h 1812"/>
                <a:gd name="T56" fmla="*/ 295 w 547"/>
                <a:gd name="T57" fmla="*/ 1349 h 1812"/>
                <a:gd name="T58" fmla="*/ 227 w 547"/>
                <a:gd name="T59" fmla="*/ 1159 h 1812"/>
                <a:gd name="T60" fmla="*/ 190 w 547"/>
                <a:gd name="T61" fmla="*/ 1064 h 1812"/>
                <a:gd name="T62" fmla="*/ 166 w 547"/>
                <a:gd name="T63" fmla="*/ 1003 h 1812"/>
                <a:gd name="T64" fmla="*/ 121 w 547"/>
                <a:gd name="T65" fmla="*/ 880 h 1812"/>
                <a:gd name="T66" fmla="*/ 81 w 547"/>
                <a:gd name="T67" fmla="*/ 755 h 1812"/>
                <a:gd name="T68" fmla="*/ 50 w 547"/>
                <a:gd name="T69" fmla="*/ 627 h 1812"/>
                <a:gd name="T70" fmla="*/ 37 w 547"/>
                <a:gd name="T71" fmla="*/ 564 h 1812"/>
                <a:gd name="T72" fmla="*/ 27 w 547"/>
                <a:gd name="T73" fmla="*/ 496 h 1812"/>
                <a:gd name="T74" fmla="*/ 22 w 547"/>
                <a:gd name="T75" fmla="*/ 428 h 1812"/>
                <a:gd name="T76" fmla="*/ 17 w 547"/>
                <a:gd name="T77" fmla="*/ 292 h 1812"/>
                <a:gd name="T78" fmla="*/ 20 w 547"/>
                <a:gd name="T79" fmla="*/ 154 h 1812"/>
                <a:gd name="T80" fmla="*/ 23 w 547"/>
                <a:gd name="T81" fmla="*/ 18 h 1812"/>
                <a:gd name="T82" fmla="*/ 23 w 547"/>
                <a:gd name="T83" fmla="*/ 7 h 1812"/>
                <a:gd name="T84" fmla="*/ 23 w 547"/>
                <a:gd name="T85" fmla="*/ 4 h 1812"/>
                <a:gd name="T86" fmla="*/ 19 w 547"/>
                <a:gd name="T87" fmla="*/ 0 h 1812"/>
                <a:gd name="T88" fmla="*/ 12 w 547"/>
                <a:gd name="T89" fmla="*/ 0 h 1812"/>
                <a:gd name="T90" fmla="*/ 7 w 547"/>
                <a:gd name="T91" fmla="*/ 4 h 1812"/>
                <a:gd name="T92" fmla="*/ 6 w 547"/>
                <a:gd name="T93" fmla="*/ 7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7" h="1812">
                  <a:moveTo>
                    <a:pt x="6" y="7"/>
                  </a:moveTo>
                  <a:lnTo>
                    <a:pt x="6" y="7"/>
                  </a:lnTo>
                  <a:lnTo>
                    <a:pt x="6" y="73"/>
                  </a:lnTo>
                  <a:lnTo>
                    <a:pt x="5" y="140"/>
                  </a:lnTo>
                  <a:lnTo>
                    <a:pt x="2" y="273"/>
                  </a:lnTo>
                  <a:lnTo>
                    <a:pt x="0" y="338"/>
                  </a:lnTo>
                  <a:lnTo>
                    <a:pt x="3" y="405"/>
                  </a:lnTo>
                  <a:lnTo>
                    <a:pt x="7" y="472"/>
                  </a:lnTo>
                  <a:lnTo>
                    <a:pt x="12" y="504"/>
                  </a:lnTo>
                  <a:lnTo>
                    <a:pt x="16" y="537"/>
                  </a:lnTo>
                  <a:lnTo>
                    <a:pt x="16" y="537"/>
                  </a:lnTo>
                  <a:lnTo>
                    <a:pt x="27" y="602"/>
                  </a:lnTo>
                  <a:lnTo>
                    <a:pt x="41" y="666"/>
                  </a:lnTo>
                  <a:lnTo>
                    <a:pt x="57" y="729"/>
                  </a:lnTo>
                  <a:lnTo>
                    <a:pt x="75" y="793"/>
                  </a:lnTo>
                  <a:lnTo>
                    <a:pt x="97" y="856"/>
                  </a:lnTo>
                  <a:lnTo>
                    <a:pt x="118" y="918"/>
                  </a:lnTo>
                  <a:lnTo>
                    <a:pt x="163" y="1041"/>
                  </a:lnTo>
                  <a:lnTo>
                    <a:pt x="163" y="1041"/>
                  </a:lnTo>
                  <a:lnTo>
                    <a:pt x="234" y="1234"/>
                  </a:lnTo>
                  <a:lnTo>
                    <a:pt x="270" y="1329"/>
                  </a:lnTo>
                  <a:lnTo>
                    <a:pt x="306" y="1425"/>
                  </a:lnTo>
                  <a:lnTo>
                    <a:pt x="306" y="1425"/>
                  </a:lnTo>
                  <a:lnTo>
                    <a:pt x="325" y="1470"/>
                  </a:lnTo>
                  <a:lnTo>
                    <a:pt x="345" y="1516"/>
                  </a:lnTo>
                  <a:lnTo>
                    <a:pt x="365" y="1561"/>
                  </a:lnTo>
                  <a:lnTo>
                    <a:pt x="387" y="1605"/>
                  </a:lnTo>
                  <a:lnTo>
                    <a:pt x="411" y="1649"/>
                  </a:lnTo>
                  <a:lnTo>
                    <a:pt x="437" y="1692"/>
                  </a:lnTo>
                  <a:lnTo>
                    <a:pt x="465" y="1733"/>
                  </a:lnTo>
                  <a:lnTo>
                    <a:pt x="496" y="1771"/>
                  </a:lnTo>
                  <a:lnTo>
                    <a:pt x="496" y="1771"/>
                  </a:lnTo>
                  <a:lnTo>
                    <a:pt x="513" y="1791"/>
                  </a:lnTo>
                  <a:lnTo>
                    <a:pt x="532" y="1809"/>
                  </a:lnTo>
                  <a:lnTo>
                    <a:pt x="532" y="1809"/>
                  </a:lnTo>
                  <a:lnTo>
                    <a:pt x="535" y="1811"/>
                  </a:lnTo>
                  <a:lnTo>
                    <a:pt x="539" y="1812"/>
                  </a:lnTo>
                  <a:lnTo>
                    <a:pt x="542" y="1811"/>
                  </a:lnTo>
                  <a:lnTo>
                    <a:pt x="544" y="1809"/>
                  </a:lnTo>
                  <a:lnTo>
                    <a:pt x="546" y="1806"/>
                  </a:lnTo>
                  <a:lnTo>
                    <a:pt x="547" y="1803"/>
                  </a:lnTo>
                  <a:lnTo>
                    <a:pt x="546" y="1801"/>
                  </a:lnTo>
                  <a:lnTo>
                    <a:pt x="544" y="1796"/>
                  </a:lnTo>
                  <a:lnTo>
                    <a:pt x="544" y="1796"/>
                  </a:lnTo>
                  <a:lnTo>
                    <a:pt x="526" y="1778"/>
                  </a:lnTo>
                  <a:lnTo>
                    <a:pt x="509" y="1760"/>
                  </a:lnTo>
                  <a:lnTo>
                    <a:pt x="492" y="1740"/>
                  </a:lnTo>
                  <a:lnTo>
                    <a:pt x="476" y="1718"/>
                  </a:lnTo>
                  <a:lnTo>
                    <a:pt x="461" y="1697"/>
                  </a:lnTo>
                  <a:lnTo>
                    <a:pt x="447" y="1676"/>
                  </a:lnTo>
                  <a:lnTo>
                    <a:pt x="420" y="1632"/>
                  </a:lnTo>
                  <a:lnTo>
                    <a:pt x="396" y="1585"/>
                  </a:lnTo>
                  <a:lnTo>
                    <a:pt x="373" y="1538"/>
                  </a:lnTo>
                  <a:lnTo>
                    <a:pt x="352" y="1492"/>
                  </a:lnTo>
                  <a:lnTo>
                    <a:pt x="332" y="1444"/>
                  </a:lnTo>
                  <a:lnTo>
                    <a:pt x="332" y="1444"/>
                  </a:lnTo>
                  <a:lnTo>
                    <a:pt x="314" y="1397"/>
                  </a:lnTo>
                  <a:lnTo>
                    <a:pt x="295" y="1349"/>
                  </a:lnTo>
                  <a:lnTo>
                    <a:pt x="261" y="1254"/>
                  </a:lnTo>
                  <a:lnTo>
                    <a:pt x="227" y="1159"/>
                  </a:lnTo>
                  <a:lnTo>
                    <a:pt x="209" y="1111"/>
                  </a:lnTo>
                  <a:lnTo>
                    <a:pt x="190" y="1064"/>
                  </a:lnTo>
                  <a:lnTo>
                    <a:pt x="190" y="1064"/>
                  </a:lnTo>
                  <a:lnTo>
                    <a:pt x="166" y="1003"/>
                  </a:lnTo>
                  <a:lnTo>
                    <a:pt x="142" y="942"/>
                  </a:lnTo>
                  <a:lnTo>
                    <a:pt x="121" y="880"/>
                  </a:lnTo>
                  <a:lnTo>
                    <a:pt x="101" y="817"/>
                  </a:lnTo>
                  <a:lnTo>
                    <a:pt x="81" y="755"/>
                  </a:lnTo>
                  <a:lnTo>
                    <a:pt x="64" y="691"/>
                  </a:lnTo>
                  <a:lnTo>
                    <a:pt x="50" y="627"/>
                  </a:lnTo>
                  <a:lnTo>
                    <a:pt x="37" y="564"/>
                  </a:lnTo>
                  <a:lnTo>
                    <a:pt x="37" y="564"/>
                  </a:lnTo>
                  <a:lnTo>
                    <a:pt x="32" y="530"/>
                  </a:lnTo>
                  <a:lnTo>
                    <a:pt x="27" y="496"/>
                  </a:lnTo>
                  <a:lnTo>
                    <a:pt x="23" y="462"/>
                  </a:lnTo>
                  <a:lnTo>
                    <a:pt x="22" y="428"/>
                  </a:lnTo>
                  <a:lnTo>
                    <a:pt x="19" y="360"/>
                  </a:lnTo>
                  <a:lnTo>
                    <a:pt x="17" y="292"/>
                  </a:lnTo>
                  <a:lnTo>
                    <a:pt x="19" y="224"/>
                  </a:lnTo>
                  <a:lnTo>
                    <a:pt x="20" y="154"/>
                  </a:lnTo>
                  <a:lnTo>
                    <a:pt x="23" y="8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4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8" name="Freeform 118">
              <a:extLst>
                <a:ext uri="{FF2B5EF4-FFF2-40B4-BE49-F238E27FC236}">
                  <a16:creationId xmlns:a16="http://schemas.microsoft.com/office/drawing/2014/main" id="{1175AC0B-6B06-51D5-F180-0BFF85EC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66"/>
              <a:ext cx="1753" cy="485"/>
            </a:xfrm>
            <a:custGeom>
              <a:avLst/>
              <a:gdLst>
                <a:gd name="T0" fmla="*/ 180 w 3506"/>
                <a:gd name="T1" fmla="*/ 641 h 971"/>
                <a:gd name="T2" fmla="*/ 421 w 3506"/>
                <a:gd name="T3" fmla="*/ 819 h 971"/>
                <a:gd name="T4" fmla="*/ 632 w 3506"/>
                <a:gd name="T5" fmla="*/ 948 h 971"/>
                <a:gd name="T6" fmla="*/ 753 w 3506"/>
                <a:gd name="T7" fmla="*/ 970 h 971"/>
                <a:gd name="T8" fmla="*/ 989 w 3506"/>
                <a:gd name="T9" fmla="*/ 910 h 971"/>
                <a:gd name="T10" fmla="*/ 1234 w 3506"/>
                <a:gd name="T11" fmla="*/ 836 h 971"/>
                <a:gd name="T12" fmla="*/ 1688 w 3506"/>
                <a:gd name="T13" fmla="*/ 709 h 971"/>
                <a:gd name="T14" fmla="*/ 2206 w 3506"/>
                <a:gd name="T15" fmla="*/ 499 h 971"/>
                <a:gd name="T16" fmla="*/ 2501 w 3506"/>
                <a:gd name="T17" fmla="*/ 417 h 971"/>
                <a:gd name="T18" fmla="*/ 2738 w 3506"/>
                <a:gd name="T19" fmla="*/ 410 h 971"/>
                <a:gd name="T20" fmla="*/ 3140 w 3506"/>
                <a:gd name="T21" fmla="*/ 424 h 971"/>
                <a:gd name="T22" fmla="*/ 3280 w 3506"/>
                <a:gd name="T23" fmla="*/ 398 h 971"/>
                <a:gd name="T24" fmla="*/ 3343 w 3506"/>
                <a:gd name="T25" fmla="*/ 352 h 971"/>
                <a:gd name="T26" fmla="*/ 3384 w 3506"/>
                <a:gd name="T27" fmla="*/ 285 h 971"/>
                <a:gd name="T28" fmla="*/ 3375 w 3506"/>
                <a:gd name="T29" fmla="*/ 233 h 971"/>
                <a:gd name="T30" fmla="*/ 3340 w 3506"/>
                <a:gd name="T31" fmla="*/ 217 h 971"/>
                <a:gd name="T32" fmla="*/ 3299 w 3506"/>
                <a:gd name="T33" fmla="*/ 240 h 971"/>
                <a:gd name="T34" fmla="*/ 3224 w 3506"/>
                <a:gd name="T35" fmla="*/ 285 h 971"/>
                <a:gd name="T36" fmla="*/ 3222 w 3506"/>
                <a:gd name="T37" fmla="*/ 282 h 971"/>
                <a:gd name="T38" fmla="*/ 3282 w 3506"/>
                <a:gd name="T39" fmla="*/ 248 h 971"/>
                <a:gd name="T40" fmla="*/ 3416 w 3506"/>
                <a:gd name="T41" fmla="*/ 172 h 971"/>
                <a:gd name="T42" fmla="*/ 3496 w 3506"/>
                <a:gd name="T43" fmla="*/ 87 h 971"/>
                <a:gd name="T44" fmla="*/ 3501 w 3506"/>
                <a:gd name="T45" fmla="*/ 27 h 971"/>
                <a:gd name="T46" fmla="*/ 3465 w 3506"/>
                <a:gd name="T47" fmla="*/ 0 h 971"/>
                <a:gd name="T48" fmla="*/ 3381 w 3506"/>
                <a:gd name="T49" fmla="*/ 22 h 971"/>
                <a:gd name="T50" fmla="*/ 3254 w 3506"/>
                <a:gd name="T51" fmla="*/ 105 h 971"/>
                <a:gd name="T52" fmla="*/ 3244 w 3506"/>
                <a:gd name="T53" fmla="*/ 132 h 971"/>
                <a:gd name="T54" fmla="*/ 3266 w 3506"/>
                <a:gd name="T55" fmla="*/ 115 h 971"/>
                <a:gd name="T56" fmla="*/ 3375 w 3506"/>
                <a:gd name="T57" fmla="*/ 44 h 971"/>
                <a:gd name="T58" fmla="*/ 3453 w 3506"/>
                <a:gd name="T59" fmla="*/ 17 h 971"/>
                <a:gd name="T60" fmla="*/ 3487 w 3506"/>
                <a:gd name="T61" fmla="*/ 43 h 971"/>
                <a:gd name="T62" fmla="*/ 3469 w 3506"/>
                <a:gd name="T63" fmla="*/ 98 h 971"/>
                <a:gd name="T64" fmla="*/ 3384 w 3506"/>
                <a:gd name="T65" fmla="*/ 173 h 971"/>
                <a:gd name="T66" fmla="*/ 3238 w 3506"/>
                <a:gd name="T67" fmla="*/ 250 h 971"/>
                <a:gd name="T68" fmla="*/ 3201 w 3506"/>
                <a:gd name="T69" fmla="*/ 291 h 971"/>
                <a:gd name="T70" fmla="*/ 3210 w 3506"/>
                <a:gd name="T71" fmla="*/ 302 h 971"/>
                <a:gd name="T72" fmla="*/ 3273 w 3506"/>
                <a:gd name="T73" fmla="*/ 281 h 971"/>
                <a:gd name="T74" fmla="*/ 3331 w 3506"/>
                <a:gd name="T75" fmla="*/ 236 h 971"/>
                <a:gd name="T76" fmla="*/ 3365 w 3506"/>
                <a:gd name="T77" fmla="*/ 248 h 971"/>
                <a:gd name="T78" fmla="*/ 3364 w 3506"/>
                <a:gd name="T79" fmla="*/ 292 h 971"/>
                <a:gd name="T80" fmla="*/ 3296 w 3506"/>
                <a:gd name="T81" fmla="*/ 372 h 971"/>
                <a:gd name="T82" fmla="*/ 3161 w 3506"/>
                <a:gd name="T83" fmla="*/ 408 h 971"/>
                <a:gd name="T84" fmla="*/ 2972 w 3506"/>
                <a:gd name="T85" fmla="*/ 403 h 971"/>
                <a:gd name="T86" fmla="*/ 2580 w 3506"/>
                <a:gd name="T87" fmla="*/ 391 h 971"/>
                <a:gd name="T88" fmla="*/ 2402 w 3506"/>
                <a:gd name="T89" fmla="*/ 418 h 971"/>
                <a:gd name="T90" fmla="*/ 2185 w 3506"/>
                <a:gd name="T91" fmla="*/ 489 h 971"/>
                <a:gd name="T92" fmla="*/ 1742 w 3506"/>
                <a:gd name="T93" fmla="*/ 671 h 971"/>
                <a:gd name="T94" fmla="*/ 1421 w 3506"/>
                <a:gd name="T95" fmla="*/ 771 h 971"/>
                <a:gd name="T96" fmla="*/ 1132 w 3506"/>
                <a:gd name="T97" fmla="*/ 845 h 971"/>
                <a:gd name="T98" fmla="*/ 857 w 3506"/>
                <a:gd name="T99" fmla="*/ 933 h 971"/>
                <a:gd name="T100" fmla="*/ 719 w 3506"/>
                <a:gd name="T101" fmla="*/ 954 h 971"/>
                <a:gd name="T102" fmla="*/ 618 w 3506"/>
                <a:gd name="T103" fmla="*/ 923 h 971"/>
                <a:gd name="T104" fmla="*/ 377 w 3506"/>
                <a:gd name="T105" fmla="*/ 768 h 971"/>
                <a:gd name="T106" fmla="*/ 115 w 3506"/>
                <a:gd name="T107" fmla="*/ 563 h 971"/>
                <a:gd name="T108" fmla="*/ 6 w 3506"/>
                <a:gd name="T109" fmla="*/ 462 h 971"/>
                <a:gd name="T110" fmla="*/ 3 w 3506"/>
                <a:gd name="T111" fmla="*/ 4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6" h="971">
                  <a:moveTo>
                    <a:pt x="3" y="475"/>
                  </a:moveTo>
                  <a:lnTo>
                    <a:pt x="3" y="475"/>
                  </a:lnTo>
                  <a:lnTo>
                    <a:pt x="45" y="519"/>
                  </a:lnTo>
                  <a:lnTo>
                    <a:pt x="88" y="561"/>
                  </a:lnTo>
                  <a:lnTo>
                    <a:pt x="133" y="601"/>
                  </a:lnTo>
                  <a:lnTo>
                    <a:pt x="180" y="641"/>
                  </a:lnTo>
                  <a:lnTo>
                    <a:pt x="227" y="679"/>
                  </a:lnTo>
                  <a:lnTo>
                    <a:pt x="275" y="716"/>
                  </a:lnTo>
                  <a:lnTo>
                    <a:pt x="323" y="751"/>
                  </a:lnTo>
                  <a:lnTo>
                    <a:pt x="373" y="787"/>
                  </a:lnTo>
                  <a:lnTo>
                    <a:pt x="373" y="787"/>
                  </a:lnTo>
                  <a:lnTo>
                    <a:pt x="421" y="819"/>
                  </a:lnTo>
                  <a:lnTo>
                    <a:pt x="469" y="850"/>
                  </a:lnTo>
                  <a:lnTo>
                    <a:pt x="567" y="911"/>
                  </a:lnTo>
                  <a:lnTo>
                    <a:pt x="567" y="911"/>
                  </a:lnTo>
                  <a:lnTo>
                    <a:pt x="588" y="926"/>
                  </a:lnTo>
                  <a:lnTo>
                    <a:pt x="609" y="937"/>
                  </a:lnTo>
                  <a:lnTo>
                    <a:pt x="632" y="948"/>
                  </a:lnTo>
                  <a:lnTo>
                    <a:pt x="655" y="957"/>
                  </a:lnTo>
                  <a:lnTo>
                    <a:pt x="679" y="964"/>
                  </a:lnTo>
                  <a:lnTo>
                    <a:pt x="702" y="970"/>
                  </a:lnTo>
                  <a:lnTo>
                    <a:pt x="727" y="971"/>
                  </a:lnTo>
                  <a:lnTo>
                    <a:pt x="753" y="970"/>
                  </a:lnTo>
                  <a:lnTo>
                    <a:pt x="753" y="970"/>
                  </a:lnTo>
                  <a:lnTo>
                    <a:pt x="784" y="965"/>
                  </a:lnTo>
                  <a:lnTo>
                    <a:pt x="813" y="960"/>
                  </a:lnTo>
                  <a:lnTo>
                    <a:pt x="843" y="954"/>
                  </a:lnTo>
                  <a:lnTo>
                    <a:pt x="873" y="947"/>
                  </a:lnTo>
                  <a:lnTo>
                    <a:pt x="931" y="930"/>
                  </a:lnTo>
                  <a:lnTo>
                    <a:pt x="989" y="910"/>
                  </a:lnTo>
                  <a:lnTo>
                    <a:pt x="989" y="910"/>
                  </a:lnTo>
                  <a:lnTo>
                    <a:pt x="1050" y="890"/>
                  </a:lnTo>
                  <a:lnTo>
                    <a:pt x="1111" y="870"/>
                  </a:lnTo>
                  <a:lnTo>
                    <a:pt x="1173" y="852"/>
                  </a:lnTo>
                  <a:lnTo>
                    <a:pt x="1234" y="836"/>
                  </a:lnTo>
                  <a:lnTo>
                    <a:pt x="1234" y="836"/>
                  </a:lnTo>
                  <a:lnTo>
                    <a:pt x="1366" y="804"/>
                  </a:lnTo>
                  <a:lnTo>
                    <a:pt x="1430" y="787"/>
                  </a:lnTo>
                  <a:lnTo>
                    <a:pt x="1495" y="770"/>
                  </a:lnTo>
                  <a:lnTo>
                    <a:pt x="1560" y="750"/>
                  </a:lnTo>
                  <a:lnTo>
                    <a:pt x="1624" y="730"/>
                  </a:lnTo>
                  <a:lnTo>
                    <a:pt x="1688" y="709"/>
                  </a:lnTo>
                  <a:lnTo>
                    <a:pt x="1750" y="685"/>
                  </a:lnTo>
                  <a:lnTo>
                    <a:pt x="1750" y="685"/>
                  </a:lnTo>
                  <a:lnTo>
                    <a:pt x="1865" y="639"/>
                  </a:lnTo>
                  <a:lnTo>
                    <a:pt x="1980" y="594"/>
                  </a:lnTo>
                  <a:lnTo>
                    <a:pt x="2206" y="499"/>
                  </a:lnTo>
                  <a:lnTo>
                    <a:pt x="2206" y="499"/>
                  </a:lnTo>
                  <a:lnTo>
                    <a:pt x="2255" y="481"/>
                  </a:lnTo>
                  <a:lnTo>
                    <a:pt x="2303" y="464"/>
                  </a:lnTo>
                  <a:lnTo>
                    <a:pt x="2352" y="448"/>
                  </a:lnTo>
                  <a:lnTo>
                    <a:pt x="2400" y="435"/>
                  </a:lnTo>
                  <a:lnTo>
                    <a:pt x="2451" y="425"/>
                  </a:lnTo>
                  <a:lnTo>
                    <a:pt x="2501" y="417"/>
                  </a:lnTo>
                  <a:lnTo>
                    <a:pt x="2552" y="411"/>
                  </a:lnTo>
                  <a:lnTo>
                    <a:pt x="2603" y="408"/>
                  </a:lnTo>
                  <a:lnTo>
                    <a:pt x="2603" y="408"/>
                  </a:lnTo>
                  <a:lnTo>
                    <a:pt x="2637" y="407"/>
                  </a:lnTo>
                  <a:lnTo>
                    <a:pt x="2670" y="407"/>
                  </a:lnTo>
                  <a:lnTo>
                    <a:pt x="2738" y="410"/>
                  </a:lnTo>
                  <a:lnTo>
                    <a:pt x="2871" y="417"/>
                  </a:lnTo>
                  <a:lnTo>
                    <a:pt x="2871" y="417"/>
                  </a:lnTo>
                  <a:lnTo>
                    <a:pt x="2981" y="421"/>
                  </a:lnTo>
                  <a:lnTo>
                    <a:pt x="3092" y="424"/>
                  </a:lnTo>
                  <a:lnTo>
                    <a:pt x="3092" y="424"/>
                  </a:lnTo>
                  <a:lnTo>
                    <a:pt x="3140" y="424"/>
                  </a:lnTo>
                  <a:lnTo>
                    <a:pt x="3164" y="424"/>
                  </a:lnTo>
                  <a:lnTo>
                    <a:pt x="3188" y="421"/>
                  </a:lnTo>
                  <a:lnTo>
                    <a:pt x="3212" y="418"/>
                  </a:lnTo>
                  <a:lnTo>
                    <a:pt x="3235" y="414"/>
                  </a:lnTo>
                  <a:lnTo>
                    <a:pt x="3259" y="407"/>
                  </a:lnTo>
                  <a:lnTo>
                    <a:pt x="3280" y="398"/>
                  </a:lnTo>
                  <a:lnTo>
                    <a:pt x="3280" y="398"/>
                  </a:lnTo>
                  <a:lnTo>
                    <a:pt x="3295" y="391"/>
                  </a:lnTo>
                  <a:lnTo>
                    <a:pt x="3309" y="383"/>
                  </a:lnTo>
                  <a:lnTo>
                    <a:pt x="3320" y="374"/>
                  </a:lnTo>
                  <a:lnTo>
                    <a:pt x="3331" y="363"/>
                  </a:lnTo>
                  <a:lnTo>
                    <a:pt x="3343" y="352"/>
                  </a:lnTo>
                  <a:lnTo>
                    <a:pt x="3353" y="340"/>
                  </a:lnTo>
                  <a:lnTo>
                    <a:pt x="3363" y="328"/>
                  </a:lnTo>
                  <a:lnTo>
                    <a:pt x="3371" y="315"/>
                  </a:lnTo>
                  <a:lnTo>
                    <a:pt x="3371" y="315"/>
                  </a:lnTo>
                  <a:lnTo>
                    <a:pt x="3378" y="301"/>
                  </a:lnTo>
                  <a:lnTo>
                    <a:pt x="3384" y="285"/>
                  </a:lnTo>
                  <a:lnTo>
                    <a:pt x="3387" y="271"/>
                  </a:lnTo>
                  <a:lnTo>
                    <a:pt x="3387" y="257"/>
                  </a:lnTo>
                  <a:lnTo>
                    <a:pt x="3385" y="251"/>
                  </a:lnTo>
                  <a:lnTo>
                    <a:pt x="3382" y="244"/>
                  </a:lnTo>
                  <a:lnTo>
                    <a:pt x="3380" y="238"/>
                  </a:lnTo>
                  <a:lnTo>
                    <a:pt x="3375" y="233"/>
                  </a:lnTo>
                  <a:lnTo>
                    <a:pt x="3370" y="228"/>
                  </a:lnTo>
                  <a:lnTo>
                    <a:pt x="3363" y="224"/>
                  </a:lnTo>
                  <a:lnTo>
                    <a:pt x="3356" y="221"/>
                  </a:lnTo>
                  <a:lnTo>
                    <a:pt x="3347" y="217"/>
                  </a:lnTo>
                  <a:lnTo>
                    <a:pt x="3347" y="217"/>
                  </a:lnTo>
                  <a:lnTo>
                    <a:pt x="3340" y="217"/>
                  </a:lnTo>
                  <a:lnTo>
                    <a:pt x="3333" y="217"/>
                  </a:lnTo>
                  <a:lnTo>
                    <a:pt x="3326" y="220"/>
                  </a:lnTo>
                  <a:lnTo>
                    <a:pt x="3320" y="223"/>
                  </a:lnTo>
                  <a:lnTo>
                    <a:pt x="3309" y="231"/>
                  </a:lnTo>
                  <a:lnTo>
                    <a:pt x="3299" y="240"/>
                  </a:lnTo>
                  <a:lnTo>
                    <a:pt x="3299" y="240"/>
                  </a:lnTo>
                  <a:lnTo>
                    <a:pt x="3279" y="257"/>
                  </a:lnTo>
                  <a:lnTo>
                    <a:pt x="3269" y="265"/>
                  </a:lnTo>
                  <a:lnTo>
                    <a:pt x="3259" y="272"/>
                  </a:lnTo>
                  <a:lnTo>
                    <a:pt x="3248" y="278"/>
                  </a:lnTo>
                  <a:lnTo>
                    <a:pt x="3237" y="282"/>
                  </a:lnTo>
                  <a:lnTo>
                    <a:pt x="3224" y="285"/>
                  </a:lnTo>
                  <a:lnTo>
                    <a:pt x="3210" y="285"/>
                  </a:lnTo>
                  <a:lnTo>
                    <a:pt x="3210" y="285"/>
                  </a:lnTo>
                  <a:lnTo>
                    <a:pt x="3218" y="295"/>
                  </a:lnTo>
                  <a:lnTo>
                    <a:pt x="3218" y="295"/>
                  </a:lnTo>
                  <a:lnTo>
                    <a:pt x="3222" y="282"/>
                  </a:lnTo>
                  <a:lnTo>
                    <a:pt x="3222" y="282"/>
                  </a:lnTo>
                  <a:lnTo>
                    <a:pt x="3225" y="274"/>
                  </a:lnTo>
                  <a:lnTo>
                    <a:pt x="3228" y="272"/>
                  </a:lnTo>
                  <a:lnTo>
                    <a:pt x="3232" y="271"/>
                  </a:lnTo>
                  <a:lnTo>
                    <a:pt x="3232" y="271"/>
                  </a:lnTo>
                  <a:lnTo>
                    <a:pt x="3282" y="248"/>
                  </a:lnTo>
                  <a:lnTo>
                    <a:pt x="3282" y="248"/>
                  </a:lnTo>
                  <a:lnTo>
                    <a:pt x="3312" y="234"/>
                  </a:lnTo>
                  <a:lnTo>
                    <a:pt x="3341" y="219"/>
                  </a:lnTo>
                  <a:lnTo>
                    <a:pt x="3370" y="202"/>
                  </a:lnTo>
                  <a:lnTo>
                    <a:pt x="3398" y="185"/>
                  </a:lnTo>
                  <a:lnTo>
                    <a:pt x="3398" y="185"/>
                  </a:lnTo>
                  <a:lnTo>
                    <a:pt x="3416" y="172"/>
                  </a:lnTo>
                  <a:lnTo>
                    <a:pt x="3436" y="156"/>
                  </a:lnTo>
                  <a:lnTo>
                    <a:pt x="3456" y="138"/>
                  </a:lnTo>
                  <a:lnTo>
                    <a:pt x="3475" y="119"/>
                  </a:lnTo>
                  <a:lnTo>
                    <a:pt x="3483" y="108"/>
                  </a:lnTo>
                  <a:lnTo>
                    <a:pt x="3490" y="98"/>
                  </a:lnTo>
                  <a:lnTo>
                    <a:pt x="3496" y="87"/>
                  </a:lnTo>
                  <a:lnTo>
                    <a:pt x="3501" y="75"/>
                  </a:lnTo>
                  <a:lnTo>
                    <a:pt x="3504" y="64"/>
                  </a:lnTo>
                  <a:lnTo>
                    <a:pt x="3506" y="51"/>
                  </a:lnTo>
                  <a:lnTo>
                    <a:pt x="3504" y="40"/>
                  </a:lnTo>
                  <a:lnTo>
                    <a:pt x="3501" y="27"/>
                  </a:lnTo>
                  <a:lnTo>
                    <a:pt x="3501" y="27"/>
                  </a:lnTo>
                  <a:lnTo>
                    <a:pt x="3499" y="19"/>
                  </a:lnTo>
                  <a:lnTo>
                    <a:pt x="3493" y="12"/>
                  </a:lnTo>
                  <a:lnTo>
                    <a:pt x="3487" y="7"/>
                  </a:lnTo>
                  <a:lnTo>
                    <a:pt x="3480" y="3"/>
                  </a:lnTo>
                  <a:lnTo>
                    <a:pt x="3473" y="2"/>
                  </a:lnTo>
                  <a:lnTo>
                    <a:pt x="3465" y="0"/>
                  </a:lnTo>
                  <a:lnTo>
                    <a:pt x="3456" y="0"/>
                  </a:lnTo>
                  <a:lnTo>
                    <a:pt x="3448" y="2"/>
                  </a:lnTo>
                  <a:lnTo>
                    <a:pt x="3428" y="5"/>
                  </a:lnTo>
                  <a:lnTo>
                    <a:pt x="3411" y="10"/>
                  </a:lnTo>
                  <a:lnTo>
                    <a:pt x="3381" y="22"/>
                  </a:lnTo>
                  <a:lnTo>
                    <a:pt x="3381" y="22"/>
                  </a:lnTo>
                  <a:lnTo>
                    <a:pt x="3343" y="40"/>
                  </a:lnTo>
                  <a:lnTo>
                    <a:pt x="3323" y="51"/>
                  </a:lnTo>
                  <a:lnTo>
                    <a:pt x="3305" y="63"/>
                  </a:lnTo>
                  <a:lnTo>
                    <a:pt x="3286" y="75"/>
                  </a:lnTo>
                  <a:lnTo>
                    <a:pt x="3269" y="90"/>
                  </a:lnTo>
                  <a:lnTo>
                    <a:pt x="3254" y="105"/>
                  </a:lnTo>
                  <a:lnTo>
                    <a:pt x="3241" y="121"/>
                  </a:lnTo>
                  <a:lnTo>
                    <a:pt x="3241" y="121"/>
                  </a:lnTo>
                  <a:lnTo>
                    <a:pt x="3239" y="124"/>
                  </a:lnTo>
                  <a:lnTo>
                    <a:pt x="3239" y="128"/>
                  </a:lnTo>
                  <a:lnTo>
                    <a:pt x="3241" y="129"/>
                  </a:lnTo>
                  <a:lnTo>
                    <a:pt x="3244" y="132"/>
                  </a:lnTo>
                  <a:lnTo>
                    <a:pt x="3246" y="134"/>
                  </a:lnTo>
                  <a:lnTo>
                    <a:pt x="3249" y="134"/>
                  </a:lnTo>
                  <a:lnTo>
                    <a:pt x="3252" y="132"/>
                  </a:lnTo>
                  <a:lnTo>
                    <a:pt x="3255" y="129"/>
                  </a:lnTo>
                  <a:lnTo>
                    <a:pt x="3255" y="129"/>
                  </a:lnTo>
                  <a:lnTo>
                    <a:pt x="3266" y="115"/>
                  </a:lnTo>
                  <a:lnTo>
                    <a:pt x="3279" y="102"/>
                  </a:lnTo>
                  <a:lnTo>
                    <a:pt x="3295" y="91"/>
                  </a:lnTo>
                  <a:lnTo>
                    <a:pt x="3310" y="80"/>
                  </a:lnTo>
                  <a:lnTo>
                    <a:pt x="3326" y="70"/>
                  </a:lnTo>
                  <a:lnTo>
                    <a:pt x="3343" y="60"/>
                  </a:lnTo>
                  <a:lnTo>
                    <a:pt x="3375" y="44"/>
                  </a:lnTo>
                  <a:lnTo>
                    <a:pt x="3375" y="44"/>
                  </a:lnTo>
                  <a:lnTo>
                    <a:pt x="3388" y="37"/>
                  </a:lnTo>
                  <a:lnTo>
                    <a:pt x="3405" y="30"/>
                  </a:lnTo>
                  <a:lnTo>
                    <a:pt x="3425" y="23"/>
                  </a:lnTo>
                  <a:lnTo>
                    <a:pt x="3443" y="19"/>
                  </a:lnTo>
                  <a:lnTo>
                    <a:pt x="3453" y="17"/>
                  </a:lnTo>
                  <a:lnTo>
                    <a:pt x="3462" y="17"/>
                  </a:lnTo>
                  <a:lnTo>
                    <a:pt x="3469" y="20"/>
                  </a:lnTo>
                  <a:lnTo>
                    <a:pt x="3476" y="23"/>
                  </a:lnTo>
                  <a:lnTo>
                    <a:pt x="3482" y="27"/>
                  </a:lnTo>
                  <a:lnTo>
                    <a:pt x="3484" y="33"/>
                  </a:lnTo>
                  <a:lnTo>
                    <a:pt x="3487" y="43"/>
                  </a:lnTo>
                  <a:lnTo>
                    <a:pt x="3487" y="53"/>
                  </a:lnTo>
                  <a:lnTo>
                    <a:pt x="3487" y="53"/>
                  </a:lnTo>
                  <a:lnTo>
                    <a:pt x="3486" y="66"/>
                  </a:lnTo>
                  <a:lnTo>
                    <a:pt x="3482" y="77"/>
                  </a:lnTo>
                  <a:lnTo>
                    <a:pt x="3476" y="88"/>
                  </a:lnTo>
                  <a:lnTo>
                    <a:pt x="3469" y="98"/>
                  </a:lnTo>
                  <a:lnTo>
                    <a:pt x="3460" y="109"/>
                  </a:lnTo>
                  <a:lnTo>
                    <a:pt x="3450" y="118"/>
                  </a:lnTo>
                  <a:lnTo>
                    <a:pt x="3433" y="135"/>
                  </a:lnTo>
                  <a:lnTo>
                    <a:pt x="3433" y="135"/>
                  </a:lnTo>
                  <a:lnTo>
                    <a:pt x="3409" y="155"/>
                  </a:lnTo>
                  <a:lnTo>
                    <a:pt x="3384" y="173"/>
                  </a:lnTo>
                  <a:lnTo>
                    <a:pt x="3357" y="189"/>
                  </a:lnTo>
                  <a:lnTo>
                    <a:pt x="3331" y="204"/>
                  </a:lnTo>
                  <a:lnTo>
                    <a:pt x="3331" y="204"/>
                  </a:lnTo>
                  <a:lnTo>
                    <a:pt x="3285" y="228"/>
                  </a:lnTo>
                  <a:lnTo>
                    <a:pt x="3238" y="250"/>
                  </a:lnTo>
                  <a:lnTo>
                    <a:pt x="3238" y="250"/>
                  </a:lnTo>
                  <a:lnTo>
                    <a:pt x="3222" y="255"/>
                  </a:lnTo>
                  <a:lnTo>
                    <a:pt x="3215" y="260"/>
                  </a:lnTo>
                  <a:lnTo>
                    <a:pt x="3212" y="262"/>
                  </a:lnTo>
                  <a:lnTo>
                    <a:pt x="3210" y="265"/>
                  </a:lnTo>
                  <a:lnTo>
                    <a:pt x="3210" y="265"/>
                  </a:lnTo>
                  <a:lnTo>
                    <a:pt x="3201" y="291"/>
                  </a:lnTo>
                  <a:lnTo>
                    <a:pt x="3201" y="291"/>
                  </a:lnTo>
                  <a:lnTo>
                    <a:pt x="3201" y="295"/>
                  </a:lnTo>
                  <a:lnTo>
                    <a:pt x="3202" y="298"/>
                  </a:lnTo>
                  <a:lnTo>
                    <a:pt x="3207" y="301"/>
                  </a:lnTo>
                  <a:lnTo>
                    <a:pt x="3210" y="302"/>
                  </a:lnTo>
                  <a:lnTo>
                    <a:pt x="3210" y="302"/>
                  </a:lnTo>
                  <a:lnTo>
                    <a:pt x="3219" y="302"/>
                  </a:lnTo>
                  <a:lnTo>
                    <a:pt x="3228" y="301"/>
                  </a:lnTo>
                  <a:lnTo>
                    <a:pt x="3237" y="299"/>
                  </a:lnTo>
                  <a:lnTo>
                    <a:pt x="3245" y="298"/>
                  </a:lnTo>
                  <a:lnTo>
                    <a:pt x="3261" y="291"/>
                  </a:lnTo>
                  <a:lnTo>
                    <a:pt x="3273" y="281"/>
                  </a:lnTo>
                  <a:lnTo>
                    <a:pt x="3288" y="271"/>
                  </a:lnTo>
                  <a:lnTo>
                    <a:pt x="3300" y="260"/>
                  </a:lnTo>
                  <a:lnTo>
                    <a:pt x="3313" y="248"/>
                  </a:lnTo>
                  <a:lnTo>
                    <a:pt x="3327" y="238"/>
                  </a:lnTo>
                  <a:lnTo>
                    <a:pt x="3327" y="238"/>
                  </a:lnTo>
                  <a:lnTo>
                    <a:pt x="3331" y="236"/>
                  </a:lnTo>
                  <a:lnTo>
                    <a:pt x="3337" y="234"/>
                  </a:lnTo>
                  <a:lnTo>
                    <a:pt x="3341" y="234"/>
                  </a:lnTo>
                  <a:lnTo>
                    <a:pt x="3346" y="234"/>
                  </a:lnTo>
                  <a:lnTo>
                    <a:pt x="3353" y="237"/>
                  </a:lnTo>
                  <a:lnTo>
                    <a:pt x="3360" y="241"/>
                  </a:lnTo>
                  <a:lnTo>
                    <a:pt x="3365" y="248"/>
                  </a:lnTo>
                  <a:lnTo>
                    <a:pt x="3368" y="257"/>
                  </a:lnTo>
                  <a:lnTo>
                    <a:pt x="3370" y="265"/>
                  </a:lnTo>
                  <a:lnTo>
                    <a:pt x="3370" y="275"/>
                  </a:lnTo>
                  <a:lnTo>
                    <a:pt x="3370" y="275"/>
                  </a:lnTo>
                  <a:lnTo>
                    <a:pt x="3367" y="284"/>
                  </a:lnTo>
                  <a:lnTo>
                    <a:pt x="3364" y="292"/>
                  </a:lnTo>
                  <a:lnTo>
                    <a:pt x="3354" y="309"/>
                  </a:lnTo>
                  <a:lnTo>
                    <a:pt x="3343" y="326"/>
                  </a:lnTo>
                  <a:lnTo>
                    <a:pt x="3330" y="340"/>
                  </a:lnTo>
                  <a:lnTo>
                    <a:pt x="3330" y="340"/>
                  </a:lnTo>
                  <a:lnTo>
                    <a:pt x="3313" y="357"/>
                  </a:lnTo>
                  <a:lnTo>
                    <a:pt x="3296" y="372"/>
                  </a:lnTo>
                  <a:lnTo>
                    <a:pt x="3276" y="383"/>
                  </a:lnTo>
                  <a:lnTo>
                    <a:pt x="3255" y="391"/>
                  </a:lnTo>
                  <a:lnTo>
                    <a:pt x="3232" y="398"/>
                  </a:lnTo>
                  <a:lnTo>
                    <a:pt x="3210" y="403"/>
                  </a:lnTo>
                  <a:lnTo>
                    <a:pt x="3185" y="407"/>
                  </a:lnTo>
                  <a:lnTo>
                    <a:pt x="3161" y="408"/>
                  </a:lnTo>
                  <a:lnTo>
                    <a:pt x="3137" y="410"/>
                  </a:lnTo>
                  <a:lnTo>
                    <a:pt x="3113" y="410"/>
                  </a:lnTo>
                  <a:lnTo>
                    <a:pt x="3064" y="407"/>
                  </a:lnTo>
                  <a:lnTo>
                    <a:pt x="3017" y="404"/>
                  </a:lnTo>
                  <a:lnTo>
                    <a:pt x="2972" y="403"/>
                  </a:lnTo>
                  <a:lnTo>
                    <a:pt x="2972" y="403"/>
                  </a:lnTo>
                  <a:lnTo>
                    <a:pt x="2906" y="400"/>
                  </a:lnTo>
                  <a:lnTo>
                    <a:pt x="2841" y="397"/>
                  </a:lnTo>
                  <a:lnTo>
                    <a:pt x="2776" y="393"/>
                  </a:lnTo>
                  <a:lnTo>
                    <a:pt x="2711" y="391"/>
                  </a:lnTo>
                  <a:lnTo>
                    <a:pt x="2646" y="390"/>
                  </a:lnTo>
                  <a:lnTo>
                    <a:pt x="2580" y="391"/>
                  </a:lnTo>
                  <a:lnTo>
                    <a:pt x="2548" y="394"/>
                  </a:lnTo>
                  <a:lnTo>
                    <a:pt x="2515" y="397"/>
                  </a:lnTo>
                  <a:lnTo>
                    <a:pt x="2483" y="401"/>
                  </a:lnTo>
                  <a:lnTo>
                    <a:pt x="2450" y="407"/>
                  </a:lnTo>
                  <a:lnTo>
                    <a:pt x="2450" y="407"/>
                  </a:lnTo>
                  <a:lnTo>
                    <a:pt x="2402" y="418"/>
                  </a:lnTo>
                  <a:lnTo>
                    <a:pt x="2354" y="430"/>
                  </a:lnTo>
                  <a:lnTo>
                    <a:pt x="2306" y="442"/>
                  </a:lnTo>
                  <a:lnTo>
                    <a:pt x="2281" y="451"/>
                  </a:lnTo>
                  <a:lnTo>
                    <a:pt x="2259" y="459"/>
                  </a:lnTo>
                  <a:lnTo>
                    <a:pt x="2259" y="459"/>
                  </a:lnTo>
                  <a:lnTo>
                    <a:pt x="2185" y="489"/>
                  </a:lnTo>
                  <a:lnTo>
                    <a:pt x="2113" y="518"/>
                  </a:lnTo>
                  <a:lnTo>
                    <a:pt x="2113" y="518"/>
                  </a:lnTo>
                  <a:lnTo>
                    <a:pt x="1988" y="569"/>
                  </a:lnTo>
                  <a:lnTo>
                    <a:pt x="1865" y="621"/>
                  </a:lnTo>
                  <a:lnTo>
                    <a:pt x="1804" y="646"/>
                  </a:lnTo>
                  <a:lnTo>
                    <a:pt x="1742" y="671"/>
                  </a:lnTo>
                  <a:lnTo>
                    <a:pt x="1678" y="693"/>
                  </a:lnTo>
                  <a:lnTo>
                    <a:pt x="1614" y="716"/>
                  </a:lnTo>
                  <a:lnTo>
                    <a:pt x="1614" y="716"/>
                  </a:lnTo>
                  <a:lnTo>
                    <a:pt x="1550" y="736"/>
                  </a:lnTo>
                  <a:lnTo>
                    <a:pt x="1487" y="754"/>
                  </a:lnTo>
                  <a:lnTo>
                    <a:pt x="1421" y="771"/>
                  </a:lnTo>
                  <a:lnTo>
                    <a:pt x="1356" y="788"/>
                  </a:lnTo>
                  <a:lnTo>
                    <a:pt x="1356" y="788"/>
                  </a:lnTo>
                  <a:lnTo>
                    <a:pt x="1292" y="804"/>
                  </a:lnTo>
                  <a:lnTo>
                    <a:pt x="1227" y="819"/>
                  </a:lnTo>
                  <a:lnTo>
                    <a:pt x="1163" y="835"/>
                  </a:lnTo>
                  <a:lnTo>
                    <a:pt x="1132" y="845"/>
                  </a:lnTo>
                  <a:lnTo>
                    <a:pt x="1101" y="855"/>
                  </a:lnTo>
                  <a:lnTo>
                    <a:pt x="1101" y="855"/>
                  </a:lnTo>
                  <a:lnTo>
                    <a:pt x="979" y="896"/>
                  </a:lnTo>
                  <a:lnTo>
                    <a:pt x="920" y="916"/>
                  </a:lnTo>
                  <a:lnTo>
                    <a:pt x="857" y="933"/>
                  </a:lnTo>
                  <a:lnTo>
                    <a:pt x="857" y="933"/>
                  </a:lnTo>
                  <a:lnTo>
                    <a:pt x="828" y="941"/>
                  </a:lnTo>
                  <a:lnTo>
                    <a:pt x="796" y="947"/>
                  </a:lnTo>
                  <a:lnTo>
                    <a:pt x="765" y="951"/>
                  </a:lnTo>
                  <a:lnTo>
                    <a:pt x="734" y="954"/>
                  </a:lnTo>
                  <a:lnTo>
                    <a:pt x="734" y="954"/>
                  </a:lnTo>
                  <a:lnTo>
                    <a:pt x="719" y="954"/>
                  </a:lnTo>
                  <a:lnTo>
                    <a:pt x="704" y="953"/>
                  </a:lnTo>
                  <a:lnTo>
                    <a:pt x="689" y="951"/>
                  </a:lnTo>
                  <a:lnTo>
                    <a:pt x="675" y="947"/>
                  </a:lnTo>
                  <a:lnTo>
                    <a:pt x="660" y="943"/>
                  </a:lnTo>
                  <a:lnTo>
                    <a:pt x="646" y="937"/>
                  </a:lnTo>
                  <a:lnTo>
                    <a:pt x="618" y="923"/>
                  </a:lnTo>
                  <a:lnTo>
                    <a:pt x="618" y="923"/>
                  </a:lnTo>
                  <a:lnTo>
                    <a:pt x="570" y="896"/>
                  </a:lnTo>
                  <a:lnTo>
                    <a:pt x="523" y="866"/>
                  </a:lnTo>
                  <a:lnTo>
                    <a:pt x="429" y="805"/>
                  </a:lnTo>
                  <a:lnTo>
                    <a:pt x="429" y="805"/>
                  </a:lnTo>
                  <a:lnTo>
                    <a:pt x="377" y="768"/>
                  </a:lnTo>
                  <a:lnTo>
                    <a:pt x="325" y="731"/>
                  </a:lnTo>
                  <a:lnTo>
                    <a:pt x="274" y="693"/>
                  </a:lnTo>
                  <a:lnTo>
                    <a:pt x="223" y="654"/>
                  </a:lnTo>
                  <a:lnTo>
                    <a:pt x="223" y="654"/>
                  </a:lnTo>
                  <a:lnTo>
                    <a:pt x="169" y="610"/>
                  </a:lnTo>
                  <a:lnTo>
                    <a:pt x="115" y="563"/>
                  </a:lnTo>
                  <a:lnTo>
                    <a:pt x="64" y="515"/>
                  </a:lnTo>
                  <a:lnTo>
                    <a:pt x="16" y="464"/>
                  </a:lnTo>
                  <a:lnTo>
                    <a:pt x="16" y="464"/>
                  </a:lnTo>
                  <a:lnTo>
                    <a:pt x="11" y="461"/>
                  </a:lnTo>
                  <a:lnTo>
                    <a:pt x="9" y="461"/>
                  </a:lnTo>
                  <a:lnTo>
                    <a:pt x="6" y="462"/>
                  </a:lnTo>
                  <a:lnTo>
                    <a:pt x="3" y="464"/>
                  </a:lnTo>
                  <a:lnTo>
                    <a:pt x="2" y="466"/>
                  </a:lnTo>
                  <a:lnTo>
                    <a:pt x="0" y="469"/>
                  </a:lnTo>
                  <a:lnTo>
                    <a:pt x="2" y="472"/>
                  </a:lnTo>
                  <a:lnTo>
                    <a:pt x="3" y="475"/>
                  </a:lnTo>
                  <a:lnTo>
                    <a:pt x="3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9" name="Freeform 119">
              <a:extLst>
                <a:ext uri="{FF2B5EF4-FFF2-40B4-BE49-F238E27FC236}">
                  <a16:creationId xmlns:a16="http://schemas.microsoft.com/office/drawing/2014/main" id="{95B09BAB-E11C-4BBB-86C9-5E53EF32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960"/>
              <a:ext cx="1455" cy="332"/>
            </a:xfrm>
            <a:custGeom>
              <a:avLst/>
              <a:gdLst>
                <a:gd name="T0" fmla="*/ 74 w 2911"/>
                <a:gd name="T1" fmla="*/ 563 h 665"/>
                <a:gd name="T2" fmla="*/ 156 w 2911"/>
                <a:gd name="T3" fmla="*/ 631 h 665"/>
                <a:gd name="T4" fmla="*/ 260 w 2911"/>
                <a:gd name="T5" fmla="*/ 664 h 665"/>
                <a:gd name="T6" fmla="*/ 376 w 2911"/>
                <a:gd name="T7" fmla="*/ 659 h 665"/>
                <a:gd name="T8" fmla="*/ 662 w 2911"/>
                <a:gd name="T9" fmla="*/ 608 h 665"/>
                <a:gd name="T10" fmla="*/ 931 w 2911"/>
                <a:gd name="T11" fmla="*/ 562 h 665"/>
                <a:gd name="T12" fmla="*/ 1339 w 2911"/>
                <a:gd name="T13" fmla="*/ 492 h 665"/>
                <a:gd name="T14" fmla="*/ 1677 w 2911"/>
                <a:gd name="T15" fmla="*/ 433 h 665"/>
                <a:gd name="T16" fmla="*/ 1910 w 2911"/>
                <a:gd name="T17" fmla="*/ 394 h 665"/>
                <a:gd name="T18" fmla="*/ 1950 w 2911"/>
                <a:gd name="T19" fmla="*/ 372 h 665"/>
                <a:gd name="T20" fmla="*/ 2036 w 2911"/>
                <a:gd name="T21" fmla="*/ 277 h 665"/>
                <a:gd name="T22" fmla="*/ 2123 w 2911"/>
                <a:gd name="T23" fmla="*/ 197 h 665"/>
                <a:gd name="T24" fmla="*/ 2267 w 2911"/>
                <a:gd name="T25" fmla="*/ 111 h 665"/>
                <a:gd name="T26" fmla="*/ 2450 w 2911"/>
                <a:gd name="T27" fmla="*/ 29 h 665"/>
                <a:gd name="T28" fmla="*/ 2505 w 2911"/>
                <a:gd name="T29" fmla="*/ 16 h 665"/>
                <a:gd name="T30" fmla="*/ 2528 w 2911"/>
                <a:gd name="T31" fmla="*/ 30 h 665"/>
                <a:gd name="T32" fmla="*/ 2522 w 2911"/>
                <a:gd name="T33" fmla="*/ 78 h 665"/>
                <a:gd name="T34" fmla="*/ 2466 w 2911"/>
                <a:gd name="T35" fmla="*/ 153 h 665"/>
                <a:gd name="T36" fmla="*/ 2344 w 2911"/>
                <a:gd name="T37" fmla="*/ 234 h 665"/>
                <a:gd name="T38" fmla="*/ 2309 w 2911"/>
                <a:gd name="T39" fmla="*/ 260 h 665"/>
                <a:gd name="T40" fmla="*/ 2358 w 2911"/>
                <a:gd name="T41" fmla="*/ 272 h 665"/>
                <a:gd name="T42" fmla="*/ 2559 w 2911"/>
                <a:gd name="T43" fmla="*/ 260 h 665"/>
                <a:gd name="T44" fmla="*/ 2666 w 2911"/>
                <a:gd name="T45" fmla="*/ 224 h 665"/>
                <a:gd name="T46" fmla="*/ 2759 w 2911"/>
                <a:gd name="T47" fmla="*/ 180 h 665"/>
                <a:gd name="T48" fmla="*/ 2834 w 2911"/>
                <a:gd name="T49" fmla="*/ 172 h 665"/>
                <a:gd name="T50" fmla="*/ 2881 w 2911"/>
                <a:gd name="T51" fmla="*/ 192 h 665"/>
                <a:gd name="T52" fmla="*/ 2889 w 2911"/>
                <a:gd name="T53" fmla="*/ 226 h 665"/>
                <a:gd name="T54" fmla="*/ 2875 w 2911"/>
                <a:gd name="T55" fmla="*/ 247 h 665"/>
                <a:gd name="T56" fmla="*/ 2887 w 2911"/>
                <a:gd name="T57" fmla="*/ 254 h 665"/>
                <a:gd name="T58" fmla="*/ 2909 w 2911"/>
                <a:gd name="T59" fmla="*/ 223 h 665"/>
                <a:gd name="T60" fmla="*/ 2889 w 2911"/>
                <a:gd name="T61" fmla="*/ 176 h 665"/>
                <a:gd name="T62" fmla="*/ 2833 w 2911"/>
                <a:gd name="T63" fmla="*/ 155 h 665"/>
                <a:gd name="T64" fmla="*/ 2770 w 2911"/>
                <a:gd name="T65" fmla="*/ 159 h 665"/>
                <a:gd name="T66" fmla="*/ 2654 w 2911"/>
                <a:gd name="T67" fmla="*/ 210 h 665"/>
                <a:gd name="T68" fmla="*/ 2539 w 2911"/>
                <a:gd name="T69" fmla="*/ 247 h 665"/>
                <a:gd name="T70" fmla="*/ 2382 w 2911"/>
                <a:gd name="T71" fmla="*/ 258 h 665"/>
                <a:gd name="T72" fmla="*/ 2321 w 2911"/>
                <a:gd name="T73" fmla="*/ 267 h 665"/>
                <a:gd name="T74" fmla="*/ 2463 w 2911"/>
                <a:gd name="T75" fmla="*/ 180 h 665"/>
                <a:gd name="T76" fmla="*/ 2530 w 2911"/>
                <a:gd name="T77" fmla="*/ 104 h 665"/>
                <a:gd name="T78" fmla="*/ 2547 w 2911"/>
                <a:gd name="T79" fmla="*/ 32 h 665"/>
                <a:gd name="T80" fmla="*/ 2531 w 2911"/>
                <a:gd name="T81" fmla="*/ 5 h 665"/>
                <a:gd name="T82" fmla="*/ 2470 w 2911"/>
                <a:gd name="T83" fmla="*/ 5 h 665"/>
                <a:gd name="T84" fmla="*/ 2389 w 2911"/>
                <a:gd name="T85" fmla="*/ 36 h 665"/>
                <a:gd name="T86" fmla="*/ 2130 w 2911"/>
                <a:gd name="T87" fmla="*/ 172 h 665"/>
                <a:gd name="T88" fmla="*/ 2029 w 2911"/>
                <a:gd name="T89" fmla="*/ 258 h 665"/>
                <a:gd name="T90" fmla="*/ 1961 w 2911"/>
                <a:gd name="T91" fmla="*/ 336 h 665"/>
                <a:gd name="T92" fmla="*/ 1906 w 2911"/>
                <a:gd name="T93" fmla="*/ 379 h 665"/>
                <a:gd name="T94" fmla="*/ 1685 w 2911"/>
                <a:gd name="T95" fmla="*/ 414 h 665"/>
                <a:gd name="T96" fmla="*/ 1215 w 2911"/>
                <a:gd name="T97" fmla="*/ 498 h 665"/>
                <a:gd name="T98" fmla="*/ 737 w 2911"/>
                <a:gd name="T99" fmla="*/ 576 h 665"/>
                <a:gd name="T100" fmla="*/ 340 w 2911"/>
                <a:gd name="T101" fmla="*/ 644 h 665"/>
                <a:gd name="T102" fmla="*/ 218 w 2911"/>
                <a:gd name="T103" fmla="*/ 639 h 665"/>
                <a:gd name="T104" fmla="*/ 128 w 2911"/>
                <a:gd name="T105" fmla="*/ 591 h 665"/>
                <a:gd name="T106" fmla="*/ 14 w 2911"/>
                <a:gd name="T107" fmla="*/ 465 h 665"/>
                <a:gd name="T108" fmla="*/ 3 w 2911"/>
                <a:gd name="T109" fmla="*/ 465 h 665"/>
                <a:gd name="T110" fmla="*/ 2 w 2911"/>
                <a:gd name="T111" fmla="*/ 477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11" h="665">
                  <a:moveTo>
                    <a:pt x="2" y="477"/>
                  </a:moveTo>
                  <a:lnTo>
                    <a:pt x="2" y="477"/>
                  </a:lnTo>
                  <a:lnTo>
                    <a:pt x="30" y="512"/>
                  </a:lnTo>
                  <a:lnTo>
                    <a:pt x="58" y="546"/>
                  </a:lnTo>
                  <a:lnTo>
                    <a:pt x="74" y="563"/>
                  </a:lnTo>
                  <a:lnTo>
                    <a:pt x="90" y="579"/>
                  </a:lnTo>
                  <a:lnTo>
                    <a:pt x="105" y="593"/>
                  </a:lnTo>
                  <a:lnTo>
                    <a:pt x="121" y="607"/>
                  </a:lnTo>
                  <a:lnTo>
                    <a:pt x="139" y="620"/>
                  </a:lnTo>
                  <a:lnTo>
                    <a:pt x="156" y="631"/>
                  </a:lnTo>
                  <a:lnTo>
                    <a:pt x="175" y="641"/>
                  </a:lnTo>
                  <a:lnTo>
                    <a:pt x="194" y="649"/>
                  </a:lnTo>
                  <a:lnTo>
                    <a:pt x="216" y="656"/>
                  </a:lnTo>
                  <a:lnTo>
                    <a:pt x="237" y="661"/>
                  </a:lnTo>
                  <a:lnTo>
                    <a:pt x="260" y="664"/>
                  </a:lnTo>
                  <a:lnTo>
                    <a:pt x="282" y="665"/>
                  </a:lnTo>
                  <a:lnTo>
                    <a:pt x="282" y="665"/>
                  </a:lnTo>
                  <a:lnTo>
                    <a:pt x="313" y="664"/>
                  </a:lnTo>
                  <a:lnTo>
                    <a:pt x="345" y="662"/>
                  </a:lnTo>
                  <a:lnTo>
                    <a:pt x="376" y="659"/>
                  </a:lnTo>
                  <a:lnTo>
                    <a:pt x="407" y="655"/>
                  </a:lnTo>
                  <a:lnTo>
                    <a:pt x="469" y="645"/>
                  </a:lnTo>
                  <a:lnTo>
                    <a:pt x="530" y="634"/>
                  </a:lnTo>
                  <a:lnTo>
                    <a:pt x="530" y="634"/>
                  </a:lnTo>
                  <a:lnTo>
                    <a:pt x="662" y="608"/>
                  </a:lnTo>
                  <a:lnTo>
                    <a:pt x="729" y="594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863" y="571"/>
                  </a:lnTo>
                  <a:lnTo>
                    <a:pt x="931" y="562"/>
                  </a:lnTo>
                  <a:lnTo>
                    <a:pt x="999" y="552"/>
                  </a:lnTo>
                  <a:lnTo>
                    <a:pt x="1066" y="540"/>
                  </a:lnTo>
                  <a:lnTo>
                    <a:pt x="1066" y="540"/>
                  </a:lnTo>
                  <a:lnTo>
                    <a:pt x="1203" y="518"/>
                  </a:lnTo>
                  <a:lnTo>
                    <a:pt x="1339" y="492"/>
                  </a:lnTo>
                  <a:lnTo>
                    <a:pt x="1339" y="492"/>
                  </a:lnTo>
                  <a:lnTo>
                    <a:pt x="1477" y="468"/>
                  </a:lnTo>
                  <a:lnTo>
                    <a:pt x="1613" y="443"/>
                  </a:lnTo>
                  <a:lnTo>
                    <a:pt x="1613" y="443"/>
                  </a:lnTo>
                  <a:lnTo>
                    <a:pt x="1677" y="433"/>
                  </a:lnTo>
                  <a:lnTo>
                    <a:pt x="1739" y="424"/>
                  </a:lnTo>
                  <a:lnTo>
                    <a:pt x="1803" y="414"/>
                  </a:lnTo>
                  <a:lnTo>
                    <a:pt x="1865" y="403"/>
                  </a:lnTo>
                  <a:lnTo>
                    <a:pt x="1865" y="403"/>
                  </a:lnTo>
                  <a:lnTo>
                    <a:pt x="1910" y="394"/>
                  </a:lnTo>
                  <a:lnTo>
                    <a:pt x="1910" y="394"/>
                  </a:lnTo>
                  <a:lnTo>
                    <a:pt x="1922" y="391"/>
                  </a:lnTo>
                  <a:lnTo>
                    <a:pt x="1932" y="386"/>
                  </a:lnTo>
                  <a:lnTo>
                    <a:pt x="1940" y="379"/>
                  </a:lnTo>
                  <a:lnTo>
                    <a:pt x="1950" y="372"/>
                  </a:lnTo>
                  <a:lnTo>
                    <a:pt x="1950" y="372"/>
                  </a:lnTo>
                  <a:lnTo>
                    <a:pt x="1966" y="357"/>
                  </a:lnTo>
                  <a:lnTo>
                    <a:pt x="1981" y="342"/>
                  </a:lnTo>
                  <a:lnTo>
                    <a:pt x="2010" y="309"/>
                  </a:lnTo>
                  <a:lnTo>
                    <a:pt x="2036" y="277"/>
                  </a:lnTo>
                  <a:lnTo>
                    <a:pt x="2066" y="246"/>
                  </a:lnTo>
                  <a:lnTo>
                    <a:pt x="2066" y="246"/>
                  </a:lnTo>
                  <a:lnTo>
                    <a:pt x="2083" y="229"/>
                  </a:lnTo>
                  <a:lnTo>
                    <a:pt x="2103" y="212"/>
                  </a:lnTo>
                  <a:lnTo>
                    <a:pt x="2123" y="197"/>
                  </a:lnTo>
                  <a:lnTo>
                    <a:pt x="2144" y="182"/>
                  </a:lnTo>
                  <a:lnTo>
                    <a:pt x="2187" y="155"/>
                  </a:lnTo>
                  <a:lnTo>
                    <a:pt x="2229" y="131"/>
                  </a:lnTo>
                  <a:lnTo>
                    <a:pt x="2229" y="131"/>
                  </a:lnTo>
                  <a:lnTo>
                    <a:pt x="2267" y="111"/>
                  </a:lnTo>
                  <a:lnTo>
                    <a:pt x="2306" y="93"/>
                  </a:lnTo>
                  <a:lnTo>
                    <a:pt x="2382" y="57"/>
                  </a:lnTo>
                  <a:lnTo>
                    <a:pt x="2382" y="57"/>
                  </a:lnTo>
                  <a:lnTo>
                    <a:pt x="2428" y="37"/>
                  </a:lnTo>
                  <a:lnTo>
                    <a:pt x="2450" y="29"/>
                  </a:lnTo>
                  <a:lnTo>
                    <a:pt x="2474" y="20"/>
                  </a:lnTo>
                  <a:lnTo>
                    <a:pt x="2474" y="20"/>
                  </a:lnTo>
                  <a:lnTo>
                    <a:pt x="2484" y="19"/>
                  </a:lnTo>
                  <a:lnTo>
                    <a:pt x="2496" y="16"/>
                  </a:lnTo>
                  <a:lnTo>
                    <a:pt x="2505" y="16"/>
                  </a:lnTo>
                  <a:lnTo>
                    <a:pt x="2517" y="17"/>
                  </a:lnTo>
                  <a:lnTo>
                    <a:pt x="2517" y="17"/>
                  </a:lnTo>
                  <a:lnTo>
                    <a:pt x="2522" y="20"/>
                  </a:lnTo>
                  <a:lnTo>
                    <a:pt x="2527" y="25"/>
                  </a:lnTo>
                  <a:lnTo>
                    <a:pt x="2528" y="30"/>
                  </a:lnTo>
                  <a:lnTo>
                    <a:pt x="2530" y="36"/>
                  </a:lnTo>
                  <a:lnTo>
                    <a:pt x="2530" y="49"/>
                  </a:lnTo>
                  <a:lnTo>
                    <a:pt x="2528" y="60"/>
                  </a:lnTo>
                  <a:lnTo>
                    <a:pt x="2528" y="60"/>
                  </a:lnTo>
                  <a:lnTo>
                    <a:pt x="2522" y="78"/>
                  </a:lnTo>
                  <a:lnTo>
                    <a:pt x="2515" y="97"/>
                  </a:lnTo>
                  <a:lnTo>
                    <a:pt x="2505" y="112"/>
                  </a:lnTo>
                  <a:lnTo>
                    <a:pt x="2493" y="127"/>
                  </a:lnTo>
                  <a:lnTo>
                    <a:pt x="2480" y="141"/>
                  </a:lnTo>
                  <a:lnTo>
                    <a:pt x="2466" y="153"/>
                  </a:lnTo>
                  <a:lnTo>
                    <a:pt x="2435" y="178"/>
                  </a:lnTo>
                  <a:lnTo>
                    <a:pt x="2435" y="178"/>
                  </a:lnTo>
                  <a:lnTo>
                    <a:pt x="2405" y="197"/>
                  </a:lnTo>
                  <a:lnTo>
                    <a:pt x="2375" y="217"/>
                  </a:lnTo>
                  <a:lnTo>
                    <a:pt x="2344" y="234"/>
                  </a:lnTo>
                  <a:lnTo>
                    <a:pt x="2313" y="251"/>
                  </a:lnTo>
                  <a:lnTo>
                    <a:pt x="2313" y="251"/>
                  </a:lnTo>
                  <a:lnTo>
                    <a:pt x="2310" y="253"/>
                  </a:lnTo>
                  <a:lnTo>
                    <a:pt x="2309" y="255"/>
                  </a:lnTo>
                  <a:lnTo>
                    <a:pt x="2309" y="260"/>
                  </a:lnTo>
                  <a:lnTo>
                    <a:pt x="2310" y="264"/>
                  </a:lnTo>
                  <a:lnTo>
                    <a:pt x="2311" y="267"/>
                  </a:lnTo>
                  <a:lnTo>
                    <a:pt x="2314" y="267"/>
                  </a:lnTo>
                  <a:lnTo>
                    <a:pt x="2314" y="267"/>
                  </a:lnTo>
                  <a:lnTo>
                    <a:pt x="2358" y="272"/>
                  </a:lnTo>
                  <a:lnTo>
                    <a:pt x="2403" y="275"/>
                  </a:lnTo>
                  <a:lnTo>
                    <a:pt x="2447" y="275"/>
                  </a:lnTo>
                  <a:lnTo>
                    <a:pt x="2493" y="272"/>
                  </a:lnTo>
                  <a:lnTo>
                    <a:pt x="2538" y="265"/>
                  </a:lnTo>
                  <a:lnTo>
                    <a:pt x="2559" y="260"/>
                  </a:lnTo>
                  <a:lnTo>
                    <a:pt x="2582" y="255"/>
                  </a:lnTo>
                  <a:lnTo>
                    <a:pt x="2603" y="248"/>
                  </a:lnTo>
                  <a:lnTo>
                    <a:pt x="2625" y="241"/>
                  </a:lnTo>
                  <a:lnTo>
                    <a:pt x="2644" y="233"/>
                  </a:lnTo>
                  <a:lnTo>
                    <a:pt x="2666" y="224"/>
                  </a:lnTo>
                  <a:lnTo>
                    <a:pt x="2666" y="224"/>
                  </a:lnTo>
                  <a:lnTo>
                    <a:pt x="2702" y="206"/>
                  </a:lnTo>
                  <a:lnTo>
                    <a:pt x="2721" y="196"/>
                  </a:lnTo>
                  <a:lnTo>
                    <a:pt x="2741" y="187"/>
                  </a:lnTo>
                  <a:lnTo>
                    <a:pt x="2759" y="180"/>
                  </a:lnTo>
                  <a:lnTo>
                    <a:pt x="2779" y="175"/>
                  </a:lnTo>
                  <a:lnTo>
                    <a:pt x="2799" y="172"/>
                  </a:lnTo>
                  <a:lnTo>
                    <a:pt x="2820" y="170"/>
                  </a:lnTo>
                  <a:lnTo>
                    <a:pt x="2820" y="170"/>
                  </a:lnTo>
                  <a:lnTo>
                    <a:pt x="2834" y="172"/>
                  </a:lnTo>
                  <a:lnTo>
                    <a:pt x="2847" y="175"/>
                  </a:lnTo>
                  <a:lnTo>
                    <a:pt x="2860" y="180"/>
                  </a:lnTo>
                  <a:lnTo>
                    <a:pt x="2872" y="186"/>
                  </a:lnTo>
                  <a:lnTo>
                    <a:pt x="2872" y="186"/>
                  </a:lnTo>
                  <a:lnTo>
                    <a:pt x="2881" y="192"/>
                  </a:lnTo>
                  <a:lnTo>
                    <a:pt x="2888" y="197"/>
                  </a:lnTo>
                  <a:lnTo>
                    <a:pt x="2892" y="204"/>
                  </a:lnTo>
                  <a:lnTo>
                    <a:pt x="2894" y="210"/>
                  </a:lnTo>
                  <a:lnTo>
                    <a:pt x="2892" y="217"/>
                  </a:lnTo>
                  <a:lnTo>
                    <a:pt x="2889" y="226"/>
                  </a:lnTo>
                  <a:lnTo>
                    <a:pt x="2885" y="233"/>
                  </a:lnTo>
                  <a:lnTo>
                    <a:pt x="2878" y="240"/>
                  </a:lnTo>
                  <a:lnTo>
                    <a:pt x="2878" y="240"/>
                  </a:lnTo>
                  <a:lnTo>
                    <a:pt x="2875" y="243"/>
                  </a:lnTo>
                  <a:lnTo>
                    <a:pt x="2875" y="247"/>
                  </a:lnTo>
                  <a:lnTo>
                    <a:pt x="2875" y="250"/>
                  </a:lnTo>
                  <a:lnTo>
                    <a:pt x="2878" y="251"/>
                  </a:lnTo>
                  <a:lnTo>
                    <a:pt x="2880" y="254"/>
                  </a:lnTo>
                  <a:lnTo>
                    <a:pt x="2884" y="254"/>
                  </a:lnTo>
                  <a:lnTo>
                    <a:pt x="2887" y="254"/>
                  </a:lnTo>
                  <a:lnTo>
                    <a:pt x="2889" y="253"/>
                  </a:lnTo>
                  <a:lnTo>
                    <a:pt x="2889" y="253"/>
                  </a:lnTo>
                  <a:lnTo>
                    <a:pt x="2898" y="243"/>
                  </a:lnTo>
                  <a:lnTo>
                    <a:pt x="2905" y="233"/>
                  </a:lnTo>
                  <a:lnTo>
                    <a:pt x="2909" y="223"/>
                  </a:lnTo>
                  <a:lnTo>
                    <a:pt x="2911" y="214"/>
                  </a:lnTo>
                  <a:lnTo>
                    <a:pt x="2909" y="204"/>
                  </a:lnTo>
                  <a:lnTo>
                    <a:pt x="2906" y="195"/>
                  </a:lnTo>
                  <a:lnTo>
                    <a:pt x="2899" y="185"/>
                  </a:lnTo>
                  <a:lnTo>
                    <a:pt x="2889" y="176"/>
                  </a:lnTo>
                  <a:lnTo>
                    <a:pt x="2889" y="176"/>
                  </a:lnTo>
                  <a:lnTo>
                    <a:pt x="2877" y="168"/>
                  </a:lnTo>
                  <a:lnTo>
                    <a:pt x="2863" y="162"/>
                  </a:lnTo>
                  <a:lnTo>
                    <a:pt x="2848" y="158"/>
                  </a:lnTo>
                  <a:lnTo>
                    <a:pt x="2833" y="155"/>
                  </a:lnTo>
                  <a:lnTo>
                    <a:pt x="2816" y="153"/>
                  </a:lnTo>
                  <a:lnTo>
                    <a:pt x="2800" y="155"/>
                  </a:lnTo>
                  <a:lnTo>
                    <a:pt x="2785" y="156"/>
                  </a:lnTo>
                  <a:lnTo>
                    <a:pt x="2770" y="159"/>
                  </a:lnTo>
                  <a:lnTo>
                    <a:pt x="2770" y="159"/>
                  </a:lnTo>
                  <a:lnTo>
                    <a:pt x="2748" y="166"/>
                  </a:lnTo>
                  <a:lnTo>
                    <a:pt x="2725" y="176"/>
                  </a:lnTo>
                  <a:lnTo>
                    <a:pt x="2681" y="197"/>
                  </a:lnTo>
                  <a:lnTo>
                    <a:pt x="2681" y="197"/>
                  </a:lnTo>
                  <a:lnTo>
                    <a:pt x="2654" y="210"/>
                  </a:lnTo>
                  <a:lnTo>
                    <a:pt x="2627" y="221"/>
                  </a:lnTo>
                  <a:lnTo>
                    <a:pt x="2599" y="230"/>
                  </a:lnTo>
                  <a:lnTo>
                    <a:pt x="2571" y="238"/>
                  </a:lnTo>
                  <a:lnTo>
                    <a:pt x="2571" y="238"/>
                  </a:lnTo>
                  <a:lnTo>
                    <a:pt x="2539" y="247"/>
                  </a:lnTo>
                  <a:lnTo>
                    <a:pt x="2508" y="253"/>
                  </a:lnTo>
                  <a:lnTo>
                    <a:pt x="2477" y="257"/>
                  </a:lnTo>
                  <a:lnTo>
                    <a:pt x="2445" y="258"/>
                  </a:lnTo>
                  <a:lnTo>
                    <a:pt x="2413" y="260"/>
                  </a:lnTo>
                  <a:lnTo>
                    <a:pt x="2382" y="258"/>
                  </a:lnTo>
                  <a:lnTo>
                    <a:pt x="2350" y="255"/>
                  </a:lnTo>
                  <a:lnTo>
                    <a:pt x="2318" y="251"/>
                  </a:lnTo>
                  <a:lnTo>
                    <a:pt x="2318" y="251"/>
                  </a:lnTo>
                  <a:lnTo>
                    <a:pt x="2321" y="267"/>
                  </a:lnTo>
                  <a:lnTo>
                    <a:pt x="2321" y="267"/>
                  </a:lnTo>
                  <a:lnTo>
                    <a:pt x="2355" y="248"/>
                  </a:lnTo>
                  <a:lnTo>
                    <a:pt x="2392" y="229"/>
                  </a:lnTo>
                  <a:lnTo>
                    <a:pt x="2428" y="206"/>
                  </a:lnTo>
                  <a:lnTo>
                    <a:pt x="2446" y="193"/>
                  </a:lnTo>
                  <a:lnTo>
                    <a:pt x="2463" y="180"/>
                  </a:lnTo>
                  <a:lnTo>
                    <a:pt x="2479" y="168"/>
                  </a:lnTo>
                  <a:lnTo>
                    <a:pt x="2494" y="152"/>
                  </a:lnTo>
                  <a:lnTo>
                    <a:pt x="2508" y="138"/>
                  </a:lnTo>
                  <a:lnTo>
                    <a:pt x="2520" y="121"/>
                  </a:lnTo>
                  <a:lnTo>
                    <a:pt x="2530" y="104"/>
                  </a:lnTo>
                  <a:lnTo>
                    <a:pt x="2538" y="85"/>
                  </a:lnTo>
                  <a:lnTo>
                    <a:pt x="2544" y="67"/>
                  </a:lnTo>
                  <a:lnTo>
                    <a:pt x="2547" y="46"/>
                  </a:lnTo>
                  <a:lnTo>
                    <a:pt x="2547" y="46"/>
                  </a:lnTo>
                  <a:lnTo>
                    <a:pt x="2547" y="32"/>
                  </a:lnTo>
                  <a:lnTo>
                    <a:pt x="2547" y="25"/>
                  </a:lnTo>
                  <a:lnTo>
                    <a:pt x="2544" y="20"/>
                  </a:lnTo>
                  <a:lnTo>
                    <a:pt x="2542" y="15"/>
                  </a:lnTo>
                  <a:lnTo>
                    <a:pt x="2538" y="12"/>
                  </a:lnTo>
                  <a:lnTo>
                    <a:pt x="2531" y="5"/>
                  </a:lnTo>
                  <a:lnTo>
                    <a:pt x="2521" y="2"/>
                  </a:lnTo>
                  <a:lnTo>
                    <a:pt x="2510" y="0"/>
                  </a:lnTo>
                  <a:lnTo>
                    <a:pt x="2497" y="0"/>
                  </a:lnTo>
                  <a:lnTo>
                    <a:pt x="2484" y="2"/>
                  </a:lnTo>
                  <a:lnTo>
                    <a:pt x="2470" y="5"/>
                  </a:lnTo>
                  <a:lnTo>
                    <a:pt x="2457" y="9"/>
                  </a:lnTo>
                  <a:lnTo>
                    <a:pt x="2430" y="19"/>
                  </a:lnTo>
                  <a:lnTo>
                    <a:pt x="2406" y="27"/>
                  </a:lnTo>
                  <a:lnTo>
                    <a:pt x="2389" y="36"/>
                  </a:lnTo>
                  <a:lnTo>
                    <a:pt x="2389" y="36"/>
                  </a:lnTo>
                  <a:lnTo>
                    <a:pt x="2293" y="80"/>
                  </a:lnTo>
                  <a:lnTo>
                    <a:pt x="2245" y="104"/>
                  </a:lnTo>
                  <a:lnTo>
                    <a:pt x="2198" y="129"/>
                  </a:lnTo>
                  <a:lnTo>
                    <a:pt x="2153" y="156"/>
                  </a:lnTo>
                  <a:lnTo>
                    <a:pt x="2130" y="172"/>
                  </a:lnTo>
                  <a:lnTo>
                    <a:pt x="2109" y="187"/>
                  </a:lnTo>
                  <a:lnTo>
                    <a:pt x="2087" y="203"/>
                  </a:lnTo>
                  <a:lnTo>
                    <a:pt x="2068" y="220"/>
                  </a:lnTo>
                  <a:lnTo>
                    <a:pt x="2048" y="238"/>
                  </a:lnTo>
                  <a:lnTo>
                    <a:pt x="2029" y="258"/>
                  </a:lnTo>
                  <a:lnTo>
                    <a:pt x="2029" y="258"/>
                  </a:lnTo>
                  <a:lnTo>
                    <a:pt x="1997" y="298"/>
                  </a:lnTo>
                  <a:lnTo>
                    <a:pt x="1980" y="316"/>
                  </a:lnTo>
                  <a:lnTo>
                    <a:pt x="1961" y="336"/>
                  </a:lnTo>
                  <a:lnTo>
                    <a:pt x="1961" y="336"/>
                  </a:lnTo>
                  <a:lnTo>
                    <a:pt x="1942" y="356"/>
                  </a:lnTo>
                  <a:lnTo>
                    <a:pt x="1920" y="373"/>
                  </a:lnTo>
                  <a:lnTo>
                    <a:pt x="1920" y="373"/>
                  </a:lnTo>
                  <a:lnTo>
                    <a:pt x="1913" y="376"/>
                  </a:lnTo>
                  <a:lnTo>
                    <a:pt x="1906" y="379"/>
                  </a:lnTo>
                  <a:lnTo>
                    <a:pt x="1892" y="382"/>
                  </a:lnTo>
                  <a:lnTo>
                    <a:pt x="1892" y="382"/>
                  </a:lnTo>
                  <a:lnTo>
                    <a:pt x="1841" y="390"/>
                  </a:lnTo>
                  <a:lnTo>
                    <a:pt x="1788" y="397"/>
                  </a:lnTo>
                  <a:lnTo>
                    <a:pt x="1685" y="414"/>
                  </a:lnTo>
                  <a:lnTo>
                    <a:pt x="1685" y="414"/>
                  </a:lnTo>
                  <a:lnTo>
                    <a:pt x="1567" y="434"/>
                  </a:lnTo>
                  <a:lnTo>
                    <a:pt x="1450" y="455"/>
                  </a:lnTo>
                  <a:lnTo>
                    <a:pt x="1215" y="498"/>
                  </a:lnTo>
                  <a:lnTo>
                    <a:pt x="1215" y="498"/>
                  </a:lnTo>
                  <a:lnTo>
                    <a:pt x="1096" y="518"/>
                  </a:lnTo>
                  <a:lnTo>
                    <a:pt x="977" y="536"/>
                  </a:lnTo>
                  <a:lnTo>
                    <a:pt x="856" y="554"/>
                  </a:lnTo>
                  <a:lnTo>
                    <a:pt x="737" y="576"/>
                  </a:lnTo>
                  <a:lnTo>
                    <a:pt x="737" y="576"/>
                  </a:lnTo>
                  <a:lnTo>
                    <a:pt x="625" y="598"/>
                  </a:lnTo>
                  <a:lnTo>
                    <a:pt x="512" y="621"/>
                  </a:lnTo>
                  <a:lnTo>
                    <a:pt x="455" y="630"/>
                  </a:lnTo>
                  <a:lnTo>
                    <a:pt x="397" y="638"/>
                  </a:lnTo>
                  <a:lnTo>
                    <a:pt x="340" y="644"/>
                  </a:lnTo>
                  <a:lnTo>
                    <a:pt x="282" y="648"/>
                  </a:lnTo>
                  <a:lnTo>
                    <a:pt x="282" y="648"/>
                  </a:lnTo>
                  <a:lnTo>
                    <a:pt x="260" y="648"/>
                  </a:lnTo>
                  <a:lnTo>
                    <a:pt x="238" y="645"/>
                  </a:lnTo>
                  <a:lnTo>
                    <a:pt x="218" y="639"/>
                  </a:lnTo>
                  <a:lnTo>
                    <a:pt x="199" y="634"/>
                  </a:lnTo>
                  <a:lnTo>
                    <a:pt x="180" y="625"/>
                  </a:lnTo>
                  <a:lnTo>
                    <a:pt x="162" y="615"/>
                  </a:lnTo>
                  <a:lnTo>
                    <a:pt x="145" y="604"/>
                  </a:lnTo>
                  <a:lnTo>
                    <a:pt x="128" y="591"/>
                  </a:lnTo>
                  <a:lnTo>
                    <a:pt x="112" y="577"/>
                  </a:lnTo>
                  <a:lnTo>
                    <a:pt x="97" y="563"/>
                  </a:lnTo>
                  <a:lnTo>
                    <a:pt x="68" y="532"/>
                  </a:lnTo>
                  <a:lnTo>
                    <a:pt x="40" y="498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2" y="462"/>
                  </a:lnTo>
                  <a:lnTo>
                    <a:pt x="9" y="462"/>
                  </a:lnTo>
                  <a:lnTo>
                    <a:pt x="6" y="462"/>
                  </a:lnTo>
                  <a:lnTo>
                    <a:pt x="3" y="465"/>
                  </a:lnTo>
                  <a:lnTo>
                    <a:pt x="2" y="467"/>
                  </a:lnTo>
                  <a:lnTo>
                    <a:pt x="0" y="471"/>
                  </a:lnTo>
                  <a:lnTo>
                    <a:pt x="0" y="474"/>
                  </a:lnTo>
                  <a:lnTo>
                    <a:pt x="2" y="477"/>
                  </a:lnTo>
                  <a:lnTo>
                    <a:pt x="2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0" name="Freeform 120">
              <a:extLst>
                <a:ext uri="{FF2B5EF4-FFF2-40B4-BE49-F238E27FC236}">
                  <a16:creationId xmlns:a16="http://schemas.microsoft.com/office/drawing/2014/main" id="{D89E1C97-846F-ABB8-BAFA-5E6241F2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059"/>
              <a:ext cx="1772" cy="1582"/>
            </a:xfrm>
            <a:custGeom>
              <a:avLst/>
              <a:gdLst>
                <a:gd name="T0" fmla="*/ 97 w 3545"/>
                <a:gd name="T1" fmla="*/ 1514 h 3164"/>
                <a:gd name="T2" fmla="*/ 42 w 3545"/>
                <a:gd name="T3" fmla="*/ 2177 h 3164"/>
                <a:gd name="T4" fmla="*/ 4 w 3545"/>
                <a:gd name="T5" fmla="*/ 2855 h 3164"/>
                <a:gd name="T6" fmla="*/ 32 w 3545"/>
                <a:gd name="T7" fmla="*/ 2990 h 3164"/>
                <a:gd name="T8" fmla="*/ 358 w 3545"/>
                <a:gd name="T9" fmla="*/ 3074 h 3164"/>
                <a:gd name="T10" fmla="*/ 807 w 3545"/>
                <a:gd name="T11" fmla="*/ 3137 h 3164"/>
                <a:gd name="T12" fmla="*/ 1143 w 3545"/>
                <a:gd name="T13" fmla="*/ 3162 h 3164"/>
                <a:gd name="T14" fmla="*/ 1699 w 3545"/>
                <a:gd name="T15" fmla="*/ 3153 h 3164"/>
                <a:gd name="T16" fmla="*/ 2234 w 3545"/>
                <a:gd name="T17" fmla="*/ 3129 h 3164"/>
                <a:gd name="T18" fmla="*/ 2591 w 3545"/>
                <a:gd name="T19" fmla="*/ 3146 h 3164"/>
                <a:gd name="T20" fmla="*/ 2804 w 3545"/>
                <a:gd name="T21" fmla="*/ 3150 h 3164"/>
                <a:gd name="T22" fmla="*/ 2890 w 3545"/>
                <a:gd name="T23" fmla="*/ 3122 h 3164"/>
                <a:gd name="T24" fmla="*/ 2958 w 3545"/>
                <a:gd name="T25" fmla="*/ 3040 h 3164"/>
                <a:gd name="T26" fmla="*/ 2977 w 3545"/>
                <a:gd name="T27" fmla="*/ 2914 h 3164"/>
                <a:gd name="T28" fmla="*/ 2954 w 3545"/>
                <a:gd name="T29" fmla="*/ 2607 h 3164"/>
                <a:gd name="T30" fmla="*/ 2869 w 3545"/>
                <a:gd name="T31" fmla="*/ 2068 h 3164"/>
                <a:gd name="T32" fmla="*/ 2810 w 3545"/>
                <a:gd name="T33" fmla="*/ 1516 h 3164"/>
                <a:gd name="T34" fmla="*/ 2778 w 3545"/>
                <a:gd name="T35" fmla="*/ 821 h 3164"/>
                <a:gd name="T36" fmla="*/ 2774 w 3545"/>
                <a:gd name="T37" fmla="*/ 581 h 3164"/>
                <a:gd name="T38" fmla="*/ 2805 w 3545"/>
                <a:gd name="T39" fmla="*/ 502 h 3164"/>
                <a:gd name="T40" fmla="*/ 2859 w 3545"/>
                <a:gd name="T41" fmla="*/ 264 h 3164"/>
                <a:gd name="T42" fmla="*/ 2863 w 3545"/>
                <a:gd name="T43" fmla="*/ 10 h 3164"/>
                <a:gd name="T44" fmla="*/ 2873 w 3545"/>
                <a:gd name="T45" fmla="*/ 17 h 3164"/>
                <a:gd name="T46" fmla="*/ 2909 w 3545"/>
                <a:gd name="T47" fmla="*/ 73 h 3164"/>
                <a:gd name="T48" fmla="*/ 3056 w 3545"/>
                <a:gd name="T49" fmla="*/ 244 h 3164"/>
                <a:gd name="T50" fmla="*/ 3178 w 3545"/>
                <a:gd name="T51" fmla="*/ 340 h 3164"/>
                <a:gd name="T52" fmla="*/ 3249 w 3545"/>
                <a:gd name="T53" fmla="*/ 348 h 3164"/>
                <a:gd name="T54" fmla="*/ 3357 w 3545"/>
                <a:gd name="T55" fmla="*/ 287 h 3164"/>
                <a:gd name="T56" fmla="*/ 3498 w 3545"/>
                <a:gd name="T57" fmla="*/ 152 h 3164"/>
                <a:gd name="T58" fmla="*/ 3542 w 3545"/>
                <a:gd name="T59" fmla="*/ 91 h 3164"/>
                <a:gd name="T60" fmla="*/ 3493 w 3545"/>
                <a:gd name="T61" fmla="*/ 134 h 3164"/>
                <a:gd name="T62" fmla="*/ 3334 w 3545"/>
                <a:gd name="T63" fmla="*/ 284 h 3164"/>
                <a:gd name="T64" fmla="*/ 3236 w 3545"/>
                <a:gd name="T65" fmla="*/ 333 h 3164"/>
                <a:gd name="T66" fmla="*/ 3162 w 3545"/>
                <a:gd name="T67" fmla="*/ 314 h 3164"/>
                <a:gd name="T68" fmla="*/ 3021 w 3545"/>
                <a:gd name="T69" fmla="*/ 180 h 3164"/>
                <a:gd name="T70" fmla="*/ 2882 w 3545"/>
                <a:gd name="T71" fmla="*/ 5 h 3164"/>
                <a:gd name="T72" fmla="*/ 2855 w 3545"/>
                <a:gd name="T73" fmla="*/ 2 h 3164"/>
                <a:gd name="T74" fmla="*/ 2848 w 3545"/>
                <a:gd name="T75" fmla="*/ 83 h 3164"/>
                <a:gd name="T76" fmla="*/ 2838 w 3545"/>
                <a:gd name="T77" fmla="*/ 294 h 3164"/>
                <a:gd name="T78" fmla="*/ 2787 w 3545"/>
                <a:gd name="T79" fmla="*/ 508 h 3164"/>
                <a:gd name="T80" fmla="*/ 2760 w 3545"/>
                <a:gd name="T81" fmla="*/ 573 h 3164"/>
                <a:gd name="T82" fmla="*/ 2766 w 3545"/>
                <a:gd name="T83" fmla="*/ 995 h 3164"/>
                <a:gd name="T84" fmla="*/ 2805 w 3545"/>
                <a:gd name="T85" fmla="*/ 1678 h 3164"/>
                <a:gd name="T86" fmla="*/ 2900 w 3545"/>
                <a:gd name="T87" fmla="*/ 2361 h 3164"/>
                <a:gd name="T88" fmla="*/ 2954 w 3545"/>
                <a:gd name="T89" fmla="*/ 2773 h 3164"/>
                <a:gd name="T90" fmla="*/ 2958 w 3545"/>
                <a:gd name="T91" fmla="*/ 2974 h 3164"/>
                <a:gd name="T92" fmla="*/ 2920 w 3545"/>
                <a:gd name="T93" fmla="*/ 3075 h 3164"/>
                <a:gd name="T94" fmla="*/ 2832 w 3545"/>
                <a:gd name="T95" fmla="*/ 3128 h 3164"/>
                <a:gd name="T96" fmla="*/ 2689 w 3545"/>
                <a:gd name="T97" fmla="*/ 3136 h 3164"/>
                <a:gd name="T98" fmla="*/ 2281 w 3545"/>
                <a:gd name="T99" fmla="*/ 3112 h 3164"/>
                <a:gd name="T100" fmla="*/ 1670 w 3545"/>
                <a:gd name="T101" fmla="*/ 3137 h 3164"/>
                <a:gd name="T102" fmla="*/ 1116 w 3545"/>
                <a:gd name="T103" fmla="*/ 3143 h 3164"/>
                <a:gd name="T104" fmla="*/ 775 w 3545"/>
                <a:gd name="T105" fmla="*/ 3118 h 3164"/>
                <a:gd name="T106" fmla="*/ 389 w 3545"/>
                <a:gd name="T107" fmla="*/ 3061 h 3164"/>
                <a:gd name="T108" fmla="*/ 76 w 3545"/>
                <a:gd name="T109" fmla="*/ 2989 h 3164"/>
                <a:gd name="T110" fmla="*/ 17 w 3545"/>
                <a:gd name="T111" fmla="*/ 2953 h 3164"/>
                <a:gd name="T112" fmla="*/ 24 w 3545"/>
                <a:gd name="T113" fmla="*/ 2803 h 3164"/>
                <a:gd name="T114" fmla="*/ 56 w 3545"/>
                <a:gd name="T115" fmla="*/ 2215 h 3164"/>
                <a:gd name="T116" fmla="*/ 113 w 3545"/>
                <a:gd name="T117" fmla="*/ 1526 h 3164"/>
                <a:gd name="T118" fmla="*/ 129 w 3545"/>
                <a:gd name="T119" fmla="*/ 1178 h 3164"/>
                <a:gd name="T120" fmla="*/ 113 w 3545"/>
                <a:gd name="T121" fmla="*/ 1178 h 3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5" h="3164">
                  <a:moveTo>
                    <a:pt x="113" y="1181"/>
                  </a:moveTo>
                  <a:lnTo>
                    <a:pt x="113" y="1181"/>
                  </a:lnTo>
                  <a:lnTo>
                    <a:pt x="112" y="1237"/>
                  </a:lnTo>
                  <a:lnTo>
                    <a:pt x="110" y="1293"/>
                  </a:lnTo>
                  <a:lnTo>
                    <a:pt x="106" y="1403"/>
                  </a:lnTo>
                  <a:lnTo>
                    <a:pt x="97" y="1514"/>
                  </a:lnTo>
                  <a:lnTo>
                    <a:pt x="89" y="1624"/>
                  </a:lnTo>
                  <a:lnTo>
                    <a:pt x="68" y="1844"/>
                  </a:lnTo>
                  <a:lnTo>
                    <a:pt x="58" y="1954"/>
                  </a:lnTo>
                  <a:lnTo>
                    <a:pt x="48" y="2065"/>
                  </a:lnTo>
                  <a:lnTo>
                    <a:pt x="48" y="2065"/>
                  </a:lnTo>
                  <a:lnTo>
                    <a:pt x="42" y="2177"/>
                  </a:lnTo>
                  <a:lnTo>
                    <a:pt x="37" y="2289"/>
                  </a:lnTo>
                  <a:lnTo>
                    <a:pt x="32" y="2399"/>
                  </a:lnTo>
                  <a:lnTo>
                    <a:pt x="27" y="2511"/>
                  </a:lnTo>
                  <a:lnTo>
                    <a:pt x="27" y="2511"/>
                  </a:lnTo>
                  <a:lnTo>
                    <a:pt x="11" y="2741"/>
                  </a:lnTo>
                  <a:lnTo>
                    <a:pt x="4" y="2855"/>
                  </a:lnTo>
                  <a:lnTo>
                    <a:pt x="0" y="2970"/>
                  </a:lnTo>
                  <a:lnTo>
                    <a:pt x="0" y="2970"/>
                  </a:lnTo>
                  <a:lnTo>
                    <a:pt x="0" y="2974"/>
                  </a:lnTo>
                  <a:lnTo>
                    <a:pt x="4" y="2979"/>
                  </a:lnTo>
                  <a:lnTo>
                    <a:pt x="4" y="2979"/>
                  </a:lnTo>
                  <a:lnTo>
                    <a:pt x="32" y="2990"/>
                  </a:lnTo>
                  <a:lnTo>
                    <a:pt x="61" y="3000"/>
                  </a:lnTo>
                  <a:lnTo>
                    <a:pt x="119" y="3020"/>
                  </a:lnTo>
                  <a:lnTo>
                    <a:pt x="178" y="3037"/>
                  </a:lnTo>
                  <a:lnTo>
                    <a:pt x="238" y="3051"/>
                  </a:lnTo>
                  <a:lnTo>
                    <a:pt x="299" y="3062"/>
                  </a:lnTo>
                  <a:lnTo>
                    <a:pt x="358" y="3074"/>
                  </a:lnTo>
                  <a:lnTo>
                    <a:pt x="419" y="3082"/>
                  </a:lnTo>
                  <a:lnTo>
                    <a:pt x="480" y="3091"/>
                  </a:lnTo>
                  <a:lnTo>
                    <a:pt x="480" y="3091"/>
                  </a:lnTo>
                  <a:lnTo>
                    <a:pt x="612" y="3111"/>
                  </a:lnTo>
                  <a:lnTo>
                    <a:pt x="742" y="3129"/>
                  </a:lnTo>
                  <a:lnTo>
                    <a:pt x="807" y="3137"/>
                  </a:lnTo>
                  <a:lnTo>
                    <a:pt x="874" y="3146"/>
                  </a:lnTo>
                  <a:lnTo>
                    <a:pt x="939" y="3152"/>
                  </a:lnTo>
                  <a:lnTo>
                    <a:pt x="1006" y="3156"/>
                  </a:lnTo>
                  <a:lnTo>
                    <a:pt x="1006" y="3156"/>
                  </a:lnTo>
                  <a:lnTo>
                    <a:pt x="1074" y="3160"/>
                  </a:lnTo>
                  <a:lnTo>
                    <a:pt x="1143" y="3162"/>
                  </a:lnTo>
                  <a:lnTo>
                    <a:pt x="1213" y="3163"/>
                  </a:lnTo>
                  <a:lnTo>
                    <a:pt x="1282" y="3164"/>
                  </a:lnTo>
                  <a:lnTo>
                    <a:pt x="1421" y="3163"/>
                  </a:lnTo>
                  <a:lnTo>
                    <a:pt x="1558" y="3160"/>
                  </a:lnTo>
                  <a:lnTo>
                    <a:pt x="1558" y="3160"/>
                  </a:lnTo>
                  <a:lnTo>
                    <a:pt x="1699" y="3153"/>
                  </a:lnTo>
                  <a:lnTo>
                    <a:pt x="1838" y="3146"/>
                  </a:lnTo>
                  <a:lnTo>
                    <a:pt x="1976" y="3137"/>
                  </a:lnTo>
                  <a:lnTo>
                    <a:pt x="2115" y="3132"/>
                  </a:lnTo>
                  <a:lnTo>
                    <a:pt x="2115" y="3132"/>
                  </a:lnTo>
                  <a:lnTo>
                    <a:pt x="2175" y="3130"/>
                  </a:lnTo>
                  <a:lnTo>
                    <a:pt x="2234" y="3129"/>
                  </a:lnTo>
                  <a:lnTo>
                    <a:pt x="2294" y="3130"/>
                  </a:lnTo>
                  <a:lnTo>
                    <a:pt x="2353" y="3130"/>
                  </a:lnTo>
                  <a:lnTo>
                    <a:pt x="2413" y="3133"/>
                  </a:lnTo>
                  <a:lnTo>
                    <a:pt x="2472" y="3136"/>
                  </a:lnTo>
                  <a:lnTo>
                    <a:pt x="2532" y="3140"/>
                  </a:lnTo>
                  <a:lnTo>
                    <a:pt x="2591" y="3146"/>
                  </a:lnTo>
                  <a:lnTo>
                    <a:pt x="2591" y="3146"/>
                  </a:lnTo>
                  <a:lnTo>
                    <a:pt x="2662" y="3153"/>
                  </a:lnTo>
                  <a:lnTo>
                    <a:pt x="2698" y="3154"/>
                  </a:lnTo>
                  <a:lnTo>
                    <a:pt x="2733" y="3156"/>
                  </a:lnTo>
                  <a:lnTo>
                    <a:pt x="2770" y="3154"/>
                  </a:lnTo>
                  <a:lnTo>
                    <a:pt x="2804" y="3150"/>
                  </a:lnTo>
                  <a:lnTo>
                    <a:pt x="2822" y="3147"/>
                  </a:lnTo>
                  <a:lnTo>
                    <a:pt x="2839" y="3143"/>
                  </a:lnTo>
                  <a:lnTo>
                    <a:pt x="2856" y="3137"/>
                  </a:lnTo>
                  <a:lnTo>
                    <a:pt x="2872" y="3130"/>
                  </a:lnTo>
                  <a:lnTo>
                    <a:pt x="2872" y="3130"/>
                  </a:lnTo>
                  <a:lnTo>
                    <a:pt x="2890" y="3122"/>
                  </a:lnTo>
                  <a:lnTo>
                    <a:pt x="2906" y="3112"/>
                  </a:lnTo>
                  <a:lnTo>
                    <a:pt x="2920" y="3099"/>
                  </a:lnTo>
                  <a:lnTo>
                    <a:pt x="2931" y="3086"/>
                  </a:lnTo>
                  <a:lnTo>
                    <a:pt x="2943" y="3072"/>
                  </a:lnTo>
                  <a:lnTo>
                    <a:pt x="2951" y="3057"/>
                  </a:lnTo>
                  <a:lnTo>
                    <a:pt x="2958" y="3040"/>
                  </a:lnTo>
                  <a:lnTo>
                    <a:pt x="2964" y="3023"/>
                  </a:lnTo>
                  <a:lnTo>
                    <a:pt x="2968" y="3006"/>
                  </a:lnTo>
                  <a:lnTo>
                    <a:pt x="2971" y="2987"/>
                  </a:lnTo>
                  <a:lnTo>
                    <a:pt x="2974" y="2969"/>
                  </a:lnTo>
                  <a:lnTo>
                    <a:pt x="2975" y="2950"/>
                  </a:lnTo>
                  <a:lnTo>
                    <a:pt x="2977" y="2914"/>
                  </a:lnTo>
                  <a:lnTo>
                    <a:pt x="2977" y="2877"/>
                  </a:lnTo>
                  <a:lnTo>
                    <a:pt x="2977" y="2877"/>
                  </a:lnTo>
                  <a:lnTo>
                    <a:pt x="2973" y="2809"/>
                  </a:lnTo>
                  <a:lnTo>
                    <a:pt x="2968" y="2742"/>
                  </a:lnTo>
                  <a:lnTo>
                    <a:pt x="2963" y="2676"/>
                  </a:lnTo>
                  <a:lnTo>
                    <a:pt x="2954" y="2607"/>
                  </a:lnTo>
                  <a:lnTo>
                    <a:pt x="2946" y="2541"/>
                  </a:lnTo>
                  <a:lnTo>
                    <a:pt x="2936" y="2474"/>
                  </a:lnTo>
                  <a:lnTo>
                    <a:pt x="2914" y="2341"/>
                  </a:lnTo>
                  <a:lnTo>
                    <a:pt x="2914" y="2341"/>
                  </a:lnTo>
                  <a:lnTo>
                    <a:pt x="2892" y="2204"/>
                  </a:lnTo>
                  <a:lnTo>
                    <a:pt x="2869" y="2068"/>
                  </a:lnTo>
                  <a:lnTo>
                    <a:pt x="2849" y="1930"/>
                  </a:lnTo>
                  <a:lnTo>
                    <a:pt x="2841" y="1861"/>
                  </a:lnTo>
                  <a:lnTo>
                    <a:pt x="2832" y="1793"/>
                  </a:lnTo>
                  <a:lnTo>
                    <a:pt x="2832" y="1793"/>
                  </a:lnTo>
                  <a:lnTo>
                    <a:pt x="2819" y="1654"/>
                  </a:lnTo>
                  <a:lnTo>
                    <a:pt x="2810" y="1516"/>
                  </a:lnTo>
                  <a:lnTo>
                    <a:pt x="2802" y="1378"/>
                  </a:lnTo>
                  <a:lnTo>
                    <a:pt x="2794" y="1239"/>
                  </a:lnTo>
                  <a:lnTo>
                    <a:pt x="2794" y="1239"/>
                  </a:lnTo>
                  <a:lnTo>
                    <a:pt x="2787" y="1100"/>
                  </a:lnTo>
                  <a:lnTo>
                    <a:pt x="2781" y="961"/>
                  </a:lnTo>
                  <a:lnTo>
                    <a:pt x="2778" y="821"/>
                  </a:lnTo>
                  <a:lnTo>
                    <a:pt x="2776" y="682"/>
                  </a:lnTo>
                  <a:lnTo>
                    <a:pt x="2776" y="682"/>
                  </a:lnTo>
                  <a:lnTo>
                    <a:pt x="2776" y="614"/>
                  </a:lnTo>
                  <a:lnTo>
                    <a:pt x="2776" y="614"/>
                  </a:lnTo>
                  <a:lnTo>
                    <a:pt x="2774" y="593"/>
                  </a:lnTo>
                  <a:lnTo>
                    <a:pt x="2774" y="581"/>
                  </a:lnTo>
                  <a:lnTo>
                    <a:pt x="2774" y="577"/>
                  </a:lnTo>
                  <a:lnTo>
                    <a:pt x="2776" y="573"/>
                  </a:lnTo>
                  <a:lnTo>
                    <a:pt x="2776" y="573"/>
                  </a:lnTo>
                  <a:lnTo>
                    <a:pt x="2793" y="537"/>
                  </a:lnTo>
                  <a:lnTo>
                    <a:pt x="2800" y="520"/>
                  </a:lnTo>
                  <a:lnTo>
                    <a:pt x="2805" y="502"/>
                  </a:lnTo>
                  <a:lnTo>
                    <a:pt x="2805" y="502"/>
                  </a:lnTo>
                  <a:lnTo>
                    <a:pt x="2822" y="442"/>
                  </a:lnTo>
                  <a:lnTo>
                    <a:pt x="2836" y="384"/>
                  </a:lnTo>
                  <a:lnTo>
                    <a:pt x="2849" y="323"/>
                  </a:lnTo>
                  <a:lnTo>
                    <a:pt x="2855" y="294"/>
                  </a:lnTo>
                  <a:lnTo>
                    <a:pt x="2859" y="264"/>
                  </a:lnTo>
                  <a:lnTo>
                    <a:pt x="2859" y="264"/>
                  </a:lnTo>
                  <a:lnTo>
                    <a:pt x="2863" y="233"/>
                  </a:lnTo>
                  <a:lnTo>
                    <a:pt x="2865" y="202"/>
                  </a:lnTo>
                  <a:lnTo>
                    <a:pt x="2866" y="169"/>
                  </a:lnTo>
                  <a:lnTo>
                    <a:pt x="2866" y="138"/>
                  </a:lnTo>
                  <a:lnTo>
                    <a:pt x="2863" y="10"/>
                  </a:lnTo>
                  <a:lnTo>
                    <a:pt x="2863" y="10"/>
                  </a:lnTo>
                  <a:lnTo>
                    <a:pt x="2855" y="19"/>
                  </a:lnTo>
                  <a:lnTo>
                    <a:pt x="2855" y="19"/>
                  </a:lnTo>
                  <a:lnTo>
                    <a:pt x="2869" y="19"/>
                  </a:lnTo>
                  <a:lnTo>
                    <a:pt x="2869" y="19"/>
                  </a:lnTo>
                  <a:lnTo>
                    <a:pt x="2873" y="17"/>
                  </a:lnTo>
                  <a:lnTo>
                    <a:pt x="2869" y="17"/>
                  </a:lnTo>
                  <a:lnTo>
                    <a:pt x="2869" y="17"/>
                  </a:lnTo>
                  <a:lnTo>
                    <a:pt x="2876" y="29"/>
                  </a:lnTo>
                  <a:lnTo>
                    <a:pt x="2876" y="29"/>
                  </a:lnTo>
                  <a:lnTo>
                    <a:pt x="2892" y="50"/>
                  </a:lnTo>
                  <a:lnTo>
                    <a:pt x="2909" y="73"/>
                  </a:lnTo>
                  <a:lnTo>
                    <a:pt x="2909" y="73"/>
                  </a:lnTo>
                  <a:lnTo>
                    <a:pt x="2950" y="125"/>
                  </a:lnTo>
                  <a:lnTo>
                    <a:pt x="2994" y="176"/>
                  </a:lnTo>
                  <a:lnTo>
                    <a:pt x="2994" y="176"/>
                  </a:lnTo>
                  <a:lnTo>
                    <a:pt x="3035" y="221"/>
                  </a:lnTo>
                  <a:lnTo>
                    <a:pt x="3056" y="244"/>
                  </a:lnTo>
                  <a:lnTo>
                    <a:pt x="3079" y="267"/>
                  </a:lnTo>
                  <a:lnTo>
                    <a:pt x="3103" y="288"/>
                  </a:lnTo>
                  <a:lnTo>
                    <a:pt x="3127" y="308"/>
                  </a:lnTo>
                  <a:lnTo>
                    <a:pt x="3151" y="325"/>
                  </a:lnTo>
                  <a:lnTo>
                    <a:pt x="3178" y="340"/>
                  </a:lnTo>
                  <a:lnTo>
                    <a:pt x="3178" y="340"/>
                  </a:lnTo>
                  <a:lnTo>
                    <a:pt x="3189" y="346"/>
                  </a:lnTo>
                  <a:lnTo>
                    <a:pt x="3202" y="349"/>
                  </a:lnTo>
                  <a:lnTo>
                    <a:pt x="3213" y="352"/>
                  </a:lnTo>
                  <a:lnTo>
                    <a:pt x="3225" y="352"/>
                  </a:lnTo>
                  <a:lnTo>
                    <a:pt x="3237" y="350"/>
                  </a:lnTo>
                  <a:lnTo>
                    <a:pt x="3249" y="348"/>
                  </a:lnTo>
                  <a:lnTo>
                    <a:pt x="3262" y="345"/>
                  </a:lnTo>
                  <a:lnTo>
                    <a:pt x="3273" y="339"/>
                  </a:lnTo>
                  <a:lnTo>
                    <a:pt x="3296" y="329"/>
                  </a:lnTo>
                  <a:lnTo>
                    <a:pt x="3317" y="315"/>
                  </a:lnTo>
                  <a:lnTo>
                    <a:pt x="3338" y="301"/>
                  </a:lnTo>
                  <a:lnTo>
                    <a:pt x="3357" y="287"/>
                  </a:lnTo>
                  <a:lnTo>
                    <a:pt x="3357" y="287"/>
                  </a:lnTo>
                  <a:lnTo>
                    <a:pt x="3382" y="265"/>
                  </a:lnTo>
                  <a:lnTo>
                    <a:pt x="3406" y="244"/>
                  </a:lnTo>
                  <a:lnTo>
                    <a:pt x="3430" y="221"/>
                  </a:lnTo>
                  <a:lnTo>
                    <a:pt x="3453" y="199"/>
                  </a:lnTo>
                  <a:lnTo>
                    <a:pt x="3498" y="152"/>
                  </a:lnTo>
                  <a:lnTo>
                    <a:pt x="3542" y="104"/>
                  </a:lnTo>
                  <a:lnTo>
                    <a:pt x="3542" y="104"/>
                  </a:lnTo>
                  <a:lnTo>
                    <a:pt x="3544" y="101"/>
                  </a:lnTo>
                  <a:lnTo>
                    <a:pt x="3545" y="97"/>
                  </a:lnTo>
                  <a:lnTo>
                    <a:pt x="3544" y="94"/>
                  </a:lnTo>
                  <a:lnTo>
                    <a:pt x="3542" y="91"/>
                  </a:lnTo>
                  <a:lnTo>
                    <a:pt x="3539" y="90"/>
                  </a:lnTo>
                  <a:lnTo>
                    <a:pt x="3536" y="88"/>
                  </a:lnTo>
                  <a:lnTo>
                    <a:pt x="3534" y="90"/>
                  </a:lnTo>
                  <a:lnTo>
                    <a:pt x="3529" y="91"/>
                  </a:lnTo>
                  <a:lnTo>
                    <a:pt x="3529" y="91"/>
                  </a:lnTo>
                  <a:lnTo>
                    <a:pt x="3493" y="134"/>
                  </a:lnTo>
                  <a:lnTo>
                    <a:pt x="3453" y="173"/>
                  </a:lnTo>
                  <a:lnTo>
                    <a:pt x="3413" y="213"/>
                  </a:lnTo>
                  <a:lnTo>
                    <a:pt x="3372" y="251"/>
                  </a:lnTo>
                  <a:lnTo>
                    <a:pt x="3372" y="251"/>
                  </a:lnTo>
                  <a:lnTo>
                    <a:pt x="3354" y="267"/>
                  </a:lnTo>
                  <a:lnTo>
                    <a:pt x="3334" y="284"/>
                  </a:lnTo>
                  <a:lnTo>
                    <a:pt x="3311" y="301"/>
                  </a:lnTo>
                  <a:lnTo>
                    <a:pt x="3287" y="315"/>
                  </a:lnTo>
                  <a:lnTo>
                    <a:pt x="3274" y="322"/>
                  </a:lnTo>
                  <a:lnTo>
                    <a:pt x="3262" y="326"/>
                  </a:lnTo>
                  <a:lnTo>
                    <a:pt x="3249" y="331"/>
                  </a:lnTo>
                  <a:lnTo>
                    <a:pt x="3236" y="333"/>
                  </a:lnTo>
                  <a:lnTo>
                    <a:pt x="3223" y="335"/>
                  </a:lnTo>
                  <a:lnTo>
                    <a:pt x="3211" y="333"/>
                  </a:lnTo>
                  <a:lnTo>
                    <a:pt x="3199" y="331"/>
                  </a:lnTo>
                  <a:lnTo>
                    <a:pt x="3186" y="326"/>
                  </a:lnTo>
                  <a:lnTo>
                    <a:pt x="3186" y="326"/>
                  </a:lnTo>
                  <a:lnTo>
                    <a:pt x="3162" y="314"/>
                  </a:lnTo>
                  <a:lnTo>
                    <a:pt x="3140" y="298"/>
                  </a:lnTo>
                  <a:lnTo>
                    <a:pt x="3118" y="280"/>
                  </a:lnTo>
                  <a:lnTo>
                    <a:pt x="3097" y="261"/>
                  </a:lnTo>
                  <a:lnTo>
                    <a:pt x="3077" y="241"/>
                  </a:lnTo>
                  <a:lnTo>
                    <a:pt x="3058" y="221"/>
                  </a:lnTo>
                  <a:lnTo>
                    <a:pt x="3021" y="180"/>
                  </a:lnTo>
                  <a:lnTo>
                    <a:pt x="3021" y="180"/>
                  </a:lnTo>
                  <a:lnTo>
                    <a:pt x="2984" y="139"/>
                  </a:lnTo>
                  <a:lnTo>
                    <a:pt x="2947" y="97"/>
                  </a:lnTo>
                  <a:lnTo>
                    <a:pt x="2913" y="51"/>
                  </a:lnTo>
                  <a:lnTo>
                    <a:pt x="2897" y="29"/>
                  </a:lnTo>
                  <a:lnTo>
                    <a:pt x="2882" y="5"/>
                  </a:lnTo>
                  <a:lnTo>
                    <a:pt x="2882" y="5"/>
                  </a:lnTo>
                  <a:lnTo>
                    <a:pt x="2879" y="2"/>
                  </a:lnTo>
                  <a:lnTo>
                    <a:pt x="2875" y="0"/>
                  </a:lnTo>
                  <a:lnTo>
                    <a:pt x="2875" y="0"/>
                  </a:lnTo>
                  <a:lnTo>
                    <a:pt x="2855" y="2"/>
                  </a:lnTo>
                  <a:lnTo>
                    <a:pt x="2855" y="2"/>
                  </a:lnTo>
                  <a:lnTo>
                    <a:pt x="2852" y="3"/>
                  </a:lnTo>
                  <a:lnTo>
                    <a:pt x="2849" y="5"/>
                  </a:lnTo>
                  <a:lnTo>
                    <a:pt x="2848" y="7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8" y="83"/>
                  </a:lnTo>
                  <a:lnTo>
                    <a:pt x="2849" y="152"/>
                  </a:lnTo>
                  <a:lnTo>
                    <a:pt x="2848" y="187"/>
                  </a:lnTo>
                  <a:lnTo>
                    <a:pt x="2846" y="223"/>
                  </a:lnTo>
                  <a:lnTo>
                    <a:pt x="2844" y="258"/>
                  </a:lnTo>
                  <a:lnTo>
                    <a:pt x="2838" y="294"/>
                  </a:lnTo>
                  <a:lnTo>
                    <a:pt x="2838" y="294"/>
                  </a:lnTo>
                  <a:lnTo>
                    <a:pt x="2832" y="325"/>
                  </a:lnTo>
                  <a:lnTo>
                    <a:pt x="2824" y="356"/>
                  </a:lnTo>
                  <a:lnTo>
                    <a:pt x="2808" y="418"/>
                  </a:lnTo>
                  <a:lnTo>
                    <a:pt x="2808" y="418"/>
                  </a:lnTo>
                  <a:lnTo>
                    <a:pt x="2795" y="478"/>
                  </a:lnTo>
                  <a:lnTo>
                    <a:pt x="2787" y="508"/>
                  </a:lnTo>
                  <a:lnTo>
                    <a:pt x="2781" y="522"/>
                  </a:lnTo>
                  <a:lnTo>
                    <a:pt x="2776" y="535"/>
                  </a:lnTo>
                  <a:lnTo>
                    <a:pt x="2776" y="535"/>
                  </a:lnTo>
                  <a:lnTo>
                    <a:pt x="2768" y="549"/>
                  </a:lnTo>
                  <a:lnTo>
                    <a:pt x="2764" y="560"/>
                  </a:lnTo>
                  <a:lnTo>
                    <a:pt x="2760" y="573"/>
                  </a:lnTo>
                  <a:lnTo>
                    <a:pt x="2759" y="587"/>
                  </a:lnTo>
                  <a:lnTo>
                    <a:pt x="2759" y="587"/>
                  </a:lnTo>
                  <a:lnTo>
                    <a:pt x="2760" y="716"/>
                  </a:lnTo>
                  <a:lnTo>
                    <a:pt x="2760" y="716"/>
                  </a:lnTo>
                  <a:lnTo>
                    <a:pt x="2761" y="855"/>
                  </a:lnTo>
                  <a:lnTo>
                    <a:pt x="2766" y="995"/>
                  </a:lnTo>
                  <a:lnTo>
                    <a:pt x="2766" y="995"/>
                  </a:lnTo>
                  <a:lnTo>
                    <a:pt x="2771" y="1131"/>
                  </a:lnTo>
                  <a:lnTo>
                    <a:pt x="2777" y="1269"/>
                  </a:lnTo>
                  <a:lnTo>
                    <a:pt x="2785" y="1405"/>
                  </a:lnTo>
                  <a:lnTo>
                    <a:pt x="2794" y="1542"/>
                  </a:lnTo>
                  <a:lnTo>
                    <a:pt x="2805" y="1678"/>
                  </a:lnTo>
                  <a:lnTo>
                    <a:pt x="2819" y="1814"/>
                  </a:lnTo>
                  <a:lnTo>
                    <a:pt x="2835" y="1950"/>
                  </a:lnTo>
                  <a:lnTo>
                    <a:pt x="2845" y="2018"/>
                  </a:lnTo>
                  <a:lnTo>
                    <a:pt x="2855" y="2086"/>
                  </a:lnTo>
                  <a:lnTo>
                    <a:pt x="2855" y="2086"/>
                  </a:lnTo>
                  <a:lnTo>
                    <a:pt x="2900" y="2361"/>
                  </a:lnTo>
                  <a:lnTo>
                    <a:pt x="2921" y="2498"/>
                  </a:lnTo>
                  <a:lnTo>
                    <a:pt x="2931" y="2568"/>
                  </a:lnTo>
                  <a:lnTo>
                    <a:pt x="2940" y="2637"/>
                  </a:lnTo>
                  <a:lnTo>
                    <a:pt x="2940" y="2637"/>
                  </a:lnTo>
                  <a:lnTo>
                    <a:pt x="2948" y="2705"/>
                  </a:lnTo>
                  <a:lnTo>
                    <a:pt x="2954" y="2773"/>
                  </a:lnTo>
                  <a:lnTo>
                    <a:pt x="2958" y="2841"/>
                  </a:lnTo>
                  <a:lnTo>
                    <a:pt x="2960" y="2909"/>
                  </a:lnTo>
                  <a:lnTo>
                    <a:pt x="2960" y="2909"/>
                  </a:lnTo>
                  <a:lnTo>
                    <a:pt x="2961" y="2931"/>
                  </a:lnTo>
                  <a:lnTo>
                    <a:pt x="2960" y="2953"/>
                  </a:lnTo>
                  <a:lnTo>
                    <a:pt x="2958" y="2974"/>
                  </a:lnTo>
                  <a:lnTo>
                    <a:pt x="2954" y="2996"/>
                  </a:lnTo>
                  <a:lnTo>
                    <a:pt x="2950" y="3017"/>
                  </a:lnTo>
                  <a:lnTo>
                    <a:pt x="2943" y="3037"/>
                  </a:lnTo>
                  <a:lnTo>
                    <a:pt x="2933" y="3057"/>
                  </a:lnTo>
                  <a:lnTo>
                    <a:pt x="2920" y="3075"/>
                  </a:lnTo>
                  <a:lnTo>
                    <a:pt x="2920" y="3075"/>
                  </a:lnTo>
                  <a:lnTo>
                    <a:pt x="2909" y="3088"/>
                  </a:lnTo>
                  <a:lnTo>
                    <a:pt x="2895" y="3099"/>
                  </a:lnTo>
                  <a:lnTo>
                    <a:pt x="2880" y="3109"/>
                  </a:lnTo>
                  <a:lnTo>
                    <a:pt x="2865" y="3116"/>
                  </a:lnTo>
                  <a:lnTo>
                    <a:pt x="2849" y="3123"/>
                  </a:lnTo>
                  <a:lnTo>
                    <a:pt x="2832" y="3128"/>
                  </a:lnTo>
                  <a:lnTo>
                    <a:pt x="2815" y="3132"/>
                  </a:lnTo>
                  <a:lnTo>
                    <a:pt x="2797" y="3135"/>
                  </a:lnTo>
                  <a:lnTo>
                    <a:pt x="2778" y="3137"/>
                  </a:lnTo>
                  <a:lnTo>
                    <a:pt x="2760" y="3137"/>
                  </a:lnTo>
                  <a:lnTo>
                    <a:pt x="2725" y="3137"/>
                  </a:lnTo>
                  <a:lnTo>
                    <a:pt x="2689" y="3136"/>
                  </a:lnTo>
                  <a:lnTo>
                    <a:pt x="2655" y="3135"/>
                  </a:lnTo>
                  <a:lnTo>
                    <a:pt x="2655" y="3135"/>
                  </a:lnTo>
                  <a:lnTo>
                    <a:pt x="2547" y="3126"/>
                  </a:lnTo>
                  <a:lnTo>
                    <a:pt x="2441" y="3119"/>
                  </a:lnTo>
                  <a:lnTo>
                    <a:pt x="2335" y="3113"/>
                  </a:lnTo>
                  <a:lnTo>
                    <a:pt x="2281" y="3112"/>
                  </a:lnTo>
                  <a:lnTo>
                    <a:pt x="2227" y="3112"/>
                  </a:lnTo>
                  <a:lnTo>
                    <a:pt x="2227" y="3112"/>
                  </a:lnTo>
                  <a:lnTo>
                    <a:pt x="2158" y="3113"/>
                  </a:lnTo>
                  <a:lnTo>
                    <a:pt x="2088" y="3115"/>
                  </a:lnTo>
                  <a:lnTo>
                    <a:pt x="1948" y="3122"/>
                  </a:lnTo>
                  <a:lnTo>
                    <a:pt x="1670" y="3137"/>
                  </a:lnTo>
                  <a:lnTo>
                    <a:pt x="1670" y="3137"/>
                  </a:lnTo>
                  <a:lnTo>
                    <a:pt x="1531" y="3143"/>
                  </a:lnTo>
                  <a:lnTo>
                    <a:pt x="1393" y="3146"/>
                  </a:lnTo>
                  <a:lnTo>
                    <a:pt x="1255" y="3146"/>
                  </a:lnTo>
                  <a:lnTo>
                    <a:pt x="1116" y="3143"/>
                  </a:lnTo>
                  <a:lnTo>
                    <a:pt x="1116" y="3143"/>
                  </a:lnTo>
                  <a:lnTo>
                    <a:pt x="1047" y="3142"/>
                  </a:lnTo>
                  <a:lnTo>
                    <a:pt x="977" y="3137"/>
                  </a:lnTo>
                  <a:lnTo>
                    <a:pt x="908" y="3132"/>
                  </a:lnTo>
                  <a:lnTo>
                    <a:pt x="840" y="3126"/>
                  </a:lnTo>
                  <a:lnTo>
                    <a:pt x="840" y="3126"/>
                  </a:lnTo>
                  <a:lnTo>
                    <a:pt x="775" y="3118"/>
                  </a:lnTo>
                  <a:lnTo>
                    <a:pt x="711" y="3108"/>
                  </a:lnTo>
                  <a:lnTo>
                    <a:pt x="646" y="3098"/>
                  </a:lnTo>
                  <a:lnTo>
                    <a:pt x="582" y="3088"/>
                  </a:lnTo>
                  <a:lnTo>
                    <a:pt x="582" y="3088"/>
                  </a:lnTo>
                  <a:lnTo>
                    <a:pt x="453" y="3071"/>
                  </a:lnTo>
                  <a:lnTo>
                    <a:pt x="389" y="3061"/>
                  </a:lnTo>
                  <a:lnTo>
                    <a:pt x="326" y="3051"/>
                  </a:lnTo>
                  <a:lnTo>
                    <a:pt x="263" y="3038"/>
                  </a:lnTo>
                  <a:lnTo>
                    <a:pt x="199" y="3024"/>
                  </a:lnTo>
                  <a:lnTo>
                    <a:pt x="137" y="3008"/>
                  </a:lnTo>
                  <a:lnTo>
                    <a:pt x="106" y="2999"/>
                  </a:lnTo>
                  <a:lnTo>
                    <a:pt x="76" y="2989"/>
                  </a:lnTo>
                  <a:lnTo>
                    <a:pt x="76" y="2989"/>
                  </a:lnTo>
                  <a:lnTo>
                    <a:pt x="28" y="2970"/>
                  </a:lnTo>
                  <a:lnTo>
                    <a:pt x="28" y="2970"/>
                  </a:lnTo>
                  <a:lnTo>
                    <a:pt x="22" y="2966"/>
                  </a:lnTo>
                  <a:lnTo>
                    <a:pt x="18" y="2960"/>
                  </a:lnTo>
                  <a:lnTo>
                    <a:pt x="17" y="2953"/>
                  </a:lnTo>
                  <a:lnTo>
                    <a:pt x="15" y="2946"/>
                  </a:lnTo>
                  <a:lnTo>
                    <a:pt x="17" y="2929"/>
                  </a:lnTo>
                  <a:lnTo>
                    <a:pt x="18" y="2915"/>
                  </a:lnTo>
                  <a:lnTo>
                    <a:pt x="18" y="2915"/>
                  </a:lnTo>
                  <a:lnTo>
                    <a:pt x="24" y="2803"/>
                  </a:lnTo>
                  <a:lnTo>
                    <a:pt x="24" y="2803"/>
                  </a:lnTo>
                  <a:lnTo>
                    <a:pt x="32" y="2685"/>
                  </a:lnTo>
                  <a:lnTo>
                    <a:pt x="41" y="2566"/>
                  </a:lnTo>
                  <a:lnTo>
                    <a:pt x="41" y="2566"/>
                  </a:lnTo>
                  <a:lnTo>
                    <a:pt x="46" y="2450"/>
                  </a:lnTo>
                  <a:lnTo>
                    <a:pt x="52" y="2333"/>
                  </a:lnTo>
                  <a:lnTo>
                    <a:pt x="56" y="2215"/>
                  </a:lnTo>
                  <a:lnTo>
                    <a:pt x="63" y="2099"/>
                  </a:lnTo>
                  <a:lnTo>
                    <a:pt x="63" y="2099"/>
                  </a:lnTo>
                  <a:lnTo>
                    <a:pt x="72" y="1984"/>
                  </a:lnTo>
                  <a:lnTo>
                    <a:pt x="82" y="1869"/>
                  </a:lnTo>
                  <a:lnTo>
                    <a:pt x="103" y="1640"/>
                  </a:lnTo>
                  <a:lnTo>
                    <a:pt x="113" y="1526"/>
                  </a:lnTo>
                  <a:lnTo>
                    <a:pt x="122" y="1412"/>
                  </a:lnTo>
                  <a:lnTo>
                    <a:pt x="127" y="1297"/>
                  </a:lnTo>
                  <a:lnTo>
                    <a:pt x="129" y="1239"/>
                  </a:lnTo>
                  <a:lnTo>
                    <a:pt x="130" y="1181"/>
                  </a:lnTo>
                  <a:lnTo>
                    <a:pt x="130" y="1181"/>
                  </a:lnTo>
                  <a:lnTo>
                    <a:pt x="129" y="1178"/>
                  </a:lnTo>
                  <a:lnTo>
                    <a:pt x="127" y="1175"/>
                  </a:lnTo>
                  <a:lnTo>
                    <a:pt x="124" y="1174"/>
                  </a:lnTo>
                  <a:lnTo>
                    <a:pt x="122" y="1174"/>
                  </a:lnTo>
                  <a:lnTo>
                    <a:pt x="117" y="1174"/>
                  </a:lnTo>
                  <a:lnTo>
                    <a:pt x="114" y="1175"/>
                  </a:lnTo>
                  <a:lnTo>
                    <a:pt x="113" y="1178"/>
                  </a:lnTo>
                  <a:lnTo>
                    <a:pt x="113" y="1181"/>
                  </a:lnTo>
                  <a:lnTo>
                    <a:pt x="113" y="1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1" name="Freeform 121">
              <a:extLst>
                <a:ext uri="{FF2B5EF4-FFF2-40B4-BE49-F238E27FC236}">
                  <a16:creationId xmlns:a16="http://schemas.microsoft.com/office/drawing/2014/main" id="{A0307696-A032-C72C-E864-253BAC95E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589"/>
              <a:ext cx="26" cy="486"/>
            </a:xfrm>
            <a:custGeom>
              <a:avLst/>
              <a:gdLst>
                <a:gd name="T0" fmla="*/ 0 w 52"/>
                <a:gd name="T1" fmla="*/ 8 h 972"/>
                <a:gd name="T2" fmla="*/ 0 w 52"/>
                <a:gd name="T3" fmla="*/ 8 h 972"/>
                <a:gd name="T4" fmla="*/ 0 w 52"/>
                <a:gd name="T5" fmla="*/ 248 h 972"/>
                <a:gd name="T6" fmla="*/ 0 w 52"/>
                <a:gd name="T7" fmla="*/ 367 h 972"/>
                <a:gd name="T8" fmla="*/ 3 w 52"/>
                <a:gd name="T9" fmla="*/ 487 h 972"/>
                <a:gd name="T10" fmla="*/ 7 w 52"/>
                <a:gd name="T11" fmla="*/ 606 h 972"/>
                <a:gd name="T12" fmla="*/ 13 w 52"/>
                <a:gd name="T13" fmla="*/ 725 h 972"/>
                <a:gd name="T14" fmla="*/ 17 w 52"/>
                <a:gd name="T15" fmla="*/ 785 h 972"/>
                <a:gd name="T16" fmla="*/ 23 w 52"/>
                <a:gd name="T17" fmla="*/ 844 h 972"/>
                <a:gd name="T18" fmla="*/ 28 w 52"/>
                <a:gd name="T19" fmla="*/ 904 h 972"/>
                <a:gd name="T20" fmla="*/ 35 w 52"/>
                <a:gd name="T21" fmla="*/ 963 h 972"/>
                <a:gd name="T22" fmla="*/ 35 w 52"/>
                <a:gd name="T23" fmla="*/ 963 h 972"/>
                <a:gd name="T24" fmla="*/ 37 w 52"/>
                <a:gd name="T25" fmla="*/ 968 h 972"/>
                <a:gd name="T26" fmla="*/ 40 w 52"/>
                <a:gd name="T27" fmla="*/ 969 h 972"/>
                <a:gd name="T28" fmla="*/ 42 w 52"/>
                <a:gd name="T29" fmla="*/ 972 h 972"/>
                <a:gd name="T30" fmla="*/ 45 w 52"/>
                <a:gd name="T31" fmla="*/ 972 h 972"/>
                <a:gd name="T32" fmla="*/ 48 w 52"/>
                <a:gd name="T33" fmla="*/ 972 h 972"/>
                <a:gd name="T34" fmla="*/ 51 w 52"/>
                <a:gd name="T35" fmla="*/ 969 h 972"/>
                <a:gd name="T36" fmla="*/ 52 w 52"/>
                <a:gd name="T37" fmla="*/ 968 h 972"/>
                <a:gd name="T38" fmla="*/ 52 w 52"/>
                <a:gd name="T39" fmla="*/ 963 h 972"/>
                <a:gd name="T40" fmla="*/ 52 w 52"/>
                <a:gd name="T41" fmla="*/ 963 h 972"/>
                <a:gd name="T42" fmla="*/ 45 w 52"/>
                <a:gd name="T43" fmla="*/ 904 h 972"/>
                <a:gd name="T44" fmla="*/ 40 w 52"/>
                <a:gd name="T45" fmla="*/ 844 h 972"/>
                <a:gd name="T46" fmla="*/ 34 w 52"/>
                <a:gd name="T47" fmla="*/ 785 h 972"/>
                <a:gd name="T48" fmla="*/ 30 w 52"/>
                <a:gd name="T49" fmla="*/ 725 h 972"/>
                <a:gd name="T50" fmla="*/ 24 w 52"/>
                <a:gd name="T51" fmla="*/ 606 h 972"/>
                <a:gd name="T52" fmla="*/ 20 w 52"/>
                <a:gd name="T53" fmla="*/ 487 h 972"/>
                <a:gd name="T54" fmla="*/ 17 w 52"/>
                <a:gd name="T55" fmla="*/ 367 h 972"/>
                <a:gd name="T56" fmla="*/ 17 w 52"/>
                <a:gd name="T57" fmla="*/ 248 h 972"/>
                <a:gd name="T58" fmla="*/ 17 w 52"/>
                <a:gd name="T59" fmla="*/ 8 h 972"/>
                <a:gd name="T60" fmla="*/ 17 w 52"/>
                <a:gd name="T61" fmla="*/ 8 h 972"/>
                <a:gd name="T62" fmla="*/ 15 w 52"/>
                <a:gd name="T63" fmla="*/ 4 h 972"/>
                <a:gd name="T64" fmla="*/ 14 w 52"/>
                <a:gd name="T65" fmla="*/ 3 h 972"/>
                <a:gd name="T66" fmla="*/ 11 w 52"/>
                <a:gd name="T67" fmla="*/ 1 h 972"/>
                <a:gd name="T68" fmla="*/ 8 w 52"/>
                <a:gd name="T69" fmla="*/ 0 h 972"/>
                <a:gd name="T70" fmla="*/ 4 w 52"/>
                <a:gd name="T71" fmla="*/ 1 h 972"/>
                <a:gd name="T72" fmla="*/ 3 w 52"/>
                <a:gd name="T73" fmla="*/ 3 h 972"/>
                <a:gd name="T74" fmla="*/ 0 w 52"/>
                <a:gd name="T75" fmla="*/ 4 h 972"/>
                <a:gd name="T76" fmla="*/ 0 w 52"/>
                <a:gd name="T77" fmla="*/ 8 h 972"/>
                <a:gd name="T78" fmla="*/ 0 w 52"/>
                <a:gd name="T79" fmla="*/ 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972">
                  <a:moveTo>
                    <a:pt x="0" y="8"/>
                  </a:moveTo>
                  <a:lnTo>
                    <a:pt x="0" y="8"/>
                  </a:lnTo>
                  <a:lnTo>
                    <a:pt x="0" y="248"/>
                  </a:lnTo>
                  <a:lnTo>
                    <a:pt x="0" y="367"/>
                  </a:lnTo>
                  <a:lnTo>
                    <a:pt x="3" y="487"/>
                  </a:lnTo>
                  <a:lnTo>
                    <a:pt x="7" y="606"/>
                  </a:lnTo>
                  <a:lnTo>
                    <a:pt x="13" y="725"/>
                  </a:lnTo>
                  <a:lnTo>
                    <a:pt x="17" y="785"/>
                  </a:lnTo>
                  <a:lnTo>
                    <a:pt x="23" y="844"/>
                  </a:lnTo>
                  <a:lnTo>
                    <a:pt x="28" y="904"/>
                  </a:lnTo>
                  <a:lnTo>
                    <a:pt x="35" y="963"/>
                  </a:lnTo>
                  <a:lnTo>
                    <a:pt x="35" y="963"/>
                  </a:lnTo>
                  <a:lnTo>
                    <a:pt x="37" y="968"/>
                  </a:lnTo>
                  <a:lnTo>
                    <a:pt x="40" y="969"/>
                  </a:lnTo>
                  <a:lnTo>
                    <a:pt x="42" y="972"/>
                  </a:lnTo>
                  <a:lnTo>
                    <a:pt x="45" y="972"/>
                  </a:lnTo>
                  <a:lnTo>
                    <a:pt x="48" y="972"/>
                  </a:lnTo>
                  <a:lnTo>
                    <a:pt x="51" y="969"/>
                  </a:lnTo>
                  <a:lnTo>
                    <a:pt x="52" y="968"/>
                  </a:lnTo>
                  <a:lnTo>
                    <a:pt x="52" y="963"/>
                  </a:lnTo>
                  <a:lnTo>
                    <a:pt x="52" y="963"/>
                  </a:lnTo>
                  <a:lnTo>
                    <a:pt x="45" y="904"/>
                  </a:lnTo>
                  <a:lnTo>
                    <a:pt x="40" y="844"/>
                  </a:lnTo>
                  <a:lnTo>
                    <a:pt x="34" y="785"/>
                  </a:lnTo>
                  <a:lnTo>
                    <a:pt x="30" y="725"/>
                  </a:lnTo>
                  <a:lnTo>
                    <a:pt x="24" y="606"/>
                  </a:lnTo>
                  <a:lnTo>
                    <a:pt x="20" y="487"/>
                  </a:lnTo>
                  <a:lnTo>
                    <a:pt x="17" y="367"/>
                  </a:lnTo>
                  <a:lnTo>
                    <a:pt x="17" y="24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2" name="Freeform 122">
              <a:extLst>
                <a:ext uri="{FF2B5EF4-FFF2-40B4-BE49-F238E27FC236}">
                  <a16:creationId xmlns:a16="http://schemas.microsoft.com/office/drawing/2014/main" id="{4E1BD7F9-5AC3-1587-695C-38F1AED6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631"/>
              <a:ext cx="54" cy="444"/>
            </a:xfrm>
            <a:custGeom>
              <a:avLst/>
              <a:gdLst>
                <a:gd name="T0" fmla="*/ 0 w 108"/>
                <a:gd name="T1" fmla="*/ 11 h 888"/>
                <a:gd name="T2" fmla="*/ 0 w 108"/>
                <a:gd name="T3" fmla="*/ 11 h 888"/>
                <a:gd name="T4" fmla="*/ 9 w 108"/>
                <a:gd name="T5" fmla="*/ 65 h 888"/>
                <a:gd name="T6" fmla="*/ 16 w 108"/>
                <a:gd name="T7" fmla="*/ 119 h 888"/>
                <a:gd name="T8" fmla="*/ 27 w 108"/>
                <a:gd name="T9" fmla="*/ 228 h 888"/>
                <a:gd name="T10" fmla="*/ 37 w 108"/>
                <a:gd name="T11" fmla="*/ 337 h 888"/>
                <a:gd name="T12" fmla="*/ 45 w 108"/>
                <a:gd name="T13" fmla="*/ 446 h 888"/>
                <a:gd name="T14" fmla="*/ 54 w 108"/>
                <a:gd name="T15" fmla="*/ 555 h 888"/>
                <a:gd name="T16" fmla="*/ 64 w 108"/>
                <a:gd name="T17" fmla="*/ 664 h 888"/>
                <a:gd name="T18" fmla="*/ 75 w 108"/>
                <a:gd name="T19" fmla="*/ 773 h 888"/>
                <a:gd name="T20" fmla="*/ 84 w 108"/>
                <a:gd name="T21" fmla="*/ 827 h 888"/>
                <a:gd name="T22" fmla="*/ 91 w 108"/>
                <a:gd name="T23" fmla="*/ 881 h 888"/>
                <a:gd name="T24" fmla="*/ 91 w 108"/>
                <a:gd name="T25" fmla="*/ 881 h 888"/>
                <a:gd name="T26" fmla="*/ 92 w 108"/>
                <a:gd name="T27" fmla="*/ 885 h 888"/>
                <a:gd name="T28" fmla="*/ 95 w 108"/>
                <a:gd name="T29" fmla="*/ 886 h 888"/>
                <a:gd name="T30" fmla="*/ 98 w 108"/>
                <a:gd name="T31" fmla="*/ 888 h 888"/>
                <a:gd name="T32" fmla="*/ 101 w 108"/>
                <a:gd name="T33" fmla="*/ 888 h 888"/>
                <a:gd name="T34" fmla="*/ 104 w 108"/>
                <a:gd name="T35" fmla="*/ 886 h 888"/>
                <a:gd name="T36" fmla="*/ 106 w 108"/>
                <a:gd name="T37" fmla="*/ 884 h 888"/>
                <a:gd name="T38" fmla="*/ 108 w 108"/>
                <a:gd name="T39" fmla="*/ 881 h 888"/>
                <a:gd name="T40" fmla="*/ 108 w 108"/>
                <a:gd name="T41" fmla="*/ 877 h 888"/>
                <a:gd name="T42" fmla="*/ 108 w 108"/>
                <a:gd name="T43" fmla="*/ 877 h 888"/>
                <a:gd name="T44" fmla="*/ 99 w 108"/>
                <a:gd name="T45" fmla="*/ 823 h 888"/>
                <a:gd name="T46" fmla="*/ 92 w 108"/>
                <a:gd name="T47" fmla="*/ 769 h 888"/>
                <a:gd name="T48" fmla="*/ 80 w 108"/>
                <a:gd name="T49" fmla="*/ 660 h 888"/>
                <a:gd name="T50" fmla="*/ 71 w 108"/>
                <a:gd name="T51" fmla="*/ 551 h 888"/>
                <a:gd name="T52" fmla="*/ 63 w 108"/>
                <a:gd name="T53" fmla="*/ 442 h 888"/>
                <a:gd name="T54" fmla="*/ 54 w 108"/>
                <a:gd name="T55" fmla="*/ 332 h 888"/>
                <a:gd name="T56" fmla="*/ 44 w 108"/>
                <a:gd name="T57" fmla="*/ 223 h 888"/>
                <a:gd name="T58" fmla="*/ 33 w 108"/>
                <a:gd name="T59" fmla="*/ 114 h 888"/>
                <a:gd name="T60" fmla="*/ 26 w 108"/>
                <a:gd name="T61" fmla="*/ 60 h 888"/>
                <a:gd name="T62" fmla="*/ 17 w 108"/>
                <a:gd name="T63" fmla="*/ 7 h 888"/>
                <a:gd name="T64" fmla="*/ 17 w 108"/>
                <a:gd name="T65" fmla="*/ 7 h 888"/>
                <a:gd name="T66" fmla="*/ 16 w 108"/>
                <a:gd name="T67" fmla="*/ 2 h 888"/>
                <a:gd name="T68" fmla="*/ 14 w 108"/>
                <a:gd name="T69" fmla="*/ 1 h 888"/>
                <a:gd name="T70" fmla="*/ 11 w 108"/>
                <a:gd name="T71" fmla="*/ 0 h 888"/>
                <a:gd name="T72" fmla="*/ 7 w 108"/>
                <a:gd name="T73" fmla="*/ 1 h 888"/>
                <a:gd name="T74" fmla="*/ 4 w 108"/>
                <a:gd name="T75" fmla="*/ 2 h 888"/>
                <a:gd name="T76" fmla="*/ 3 w 108"/>
                <a:gd name="T77" fmla="*/ 4 h 888"/>
                <a:gd name="T78" fmla="*/ 2 w 108"/>
                <a:gd name="T79" fmla="*/ 7 h 888"/>
                <a:gd name="T80" fmla="*/ 0 w 108"/>
                <a:gd name="T81" fmla="*/ 11 h 888"/>
                <a:gd name="T82" fmla="*/ 0 w 108"/>
                <a:gd name="T83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888">
                  <a:moveTo>
                    <a:pt x="0" y="11"/>
                  </a:moveTo>
                  <a:lnTo>
                    <a:pt x="0" y="11"/>
                  </a:lnTo>
                  <a:lnTo>
                    <a:pt x="9" y="65"/>
                  </a:lnTo>
                  <a:lnTo>
                    <a:pt x="16" y="119"/>
                  </a:lnTo>
                  <a:lnTo>
                    <a:pt x="27" y="228"/>
                  </a:lnTo>
                  <a:lnTo>
                    <a:pt x="37" y="337"/>
                  </a:lnTo>
                  <a:lnTo>
                    <a:pt x="45" y="446"/>
                  </a:lnTo>
                  <a:lnTo>
                    <a:pt x="54" y="555"/>
                  </a:lnTo>
                  <a:lnTo>
                    <a:pt x="64" y="664"/>
                  </a:lnTo>
                  <a:lnTo>
                    <a:pt x="75" y="773"/>
                  </a:lnTo>
                  <a:lnTo>
                    <a:pt x="84" y="827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92" y="885"/>
                  </a:lnTo>
                  <a:lnTo>
                    <a:pt x="95" y="886"/>
                  </a:lnTo>
                  <a:lnTo>
                    <a:pt x="98" y="888"/>
                  </a:lnTo>
                  <a:lnTo>
                    <a:pt x="101" y="888"/>
                  </a:lnTo>
                  <a:lnTo>
                    <a:pt x="104" y="886"/>
                  </a:lnTo>
                  <a:lnTo>
                    <a:pt x="106" y="884"/>
                  </a:lnTo>
                  <a:lnTo>
                    <a:pt x="108" y="881"/>
                  </a:lnTo>
                  <a:lnTo>
                    <a:pt x="108" y="877"/>
                  </a:lnTo>
                  <a:lnTo>
                    <a:pt x="108" y="877"/>
                  </a:lnTo>
                  <a:lnTo>
                    <a:pt x="99" y="823"/>
                  </a:lnTo>
                  <a:lnTo>
                    <a:pt x="92" y="769"/>
                  </a:lnTo>
                  <a:lnTo>
                    <a:pt x="80" y="660"/>
                  </a:lnTo>
                  <a:lnTo>
                    <a:pt x="71" y="551"/>
                  </a:lnTo>
                  <a:lnTo>
                    <a:pt x="63" y="442"/>
                  </a:lnTo>
                  <a:lnTo>
                    <a:pt x="54" y="332"/>
                  </a:lnTo>
                  <a:lnTo>
                    <a:pt x="44" y="223"/>
                  </a:lnTo>
                  <a:lnTo>
                    <a:pt x="33" y="114"/>
                  </a:lnTo>
                  <a:lnTo>
                    <a:pt x="26" y="6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3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3" name="Freeform 123">
              <a:extLst>
                <a:ext uri="{FF2B5EF4-FFF2-40B4-BE49-F238E27FC236}">
                  <a16:creationId xmlns:a16="http://schemas.microsoft.com/office/drawing/2014/main" id="{736BC112-B9C4-5072-45E9-A37A31D0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4005"/>
              <a:ext cx="99" cy="70"/>
            </a:xfrm>
            <a:custGeom>
              <a:avLst/>
              <a:gdLst>
                <a:gd name="T0" fmla="*/ 15 w 198"/>
                <a:gd name="T1" fmla="*/ 136 h 140"/>
                <a:gd name="T2" fmla="*/ 15 w 198"/>
                <a:gd name="T3" fmla="*/ 136 h 140"/>
                <a:gd name="T4" fmla="*/ 43 w 198"/>
                <a:gd name="T5" fmla="*/ 73 h 140"/>
                <a:gd name="T6" fmla="*/ 60 w 198"/>
                <a:gd name="T7" fmla="*/ 42 h 140"/>
                <a:gd name="T8" fmla="*/ 77 w 198"/>
                <a:gd name="T9" fmla="*/ 12 h 140"/>
                <a:gd name="T10" fmla="*/ 77 w 198"/>
                <a:gd name="T11" fmla="*/ 12 h 140"/>
                <a:gd name="T12" fmla="*/ 66 w 198"/>
                <a:gd name="T13" fmla="*/ 15 h 140"/>
                <a:gd name="T14" fmla="*/ 66 w 198"/>
                <a:gd name="T15" fmla="*/ 15 h 140"/>
                <a:gd name="T16" fmla="*/ 83 w 198"/>
                <a:gd name="T17" fmla="*/ 28 h 140"/>
                <a:gd name="T18" fmla="*/ 99 w 198"/>
                <a:gd name="T19" fmla="*/ 42 h 140"/>
                <a:gd name="T20" fmla="*/ 114 w 198"/>
                <a:gd name="T21" fmla="*/ 56 h 140"/>
                <a:gd name="T22" fmla="*/ 128 w 198"/>
                <a:gd name="T23" fmla="*/ 72 h 140"/>
                <a:gd name="T24" fmla="*/ 157 w 198"/>
                <a:gd name="T25" fmla="*/ 103 h 140"/>
                <a:gd name="T26" fmla="*/ 184 w 198"/>
                <a:gd name="T27" fmla="*/ 136 h 140"/>
                <a:gd name="T28" fmla="*/ 184 w 198"/>
                <a:gd name="T29" fmla="*/ 136 h 140"/>
                <a:gd name="T30" fmla="*/ 187 w 198"/>
                <a:gd name="T31" fmla="*/ 138 h 140"/>
                <a:gd name="T32" fmla="*/ 189 w 198"/>
                <a:gd name="T33" fmla="*/ 138 h 140"/>
                <a:gd name="T34" fmla="*/ 192 w 198"/>
                <a:gd name="T35" fmla="*/ 138 h 140"/>
                <a:gd name="T36" fmla="*/ 195 w 198"/>
                <a:gd name="T37" fmla="*/ 137 h 140"/>
                <a:gd name="T38" fmla="*/ 196 w 198"/>
                <a:gd name="T39" fmla="*/ 134 h 140"/>
                <a:gd name="T40" fmla="*/ 198 w 198"/>
                <a:gd name="T41" fmla="*/ 131 h 140"/>
                <a:gd name="T42" fmla="*/ 198 w 198"/>
                <a:gd name="T43" fmla="*/ 127 h 140"/>
                <a:gd name="T44" fmla="*/ 196 w 198"/>
                <a:gd name="T45" fmla="*/ 124 h 140"/>
                <a:gd name="T46" fmla="*/ 196 w 198"/>
                <a:gd name="T47" fmla="*/ 124 h 140"/>
                <a:gd name="T48" fmla="*/ 168 w 198"/>
                <a:gd name="T49" fmla="*/ 90 h 140"/>
                <a:gd name="T50" fmla="*/ 140 w 198"/>
                <a:gd name="T51" fmla="*/ 58 h 140"/>
                <a:gd name="T52" fmla="*/ 124 w 198"/>
                <a:gd name="T53" fmla="*/ 42 h 140"/>
                <a:gd name="T54" fmla="*/ 109 w 198"/>
                <a:gd name="T55" fmla="*/ 28 h 140"/>
                <a:gd name="T56" fmla="*/ 92 w 198"/>
                <a:gd name="T57" fmla="*/ 14 h 140"/>
                <a:gd name="T58" fmla="*/ 75 w 198"/>
                <a:gd name="T59" fmla="*/ 1 h 140"/>
                <a:gd name="T60" fmla="*/ 75 w 198"/>
                <a:gd name="T61" fmla="*/ 1 h 140"/>
                <a:gd name="T62" fmla="*/ 70 w 198"/>
                <a:gd name="T63" fmla="*/ 0 h 140"/>
                <a:gd name="T64" fmla="*/ 68 w 198"/>
                <a:gd name="T65" fmla="*/ 0 h 140"/>
                <a:gd name="T66" fmla="*/ 65 w 198"/>
                <a:gd name="T67" fmla="*/ 1 h 140"/>
                <a:gd name="T68" fmla="*/ 62 w 198"/>
                <a:gd name="T69" fmla="*/ 4 h 140"/>
                <a:gd name="T70" fmla="*/ 62 w 198"/>
                <a:gd name="T71" fmla="*/ 4 h 140"/>
                <a:gd name="T72" fmla="*/ 45 w 198"/>
                <a:gd name="T73" fmla="*/ 34 h 140"/>
                <a:gd name="T74" fmla="*/ 29 w 198"/>
                <a:gd name="T75" fmla="*/ 65 h 140"/>
                <a:gd name="T76" fmla="*/ 0 w 198"/>
                <a:gd name="T77" fmla="*/ 127 h 140"/>
                <a:gd name="T78" fmla="*/ 0 w 198"/>
                <a:gd name="T79" fmla="*/ 127 h 140"/>
                <a:gd name="T80" fmla="*/ 0 w 198"/>
                <a:gd name="T81" fmla="*/ 130 h 140"/>
                <a:gd name="T82" fmla="*/ 0 w 198"/>
                <a:gd name="T83" fmla="*/ 133 h 140"/>
                <a:gd name="T84" fmla="*/ 1 w 198"/>
                <a:gd name="T85" fmla="*/ 136 h 140"/>
                <a:gd name="T86" fmla="*/ 4 w 198"/>
                <a:gd name="T87" fmla="*/ 138 h 140"/>
                <a:gd name="T88" fmla="*/ 7 w 198"/>
                <a:gd name="T89" fmla="*/ 140 h 140"/>
                <a:gd name="T90" fmla="*/ 9 w 198"/>
                <a:gd name="T91" fmla="*/ 140 h 140"/>
                <a:gd name="T92" fmla="*/ 12 w 198"/>
                <a:gd name="T93" fmla="*/ 138 h 140"/>
                <a:gd name="T94" fmla="*/ 15 w 198"/>
                <a:gd name="T95" fmla="*/ 136 h 140"/>
                <a:gd name="T96" fmla="*/ 15 w 198"/>
                <a:gd name="T9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40">
                  <a:moveTo>
                    <a:pt x="15" y="136"/>
                  </a:moveTo>
                  <a:lnTo>
                    <a:pt x="15" y="136"/>
                  </a:lnTo>
                  <a:lnTo>
                    <a:pt x="43" y="73"/>
                  </a:lnTo>
                  <a:lnTo>
                    <a:pt x="60" y="4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83" y="28"/>
                  </a:lnTo>
                  <a:lnTo>
                    <a:pt x="99" y="42"/>
                  </a:lnTo>
                  <a:lnTo>
                    <a:pt x="114" y="56"/>
                  </a:lnTo>
                  <a:lnTo>
                    <a:pt x="128" y="72"/>
                  </a:lnTo>
                  <a:lnTo>
                    <a:pt x="157" y="103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7" y="138"/>
                  </a:lnTo>
                  <a:lnTo>
                    <a:pt x="189" y="138"/>
                  </a:lnTo>
                  <a:lnTo>
                    <a:pt x="192" y="138"/>
                  </a:lnTo>
                  <a:lnTo>
                    <a:pt x="195" y="137"/>
                  </a:lnTo>
                  <a:lnTo>
                    <a:pt x="196" y="134"/>
                  </a:lnTo>
                  <a:lnTo>
                    <a:pt x="198" y="131"/>
                  </a:lnTo>
                  <a:lnTo>
                    <a:pt x="198" y="127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68" y="90"/>
                  </a:lnTo>
                  <a:lnTo>
                    <a:pt x="140" y="58"/>
                  </a:lnTo>
                  <a:lnTo>
                    <a:pt x="124" y="42"/>
                  </a:lnTo>
                  <a:lnTo>
                    <a:pt x="109" y="28"/>
                  </a:lnTo>
                  <a:lnTo>
                    <a:pt x="92" y="14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45" y="34"/>
                  </a:lnTo>
                  <a:lnTo>
                    <a:pt x="29" y="65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4" y="138"/>
                  </a:lnTo>
                  <a:lnTo>
                    <a:pt x="7" y="140"/>
                  </a:lnTo>
                  <a:lnTo>
                    <a:pt x="9" y="140"/>
                  </a:lnTo>
                  <a:lnTo>
                    <a:pt x="12" y="138"/>
                  </a:lnTo>
                  <a:lnTo>
                    <a:pt x="15" y="136"/>
                  </a:lnTo>
                  <a:lnTo>
                    <a:pt x="15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4" name="Freeform 124">
              <a:extLst>
                <a:ext uri="{FF2B5EF4-FFF2-40B4-BE49-F238E27FC236}">
                  <a16:creationId xmlns:a16="http://schemas.microsoft.com/office/drawing/2014/main" id="{54D97460-5E6B-0EFF-8364-3DF55D84F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114"/>
              <a:ext cx="2972" cy="2426"/>
            </a:xfrm>
            <a:custGeom>
              <a:avLst/>
              <a:gdLst>
                <a:gd name="T0" fmla="*/ 4054 w 5946"/>
                <a:gd name="T1" fmla="*/ 1603 h 4853"/>
                <a:gd name="T2" fmla="*/ 4023 w 5946"/>
                <a:gd name="T3" fmla="*/ 1676 h 4853"/>
                <a:gd name="T4" fmla="*/ 3970 w 5946"/>
                <a:gd name="T5" fmla="*/ 1264 h 4853"/>
                <a:gd name="T6" fmla="*/ 3874 w 5946"/>
                <a:gd name="T7" fmla="*/ 1444 h 4853"/>
                <a:gd name="T8" fmla="*/ 3898 w 5946"/>
                <a:gd name="T9" fmla="*/ 1703 h 4853"/>
                <a:gd name="T10" fmla="*/ 3656 w 5946"/>
                <a:gd name="T11" fmla="*/ 1498 h 4853"/>
                <a:gd name="T12" fmla="*/ 3585 w 5946"/>
                <a:gd name="T13" fmla="*/ 1087 h 4853"/>
                <a:gd name="T14" fmla="*/ 3581 w 5946"/>
                <a:gd name="T15" fmla="*/ 767 h 4853"/>
                <a:gd name="T16" fmla="*/ 3365 w 5946"/>
                <a:gd name="T17" fmla="*/ 661 h 4853"/>
                <a:gd name="T18" fmla="*/ 2997 w 5946"/>
                <a:gd name="T19" fmla="*/ 755 h 4853"/>
                <a:gd name="T20" fmla="*/ 1964 w 5946"/>
                <a:gd name="T21" fmla="*/ 712 h 4853"/>
                <a:gd name="T22" fmla="*/ 1455 w 5946"/>
                <a:gd name="T23" fmla="*/ 590 h 4853"/>
                <a:gd name="T24" fmla="*/ 751 w 5946"/>
                <a:gd name="T25" fmla="*/ 162 h 4853"/>
                <a:gd name="T26" fmla="*/ 602 w 5946"/>
                <a:gd name="T27" fmla="*/ 115 h 4853"/>
                <a:gd name="T28" fmla="*/ 360 w 5946"/>
                <a:gd name="T29" fmla="*/ 6 h 4853"/>
                <a:gd name="T30" fmla="*/ 115 w 5946"/>
                <a:gd name="T31" fmla="*/ 123 h 4853"/>
                <a:gd name="T32" fmla="*/ 17 w 5946"/>
                <a:gd name="T33" fmla="*/ 359 h 4853"/>
                <a:gd name="T34" fmla="*/ 238 w 5946"/>
                <a:gd name="T35" fmla="*/ 642 h 4853"/>
                <a:gd name="T36" fmla="*/ 541 w 5946"/>
                <a:gd name="T37" fmla="*/ 940 h 4853"/>
                <a:gd name="T38" fmla="*/ 1471 w 5946"/>
                <a:gd name="T39" fmla="*/ 1563 h 4853"/>
                <a:gd name="T40" fmla="*/ 2527 w 5946"/>
                <a:gd name="T41" fmla="*/ 1917 h 4853"/>
                <a:gd name="T42" fmla="*/ 2823 w 5946"/>
                <a:gd name="T43" fmla="*/ 1991 h 4853"/>
                <a:gd name="T44" fmla="*/ 2891 w 5946"/>
                <a:gd name="T45" fmla="*/ 2807 h 4853"/>
                <a:gd name="T46" fmla="*/ 2971 w 5946"/>
                <a:gd name="T47" fmla="*/ 4064 h 4853"/>
                <a:gd name="T48" fmla="*/ 3062 w 5946"/>
                <a:gd name="T49" fmla="*/ 4583 h 4853"/>
                <a:gd name="T50" fmla="*/ 3058 w 5946"/>
                <a:gd name="T51" fmla="*/ 4801 h 4853"/>
                <a:gd name="T52" fmla="*/ 3524 w 5946"/>
                <a:gd name="T53" fmla="*/ 4832 h 4853"/>
                <a:gd name="T54" fmla="*/ 4954 w 5946"/>
                <a:gd name="T55" fmla="*/ 4788 h 4853"/>
                <a:gd name="T56" fmla="*/ 5797 w 5946"/>
                <a:gd name="T57" fmla="*/ 4818 h 4853"/>
                <a:gd name="T58" fmla="*/ 5926 w 5946"/>
                <a:gd name="T59" fmla="*/ 4515 h 4853"/>
                <a:gd name="T60" fmla="*/ 5906 w 5946"/>
                <a:gd name="T61" fmla="*/ 3391 h 4853"/>
                <a:gd name="T62" fmla="*/ 5895 w 5946"/>
                <a:gd name="T63" fmla="*/ 2308 h 4853"/>
                <a:gd name="T64" fmla="*/ 5880 w 5946"/>
                <a:gd name="T65" fmla="*/ 2588 h 4853"/>
                <a:gd name="T66" fmla="*/ 5929 w 5946"/>
                <a:gd name="T67" fmla="*/ 4003 h 4853"/>
                <a:gd name="T68" fmla="*/ 5882 w 5946"/>
                <a:gd name="T69" fmla="*/ 4765 h 4853"/>
                <a:gd name="T70" fmla="*/ 5440 w 5946"/>
                <a:gd name="T71" fmla="*/ 4806 h 4853"/>
                <a:gd name="T72" fmla="*/ 4235 w 5946"/>
                <a:gd name="T73" fmla="*/ 4778 h 4853"/>
                <a:gd name="T74" fmla="*/ 3144 w 5946"/>
                <a:gd name="T75" fmla="*/ 4830 h 4853"/>
                <a:gd name="T76" fmla="*/ 3083 w 5946"/>
                <a:gd name="T77" fmla="*/ 4642 h 4853"/>
                <a:gd name="T78" fmla="*/ 2987 w 5946"/>
                <a:gd name="T79" fmla="*/ 4240 h 4853"/>
                <a:gd name="T80" fmla="*/ 2911 w 5946"/>
                <a:gd name="T81" fmla="*/ 2987 h 4853"/>
                <a:gd name="T82" fmla="*/ 2840 w 5946"/>
                <a:gd name="T83" fmla="*/ 1992 h 4853"/>
                <a:gd name="T84" fmla="*/ 2294 w 5946"/>
                <a:gd name="T85" fmla="*/ 1825 h 4853"/>
                <a:gd name="T86" fmla="*/ 1314 w 5946"/>
                <a:gd name="T87" fmla="*/ 1477 h 4853"/>
                <a:gd name="T88" fmla="*/ 390 w 5946"/>
                <a:gd name="T89" fmla="*/ 812 h 4853"/>
                <a:gd name="T90" fmla="*/ 167 w 5946"/>
                <a:gd name="T91" fmla="*/ 458 h 4853"/>
                <a:gd name="T92" fmla="*/ 23 w 5946"/>
                <a:gd name="T93" fmla="*/ 298 h 4853"/>
                <a:gd name="T94" fmla="*/ 275 w 5946"/>
                <a:gd name="T95" fmla="*/ 23 h 4853"/>
                <a:gd name="T96" fmla="*/ 538 w 5946"/>
                <a:gd name="T97" fmla="*/ 125 h 4853"/>
                <a:gd name="T98" fmla="*/ 720 w 5946"/>
                <a:gd name="T99" fmla="*/ 149 h 4853"/>
                <a:gd name="T100" fmla="*/ 1308 w 5946"/>
                <a:gd name="T101" fmla="*/ 523 h 4853"/>
                <a:gd name="T102" fmla="*/ 1895 w 5946"/>
                <a:gd name="T103" fmla="*/ 721 h 4853"/>
                <a:gd name="T104" fmla="*/ 2789 w 5946"/>
                <a:gd name="T105" fmla="*/ 805 h 4853"/>
                <a:gd name="T106" fmla="*/ 3361 w 5946"/>
                <a:gd name="T107" fmla="*/ 679 h 4853"/>
                <a:gd name="T108" fmla="*/ 3564 w 5946"/>
                <a:gd name="T109" fmla="*/ 792 h 4853"/>
                <a:gd name="T110" fmla="*/ 3610 w 5946"/>
                <a:gd name="T111" fmla="*/ 1173 h 4853"/>
                <a:gd name="T112" fmla="*/ 3654 w 5946"/>
                <a:gd name="T113" fmla="*/ 1562 h 4853"/>
                <a:gd name="T114" fmla="*/ 3943 w 5946"/>
                <a:gd name="T115" fmla="*/ 1732 h 4853"/>
                <a:gd name="T116" fmla="*/ 3891 w 5946"/>
                <a:gd name="T117" fmla="*/ 1492 h 4853"/>
                <a:gd name="T118" fmla="*/ 3956 w 5946"/>
                <a:gd name="T119" fmla="*/ 1271 h 4853"/>
                <a:gd name="T120" fmla="*/ 4060 w 5946"/>
                <a:gd name="T121" fmla="*/ 1761 h 4853"/>
                <a:gd name="T122" fmla="*/ 4071 w 5946"/>
                <a:gd name="T123" fmla="*/ 1564 h 4853"/>
                <a:gd name="T124" fmla="*/ 4136 w 5946"/>
                <a:gd name="T125" fmla="*/ 1348 h 4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46" h="4853">
                  <a:moveTo>
                    <a:pt x="4122" y="1345"/>
                  </a:moveTo>
                  <a:lnTo>
                    <a:pt x="4122" y="1345"/>
                  </a:lnTo>
                  <a:lnTo>
                    <a:pt x="4112" y="1355"/>
                  </a:lnTo>
                  <a:lnTo>
                    <a:pt x="4104" y="1365"/>
                  </a:lnTo>
                  <a:lnTo>
                    <a:pt x="4097" y="1376"/>
                  </a:lnTo>
                  <a:lnTo>
                    <a:pt x="4089" y="1387"/>
                  </a:lnTo>
                  <a:lnTo>
                    <a:pt x="4084" y="1399"/>
                  </a:lnTo>
                  <a:lnTo>
                    <a:pt x="4078" y="1411"/>
                  </a:lnTo>
                  <a:lnTo>
                    <a:pt x="4070" y="1436"/>
                  </a:lnTo>
                  <a:lnTo>
                    <a:pt x="4063" y="1462"/>
                  </a:lnTo>
                  <a:lnTo>
                    <a:pt x="4058" y="1489"/>
                  </a:lnTo>
                  <a:lnTo>
                    <a:pt x="4055" y="1516"/>
                  </a:lnTo>
                  <a:lnTo>
                    <a:pt x="4054" y="1542"/>
                  </a:lnTo>
                  <a:lnTo>
                    <a:pt x="4054" y="1542"/>
                  </a:lnTo>
                  <a:lnTo>
                    <a:pt x="4053" y="1573"/>
                  </a:lnTo>
                  <a:lnTo>
                    <a:pt x="4054" y="1603"/>
                  </a:lnTo>
                  <a:lnTo>
                    <a:pt x="4055" y="1633"/>
                  </a:lnTo>
                  <a:lnTo>
                    <a:pt x="4058" y="1664"/>
                  </a:lnTo>
                  <a:lnTo>
                    <a:pt x="4063" y="1693"/>
                  </a:lnTo>
                  <a:lnTo>
                    <a:pt x="4068" y="1723"/>
                  </a:lnTo>
                  <a:lnTo>
                    <a:pt x="4075" y="1753"/>
                  </a:lnTo>
                  <a:lnTo>
                    <a:pt x="4082" y="1781"/>
                  </a:lnTo>
                  <a:lnTo>
                    <a:pt x="4082" y="1781"/>
                  </a:lnTo>
                  <a:lnTo>
                    <a:pt x="4097" y="1774"/>
                  </a:lnTo>
                  <a:lnTo>
                    <a:pt x="4097" y="1774"/>
                  </a:lnTo>
                  <a:lnTo>
                    <a:pt x="4084" y="1761"/>
                  </a:lnTo>
                  <a:lnTo>
                    <a:pt x="4071" y="1747"/>
                  </a:lnTo>
                  <a:lnTo>
                    <a:pt x="4060" y="1735"/>
                  </a:lnTo>
                  <a:lnTo>
                    <a:pt x="4048" y="1720"/>
                  </a:lnTo>
                  <a:lnTo>
                    <a:pt x="4040" y="1706"/>
                  </a:lnTo>
                  <a:lnTo>
                    <a:pt x="4030" y="1692"/>
                  </a:lnTo>
                  <a:lnTo>
                    <a:pt x="4023" y="1676"/>
                  </a:lnTo>
                  <a:lnTo>
                    <a:pt x="4016" y="1662"/>
                  </a:lnTo>
                  <a:lnTo>
                    <a:pt x="4009" y="1647"/>
                  </a:lnTo>
                  <a:lnTo>
                    <a:pt x="4003" y="1630"/>
                  </a:lnTo>
                  <a:lnTo>
                    <a:pt x="3994" y="1597"/>
                  </a:lnTo>
                  <a:lnTo>
                    <a:pt x="3989" y="1563"/>
                  </a:lnTo>
                  <a:lnTo>
                    <a:pt x="3986" y="1526"/>
                  </a:lnTo>
                  <a:lnTo>
                    <a:pt x="3986" y="1526"/>
                  </a:lnTo>
                  <a:lnTo>
                    <a:pt x="3985" y="1494"/>
                  </a:lnTo>
                  <a:lnTo>
                    <a:pt x="3985" y="1461"/>
                  </a:lnTo>
                  <a:lnTo>
                    <a:pt x="3983" y="1397"/>
                  </a:lnTo>
                  <a:lnTo>
                    <a:pt x="3983" y="1365"/>
                  </a:lnTo>
                  <a:lnTo>
                    <a:pt x="3980" y="1332"/>
                  </a:lnTo>
                  <a:lnTo>
                    <a:pt x="3977" y="1300"/>
                  </a:lnTo>
                  <a:lnTo>
                    <a:pt x="3973" y="1267"/>
                  </a:lnTo>
                  <a:lnTo>
                    <a:pt x="3973" y="1267"/>
                  </a:lnTo>
                  <a:lnTo>
                    <a:pt x="3970" y="1264"/>
                  </a:lnTo>
                  <a:lnTo>
                    <a:pt x="3968" y="1261"/>
                  </a:lnTo>
                  <a:lnTo>
                    <a:pt x="3963" y="1261"/>
                  </a:lnTo>
                  <a:lnTo>
                    <a:pt x="3960" y="1261"/>
                  </a:lnTo>
                  <a:lnTo>
                    <a:pt x="3960" y="1261"/>
                  </a:lnTo>
                  <a:lnTo>
                    <a:pt x="3946" y="1268"/>
                  </a:lnTo>
                  <a:lnTo>
                    <a:pt x="3935" y="1277"/>
                  </a:lnTo>
                  <a:lnTo>
                    <a:pt x="3924" y="1287"/>
                  </a:lnTo>
                  <a:lnTo>
                    <a:pt x="3914" y="1298"/>
                  </a:lnTo>
                  <a:lnTo>
                    <a:pt x="3905" y="1311"/>
                  </a:lnTo>
                  <a:lnTo>
                    <a:pt x="3898" y="1324"/>
                  </a:lnTo>
                  <a:lnTo>
                    <a:pt x="3892" y="1338"/>
                  </a:lnTo>
                  <a:lnTo>
                    <a:pt x="3888" y="1352"/>
                  </a:lnTo>
                  <a:lnTo>
                    <a:pt x="3884" y="1368"/>
                  </a:lnTo>
                  <a:lnTo>
                    <a:pt x="3880" y="1383"/>
                  </a:lnTo>
                  <a:lnTo>
                    <a:pt x="3875" y="1413"/>
                  </a:lnTo>
                  <a:lnTo>
                    <a:pt x="3874" y="1444"/>
                  </a:lnTo>
                  <a:lnTo>
                    <a:pt x="3873" y="1472"/>
                  </a:lnTo>
                  <a:lnTo>
                    <a:pt x="3873" y="1472"/>
                  </a:lnTo>
                  <a:lnTo>
                    <a:pt x="3874" y="1504"/>
                  </a:lnTo>
                  <a:lnTo>
                    <a:pt x="3875" y="1538"/>
                  </a:lnTo>
                  <a:lnTo>
                    <a:pt x="3880" y="1572"/>
                  </a:lnTo>
                  <a:lnTo>
                    <a:pt x="3887" y="1606"/>
                  </a:lnTo>
                  <a:lnTo>
                    <a:pt x="3895" y="1638"/>
                  </a:lnTo>
                  <a:lnTo>
                    <a:pt x="3907" y="1671"/>
                  </a:lnTo>
                  <a:lnTo>
                    <a:pt x="3912" y="1685"/>
                  </a:lnTo>
                  <a:lnTo>
                    <a:pt x="3921" y="1701"/>
                  </a:lnTo>
                  <a:lnTo>
                    <a:pt x="3929" y="1715"/>
                  </a:lnTo>
                  <a:lnTo>
                    <a:pt x="3938" y="1727"/>
                  </a:lnTo>
                  <a:lnTo>
                    <a:pt x="3938" y="1727"/>
                  </a:lnTo>
                  <a:lnTo>
                    <a:pt x="3948" y="1715"/>
                  </a:lnTo>
                  <a:lnTo>
                    <a:pt x="3948" y="1715"/>
                  </a:lnTo>
                  <a:lnTo>
                    <a:pt x="3898" y="1703"/>
                  </a:lnTo>
                  <a:lnTo>
                    <a:pt x="3849" y="1688"/>
                  </a:lnTo>
                  <a:lnTo>
                    <a:pt x="3823" y="1681"/>
                  </a:lnTo>
                  <a:lnTo>
                    <a:pt x="3799" y="1671"/>
                  </a:lnTo>
                  <a:lnTo>
                    <a:pt x="3776" y="1659"/>
                  </a:lnTo>
                  <a:lnTo>
                    <a:pt x="3755" y="1648"/>
                  </a:lnTo>
                  <a:lnTo>
                    <a:pt x="3734" y="1634"/>
                  </a:lnTo>
                  <a:lnTo>
                    <a:pt x="3715" y="1620"/>
                  </a:lnTo>
                  <a:lnTo>
                    <a:pt x="3700" y="1603"/>
                  </a:lnTo>
                  <a:lnTo>
                    <a:pt x="3684" y="1583"/>
                  </a:lnTo>
                  <a:lnTo>
                    <a:pt x="3679" y="1573"/>
                  </a:lnTo>
                  <a:lnTo>
                    <a:pt x="3673" y="1562"/>
                  </a:lnTo>
                  <a:lnTo>
                    <a:pt x="3669" y="1550"/>
                  </a:lnTo>
                  <a:lnTo>
                    <a:pt x="3664" y="1539"/>
                  </a:lnTo>
                  <a:lnTo>
                    <a:pt x="3660" y="1526"/>
                  </a:lnTo>
                  <a:lnTo>
                    <a:pt x="3657" y="1512"/>
                  </a:lnTo>
                  <a:lnTo>
                    <a:pt x="3656" y="1498"/>
                  </a:lnTo>
                  <a:lnTo>
                    <a:pt x="3656" y="1484"/>
                  </a:lnTo>
                  <a:lnTo>
                    <a:pt x="3656" y="1484"/>
                  </a:lnTo>
                  <a:lnTo>
                    <a:pt x="3656" y="1455"/>
                  </a:lnTo>
                  <a:lnTo>
                    <a:pt x="3657" y="1426"/>
                  </a:lnTo>
                  <a:lnTo>
                    <a:pt x="3663" y="1369"/>
                  </a:lnTo>
                  <a:lnTo>
                    <a:pt x="3666" y="1341"/>
                  </a:lnTo>
                  <a:lnTo>
                    <a:pt x="3666" y="1312"/>
                  </a:lnTo>
                  <a:lnTo>
                    <a:pt x="3664" y="1284"/>
                  </a:lnTo>
                  <a:lnTo>
                    <a:pt x="3660" y="1256"/>
                  </a:lnTo>
                  <a:lnTo>
                    <a:pt x="3660" y="1256"/>
                  </a:lnTo>
                  <a:lnTo>
                    <a:pt x="3653" y="1230"/>
                  </a:lnTo>
                  <a:lnTo>
                    <a:pt x="3644" y="1205"/>
                  </a:lnTo>
                  <a:lnTo>
                    <a:pt x="3633" y="1182"/>
                  </a:lnTo>
                  <a:lnTo>
                    <a:pt x="3622" y="1158"/>
                  </a:lnTo>
                  <a:lnTo>
                    <a:pt x="3596" y="1111"/>
                  </a:lnTo>
                  <a:lnTo>
                    <a:pt x="3585" y="1087"/>
                  </a:lnTo>
                  <a:lnTo>
                    <a:pt x="3575" y="1064"/>
                  </a:lnTo>
                  <a:lnTo>
                    <a:pt x="3575" y="1064"/>
                  </a:lnTo>
                  <a:lnTo>
                    <a:pt x="3569" y="1049"/>
                  </a:lnTo>
                  <a:lnTo>
                    <a:pt x="3565" y="1033"/>
                  </a:lnTo>
                  <a:lnTo>
                    <a:pt x="3562" y="1019"/>
                  </a:lnTo>
                  <a:lnTo>
                    <a:pt x="3559" y="1003"/>
                  </a:lnTo>
                  <a:lnTo>
                    <a:pt x="3558" y="989"/>
                  </a:lnTo>
                  <a:lnTo>
                    <a:pt x="3558" y="974"/>
                  </a:lnTo>
                  <a:lnTo>
                    <a:pt x="3559" y="944"/>
                  </a:lnTo>
                  <a:lnTo>
                    <a:pt x="3564" y="914"/>
                  </a:lnTo>
                  <a:lnTo>
                    <a:pt x="3568" y="883"/>
                  </a:lnTo>
                  <a:lnTo>
                    <a:pt x="3572" y="853"/>
                  </a:lnTo>
                  <a:lnTo>
                    <a:pt x="3578" y="822"/>
                  </a:lnTo>
                  <a:lnTo>
                    <a:pt x="3578" y="822"/>
                  </a:lnTo>
                  <a:lnTo>
                    <a:pt x="3581" y="794"/>
                  </a:lnTo>
                  <a:lnTo>
                    <a:pt x="3581" y="767"/>
                  </a:lnTo>
                  <a:lnTo>
                    <a:pt x="3581" y="738"/>
                  </a:lnTo>
                  <a:lnTo>
                    <a:pt x="3578" y="710"/>
                  </a:lnTo>
                  <a:lnTo>
                    <a:pt x="3578" y="710"/>
                  </a:lnTo>
                  <a:lnTo>
                    <a:pt x="3575" y="702"/>
                  </a:lnTo>
                  <a:lnTo>
                    <a:pt x="3571" y="695"/>
                  </a:lnTo>
                  <a:lnTo>
                    <a:pt x="3565" y="689"/>
                  </a:lnTo>
                  <a:lnTo>
                    <a:pt x="3558" y="685"/>
                  </a:lnTo>
                  <a:lnTo>
                    <a:pt x="3550" y="680"/>
                  </a:lnTo>
                  <a:lnTo>
                    <a:pt x="3541" y="678"/>
                  </a:lnTo>
                  <a:lnTo>
                    <a:pt x="3524" y="673"/>
                  </a:lnTo>
                  <a:lnTo>
                    <a:pt x="3524" y="673"/>
                  </a:lnTo>
                  <a:lnTo>
                    <a:pt x="3493" y="665"/>
                  </a:lnTo>
                  <a:lnTo>
                    <a:pt x="3462" y="661"/>
                  </a:lnTo>
                  <a:lnTo>
                    <a:pt x="3429" y="659"/>
                  </a:lnTo>
                  <a:lnTo>
                    <a:pt x="3398" y="659"/>
                  </a:lnTo>
                  <a:lnTo>
                    <a:pt x="3365" y="661"/>
                  </a:lnTo>
                  <a:lnTo>
                    <a:pt x="3334" y="665"/>
                  </a:lnTo>
                  <a:lnTo>
                    <a:pt x="3303" y="670"/>
                  </a:lnTo>
                  <a:lnTo>
                    <a:pt x="3270" y="678"/>
                  </a:lnTo>
                  <a:lnTo>
                    <a:pt x="3270" y="678"/>
                  </a:lnTo>
                  <a:lnTo>
                    <a:pt x="3251" y="682"/>
                  </a:lnTo>
                  <a:lnTo>
                    <a:pt x="3232" y="687"/>
                  </a:lnTo>
                  <a:lnTo>
                    <a:pt x="3212" y="695"/>
                  </a:lnTo>
                  <a:lnTo>
                    <a:pt x="3195" y="704"/>
                  </a:lnTo>
                  <a:lnTo>
                    <a:pt x="3195" y="704"/>
                  </a:lnTo>
                  <a:lnTo>
                    <a:pt x="3181" y="710"/>
                  </a:lnTo>
                  <a:lnTo>
                    <a:pt x="3166" y="716"/>
                  </a:lnTo>
                  <a:lnTo>
                    <a:pt x="3134" y="721"/>
                  </a:lnTo>
                  <a:lnTo>
                    <a:pt x="3134" y="721"/>
                  </a:lnTo>
                  <a:lnTo>
                    <a:pt x="3062" y="740"/>
                  </a:lnTo>
                  <a:lnTo>
                    <a:pt x="3062" y="740"/>
                  </a:lnTo>
                  <a:lnTo>
                    <a:pt x="2997" y="755"/>
                  </a:lnTo>
                  <a:lnTo>
                    <a:pt x="2929" y="768"/>
                  </a:lnTo>
                  <a:lnTo>
                    <a:pt x="2862" y="780"/>
                  </a:lnTo>
                  <a:lnTo>
                    <a:pt x="2794" y="788"/>
                  </a:lnTo>
                  <a:lnTo>
                    <a:pt x="2726" y="794"/>
                  </a:lnTo>
                  <a:lnTo>
                    <a:pt x="2658" y="797"/>
                  </a:lnTo>
                  <a:lnTo>
                    <a:pt x="2590" y="795"/>
                  </a:lnTo>
                  <a:lnTo>
                    <a:pt x="2556" y="794"/>
                  </a:lnTo>
                  <a:lnTo>
                    <a:pt x="2522" y="791"/>
                  </a:lnTo>
                  <a:lnTo>
                    <a:pt x="2522" y="791"/>
                  </a:lnTo>
                  <a:lnTo>
                    <a:pt x="2453" y="784"/>
                  </a:lnTo>
                  <a:lnTo>
                    <a:pt x="2382" y="775"/>
                  </a:lnTo>
                  <a:lnTo>
                    <a:pt x="2313" y="765"/>
                  </a:lnTo>
                  <a:lnTo>
                    <a:pt x="2243" y="754"/>
                  </a:lnTo>
                  <a:lnTo>
                    <a:pt x="2104" y="730"/>
                  </a:lnTo>
                  <a:lnTo>
                    <a:pt x="2035" y="720"/>
                  </a:lnTo>
                  <a:lnTo>
                    <a:pt x="1964" y="712"/>
                  </a:lnTo>
                  <a:lnTo>
                    <a:pt x="1964" y="712"/>
                  </a:lnTo>
                  <a:lnTo>
                    <a:pt x="1895" y="704"/>
                  </a:lnTo>
                  <a:lnTo>
                    <a:pt x="1824" y="699"/>
                  </a:lnTo>
                  <a:lnTo>
                    <a:pt x="1754" y="693"/>
                  </a:lnTo>
                  <a:lnTo>
                    <a:pt x="1683" y="686"/>
                  </a:lnTo>
                  <a:lnTo>
                    <a:pt x="1683" y="686"/>
                  </a:lnTo>
                  <a:lnTo>
                    <a:pt x="1654" y="683"/>
                  </a:lnTo>
                  <a:lnTo>
                    <a:pt x="1638" y="682"/>
                  </a:lnTo>
                  <a:lnTo>
                    <a:pt x="1624" y="678"/>
                  </a:lnTo>
                  <a:lnTo>
                    <a:pt x="1624" y="678"/>
                  </a:lnTo>
                  <a:lnTo>
                    <a:pt x="1601" y="668"/>
                  </a:lnTo>
                  <a:lnTo>
                    <a:pt x="1580" y="658"/>
                  </a:lnTo>
                  <a:lnTo>
                    <a:pt x="1580" y="658"/>
                  </a:lnTo>
                  <a:lnTo>
                    <a:pt x="1518" y="625"/>
                  </a:lnTo>
                  <a:lnTo>
                    <a:pt x="1455" y="590"/>
                  </a:lnTo>
                  <a:lnTo>
                    <a:pt x="1455" y="590"/>
                  </a:lnTo>
                  <a:lnTo>
                    <a:pt x="1338" y="522"/>
                  </a:lnTo>
                  <a:lnTo>
                    <a:pt x="1278" y="486"/>
                  </a:lnTo>
                  <a:lnTo>
                    <a:pt x="1217" y="454"/>
                  </a:lnTo>
                  <a:lnTo>
                    <a:pt x="1217" y="454"/>
                  </a:lnTo>
                  <a:lnTo>
                    <a:pt x="1105" y="394"/>
                  </a:lnTo>
                  <a:lnTo>
                    <a:pt x="1049" y="363"/>
                  </a:lnTo>
                  <a:lnTo>
                    <a:pt x="993" y="332"/>
                  </a:lnTo>
                  <a:lnTo>
                    <a:pt x="993" y="332"/>
                  </a:lnTo>
                  <a:lnTo>
                    <a:pt x="937" y="299"/>
                  </a:lnTo>
                  <a:lnTo>
                    <a:pt x="881" y="264"/>
                  </a:lnTo>
                  <a:lnTo>
                    <a:pt x="828" y="227"/>
                  </a:lnTo>
                  <a:lnTo>
                    <a:pt x="802" y="207"/>
                  </a:lnTo>
                  <a:lnTo>
                    <a:pt x="777" y="186"/>
                  </a:lnTo>
                  <a:lnTo>
                    <a:pt x="777" y="186"/>
                  </a:lnTo>
                  <a:lnTo>
                    <a:pt x="762" y="175"/>
                  </a:lnTo>
                  <a:lnTo>
                    <a:pt x="751" y="162"/>
                  </a:lnTo>
                  <a:lnTo>
                    <a:pt x="741" y="149"/>
                  </a:lnTo>
                  <a:lnTo>
                    <a:pt x="731" y="133"/>
                  </a:lnTo>
                  <a:lnTo>
                    <a:pt x="731" y="133"/>
                  </a:lnTo>
                  <a:lnTo>
                    <a:pt x="726" y="125"/>
                  </a:lnTo>
                  <a:lnTo>
                    <a:pt x="718" y="119"/>
                  </a:lnTo>
                  <a:lnTo>
                    <a:pt x="711" y="114"/>
                  </a:lnTo>
                  <a:lnTo>
                    <a:pt x="704" y="109"/>
                  </a:lnTo>
                  <a:lnTo>
                    <a:pt x="696" y="106"/>
                  </a:lnTo>
                  <a:lnTo>
                    <a:pt x="686" y="105"/>
                  </a:lnTo>
                  <a:lnTo>
                    <a:pt x="677" y="104"/>
                  </a:lnTo>
                  <a:lnTo>
                    <a:pt x="667" y="104"/>
                  </a:lnTo>
                  <a:lnTo>
                    <a:pt x="667" y="104"/>
                  </a:lnTo>
                  <a:lnTo>
                    <a:pt x="658" y="105"/>
                  </a:lnTo>
                  <a:lnTo>
                    <a:pt x="646" y="106"/>
                  </a:lnTo>
                  <a:lnTo>
                    <a:pt x="625" y="111"/>
                  </a:lnTo>
                  <a:lnTo>
                    <a:pt x="602" y="115"/>
                  </a:lnTo>
                  <a:lnTo>
                    <a:pt x="592" y="116"/>
                  </a:lnTo>
                  <a:lnTo>
                    <a:pt x="581" y="116"/>
                  </a:lnTo>
                  <a:lnTo>
                    <a:pt x="581" y="116"/>
                  </a:lnTo>
                  <a:lnTo>
                    <a:pt x="565" y="115"/>
                  </a:lnTo>
                  <a:lnTo>
                    <a:pt x="550" y="111"/>
                  </a:lnTo>
                  <a:lnTo>
                    <a:pt x="536" y="105"/>
                  </a:lnTo>
                  <a:lnTo>
                    <a:pt x="521" y="98"/>
                  </a:lnTo>
                  <a:lnTo>
                    <a:pt x="509" y="89"/>
                  </a:lnTo>
                  <a:lnTo>
                    <a:pt x="495" y="81"/>
                  </a:lnTo>
                  <a:lnTo>
                    <a:pt x="470" y="61"/>
                  </a:lnTo>
                  <a:lnTo>
                    <a:pt x="470" y="61"/>
                  </a:lnTo>
                  <a:lnTo>
                    <a:pt x="449" y="47"/>
                  </a:lnTo>
                  <a:lnTo>
                    <a:pt x="428" y="34"/>
                  </a:lnTo>
                  <a:lnTo>
                    <a:pt x="405" y="23"/>
                  </a:lnTo>
                  <a:lnTo>
                    <a:pt x="383" y="13"/>
                  </a:lnTo>
                  <a:lnTo>
                    <a:pt x="360" y="6"/>
                  </a:lnTo>
                  <a:lnTo>
                    <a:pt x="336" y="2"/>
                  </a:lnTo>
                  <a:lnTo>
                    <a:pt x="323" y="0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2"/>
                  </a:lnTo>
                  <a:lnTo>
                    <a:pt x="285" y="2"/>
                  </a:lnTo>
                  <a:lnTo>
                    <a:pt x="272" y="4"/>
                  </a:lnTo>
                  <a:lnTo>
                    <a:pt x="259" y="9"/>
                  </a:lnTo>
                  <a:lnTo>
                    <a:pt x="247" y="13"/>
                  </a:lnTo>
                  <a:lnTo>
                    <a:pt x="235" y="19"/>
                  </a:lnTo>
                  <a:lnTo>
                    <a:pt x="213" y="31"/>
                  </a:lnTo>
                  <a:lnTo>
                    <a:pt x="190" y="48"/>
                  </a:lnTo>
                  <a:lnTo>
                    <a:pt x="170" y="65"/>
                  </a:lnTo>
                  <a:lnTo>
                    <a:pt x="150" y="84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98" y="143"/>
                  </a:lnTo>
                  <a:lnTo>
                    <a:pt x="81" y="163"/>
                  </a:lnTo>
                  <a:lnTo>
                    <a:pt x="65" y="186"/>
                  </a:lnTo>
                  <a:lnTo>
                    <a:pt x="50" y="209"/>
                  </a:lnTo>
                  <a:lnTo>
                    <a:pt x="35" y="231"/>
                  </a:lnTo>
                  <a:lnTo>
                    <a:pt x="23" y="255"/>
                  </a:lnTo>
                  <a:lnTo>
                    <a:pt x="13" y="27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12"/>
                  </a:lnTo>
                  <a:lnTo>
                    <a:pt x="0" y="320"/>
                  </a:lnTo>
                  <a:lnTo>
                    <a:pt x="1" y="328"/>
                  </a:lnTo>
                  <a:lnTo>
                    <a:pt x="3" y="335"/>
                  </a:lnTo>
                  <a:lnTo>
                    <a:pt x="4" y="340"/>
                  </a:lnTo>
                  <a:lnTo>
                    <a:pt x="9" y="347"/>
                  </a:lnTo>
                  <a:lnTo>
                    <a:pt x="17" y="359"/>
                  </a:lnTo>
                  <a:lnTo>
                    <a:pt x="28" y="369"/>
                  </a:lnTo>
                  <a:lnTo>
                    <a:pt x="41" y="377"/>
                  </a:lnTo>
                  <a:lnTo>
                    <a:pt x="68" y="393"/>
                  </a:lnTo>
                  <a:lnTo>
                    <a:pt x="68" y="393"/>
                  </a:lnTo>
                  <a:lnTo>
                    <a:pt x="89" y="407"/>
                  </a:lnTo>
                  <a:lnTo>
                    <a:pt x="109" y="422"/>
                  </a:lnTo>
                  <a:lnTo>
                    <a:pt x="128" y="439"/>
                  </a:lnTo>
                  <a:lnTo>
                    <a:pt x="145" y="458"/>
                  </a:lnTo>
                  <a:lnTo>
                    <a:pt x="160" y="478"/>
                  </a:lnTo>
                  <a:lnTo>
                    <a:pt x="174" y="499"/>
                  </a:lnTo>
                  <a:lnTo>
                    <a:pt x="187" y="520"/>
                  </a:lnTo>
                  <a:lnTo>
                    <a:pt x="198" y="543"/>
                  </a:lnTo>
                  <a:lnTo>
                    <a:pt x="198" y="543"/>
                  </a:lnTo>
                  <a:lnTo>
                    <a:pt x="208" y="567"/>
                  </a:lnTo>
                  <a:lnTo>
                    <a:pt x="218" y="592"/>
                  </a:lnTo>
                  <a:lnTo>
                    <a:pt x="238" y="642"/>
                  </a:lnTo>
                  <a:lnTo>
                    <a:pt x="248" y="666"/>
                  </a:lnTo>
                  <a:lnTo>
                    <a:pt x="258" y="690"/>
                  </a:lnTo>
                  <a:lnTo>
                    <a:pt x="271" y="713"/>
                  </a:lnTo>
                  <a:lnTo>
                    <a:pt x="286" y="736"/>
                  </a:lnTo>
                  <a:lnTo>
                    <a:pt x="286" y="736"/>
                  </a:lnTo>
                  <a:lnTo>
                    <a:pt x="299" y="751"/>
                  </a:lnTo>
                  <a:lnTo>
                    <a:pt x="313" y="767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1" y="805"/>
                  </a:lnTo>
                  <a:lnTo>
                    <a:pt x="361" y="814"/>
                  </a:lnTo>
                  <a:lnTo>
                    <a:pt x="383" y="829"/>
                  </a:lnTo>
                  <a:lnTo>
                    <a:pt x="428" y="859"/>
                  </a:lnTo>
                  <a:lnTo>
                    <a:pt x="428" y="859"/>
                  </a:lnTo>
                  <a:lnTo>
                    <a:pt x="485" y="899"/>
                  </a:lnTo>
                  <a:lnTo>
                    <a:pt x="541" y="940"/>
                  </a:lnTo>
                  <a:lnTo>
                    <a:pt x="653" y="1025"/>
                  </a:lnTo>
                  <a:lnTo>
                    <a:pt x="874" y="1198"/>
                  </a:lnTo>
                  <a:lnTo>
                    <a:pt x="874" y="1198"/>
                  </a:lnTo>
                  <a:lnTo>
                    <a:pt x="975" y="1274"/>
                  </a:lnTo>
                  <a:lnTo>
                    <a:pt x="1026" y="1312"/>
                  </a:lnTo>
                  <a:lnTo>
                    <a:pt x="1077" y="1349"/>
                  </a:lnTo>
                  <a:lnTo>
                    <a:pt x="1129" y="1385"/>
                  </a:lnTo>
                  <a:lnTo>
                    <a:pt x="1182" y="1420"/>
                  </a:lnTo>
                  <a:lnTo>
                    <a:pt x="1237" y="1453"/>
                  </a:lnTo>
                  <a:lnTo>
                    <a:pt x="1291" y="1484"/>
                  </a:lnTo>
                  <a:lnTo>
                    <a:pt x="1291" y="1484"/>
                  </a:lnTo>
                  <a:lnTo>
                    <a:pt x="1321" y="1499"/>
                  </a:lnTo>
                  <a:lnTo>
                    <a:pt x="1350" y="1513"/>
                  </a:lnTo>
                  <a:lnTo>
                    <a:pt x="1380" y="1526"/>
                  </a:lnTo>
                  <a:lnTo>
                    <a:pt x="1410" y="1539"/>
                  </a:lnTo>
                  <a:lnTo>
                    <a:pt x="1471" y="1563"/>
                  </a:lnTo>
                  <a:lnTo>
                    <a:pt x="1532" y="1584"/>
                  </a:lnTo>
                  <a:lnTo>
                    <a:pt x="1594" y="1604"/>
                  </a:lnTo>
                  <a:lnTo>
                    <a:pt x="1656" y="1623"/>
                  </a:lnTo>
                  <a:lnTo>
                    <a:pt x="1719" y="1642"/>
                  </a:lnTo>
                  <a:lnTo>
                    <a:pt x="1781" y="1662"/>
                  </a:lnTo>
                  <a:lnTo>
                    <a:pt x="1781" y="1662"/>
                  </a:lnTo>
                  <a:lnTo>
                    <a:pt x="1849" y="1685"/>
                  </a:lnTo>
                  <a:lnTo>
                    <a:pt x="1917" y="1709"/>
                  </a:lnTo>
                  <a:lnTo>
                    <a:pt x="2052" y="1757"/>
                  </a:lnTo>
                  <a:lnTo>
                    <a:pt x="2186" y="1807"/>
                  </a:lnTo>
                  <a:lnTo>
                    <a:pt x="2254" y="1829"/>
                  </a:lnTo>
                  <a:lnTo>
                    <a:pt x="2322" y="1854"/>
                  </a:lnTo>
                  <a:lnTo>
                    <a:pt x="2322" y="1854"/>
                  </a:lnTo>
                  <a:lnTo>
                    <a:pt x="2389" y="1875"/>
                  </a:lnTo>
                  <a:lnTo>
                    <a:pt x="2457" y="1897"/>
                  </a:lnTo>
                  <a:lnTo>
                    <a:pt x="2527" y="1917"/>
                  </a:lnTo>
                  <a:lnTo>
                    <a:pt x="2561" y="1926"/>
                  </a:lnTo>
                  <a:lnTo>
                    <a:pt x="2595" y="1934"/>
                  </a:lnTo>
                  <a:lnTo>
                    <a:pt x="2595" y="1934"/>
                  </a:lnTo>
                  <a:lnTo>
                    <a:pt x="2627" y="1940"/>
                  </a:lnTo>
                  <a:lnTo>
                    <a:pt x="2658" y="1946"/>
                  </a:lnTo>
                  <a:lnTo>
                    <a:pt x="2723" y="1957"/>
                  </a:lnTo>
                  <a:lnTo>
                    <a:pt x="2723" y="1957"/>
                  </a:lnTo>
                  <a:lnTo>
                    <a:pt x="2755" y="1963"/>
                  </a:lnTo>
                  <a:lnTo>
                    <a:pt x="2786" y="1970"/>
                  </a:lnTo>
                  <a:lnTo>
                    <a:pt x="2786" y="1970"/>
                  </a:lnTo>
                  <a:lnTo>
                    <a:pt x="2816" y="1978"/>
                  </a:lnTo>
                  <a:lnTo>
                    <a:pt x="2816" y="1978"/>
                  </a:lnTo>
                  <a:lnTo>
                    <a:pt x="2820" y="1980"/>
                  </a:lnTo>
                  <a:lnTo>
                    <a:pt x="2821" y="1981"/>
                  </a:lnTo>
                  <a:lnTo>
                    <a:pt x="2823" y="1991"/>
                  </a:lnTo>
                  <a:lnTo>
                    <a:pt x="2823" y="1991"/>
                  </a:lnTo>
                  <a:lnTo>
                    <a:pt x="2827" y="2019"/>
                  </a:lnTo>
                  <a:lnTo>
                    <a:pt x="2830" y="2048"/>
                  </a:lnTo>
                  <a:lnTo>
                    <a:pt x="2833" y="2076"/>
                  </a:lnTo>
                  <a:lnTo>
                    <a:pt x="2835" y="2104"/>
                  </a:lnTo>
                  <a:lnTo>
                    <a:pt x="2835" y="2104"/>
                  </a:lnTo>
                  <a:lnTo>
                    <a:pt x="2845" y="2175"/>
                  </a:lnTo>
                  <a:lnTo>
                    <a:pt x="2857" y="2245"/>
                  </a:lnTo>
                  <a:lnTo>
                    <a:pt x="2857" y="2245"/>
                  </a:lnTo>
                  <a:lnTo>
                    <a:pt x="2868" y="2314"/>
                  </a:lnTo>
                  <a:lnTo>
                    <a:pt x="2876" y="2385"/>
                  </a:lnTo>
                  <a:lnTo>
                    <a:pt x="2884" y="2456"/>
                  </a:lnTo>
                  <a:lnTo>
                    <a:pt x="2886" y="2490"/>
                  </a:lnTo>
                  <a:lnTo>
                    <a:pt x="2886" y="2525"/>
                  </a:lnTo>
                  <a:lnTo>
                    <a:pt x="2886" y="2525"/>
                  </a:lnTo>
                  <a:lnTo>
                    <a:pt x="2889" y="2667"/>
                  </a:lnTo>
                  <a:lnTo>
                    <a:pt x="2891" y="2807"/>
                  </a:lnTo>
                  <a:lnTo>
                    <a:pt x="2894" y="2947"/>
                  </a:lnTo>
                  <a:lnTo>
                    <a:pt x="2896" y="3089"/>
                  </a:lnTo>
                  <a:lnTo>
                    <a:pt x="2896" y="3089"/>
                  </a:lnTo>
                  <a:lnTo>
                    <a:pt x="2901" y="3160"/>
                  </a:lnTo>
                  <a:lnTo>
                    <a:pt x="2905" y="3231"/>
                  </a:lnTo>
                  <a:lnTo>
                    <a:pt x="2909" y="3302"/>
                  </a:lnTo>
                  <a:lnTo>
                    <a:pt x="2916" y="3372"/>
                  </a:lnTo>
                  <a:lnTo>
                    <a:pt x="2929" y="3513"/>
                  </a:lnTo>
                  <a:lnTo>
                    <a:pt x="2945" y="3654"/>
                  </a:lnTo>
                  <a:lnTo>
                    <a:pt x="2945" y="3654"/>
                  </a:lnTo>
                  <a:lnTo>
                    <a:pt x="2959" y="3799"/>
                  </a:lnTo>
                  <a:lnTo>
                    <a:pt x="2970" y="3943"/>
                  </a:lnTo>
                  <a:lnTo>
                    <a:pt x="2970" y="3943"/>
                  </a:lnTo>
                  <a:lnTo>
                    <a:pt x="2971" y="3973"/>
                  </a:lnTo>
                  <a:lnTo>
                    <a:pt x="2971" y="4003"/>
                  </a:lnTo>
                  <a:lnTo>
                    <a:pt x="2971" y="4064"/>
                  </a:lnTo>
                  <a:lnTo>
                    <a:pt x="2970" y="4123"/>
                  </a:lnTo>
                  <a:lnTo>
                    <a:pt x="2970" y="4183"/>
                  </a:lnTo>
                  <a:lnTo>
                    <a:pt x="2970" y="4183"/>
                  </a:lnTo>
                  <a:lnTo>
                    <a:pt x="2970" y="4241"/>
                  </a:lnTo>
                  <a:lnTo>
                    <a:pt x="2971" y="4269"/>
                  </a:lnTo>
                  <a:lnTo>
                    <a:pt x="2974" y="4299"/>
                  </a:lnTo>
                  <a:lnTo>
                    <a:pt x="2979" y="4327"/>
                  </a:lnTo>
                  <a:lnTo>
                    <a:pt x="2983" y="4356"/>
                  </a:lnTo>
                  <a:lnTo>
                    <a:pt x="2990" y="4384"/>
                  </a:lnTo>
                  <a:lnTo>
                    <a:pt x="2997" y="4411"/>
                  </a:lnTo>
                  <a:lnTo>
                    <a:pt x="2997" y="4411"/>
                  </a:lnTo>
                  <a:lnTo>
                    <a:pt x="3008" y="4439"/>
                  </a:lnTo>
                  <a:lnTo>
                    <a:pt x="3020" y="4468"/>
                  </a:lnTo>
                  <a:lnTo>
                    <a:pt x="3044" y="4524"/>
                  </a:lnTo>
                  <a:lnTo>
                    <a:pt x="3054" y="4553"/>
                  </a:lnTo>
                  <a:lnTo>
                    <a:pt x="3062" y="4583"/>
                  </a:lnTo>
                  <a:lnTo>
                    <a:pt x="3065" y="4598"/>
                  </a:lnTo>
                  <a:lnTo>
                    <a:pt x="3066" y="4612"/>
                  </a:lnTo>
                  <a:lnTo>
                    <a:pt x="3068" y="4628"/>
                  </a:lnTo>
                  <a:lnTo>
                    <a:pt x="3066" y="4642"/>
                  </a:lnTo>
                  <a:lnTo>
                    <a:pt x="3066" y="4642"/>
                  </a:lnTo>
                  <a:lnTo>
                    <a:pt x="3065" y="4663"/>
                  </a:lnTo>
                  <a:lnTo>
                    <a:pt x="3062" y="4686"/>
                  </a:lnTo>
                  <a:lnTo>
                    <a:pt x="3056" y="4728"/>
                  </a:lnTo>
                  <a:lnTo>
                    <a:pt x="3056" y="4728"/>
                  </a:lnTo>
                  <a:lnTo>
                    <a:pt x="3054" y="4745"/>
                  </a:lnTo>
                  <a:lnTo>
                    <a:pt x="3052" y="4765"/>
                  </a:lnTo>
                  <a:lnTo>
                    <a:pt x="3052" y="4774"/>
                  </a:lnTo>
                  <a:lnTo>
                    <a:pt x="3054" y="4784"/>
                  </a:lnTo>
                  <a:lnTo>
                    <a:pt x="3055" y="4792"/>
                  </a:lnTo>
                  <a:lnTo>
                    <a:pt x="3058" y="4801"/>
                  </a:lnTo>
                  <a:lnTo>
                    <a:pt x="3058" y="4801"/>
                  </a:lnTo>
                  <a:lnTo>
                    <a:pt x="3066" y="4812"/>
                  </a:lnTo>
                  <a:lnTo>
                    <a:pt x="3075" y="4822"/>
                  </a:lnTo>
                  <a:lnTo>
                    <a:pt x="3086" y="4830"/>
                  </a:lnTo>
                  <a:lnTo>
                    <a:pt x="3099" y="4836"/>
                  </a:lnTo>
                  <a:lnTo>
                    <a:pt x="3113" y="4842"/>
                  </a:lnTo>
                  <a:lnTo>
                    <a:pt x="3127" y="4845"/>
                  </a:lnTo>
                  <a:lnTo>
                    <a:pt x="3154" y="4850"/>
                  </a:lnTo>
                  <a:lnTo>
                    <a:pt x="3154" y="4850"/>
                  </a:lnTo>
                  <a:lnTo>
                    <a:pt x="3174" y="4852"/>
                  </a:lnTo>
                  <a:lnTo>
                    <a:pt x="3195" y="4853"/>
                  </a:lnTo>
                  <a:lnTo>
                    <a:pt x="3236" y="4853"/>
                  </a:lnTo>
                  <a:lnTo>
                    <a:pt x="3278" y="4852"/>
                  </a:lnTo>
                  <a:lnTo>
                    <a:pt x="3317" y="4849"/>
                  </a:lnTo>
                  <a:lnTo>
                    <a:pt x="3317" y="4849"/>
                  </a:lnTo>
                  <a:lnTo>
                    <a:pt x="3421" y="4839"/>
                  </a:lnTo>
                  <a:lnTo>
                    <a:pt x="3524" y="4832"/>
                  </a:lnTo>
                  <a:lnTo>
                    <a:pt x="3524" y="4832"/>
                  </a:lnTo>
                  <a:lnTo>
                    <a:pt x="3670" y="4825"/>
                  </a:lnTo>
                  <a:lnTo>
                    <a:pt x="3815" y="4818"/>
                  </a:lnTo>
                  <a:lnTo>
                    <a:pt x="3959" y="4812"/>
                  </a:lnTo>
                  <a:lnTo>
                    <a:pt x="4105" y="4804"/>
                  </a:lnTo>
                  <a:lnTo>
                    <a:pt x="4105" y="4804"/>
                  </a:lnTo>
                  <a:lnTo>
                    <a:pt x="4247" y="4795"/>
                  </a:lnTo>
                  <a:lnTo>
                    <a:pt x="4388" y="4785"/>
                  </a:lnTo>
                  <a:lnTo>
                    <a:pt x="4458" y="4781"/>
                  </a:lnTo>
                  <a:lnTo>
                    <a:pt x="4529" y="4778"/>
                  </a:lnTo>
                  <a:lnTo>
                    <a:pt x="4600" y="4777"/>
                  </a:lnTo>
                  <a:lnTo>
                    <a:pt x="4672" y="4777"/>
                  </a:lnTo>
                  <a:lnTo>
                    <a:pt x="4672" y="4777"/>
                  </a:lnTo>
                  <a:lnTo>
                    <a:pt x="4741" y="4779"/>
                  </a:lnTo>
                  <a:lnTo>
                    <a:pt x="4812" y="4781"/>
                  </a:lnTo>
                  <a:lnTo>
                    <a:pt x="4954" y="4788"/>
                  </a:lnTo>
                  <a:lnTo>
                    <a:pt x="5095" y="4796"/>
                  </a:lnTo>
                  <a:lnTo>
                    <a:pt x="5237" y="4805"/>
                  </a:lnTo>
                  <a:lnTo>
                    <a:pt x="5237" y="4805"/>
                  </a:lnTo>
                  <a:lnTo>
                    <a:pt x="5295" y="4809"/>
                  </a:lnTo>
                  <a:lnTo>
                    <a:pt x="5355" y="4815"/>
                  </a:lnTo>
                  <a:lnTo>
                    <a:pt x="5472" y="4826"/>
                  </a:lnTo>
                  <a:lnTo>
                    <a:pt x="5530" y="4832"/>
                  </a:lnTo>
                  <a:lnTo>
                    <a:pt x="5590" y="4835"/>
                  </a:lnTo>
                  <a:lnTo>
                    <a:pt x="5648" y="4835"/>
                  </a:lnTo>
                  <a:lnTo>
                    <a:pt x="5678" y="4835"/>
                  </a:lnTo>
                  <a:lnTo>
                    <a:pt x="5708" y="4832"/>
                  </a:lnTo>
                  <a:lnTo>
                    <a:pt x="5708" y="4832"/>
                  </a:lnTo>
                  <a:lnTo>
                    <a:pt x="5730" y="4830"/>
                  </a:lnTo>
                  <a:lnTo>
                    <a:pt x="5753" y="4826"/>
                  </a:lnTo>
                  <a:lnTo>
                    <a:pt x="5776" y="4823"/>
                  </a:lnTo>
                  <a:lnTo>
                    <a:pt x="5797" y="4818"/>
                  </a:lnTo>
                  <a:lnTo>
                    <a:pt x="5818" y="4812"/>
                  </a:lnTo>
                  <a:lnTo>
                    <a:pt x="5839" y="4804"/>
                  </a:lnTo>
                  <a:lnTo>
                    <a:pt x="5861" y="4795"/>
                  </a:lnTo>
                  <a:lnTo>
                    <a:pt x="5882" y="4785"/>
                  </a:lnTo>
                  <a:lnTo>
                    <a:pt x="5882" y="4785"/>
                  </a:lnTo>
                  <a:lnTo>
                    <a:pt x="5889" y="4779"/>
                  </a:lnTo>
                  <a:lnTo>
                    <a:pt x="5893" y="4772"/>
                  </a:lnTo>
                  <a:lnTo>
                    <a:pt x="5897" y="4765"/>
                  </a:lnTo>
                  <a:lnTo>
                    <a:pt x="5899" y="4757"/>
                  </a:lnTo>
                  <a:lnTo>
                    <a:pt x="5902" y="4737"/>
                  </a:lnTo>
                  <a:lnTo>
                    <a:pt x="5903" y="4719"/>
                  </a:lnTo>
                  <a:lnTo>
                    <a:pt x="5903" y="4719"/>
                  </a:lnTo>
                  <a:lnTo>
                    <a:pt x="5912" y="4651"/>
                  </a:lnTo>
                  <a:lnTo>
                    <a:pt x="5919" y="4583"/>
                  </a:lnTo>
                  <a:lnTo>
                    <a:pt x="5919" y="4583"/>
                  </a:lnTo>
                  <a:lnTo>
                    <a:pt x="5926" y="4515"/>
                  </a:lnTo>
                  <a:lnTo>
                    <a:pt x="5931" y="4446"/>
                  </a:lnTo>
                  <a:lnTo>
                    <a:pt x="5937" y="4377"/>
                  </a:lnTo>
                  <a:lnTo>
                    <a:pt x="5941" y="4309"/>
                  </a:lnTo>
                  <a:lnTo>
                    <a:pt x="5943" y="4241"/>
                  </a:lnTo>
                  <a:lnTo>
                    <a:pt x="5946" y="4172"/>
                  </a:lnTo>
                  <a:lnTo>
                    <a:pt x="5946" y="4104"/>
                  </a:lnTo>
                  <a:lnTo>
                    <a:pt x="5946" y="4034"/>
                  </a:lnTo>
                  <a:lnTo>
                    <a:pt x="5946" y="4034"/>
                  </a:lnTo>
                  <a:lnTo>
                    <a:pt x="5944" y="3963"/>
                  </a:lnTo>
                  <a:lnTo>
                    <a:pt x="5941" y="3892"/>
                  </a:lnTo>
                  <a:lnTo>
                    <a:pt x="5937" y="3822"/>
                  </a:lnTo>
                  <a:lnTo>
                    <a:pt x="5931" y="3751"/>
                  </a:lnTo>
                  <a:lnTo>
                    <a:pt x="5920" y="3609"/>
                  </a:lnTo>
                  <a:lnTo>
                    <a:pt x="5910" y="3467"/>
                  </a:lnTo>
                  <a:lnTo>
                    <a:pt x="5910" y="3467"/>
                  </a:lnTo>
                  <a:lnTo>
                    <a:pt x="5906" y="3391"/>
                  </a:lnTo>
                  <a:lnTo>
                    <a:pt x="5903" y="3314"/>
                  </a:lnTo>
                  <a:lnTo>
                    <a:pt x="5899" y="3161"/>
                  </a:lnTo>
                  <a:lnTo>
                    <a:pt x="5899" y="3010"/>
                  </a:lnTo>
                  <a:lnTo>
                    <a:pt x="5897" y="2857"/>
                  </a:lnTo>
                  <a:lnTo>
                    <a:pt x="5897" y="2857"/>
                  </a:lnTo>
                  <a:lnTo>
                    <a:pt x="5897" y="2702"/>
                  </a:lnTo>
                  <a:lnTo>
                    <a:pt x="5896" y="2546"/>
                  </a:lnTo>
                  <a:lnTo>
                    <a:pt x="5896" y="2546"/>
                  </a:lnTo>
                  <a:lnTo>
                    <a:pt x="5893" y="2507"/>
                  </a:lnTo>
                  <a:lnTo>
                    <a:pt x="5892" y="2487"/>
                  </a:lnTo>
                  <a:lnTo>
                    <a:pt x="5892" y="2466"/>
                  </a:lnTo>
                  <a:lnTo>
                    <a:pt x="5892" y="2466"/>
                  </a:lnTo>
                  <a:lnTo>
                    <a:pt x="5893" y="2389"/>
                  </a:lnTo>
                  <a:lnTo>
                    <a:pt x="5895" y="2313"/>
                  </a:lnTo>
                  <a:lnTo>
                    <a:pt x="5895" y="2313"/>
                  </a:lnTo>
                  <a:lnTo>
                    <a:pt x="5895" y="2308"/>
                  </a:lnTo>
                  <a:lnTo>
                    <a:pt x="5892" y="2306"/>
                  </a:lnTo>
                  <a:lnTo>
                    <a:pt x="5889" y="2304"/>
                  </a:lnTo>
                  <a:lnTo>
                    <a:pt x="5886" y="2304"/>
                  </a:lnTo>
                  <a:lnTo>
                    <a:pt x="5883" y="2304"/>
                  </a:lnTo>
                  <a:lnTo>
                    <a:pt x="5880" y="2306"/>
                  </a:lnTo>
                  <a:lnTo>
                    <a:pt x="5879" y="2308"/>
                  </a:lnTo>
                  <a:lnTo>
                    <a:pt x="5878" y="2313"/>
                  </a:lnTo>
                  <a:lnTo>
                    <a:pt x="5878" y="2313"/>
                  </a:lnTo>
                  <a:lnTo>
                    <a:pt x="5876" y="2365"/>
                  </a:lnTo>
                  <a:lnTo>
                    <a:pt x="5875" y="2417"/>
                  </a:lnTo>
                  <a:lnTo>
                    <a:pt x="5875" y="2470"/>
                  </a:lnTo>
                  <a:lnTo>
                    <a:pt x="5876" y="2497"/>
                  </a:lnTo>
                  <a:lnTo>
                    <a:pt x="5878" y="2522"/>
                  </a:lnTo>
                  <a:lnTo>
                    <a:pt x="5878" y="2522"/>
                  </a:lnTo>
                  <a:lnTo>
                    <a:pt x="5880" y="2555"/>
                  </a:lnTo>
                  <a:lnTo>
                    <a:pt x="5880" y="2588"/>
                  </a:lnTo>
                  <a:lnTo>
                    <a:pt x="5880" y="2651"/>
                  </a:lnTo>
                  <a:lnTo>
                    <a:pt x="5880" y="2651"/>
                  </a:lnTo>
                  <a:lnTo>
                    <a:pt x="5880" y="2800"/>
                  </a:lnTo>
                  <a:lnTo>
                    <a:pt x="5880" y="2800"/>
                  </a:lnTo>
                  <a:lnTo>
                    <a:pt x="5882" y="3082"/>
                  </a:lnTo>
                  <a:lnTo>
                    <a:pt x="5883" y="3224"/>
                  </a:lnTo>
                  <a:lnTo>
                    <a:pt x="5888" y="3364"/>
                  </a:lnTo>
                  <a:lnTo>
                    <a:pt x="5888" y="3364"/>
                  </a:lnTo>
                  <a:lnTo>
                    <a:pt x="5892" y="3436"/>
                  </a:lnTo>
                  <a:lnTo>
                    <a:pt x="5896" y="3507"/>
                  </a:lnTo>
                  <a:lnTo>
                    <a:pt x="5907" y="3650"/>
                  </a:lnTo>
                  <a:lnTo>
                    <a:pt x="5919" y="3792"/>
                  </a:lnTo>
                  <a:lnTo>
                    <a:pt x="5923" y="3863"/>
                  </a:lnTo>
                  <a:lnTo>
                    <a:pt x="5926" y="3935"/>
                  </a:lnTo>
                  <a:lnTo>
                    <a:pt x="5926" y="3935"/>
                  </a:lnTo>
                  <a:lnTo>
                    <a:pt x="5929" y="4003"/>
                  </a:lnTo>
                  <a:lnTo>
                    <a:pt x="5929" y="4072"/>
                  </a:lnTo>
                  <a:lnTo>
                    <a:pt x="5929" y="4140"/>
                  </a:lnTo>
                  <a:lnTo>
                    <a:pt x="5927" y="4210"/>
                  </a:lnTo>
                  <a:lnTo>
                    <a:pt x="5924" y="4278"/>
                  </a:lnTo>
                  <a:lnTo>
                    <a:pt x="5922" y="4347"/>
                  </a:lnTo>
                  <a:lnTo>
                    <a:pt x="5917" y="4415"/>
                  </a:lnTo>
                  <a:lnTo>
                    <a:pt x="5912" y="4483"/>
                  </a:lnTo>
                  <a:lnTo>
                    <a:pt x="5912" y="4483"/>
                  </a:lnTo>
                  <a:lnTo>
                    <a:pt x="5906" y="4550"/>
                  </a:lnTo>
                  <a:lnTo>
                    <a:pt x="5899" y="4617"/>
                  </a:lnTo>
                  <a:lnTo>
                    <a:pt x="5899" y="4617"/>
                  </a:lnTo>
                  <a:lnTo>
                    <a:pt x="5890" y="4683"/>
                  </a:lnTo>
                  <a:lnTo>
                    <a:pt x="5890" y="4683"/>
                  </a:lnTo>
                  <a:lnTo>
                    <a:pt x="5885" y="4726"/>
                  </a:lnTo>
                  <a:lnTo>
                    <a:pt x="5885" y="4726"/>
                  </a:lnTo>
                  <a:lnTo>
                    <a:pt x="5882" y="4765"/>
                  </a:lnTo>
                  <a:lnTo>
                    <a:pt x="5882" y="4765"/>
                  </a:lnTo>
                  <a:lnTo>
                    <a:pt x="5858" y="4779"/>
                  </a:lnTo>
                  <a:lnTo>
                    <a:pt x="5845" y="4785"/>
                  </a:lnTo>
                  <a:lnTo>
                    <a:pt x="5832" y="4791"/>
                  </a:lnTo>
                  <a:lnTo>
                    <a:pt x="5832" y="4791"/>
                  </a:lnTo>
                  <a:lnTo>
                    <a:pt x="5800" y="4801"/>
                  </a:lnTo>
                  <a:lnTo>
                    <a:pt x="5766" y="4808"/>
                  </a:lnTo>
                  <a:lnTo>
                    <a:pt x="5732" y="4812"/>
                  </a:lnTo>
                  <a:lnTo>
                    <a:pt x="5698" y="4816"/>
                  </a:lnTo>
                  <a:lnTo>
                    <a:pt x="5698" y="4816"/>
                  </a:lnTo>
                  <a:lnTo>
                    <a:pt x="5665" y="4818"/>
                  </a:lnTo>
                  <a:lnTo>
                    <a:pt x="5634" y="4819"/>
                  </a:lnTo>
                  <a:lnTo>
                    <a:pt x="5601" y="4819"/>
                  </a:lnTo>
                  <a:lnTo>
                    <a:pt x="5569" y="4818"/>
                  </a:lnTo>
                  <a:lnTo>
                    <a:pt x="5505" y="4812"/>
                  </a:lnTo>
                  <a:lnTo>
                    <a:pt x="5440" y="4806"/>
                  </a:lnTo>
                  <a:lnTo>
                    <a:pt x="5440" y="4806"/>
                  </a:lnTo>
                  <a:lnTo>
                    <a:pt x="5334" y="4795"/>
                  </a:lnTo>
                  <a:lnTo>
                    <a:pt x="5280" y="4791"/>
                  </a:lnTo>
                  <a:lnTo>
                    <a:pt x="5226" y="4787"/>
                  </a:lnTo>
                  <a:lnTo>
                    <a:pt x="5226" y="4787"/>
                  </a:lnTo>
                  <a:lnTo>
                    <a:pt x="5084" y="4779"/>
                  </a:lnTo>
                  <a:lnTo>
                    <a:pt x="4942" y="4771"/>
                  </a:lnTo>
                  <a:lnTo>
                    <a:pt x="4801" y="4764"/>
                  </a:lnTo>
                  <a:lnTo>
                    <a:pt x="4731" y="4761"/>
                  </a:lnTo>
                  <a:lnTo>
                    <a:pt x="4660" y="4760"/>
                  </a:lnTo>
                  <a:lnTo>
                    <a:pt x="4660" y="4760"/>
                  </a:lnTo>
                  <a:lnTo>
                    <a:pt x="4588" y="4760"/>
                  </a:lnTo>
                  <a:lnTo>
                    <a:pt x="4517" y="4761"/>
                  </a:lnTo>
                  <a:lnTo>
                    <a:pt x="4447" y="4764"/>
                  </a:lnTo>
                  <a:lnTo>
                    <a:pt x="4376" y="4768"/>
                  </a:lnTo>
                  <a:lnTo>
                    <a:pt x="4235" y="4778"/>
                  </a:lnTo>
                  <a:lnTo>
                    <a:pt x="4094" y="4788"/>
                  </a:lnTo>
                  <a:lnTo>
                    <a:pt x="4094" y="4788"/>
                  </a:lnTo>
                  <a:lnTo>
                    <a:pt x="3948" y="4795"/>
                  </a:lnTo>
                  <a:lnTo>
                    <a:pt x="3803" y="4802"/>
                  </a:lnTo>
                  <a:lnTo>
                    <a:pt x="3657" y="4808"/>
                  </a:lnTo>
                  <a:lnTo>
                    <a:pt x="3513" y="4815"/>
                  </a:lnTo>
                  <a:lnTo>
                    <a:pt x="3513" y="4815"/>
                  </a:lnTo>
                  <a:lnTo>
                    <a:pt x="3412" y="4823"/>
                  </a:lnTo>
                  <a:lnTo>
                    <a:pt x="3312" y="4832"/>
                  </a:lnTo>
                  <a:lnTo>
                    <a:pt x="3312" y="4832"/>
                  </a:lnTo>
                  <a:lnTo>
                    <a:pt x="3270" y="4835"/>
                  </a:lnTo>
                  <a:lnTo>
                    <a:pt x="3228" y="4838"/>
                  </a:lnTo>
                  <a:lnTo>
                    <a:pt x="3185" y="4836"/>
                  </a:lnTo>
                  <a:lnTo>
                    <a:pt x="3166" y="4833"/>
                  </a:lnTo>
                  <a:lnTo>
                    <a:pt x="3144" y="4830"/>
                  </a:lnTo>
                  <a:lnTo>
                    <a:pt x="3144" y="4830"/>
                  </a:lnTo>
                  <a:lnTo>
                    <a:pt x="3127" y="4828"/>
                  </a:lnTo>
                  <a:lnTo>
                    <a:pt x="3112" y="4823"/>
                  </a:lnTo>
                  <a:lnTo>
                    <a:pt x="3096" y="4816"/>
                  </a:lnTo>
                  <a:lnTo>
                    <a:pt x="3089" y="4812"/>
                  </a:lnTo>
                  <a:lnTo>
                    <a:pt x="3083" y="4806"/>
                  </a:lnTo>
                  <a:lnTo>
                    <a:pt x="3083" y="4806"/>
                  </a:lnTo>
                  <a:lnTo>
                    <a:pt x="3076" y="4799"/>
                  </a:lnTo>
                  <a:lnTo>
                    <a:pt x="3072" y="4789"/>
                  </a:lnTo>
                  <a:lnTo>
                    <a:pt x="3071" y="4779"/>
                  </a:lnTo>
                  <a:lnTo>
                    <a:pt x="3069" y="4770"/>
                  </a:lnTo>
                  <a:lnTo>
                    <a:pt x="3071" y="4748"/>
                  </a:lnTo>
                  <a:lnTo>
                    <a:pt x="3073" y="4728"/>
                  </a:lnTo>
                  <a:lnTo>
                    <a:pt x="3073" y="4728"/>
                  </a:lnTo>
                  <a:lnTo>
                    <a:pt x="3079" y="4686"/>
                  </a:lnTo>
                  <a:lnTo>
                    <a:pt x="3083" y="4642"/>
                  </a:lnTo>
                  <a:lnTo>
                    <a:pt x="3083" y="4642"/>
                  </a:lnTo>
                  <a:lnTo>
                    <a:pt x="3085" y="4629"/>
                  </a:lnTo>
                  <a:lnTo>
                    <a:pt x="3083" y="4615"/>
                  </a:lnTo>
                  <a:lnTo>
                    <a:pt x="3082" y="4601"/>
                  </a:lnTo>
                  <a:lnTo>
                    <a:pt x="3079" y="4587"/>
                  </a:lnTo>
                  <a:lnTo>
                    <a:pt x="3072" y="4560"/>
                  </a:lnTo>
                  <a:lnTo>
                    <a:pt x="3064" y="4534"/>
                  </a:lnTo>
                  <a:lnTo>
                    <a:pt x="3064" y="4534"/>
                  </a:lnTo>
                  <a:lnTo>
                    <a:pt x="3042" y="4476"/>
                  </a:lnTo>
                  <a:lnTo>
                    <a:pt x="3021" y="4420"/>
                  </a:lnTo>
                  <a:lnTo>
                    <a:pt x="3011" y="4391"/>
                  </a:lnTo>
                  <a:lnTo>
                    <a:pt x="3003" y="4361"/>
                  </a:lnTo>
                  <a:lnTo>
                    <a:pt x="2997" y="4332"/>
                  </a:lnTo>
                  <a:lnTo>
                    <a:pt x="2991" y="4301"/>
                  </a:lnTo>
                  <a:lnTo>
                    <a:pt x="2991" y="4301"/>
                  </a:lnTo>
                  <a:lnTo>
                    <a:pt x="2988" y="4271"/>
                  </a:lnTo>
                  <a:lnTo>
                    <a:pt x="2987" y="4240"/>
                  </a:lnTo>
                  <a:lnTo>
                    <a:pt x="2986" y="4177"/>
                  </a:lnTo>
                  <a:lnTo>
                    <a:pt x="2987" y="4116"/>
                  </a:lnTo>
                  <a:lnTo>
                    <a:pt x="2988" y="4055"/>
                  </a:lnTo>
                  <a:lnTo>
                    <a:pt x="2988" y="4055"/>
                  </a:lnTo>
                  <a:lnTo>
                    <a:pt x="2988" y="3989"/>
                  </a:lnTo>
                  <a:lnTo>
                    <a:pt x="2986" y="3922"/>
                  </a:lnTo>
                  <a:lnTo>
                    <a:pt x="2981" y="3857"/>
                  </a:lnTo>
                  <a:lnTo>
                    <a:pt x="2976" y="3790"/>
                  </a:lnTo>
                  <a:lnTo>
                    <a:pt x="2963" y="3659"/>
                  </a:lnTo>
                  <a:lnTo>
                    <a:pt x="2947" y="3527"/>
                  </a:lnTo>
                  <a:lnTo>
                    <a:pt x="2947" y="3527"/>
                  </a:lnTo>
                  <a:lnTo>
                    <a:pt x="2935" y="3392"/>
                  </a:lnTo>
                  <a:lnTo>
                    <a:pt x="2923" y="3258"/>
                  </a:lnTo>
                  <a:lnTo>
                    <a:pt x="2916" y="3123"/>
                  </a:lnTo>
                  <a:lnTo>
                    <a:pt x="2911" y="2987"/>
                  </a:lnTo>
                  <a:lnTo>
                    <a:pt x="2911" y="2987"/>
                  </a:lnTo>
                  <a:lnTo>
                    <a:pt x="2909" y="2852"/>
                  </a:lnTo>
                  <a:lnTo>
                    <a:pt x="2909" y="2718"/>
                  </a:lnTo>
                  <a:lnTo>
                    <a:pt x="2908" y="2650"/>
                  </a:lnTo>
                  <a:lnTo>
                    <a:pt x="2906" y="2582"/>
                  </a:lnTo>
                  <a:lnTo>
                    <a:pt x="2905" y="2515"/>
                  </a:lnTo>
                  <a:lnTo>
                    <a:pt x="2901" y="2447"/>
                  </a:lnTo>
                  <a:lnTo>
                    <a:pt x="2901" y="2447"/>
                  </a:lnTo>
                  <a:lnTo>
                    <a:pt x="2895" y="2385"/>
                  </a:lnTo>
                  <a:lnTo>
                    <a:pt x="2886" y="2323"/>
                  </a:lnTo>
                  <a:lnTo>
                    <a:pt x="2867" y="2196"/>
                  </a:lnTo>
                  <a:lnTo>
                    <a:pt x="2867" y="2196"/>
                  </a:lnTo>
                  <a:lnTo>
                    <a:pt x="2857" y="2128"/>
                  </a:lnTo>
                  <a:lnTo>
                    <a:pt x="2847" y="2059"/>
                  </a:lnTo>
                  <a:lnTo>
                    <a:pt x="2847" y="2059"/>
                  </a:lnTo>
                  <a:lnTo>
                    <a:pt x="2842" y="2015"/>
                  </a:lnTo>
                  <a:lnTo>
                    <a:pt x="2840" y="1992"/>
                  </a:lnTo>
                  <a:lnTo>
                    <a:pt x="2837" y="1971"/>
                  </a:lnTo>
                  <a:lnTo>
                    <a:pt x="2837" y="1971"/>
                  </a:lnTo>
                  <a:lnTo>
                    <a:pt x="2834" y="1967"/>
                  </a:lnTo>
                  <a:lnTo>
                    <a:pt x="2830" y="1964"/>
                  </a:lnTo>
                  <a:lnTo>
                    <a:pt x="2830" y="1964"/>
                  </a:lnTo>
                  <a:lnTo>
                    <a:pt x="2799" y="1956"/>
                  </a:lnTo>
                  <a:lnTo>
                    <a:pt x="2766" y="1948"/>
                  </a:lnTo>
                  <a:lnTo>
                    <a:pt x="2699" y="1936"/>
                  </a:lnTo>
                  <a:lnTo>
                    <a:pt x="2633" y="1924"/>
                  </a:lnTo>
                  <a:lnTo>
                    <a:pt x="2600" y="1917"/>
                  </a:lnTo>
                  <a:lnTo>
                    <a:pt x="2568" y="1910"/>
                  </a:lnTo>
                  <a:lnTo>
                    <a:pt x="2568" y="1910"/>
                  </a:lnTo>
                  <a:lnTo>
                    <a:pt x="2498" y="1892"/>
                  </a:lnTo>
                  <a:lnTo>
                    <a:pt x="2430" y="1871"/>
                  </a:lnTo>
                  <a:lnTo>
                    <a:pt x="2362" y="1848"/>
                  </a:lnTo>
                  <a:lnTo>
                    <a:pt x="2294" y="1825"/>
                  </a:lnTo>
                  <a:lnTo>
                    <a:pt x="2294" y="1825"/>
                  </a:lnTo>
                  <a:lnTo>
                    <a:pt x="2158" y="1778"/>
                  </a:lnTo>
                  <a:lnTo>
                    <a:pt x="2023" y="1730"/>
                  </a:lnTo>
                  <a:lnTo>
                    <a:pt x="1889" y="1681"/>
                  </a:lnTo>
                  <a:lnTo>
                    <a:pt x="1822" y="1658"/>
                  </a:lnTo>
                  <a:lnTo>
                    <a:pt x="1754" y="1635"/>
                  </a:lnTo>
                  <a:lnTo>
                    <a:pt x="1754" y="1635"/>
                  </a:lnTo>
                  <a:lnTo>
                    <a:pt x="1686" y="1614"/>
                  </a:lnTo>
                  <a:lnTo>
                    <a:pt x="1620" y="1594"/>
                  </a:lnTo>
                  <a:lnTo>
                    <a:pt x="1553" y="1573"/>
                  </a:lnTo>
                  <a:lnTo>
                    <a:pt x="1486" y="1552"/>
                  </a:lnTo>
                  <a:lnTo>
                    <a:pt x="1486" y="1552"/>
                  </a:lnTo>
                  <a:lnTo>
                    <a:pt x="1457" y="1540"/>
                  </a:lnTo>
                  <a:lnTo>
                    <a:pt x="1427" y="1529"/>
                  </a:lnTo>
                  <a:lnTo>
                    <a:pt x="1370" y="1504"/>
                  </a:lnTo>
                  <a:lnTo>
                    <a:pt x="1314" y="1477"/>
                  </a:lnTo>
                  <a:lnTo>
                    <a:pt x="1258" y="1445"/>
                  </a:lnTo>
                  <a:lnTo>
                    <a:pt x="1258" y="1445"/>
                  </a:lnTo>
                  <a:lnTo>
                    <a:pt x="1202" y="1411"/>
                  </a:lnTo>
                  <a:lnTo>
                    <a:pt x="1145" y="1375"/>
                  </a:lnTo>
                  <a:lnTo>
                    <a:pt x="1091" y="1338"/>
                  </a:lnTo>
                  <a:lnTo>
                    <a:pt x="1036" y="1300"/>
                  </a:lnTo>
                  <a:lnTo>
                    <a:pt x="983" y="1260"/>
                  </a:lnTo>
                  <a:lnTo>
                    <a:pt x="930" y="1219"/>
                  </a:lnTo>
                  <a:lnTo>
                    <a:pt x="825" y="1137"/>
                  </a:lnTo>
                  <a:lnTo>
                    <a:pt x="825" y="1137"/>
                  </a:lnTo>
                  <a:lnTo>
                    <a:pt x="718" y="1054"/>
                  </a:lnTo>
                  <a:lnTo>
                    <a:pt x="611" y="971"/>
                  </a:lnTo>
                  <a:lnTo>
                    <a:pt x="502" y="890"/>
                  </a:lnTo>
                  <a:lnTo>
                    <a:pt x="446" y="850"/>
                  </a:lnTo>
                  <a:lnTo>
                    <a:pt x="390" y="812"/>
                  </a:lnTo>
                  <a:lnTo>
                    <a:pt x="390" y="812"/>
                  </a:lnTo>
                  <a:lnTo>
                    <a:pt x="370" y="797"/>
                  </a:lnTo>
                  <a:lnTo>
                    <a:pt x="349" y="780"/>
                  </a:lnTo>
                  <a:lnTo>
                    <a:pt x="330" y="761"/>
                  </a:lnTo>
                  <a:lnTo>
                    <a:pt x="313" y="743"/>
                  </a:lnTo>
                  <a:lnTo>
                    <a:pt x="298" y="721"/>
                  </a:lnTo>
                  <a:lnTo>
                    <a:pt x="283" y="700"/>
                  </a:lnTo>
                  <a:lnTo>
                    <a:pt x="271" y="678"/>
                  </a:lnTo>
                  <a:lnTo>
                    <a:pt x="259" y="653"/>
                  </a:lnTo>
                  <a:lnTo>
                    <a:pt x="259" y="653"/>
                  </a:lnTo>
                  <a:lnTo>
                    <a:pt x="224" y="563"/>
                  </a:lnTo>
                  <a:lnTo>
                    <a:pt x="215" y="540"/>
                  </a:lnTo>
                  <a:lnTo>
                    <a:pt x="206" y="519"/>
                  </a:lnTo>
                  <a:lnTo>
                    <a:pt x="194" y="498"/>
                  </a:lnTo>
                  <a:lnTo>
                    <a:pt x="181" y="476"/>
                  </a:lnTo>
                  <a:lnTo>
                    <a:pt x="181" y="476"/>
                  </a:lnTo>
                  <a:lnTo>
                    <a:pt x="167" y="458"/>
                  </a:lnTo>
                  <a:lnTo>
                    <a:pt x="152" y="439"/>
                  </a:lnTo>
                  <a:lnTo>
                    <a:pt x="135" y="424"/>
                  </a:lnTo>
                  <a:lnTo>
                    <a:pt x="118" y="410"/>
                  </a:lnTo>
                  <a:lnTo>
                    <a:pt x="99" y="397"/>
                  </a:lnTo>
                  <a:lnTo>
                    <a:pt x="81" y="383"/>
                  </a:lnTo>
                  <a:lnTo>
                    <a:pt x="43" y="357"/>
                  </a:lnTo>
                  <a:lnTo>
                    <a:pt x="43" y="357"/>
                  </a:lnTo>
                  <a:lnTo>
                    <a:pt x="34" y="352"/>
                  </a:lnTo>
                  <a:lnTo>
                    <a:pt x="28" y="345"/>
                  </a:lnTo>
                  <a:lnTo>
                    <a:pt x="23" y="337"/>
                  </a:lnTo>
                  <a:lnTo>
                    <a:pt x="20" y="332"/>
                  </a:lnTo>
                  <a:lnTo>
                    <a:pt x="18" y="323"/>
                  </a:lnTo>
                  <a:lnTo>
                    <a:pt x="18" y="316"/>
                  </a:lnTo>
                  <a:lnTo>
                    <a:pt x="20" y="308"/>
                  </a:lnTo>
                  <a:lnTo>
                    <a:pt x="23" y="298"/>
                  </a:lnTo>
                  <a:lnTo>
                    <a:pt x="23" y="298"/>
                  </a:lnTo>
                  <a:lnTo>
                    <a:pt x="35" y="269"/>
                  </a:lnTo>
                  <a:lnTo>
                    <a:pt x="50" y="243"/>
                  </a:lnTo>
                  <a:lnTo>
                    <a:pt x="67" y="216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102" y="166"/>
                  </a:lnTo>
                  <a:lnTo>
                    <a:pt x="122" y="139"/>
                  </a:lnTo>
                  <a:lnTo>
                    <a:pt x="143" y="115"/>
                  </a:lnTo>
                  <a:lnTo>
                    <a:pt x="166" y="91"/>
                  </a:lnTo>
                  <a:lnTo>
                    <a:pt x="191" y="68"/>
                  </a:lnTo>
                  <a:lnTo>
                    <a:pt x="204" y="58"/>
                  </a:lnTo>
                  <a:lnTo>
                    <a:pt x="217" y="50"/>
                  </a:lnTo>
                  <a:lnTo>
                    <a:pt x="231" y="41"/>
                  </a:lnTo>
                  <a:lnTo>
                    <a:pt x="245" y="34"/>
                  </a:lnTo>
                  <a:lnTo>
                    <a:pt x="259" y="27"/>
                  </a:lnTo>
                  <a:lnTo>
                    <a:pt x="275" y="23"/>
                  </a:lnTo>
                  <a:lnTo>
                    <a:pt x="275" y="23"/>
                  </a:lnTo>
                  <a:lnTo>
                    <a:pt x="289" y="19"/>
                  </a:lnTo>
                  <a:lnTo>
                    <a:pt x="305" y="16"/>
                  </a:lnTo>
                  <a:lnTo>
                    <a:pt x="319" y="16"/>
                  </a:lnTo>
                  <a:lnTo>
                    <a:pt x="333" y="17"/>
                  </a:lnTo>
                  <a:lnTo>
                    <a:pt x="347" y="20"/>
                  </a:lnTo>
                  <a:lnTo>
                    <a:pt x="361" y="23"/>
                  </a:lnTo>
                  <a:lnTo>
                    <a:pt x="376" y="27"/>
                  </a:lnTo>
                  <a:lnTo>
                    <a:pt x="388" y="33"/>
                  </a:lnTo>
                  <a:lnTo>
                    <a:pt x="415" y="47"/>
                  </a:lnTo>
                  <a:lnTo>
                    <a:pt x="441" y="63"/>
                  </a:lnTo>
                  <a:lnTo>
                    <a:pt x="489" y="97"/>
                  </a:lnTo>
                  <a:lnTo>
                    <a:pt x="489" y="97"/>
                  </a:lnTo>
                  <a:lnTo>
                    <a:pt x="507" y="109"/>
                  </a:lnTo>
                  <a:lnTo>
                    <a:pt x="529" y="119"/>
                  </a:lnTo>
                  <a:lnTo>
                    <a:pt x="538" y="125"/>
                  </a:lnTo>
                  <a:lnTo>
                    <a:pt x="550" y="128"/>
                  </a:lnTo>
                  <a:lnTo>
                    <a:pt x="560" y="131"/>
                  </a:lnTo>
                  <a:lnTo>
                    <a:pt x="571" y="132"/>
                  </a:lnTo>
                  <a:lnTo>
                    <a:pt x="571" y="132"/>
                  </a:lnTo>
                  <a:lnTo>
                    <a:pt x="584" y="133"/>
                  </a:lnTo>
                  <a:lnTo>
                    <a:pt x="597" y="132"/>
                  </a:lnTo>
                  <a:lnTo>
                    <a:pt x="619" y="129"/>
                  </a:lnTo>
                  <a:lnTo>
                    <a:pt x="643" y="125"/>
                  </a:lnTo>
                  <a:lnTo>
                    <a:pt x="667" y="121"/>
                  </a:lnTo>
                  <a:lnTo>
                    <a:pt x="667" y="121"/>
                  </a:lnTo>
                  <a:lnTo>
                    <a:pt x="680" y="121"/>
                  </a:lnTo>
                  <a:lnTo>
                    <a:pt x="690" y="123"/>
                  </a:lnTo>
                  <a:lnTo>
                    <a:pt x="699" y="128"/>
                  </a:lnTo>
                  <a:lnTo>
                    <a:pt x="707" y="133"/>
                  </a:lnTo>
                  <a:lnTo>
                    <a:pt x="714" y="140"/>
                  </a:lnTo>
                  <a:lnTo>
                    <a:pt x="720" y="149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7" y="176"/>
                  </a:lnTo>
                  <a:lnTo>
                    <a:pt x="745" y="186"/>
                  </a:lnTo>
                  <a:lnTo>
                    <a:pt x="755" y="194"/>
                  </a:lnTo>
                  <a:lnTo>
                    <a:pt x="765" y="201"/>
                  </a:lnTo>
                  <a:lnTo>
                    <a:pt x="805" y="231"/>
                  </a:lnTo>
                  <a:lnTo>
                    <a:pt x="805" y="231"/>
                  </a:lnTo>
                  <a:lnTo>
                    <a:pt x="857" y="268"/>
                  </a:lnTo>
                  <a:lnTo>
                    <a:pt x="911" y="303"/>
                  </a:lnTo>
                  <a:lnTo>
                    <a:pt x="966" y="336"/>
                  </a:lnTo>
                  <a:lnTo>
                    <a:pt x="1022" y="367"/>
                  </a:lnTo>
                  <a:lnTo>
                    <a:pt x="1135" y="428"/>
                  </a:lnTo>
                  <a:lnTo>
                    <a:pt x="1248" y="489"/>
                  </a:lnTo>
                  <a:lnTo>
                    <a:pt x="1248" y="489"/>
                  </a:lnTo>
                  <a:lnTo>
                    <a:pt x="1308" y="523"/>
                  </a:lnTo>
                  <a:lnTo>
                    <a:pt x="1366" y="557"/>
                  </a:lnTo>
                  <a:lnTo>
                    <a:pt x="1426" y="592"/>
                  </a:lnTo>
                  <a:lnTo>
                    <a:pt x="1485" y="626"/>
                  </a:lnTo>
                  <a:lnTo>
                    <a:pt x="1485" y="626"/>
                  </a:lnTo>
                  <a:lnTo>
                    <a:pt x="1543" y="658"/>
                  </a:lnTo>
                  <a:lnTo>
                    <a:pt x="1601" y="686"/>
                  </a:lnTo>
                  <a:lnTo>
                    <a:pt x="1601" y="686"/>
                  </a:lnTo>
                  <a:lnTo>
                    <a:pt x="1611" y="690"/>
                  </a:lnTo>
                  <a:lnTo>
                    <a:pt x="1621" y="695"/>
                  </a:lnTo>
                  <a:lnTo>
                    <a:pt x="1641" y="699"/>
                  </a:lnTo>
                  <a:lnTo>
                    <a:pt x="1662" y="700"/>
                  </a:lnTo>
                  <a:lnTo>
                    <a:pt x="1683" y="703"/>
                  </a:lnTo>
                  <a:lnTo>
                    <a:pt x="1683" y="703"/>
                  </a:lnTo>
                  <a:lnTo>
                    <a:pt x="1754" y="710"/>
                  </a:lnTo>
                  <a:lnTo>
                    <a:pt x="1824" y="716"/>
                  </a:lnTo>
                  <a:lnTo>
                    <a:pt x="1895" y="721"/>
                  </a:lnTo>
                  <a:lnTo>
                    <a:pt x="1964" y="729"/>
                  </a:lnTo>
                  <a:lnTo>
                    <a:pt x="1964" y="729"/>
                  </a:lnTo>
                  <a:lnTo>
                    <a:pt x="2036" y="737"/>
                  </a:lnTo>
                  <a:lnTo>
                    <a:pt x="2108" y="750"/>
                  </a:lnTo>
                  <a:lnTo>
                    <a:pt x="2252" y="774"/>
                  </a:lnTo>
                  <a:lnTo>
                    <a:pt x="2252" y="774"/>
                  </a:lnTo>
                  <a:lnTo>
                    <a:pt x="2320" y="784"/>
                  </a:lnTo>
                  <a:lnTo>
                    <a:pt x="2386" y="794"/>
                  </a:lnTo>
                  <a:lnTo>
                    <a:pt x="2453" y="801"/>
                  </a:lnTo>
                  <a:lnTo>
                    <a:pt x="2519" y="806"/>
                  </a:lnTo>
                  <a:lnTo>
                    <a:pt x="2586" y="811"/>
                  </a:lnTo>
                  <a:lnTo>
                    <a:pt x="2654" y="812"/>
                  </a:lnTo>
                  <a:lnTo>
                    <a:pt x="2721" y="811"/>
                  </a:lnTo>
                  <a:lnTo>
                    <a:pt x="2755" y="808"/>
                  </a:lnTo>
                  <a:lnTo>
                    <a:pt x="2789" y="805"/>
                  </a:lnTo>
                  <a:lnTo>
                    <a:pt x="2789" y="805"/>
                  </a:lnTo>
                  <a:lnTo>
                    <a:pt x="2854" y="798"/>
                  </a:lnTo>
                  <a:lnTo>
                    <a:pt x="2918" y="788"/>
                  </a:lnTo>
                  <a:lnTo>
                    <a:pt x="2983" y="775"/>
                  </a:lnTo>
                  <a:lnTo>
                    <a:pt x="3047" y="763"/>
                  </a:lnTo>
                  <a:lnTo>
                    <a:pt x="3047" y="763"/>
                  </a:lnTo>
                  <a:lnTo>
                    <a:pt x="3109" y="747"/>
                  </a:lnTo>
                  <a:lnTo>
                    <a:pt x="3170" y="730"/>
                  </a:lnTo>
                  <a:lnTo>
                    <a:pt x="3170" y="730"/>
                  </a:lnTo>
                  <a:lnTo>
                    <a:pt x="3191" y="723"/>
                  </a:lnTo>
                  <a:lnTo>
                    <a:pt x="3212" y="714"/>
                  </a:lnTo>
                  <a:lnTo>
                    <a:pt x="3232" y="706"/>
                  </a:lnTo>
                  <a:lnTo>
                    <a:pt x="3253" y="699"/>
                  </a:lnTo>
                  <a:lnTo>
                    <a:pt x="3253" y="699"/>
                  </a:lnTo>
                  <a:lnTo>
                    <a:pt x="3290" y="690"/>
                  </a:lnTo>
                  <a:lnTo>
                    <a:pt x="3326" y="683"/>
                  </a:lnTo>
                  <a:lnTo>
                    <a:pt x="3361" y="679"/>
                  </a:lnTo>
                  <a:lnTo>
                    <a:pt x="3398" y="676"/>
                  </a:lnTo>
                  <a:lnTo>
                    <a:pt x="3433" y="676"/>
                  </a:lnTo>
                  <a:lnTo>
                    <a:pt x="3470" y="680"/>
                  </a:lnTo>
                  <a:lnTo>
                    <a:pt x="3506" y="686"/>
                  </a:lnTo>
                  <a:lnTo>
                    <a:pt x="3524" y="690"/>
                  </a:lnTo>
                  <a:lnTo>
                    <a:pt x="3541" y="696"/>
                  </a:lnTo>
                  <a:lnTo>
                    <a:pt x="3541" y="696"/>
                  </a:lnTo>
                  <a:lnTo>
                    <a:pt x="3548" y="699"/>
                  </a:lnTo>
                  <a:lnTo>
                    <a:pt x="3552" y="702"/>
                  </a:lnTo>
                  <a:lnTo>
                    <a:pt x="3557" y="707"/>
                  </a:lnTo>
                  <a:lnTo>
                    <a:pt x="3559" y="712"/>
                  </a:lnTo>
                  <a:lnTo>
                    <a:pt x="3564" y="724"/>
                  </a:lnTo>
                  <a:lnTo>
                    <a:pt x="3567" y="737"/>
                  </a:lnTo>
                  <a:lnTo>
                    <a:pt x="3567" y="753"/>
                  </a:lnTo>
                  <a:lnTo>
                    <a:pt x="3565" y="767"/>
                  </a:lnTo>
                  <a:lnTo>
                    <a:pt x="3564" y="792"/>
                  </a:lnTo>
                  <a:lnTo>
                    <a:pt x="3564" y="792"/>
                  </a:lnTo>
                  <a:lnTo>
                    <a:pt x="3559" y="825"/>
                  </a:lnTo>
                  <a:lnTo>
                    <a:pt x="3555" y="859"/>
                  </a:lnTo>
                  <a:lnTo>
                    <a:pt x="3550" y="891"/>
                  </a:lnTo>
                  <a:lnTo>
                    <a:pt x="3544" y="924"/>
                  </a:lnTo>
                  <a:lnTo>
                    <a:pt x="3544" y="924"/>
                  </a:lnTo>
                  <a:lnTo>
                    <a:pt x="3542" y="951"/>
                  </a:lnTo>
                  <a:lnTo>
                    <a:pt x="3541" y="976"/>
                  </a:lnTo>
                  <a:lnTo>
                    <a:pt x="3544" y="1002"/>
                  </a:lnTo>
                  <a:lnTo>
                    <a:pt x="3548" y="1026"/>
                  </a:lnTo>
                  <a:lnTo>
                    <a:pt x="3554" y="1050"/>
                  </a:lnTo>
                  <a:lnTo>
                    <a:pt x="3561" y="1074"/>
                  </a:lnTo>
                  <a:lnTo>
                    <a:pt x="3571" y="1098"/>
                  </a:lnTo>
                  <a:lnTo>
                    <a:pt x="3584" y="1122"/>
                  </a:lnTo>
                  <a:lnTo>
                    <a:pt x="3584" y="1122"/>
                  </a:lnTo>
                  <a:lnTo>
                    <a:pt x="3610" y="1173"/>
                  </a:lnTo>
                  <a:lnTo>
                    <a:pt x="3622" y="1200"/>
                  </a:lnTo>
                  <a:lnTo>
                    <a:pt x="3632" y="1226"/>
                  </a:lnTo>
                  <a:lnTo>
                    <a:pt x="3640" y="1253"/>
                  </a:lnTo>
                  <a:lnTo>
                    <a:pt x="3646" y="1280"/>
                  </a:lnTo>
                  <a:lnTo>
                    <a:pt x="3649" y="1308"/>
                  </a:lnTo>
                  <a:lnTo>
                    <a:pt x="3649" y="1339"/>
                  </a:lnTo>
                  <a:lnTo>
                    <a:pt x="3649" y="1339"/>
                  </a:lnTo>
                  <a:lnTo>
                    <a:pt x="3646" y="1377"/>
                  </a:lnTo>
                  <a:lnTo>
                    <a:pt x="3643" y="1416"/>
                  </a:lnTo>
                  <a:lnTo>
                    <a:pt x="3640" y="1454"/>
                  </a:lnTo>
                  <a:lnTo>
                    <a:pt x="3640" y="1472"/>
                  </a:lnTo>
                  <a:lnTo>
                    <a:pt x="3640" y="1491"/>
                  </a:lnTo>
                  <a:lnTo>
                    <a:pt x="3642" y="1509"/>
                  </a:lnTo>
                  <a:lnTo>
                    <a:pt x="3644" y="1528"/>
                  </a:lnTo>
                  <a:lnTo>
                    <a:pt x="3649" y="1545"/>
                  </a:lnTo>
                  <a:lnTo>
                    <a:pt x="3654" y="1562"/>
                  </a:lnTo>
                  <a:lnTo>
                    <a:pt x="3662" y="1579"/>
                  </a:lnTo>
                  <a:lnTo>
                    <a:pt x="3670" y="1596"/>
                  </a:lnTo>
                  <a:lnTo>
                    <a:pt x="3681" y="1611"/>
                  </a:lnTo>
                  <a:lnTo>
                    <a:pt x="3696" y="1627"/>
                  </a:lnTo>
                  <a:lnTo>
                    <a:pt x="3696" y="1627"/>
                  </a:lnTo>
                  <a:lnTo>
                    <a:pt x="3708" y="1638"/>
                  </a:lnTo>
                  <a:lnTo>
                    <a:pt x="3721" y="1650"/>
                  </a:lnTo>
                  <a:lnTo>
                    <a:pt x="3735" y="1659"/>
                  </a:lnTo>
                  <a:lnTo>
                    <a:pt x="3749" y="1668"/>
                  </a:lnTo>
                  <a:lnTo>
                    <a:pt x="3765" y="1676"/>
                  </a:lnTo>
                  <a:lnTo>
                    <a:pt x="3779" y="1684"/>
                  </a:lnTo>
                  <a:lnTo>
                    <a:pt x="3812" y="1696"/>
                  </a:lnTo>
                  <a:lnTo>
                    <a:pt x="3844" y="1706"/>
                  </a:lnTo>
                  <a:lnTo>
                    <a:pt x="3878" y="1716"/>
                  </a:lnTo>
                  <a:lnTo>
                    <a:pt x="3943" y="1732"/>
                  </a:lnTo>
                  <a:lnTo>
                    <a:pt x="3943" y="1732"/>
                  </a:lnTo>
                  <a:lnTo>
                    <a:pt x="3948" y="1730"/>
                  </a:lnTo>
                  <a:lnTo>
                    <a:pt x="3952" y="1727"/>
                  </a:lnTo>
                  <a:lnTo>
                    <a:pt x="3955" y="1723"/>
                  </a:lnTo>
                  <a:lnTo>
                    <a:pt x="3953" y="1722"/>
                  </a:lnTo>
                  <a:lnTo>
                    <a:pt x="3953" y="1719"/>
                  </a:lnTo>
                  <a:lnTo>
                    <a:pt x="3953" y="1719"/>
                  </a:lnTo>
                  <a:lnTo>
                    <a:pt x="3945" y="1706"/>
                  </a:lnTo>
                  <a:lnTo>
                    <a:pt x="3936" y="1695"/>
                  </a:lnTo>
                  <a:lnTo>
                    <a:pt x="3931" y="1681"/>
                  </a:lnTo>
                  <a:lnTo>
                    <a:pt x="3924" y="1668"/>
                  </a:lnTo>
                  <a:lnTo>
                    <a:pt x="3914" y="1640"/>
                  </a:lnTo>
                  <a:lnTo>
                    <a:pt x="3905" y="1610"/>
                  </a:lnTo>
                  <a:lnTo>
                    <a:pt x="3900" y="1580"/>
                  </a:lnTo>
                  <a:lnTo>
                    <a:pt x="3895" y="1550"/>
                  </a:lnTo>
                  <a:lnTo>
                    <a:pt x="3892" y="1521"/>
                  </a:lnTo>
                  <a:lnTo>
                    <a:pt x="3891" y="1492"/>
                  </a:lnTo>
                  <a:lnTo>
                    <a:pt x="3891" y="1492"/>
                  </a:lnTo>
                  <a:lnTo>
                    <a:pt x="3890" y="1464"/>
                  </a:lnTo>
                  <a:lnTo>
                    <a:pt x="3891" y="1433"/>
                  </a:lnTo>
                  <a:lnTo>
                    <a:pt x="3894" y="1402"/>
                  </a:lnTo>
                  <a:lnTo>
                    <a:pt x="3897" y="1386"/>
                  </a:lnTo>
                  <a:lnTo>
                    <a:pt x="3900" y="1370"/>
                  </a:lnTo>
                  <a:lnTo>
                    <a:pt x="3904" y="1355"/>
                  </a:lnTo>
                  <a:lnTo>
                    <a:pt x="3909" y="1341"/>
                  </a:lnTo>
                  <a:lnTo>
                    <a:pt x="3917" y="1326"/>
                  </a:lnTo>
                  <a:lnTo>
                    <a:pt x="3924" y="1314"/>
                  </a:lnTo>
                  <a:lnTo>
                    <a:pt x="3932" y="1302"/>
                  </a:lnTo>
                  <a:lnTo>
                    <a:pt x="3943" y="1292"/>
                  </a:lnTo>
                  <a:lnTo>
                    <a:pt x="3955" y="1284"/>
                  </a:lnTo>
                  <a:lnTo>
                    <a:pt x="3969" y="1277"/>
                  </a:lnTo>
                  <a:lnTo>
                    <a:pt x="3969" y="1277"/>
                  </a:lnTo>
                  <a:lnTo>
                    <a:pt x="3956" y="1271"/>
                  </a:lnTo>
                  <a:lnTo>
                    <a:pt x="3956" y="1271"/>
                  </a:lnTo>
                  <a:lnTo>
                    <a:pt x="3962" y="1307"/>
                  </a:lnTo>
                  <a:lnTo>
                    <a:pt x="3965" y="1341"/>
                  </a:lnTo>
                  <a:lnTo>
                    <a:pt x="3966" y="1376"/>
                  </a:lnTo>
                  <a:lnTo>
                    <a:pt x="3968" y="1410"/>
                  </a:lnTo>
                  <a:lnTo>
                    <a:pt x="3968" y="1481"/>
                  </a:lnTo>
                  <a:lnTo>
                    <a:pt x="3968" y="1515"/>
                  </a:lnTo>
                  <a:lnTo>
                    <a:pt x="3970" y="1550"/>
                  </a:lnTo>
                  <a:lnTo>
                    <a:pt x="3970" y="1550"/>
                  </a:lnTo>
                  <a:lnTo>
                    <a:pt x="3975" y="1584"/>
                  </a:lnTo>
                  <a:lnTo>
                    <a:pt x="3982" y="1617"/>
                  </a:lnTo>
                  <a:lnTo>
                    <a:pt x="3992" y="1650"/>
                  </a:lnTo>
                  <a:lnTo>
                    <a:pt x="4004" y="1679"/>
                  </a:lnTo>
                  <a:lnTo>
                    <a:pt x="4020" y="1708"/>
                  </a:lnTo>
                  <a:lnTo>
                    <a:pt x="4038" y="1736"/>
                  </a:lnTo>
                  <a:lnTo>
                    <a:pt x="4060" y="1761"/>
                  </a:lnTo>
                  <a:lnTo>
                    <a:pt x="4084" y="1786"/>
                  </a:lnTo>
                  <a:lnTo>
                    <a:pt x="4084" y="1786"/>
                  </a:lnTo>
                  <a:lnTo>
                    <a:pt x="4087" y="1787"/>
                  </a:lnTo>
                  <a:lnTo>
                    <a:pt x="4089" y="1788"/>
                  </a:lnTo>
                  <a:lnTo>
                    <a:pt x="4095" y="1787"/>
                  </a:lnTo>
                  <a:lnTo>
                    <a:pt x="4098" y="1783"/>
                  </a:lnTo>
                  <a:lnTo>
                    <a:pt x="4099" y="1780"/>
                  </a:lnTo>
                  <a:lnTo>
                    <a:pt x="4098" y="1777"/>
                  </a:lnTo>
                  <a:lnTo>
                    <a:pt x="4098" y="1777"/>
                  </a:lnTo>
                  <a:lnTo>
                    <a:pt x="4092" y="1752"/>
                  </a:lnTo>
                  <a:lnTo>
                    <a:pt x="4087" y="1725"/>
                  </a:lnTo>
                  <a:lnTo>
                    <a:pt x="4081" y="1699"/>
                  </a:lnTo>
                  <a:lnTo>
                    <a:pt x="4078" y="1672"/>
                  </a:lnTo>
                  <a:lnTo>
                    <a:pt x="4074" y="1645"/>
                  </a:lnTo>
                  <a:lnTo>
                    <a:pt x="4072" y="1618"/>
                  </a:lnTo>
                  <a:lnTo>
                    <a:pt x="4071" y="1564"/>
                  </a:lnTo>
                  <a:lnTo>
                    <a:pt x="4071" y="1564"/>
                  </a:lnTo>
                  <a:lnTo>
                    <a:pt x="4071" y="1538"/>
                  </a:lnTo>
                  <a:lnTo>
                    <a:pt x="4072" y="1509"/>
                  </a:lnTo>
                  <a:lnTo>
                    <a:pt x="4075" y="1482"/>
                  </a:lnTo>
                  <a:lnTo>
                    <a:pt x="4081" y="1454"/>
                  </a:lnTo>
                  <a:lnTo>
                    <a:pt x="4089" y="1427"/>
                  </a:lnTo>
                  <a:lnTo>
                    <a:pt x="4095" y="1413"/>
                  </a:lnTo>
                  <a:lnTo>
                    <a:pt x="4101" y="1402"/>
                  </a:lnTo>
                  <a:lnTo>
                    <a:pt x="4108" y="1389"/>
                  </a:lnTo>
                  <a:lnTo>
                    <a:pt x="4115" y="1377"/>
                  </a:lnTo>
                  <a:lnTo>
                    <a:pt x="4125" y="1368"/>
                  </a:lnTo>
                  <a:lnTo>
                    <a:pt x="4135" y="1358"/>
                  </a:lnTo>
                  <a:lnTo>
                    <a:pt x="4135" y="1358"/>
                  </a:lnTo>
                  <a:lnTo>
                    <a:pt x="4136" y="1355"/>
                  </a:lnTo>
                  <a:lnTo>
                    <a:pt x="4138" y="1351"/>
                  </a:lnTo>
                  <a:lnTo>
                    <a:pt x="4136" y="1348"/>
                  </a:lnTo>
                  <a:lnTo>
                    <a:pt x="4135" y="1346"/>
                  </a:lnTo>
                  <a:lnTo>
                    <a:pt x="4132" y="1343"/>
                  </a:lnTo>
                  <a:lnTo>
                    <a:pt x="4129" y="1343"/>
                  </a:lnTo>
                  <a:lnTo>
                    <a:pt x="4125" y="1343"/>
                  </a:lnTo>
                  <a:lnTo>
                    <a:pt x="4122" y="1345"/>
                  </a:lnTo>
                  <a:lnTo>
                    <a:pt x="4122" y="1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5" name="Freeform 125">
              <a:extLst>
                <a:ext uri="{FF2B5EF4-FFF2-40B4-BE49-F238E27FC236}">
                  <a16:creationId xmlns:a16="http://schemas.microsoft.com/office/drawing/2014/main" id="{FFF95415-9180-4FF4-44B6-18DFDE9E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98"/>
              <a:ext cx="1361" cy="58"/>
            </a:xfrm>
            <a:custGeom>
              <a:avLst/>
              <a:gdLst>
                <a:gd name="T0" fmla="*/ 2714 w 2722"/>
                <a:gd name="T1" fmla="*/ 34 h 118"/>
                <a:gd name="T2" fmla="*/ 2578 w 2722"/>
                <a:gd name="T3" fmla="*/ 33 h 118"/>
                <a:gd name="T4" fmla="*/ 2442 w 2722"/>
                <a:gd name="T5" fmla="*/ 36 h 118"/>
                <a:gd name="T6" fmla="*/ 2238 w 2722"/>
                <a:gd name="T7" fmla="*/ 39 h 118"/>
                <a:gd name="T8" fmla="*/ 2170 w 2722"/>
                <a:gd name="T9" fmla="*/ 37 h 118"/>
                <a:gd name="T10" fmla="*/ 2039 w 2722"/>
                <a:gd name="T11" fmla="*/ 26 h 118"/>
                <a:gd name="T12" fmla="*/ 1909 w 2722"/>
                <a:gd name="T13" fmla="*/ 12 h 118"/>
                <a:gd name="T14" fmla="*/ 1776 w 2722"/>
                <a:gd name="T15" fmla="*/ 2 h 118"/>
                <a:gd name="T16" fmla="*/ 1643 w 2722"/>
                <a:gd name="T17" fmla="*/ 2 h 118"/>
                <a:gd name="T18" fmla="*/ 1502 w 2722"/>
                <a:gd name="T19" fmla="*/ 9 h 118"/>
                <a:gd name="T20" fmla="*/ 1222 w 2722"/>
                <a:gd name="T21" fmla="*/ 29 h 118"/>
                <a:gd name="T22" fmla="*/ 801 w 2722"/>
                <a:gd name="T23" fmla="*/ 61 h 118"/>
                <a:gd name="T24" fmla="*/ 520 w 2722"/>
                <a:gd name="T25" fmla="*/ 84 h 118"/>
                <a:gd name="T26" fmla="*/ 338 w 2722"/>
                <a:gd name="T27" fmla="*/ 97 h 118"/>
                <a:gd name="T28" fmla="*/ 275 w 2722"/>
                <a:gd name="T29" fmla="*/ 98 h 118"/>
                <a:gd name="T30" fmla="*/ 210 w 2722"/>
                <a:gd name="T31" fmla="*/ 98 h 118"/>
                <a:gd name="T32" fmla="*/ 142 w 2722"/>
                <a:gd name="T33" fmla="*/ 94 h 118"/>
                <a:gd name="T34" fmla="*/ 75 w 2722"/>
                <a:gd name="T35" fmla="*/ 83 h 118"/>
                <a:gd name="T36" fmla="*/ 29 w 2722"/>
                <a:gd name="T37" fmla="*/ 67 h 118"/>
                <a:gd name="T38" fmla="*/ 13 w 2722"/>
                <a:gd name="T39" fmla="*/ 61 h 118"/>
                <a:gd name="T40" fmla="*/ 6 w 2722"/>
                <a:gd name="T41" fmla="*/ 60 h 118"/>
                <a:gd name="T42" fmla="*/ 2 w 2722"/>
                <a:gd name="T43" fmla="*/ 64 h 118"/>
                <a:gd name="T44" fmla="*/ 0 w 2722"/>
                <a:gd name="T45" fmla="*/ 70 h 118"/>
                <a:gd name="T46" fmla="*/ 5 w 2722"/>
                <a:gd name="T47" fmla="*/ 75 h 118"/>
                <a:gd name="T48" fmla="*/ 27 w 2722"/>
                <a:gd name="T49" fmla="*/ 84 h 118"/>
                <a:gd name="T50" fmla="*/ 71 w 2722"/>
                <a:gd name="T51" fmla="*/ 100 h 118"/>
                <a:gd name="T52" fmla="*/ 118 w 2722"/>
                <a:gd name="T53" fmla="*/ 109 h 118"/>
                <a:gd name="T54" fmla="*/ 166 w 2722"/>
                <a:gd name="T55" fmla="*/ 115 h 118"/>
                <a:gd name="T56" fmla="*/ 240 w 2722"/>
                <a:gd name="T57" fmla="*/ 118 h 118"/>
                <a:gd name="T58" fmla="*/ 336 w 2722"/>
                <a:gd name="T59" fmla="*/ 114 h 118"/>
                <a:gd name="T60" fmla="*/ 383 w 2722"/>
                <a:gd name="T61" fmla="*/ 111 h 118"/>
                <a:gd name="T62" fmla="*/ 625 w 2722"/>
                <a:gd name="T63" fmla="*/ 92 h 118"/>
                <a:gd name="T64" fmla="*/ 869 w 2722"/>
                <a:gd name="T65" fmla="*/ 73 h 118"/>
                <a:gd name="T66" fmla="*/ 1288 w 2722"/>
                <a:gd name="T67" fmla="*/ 40 h 118"/>
                <a:gd name="T68" fmla="*/ 1429 w 2722"/>
                <a:gd name="T69" fmla="*/ 32 h 118"/>
                <a:gd name="T70" fmla="*/ 1640 w 2722"/>
                <a:gd name="T71" fmla="*/ 19 h 118"/>
                <a:gd name="T72" fmla="*/ 1709 w 2722"/>
                <a:gd name="T73" fmla="*/ 17 h 118"/>
                <a:gd name="T74" fmla="*/ 1774 w 2722"/>
                <a:gd name="T75" fmla="*/ 17 h 118"/>
                <a:gd name="T76" fmla="*/ 1906 w 2722"/>
                <a:gd name="T77" fmla="*/ 27 h 118"/>
                <a:gd name="T78" fmla="*/ 1971 w 2722"/>
                <a:gd name="T79" fmla="*/ 36 h 118"/>
                <a:gd name="T80" fmla="*/ 2151 w 2722"/>
                <a:gd name="T81" fmla="*/ 51 h 118"/>
                <a:gd name="T82" fmla="*/ 2286 w 2722"/>
                <a:gd name="T83" fmla="*/ 56 h 118"/>
                <a:gd name="T84" fmla="*/ 2331 w 2722"/>
                <a:gd name="T85" fmla="*/ 56 h 118"/>
                <a:gd name="T86" fmla="*/ 2619 w 2722"/>
                <a:gd name="T87" fmla="*/ 49 h 118"/>
                <a:gd name="T88" fmla="*/ 2714 w 2722"/>
                <a:gd name="T89" fmla="*/ 51 h 118"/>
                <a:gd name="T90" fmla="*/ 2718 w 2722"/>
                <a:gd name="T91" fmla="*/ 51 h 118"/>
                <a:gd name="T92" fmla="*/ 2722 w 2722"/>
                <a:gd name="T93" fmla="*/ 46 h 118"/>
                <a:gd name="T94" fmla="*/ 2722 w 2722"/>
                <a:gd name="T95" fmla="*/ 40 h 118"/>
                <a:gd name="T96" fmla="*/ 2718 w 2722"/>
                <a:gd name="T97" fmla="*/ 36 h 118"/>
                <a:gd name="T98" fmla="*/ 2714 w 2722"/>
                <a:gd name="T99" fmla="*/ 3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22" h="118">
                  <a:moveTo>
                    <a:pt x="2714" y="34"/>
                  </a:moveTo>
                  <a:lnTo>
                    <a:pt x="2714" y="34"/>
                  </a:lnTo>
                  <a:lnTo>
                    <a:pt x="2646" y="33"/>
                  </a:lnTo>
                  <a:lnTo>
                    <a:pt x="2578" y="33"/>
                  </a:lnTo>
                  <a:lnTo>
                    <a:pt x="2510" y="33"/>
                  </a:lnTo>
                  <a:lnTo>
                    <a:pt x="2442" y="36"/>
                  </a:lnTo>
                  <a:lnTo>
                    <a:pt x="2306" y="39"/>
                  </a:lnTo>
                  <a:lnTo>
                    <a:pt x="2238" y="39"/>
                  </a:lnTo>
                  <a:lnTo>
                    <a:pt x="2170" y="37"/>
                  </a:lnTo>
                  <a:lnTo>
                    <a:pt x="2170" y="37"/>
                  </a:lnTo>
                  <a:lnTo>
                    <a:pt x="2105" y="33"/>
                  </a:lnTo>
                  <a:lnTo>
                    <a:pt x="2039" y="26"/>
                  </a:lnTo>
                  <a:lnTo>
                    <a:pt x="1909" y="12"/>
                  </a:lnTo>
                  <a:lnTo>
                    <a:pt x="1909" y="12"/>
                  </a:lnTo>
                  <a:lnTo>
                    <a:pt x="1842" y="5"/>
                  </a:lnTo>
                  <a:lnTo>
                    <a:pt x="1776" y="2"/>
                  </a:lnTo>
                  <a:lnTo>
                    <a:pt x="1709" y="0"/>
                  </a:lnTo>
                  <a:lnTo>
                    <a:pt x="1643" y="2"/>
                  </a:lnTo>
                  <a:lnTo>
                    <a:pt x="1643" y="2"/>
                  </a:lnTo>
                  <a:lnTo>
                    <a:pt x="1502" y="9"/>
                  </a:lnTo>
                  <a:lnTo>
                    <a:pt x="1362" y="19"/>
                  </a:lnTo>
                  <a:lnTo>
                    <a:pt x="1222" y="29"/>
                  </a:lnTo>
                  <a:lnTo>
                    <a:pt x="1082" y="39"/>
                  </a:lnTo>
                  <a:lnTo>
                    <a:pt x="801" y="61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399" y="92"/>
                  </a:lnTo>
                  <a:lnTo>
                    <a:pt x="338" y="97"/>
                  </a:lnTo>
                  <a:lnTo>
                    <a:pt x="275" y="98"/>
                  </a:lnTo>
                  <a:lnTo>
                    <a:pt x="275" y="98"/>
                  </a:lnTo>
                  <a:lnTo>
                    <a:pt x="243" y="100"/>
                  </a:lnTo>
                  <a:lnTo>
                    <a:pt x="210" y="98"/>
                  </a:lnTo>
                  <a:lnTo>
                    <a:pt x="176" y="97"/>
                  </a:lnTo>
                  <a:lnTo>
                    <a:pt x="142" y="94"/>
                  </a:lnTo>
                  <a:lnTo>
                    <a:pt x="109" y="90"/>
                  </a:lnTo>
                  <a:lnTo>
                    <a:pt x="75" y="83"/>
                  </a:lnTo>
                  <a:lnTo>
                    <a:pt x="44" y="73"/>
                  </a:lnTo>
                  <a:lnTo>
                    <a:pt x="29" y="67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27" y="84"/>
                  </a:lnTo>
                  <a:lnTo>
                    <a:pt x="49" y="92"/>
                  </a:lnTo>
                  <a:lnTo>
                    <a:pt x="71" y="100"/>
                  </a:lnTo>
                  <a:lnTo>
                    <a:pt x="95" y="105"/>
                  </a:lnTo>
                  <a:lnTo>
                    <a:pt x="118" y="109"/>
                  </a:lnTo>
                  <a:lnTo>
                    <a:pt x="142" y="112"/>
                  </a:lnTo>
                  <a:lnTo>
                    <a:pt x="166" y="115"/>
                  </a:lnTo>
                  <a:lnTo>
                    <a:pt x="190" y="117"/>
                  </a:lnTo>
                  <a:lnTo>
                    <a:pt x="240" y="118"/>
                  </a:lnTo>
                  <a:lnTo>
                    <a:pt x="288" y="117"/>
                  </a:lnTo>
                  <a:lnTo>
                    <a:pt x="336" y="114"/>
                  </a:lnTo>
                  <a:lnTo>
                    <a:pt x="383" y="111"/>
                  </a:lnTo>
                  <a:lnTo>
                    <a:pt x="383" y="111"/>
                  </a:lnTo>
                  <a:lnTo>
                    <a:pt x="505" y="102"/>
                  </a:lnTo>
                  <a:lnTo>
                    <a:pt x="625" y="92"/>
                  </a:lnTo>
                  <a:lnTo>
                    <a:pt x="869" y="73"/>
                  </a:lnTo>
                  <a:lnTo>
                    <a:pt x="869" y="73"/>
                  </a:lnTo>
                  <a:lnTo>
                    <a:pt x="1150" y="50"/>
                  </a:lnTo>
                  <a:lnTo>
                    <a:pt x="1288" y="40"/>
                  </a:lnTo>
                  <a:lnTo>
                    <a:pt x="1429" y="32"/>
                  </a:lnTo>
                  <a:lnTo>
                    <a:pt x="1429" y="32"/>
                  </a:lnTo>
                  <a:lnTo>
                    <a:pt x="1569" y="22"/>
                  </a:lnTo>
                  <a:lnTo>
                    <a:pt x="1640" y="19"/>
                  </a:lnTo>
                  <a:lnTo>
                    <a:pt x="1709" y="17"/>
                  </a:lnTo>
                  <a:lnTo>
                    <a:pt x="1709" y="17"/>
                  </a:lnTo>
                  <a:lnTo>
                    <a:pt x="1742" y="16"/>
                  </a:lnTo>
                  <a:lnTo>
                    <a:pt x="1774" y="17"/>
                  </a:lnTo>
                  <a:lnTo>
                    <a:pt x="1841" y="22"/>
                  </a:lnTo>
                  <a:lnTo>
                    <a:pt x="1906" y="27"/>
                  </a:lnTo>
                  <a:lnTo>
                    <a:pt x="1971" y="36"/>
                  </a:lnTo>
                  <a:lnTo>
                    <a:pt x="1971" y="36"/>
                  </a:lnTo>
                  <a:lnTo>
                    <a:pt x="2062" y="44"/>
                  </a:lnTo>
                  <a:lnTo>
                    <a:pt x="2151" y="51"/>
                  </a:lnTo>
                  <a:lnTo>
                    <a:pt x="2242" y="56"/>
                  </a:lnTo>
                  <a:lnTo>
                    <a:pt x="2286" y="56"/>
                  </a:lnTo>
                  <a:lnTo>
                    <a:pt x="2331" y="56"/>
                  </a:lnTo>
                  <a:lnTo>
                    <a:pt x="2331" y="56"/>
                  </a:lnTo>
                  <a:lnTo>
                    <a:pt x="2523" y="50"/>
                  </a:lnTo>
                  <a:lnTo>
                    <a:pt x="2619" y="49"/>
                  </a:lnTo>
                  <a:lnTo>
                    <a:pt x="2667" y="50"/>
                  </a:lnTo>
                  <a:lnTo>
                    <a:pt x="2714" y="51"/>
                  </a:lnTo>
                  <a:lnTo>
                    <a:pt x="2714" y="51"/>
                  </a:lnTo>
                  <a:lnTo>
                    <a:pt x="2718" y="51"/>
                  </a:lnTo>
                  <a:lnTo>
                    <a:pt x="2721" y="49"/>
                  </a:lnTo>
                  <a:lnTo>
                    <a:pt x="2722" y="46"/>
                  </a:lnTo>
                  <a:lnTo>
                    <a:pt x="2722" y="43"/>
                  </a:lnTo>
                  <a:lnTo>
                    <a:pt x="2722" y="40"/>
                  </a:lnTo>
                  <a:lnTo>
                    <a:pt x="2721" y="37"/>
                  </a:lnTo>
                  <a:lnTo>
                    <a:pt x="2718" y="36"/>
                  </a:lnTo>
                  <a:lnTo>
                    <a:pt x="2714" y="34"/>
                  </a:lnTo>
                  <a:lnTo>
                    <a:pt x="271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6" name="Freeform 126">
              <a:extLst>
                <a:ext uri="{FF2B5EF4-FFF2-40B4-BE49-F238E27FC236}">
                  <a16:creationId xmlns:a16="http://schemas.microsoft.com/office/drawing/2014/main" id="{20744A64-5224-1601-3EE8-3A83C411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549"/>
              <a:ext cx="18" cy="525"/>
            </a:xfrm>
            <a:custGeom>
              <a:avLst/>
              <a:gdLst>
                <a:gd name="T0" fmla="*/ 19 w 36"/>
                <a:gd name="T1" fmla="*/ 8 h 1049"/>
                <a:gd name="T2" fmla="*/ 19 w 36"/>
                <a:gd name="T3" fmla="*/ 8 h 1049"/>
                <a:gd name="T4" fmla="*/ 19 w 36"/>
                <a:gd name="T5" fmla="*/ 137 h 1049"/>
                <a:gd name="T6" fmla="*/ 19 w 36"/>
                <a:gd name="T7" fmla="*/ 266 h 1049"/>
                <a:gd name="T8" fmla="*/ 17 w 36"/>
                <a:gd name="T9" fmla="*/ 395 h 1049"/>
                <a:gd name="T10" fmla="*/ 16 w 36"/>
                <a:gd name="T11" fmla="*/ 525 h 1049"/>
                <a:gd name="T12" fmla="*/ 9 w 36"/>
                <a:gd name="T13" fmla="*/ 783 h 1049"/>
                <a:gd name="T14" fmla="*/ 0 w 36"/>
                <a:gd name="T15" fmla="*/ 1042 h 1049"/>
                <a:gd name="T16" fmla="*/ 0 w 36"/>
                <a:gd name="T17" fmla="*/ 1042 h 1049"/>
                <a:gd name="T18" fmla="*/ 2 w 36"/>
                <a:gd name="T19" fmla="*/ 1045 h 1049"/>
                <a:gd name="T20" fmla="*/ 3 w 36"/>
                <a:gd name="T21" fmla="*/ 1048 h 1049"/>
                <a:gd name="T22" fmla="*/ 6 w 36"/>
                <a:gd name="T23" fmla="*/ 1049 h 1049"/>
                <a:gd name="T24" fmla="*/ 9 w 36"/>
                <a:gd name="T25" fmla="*/ 1049 h 1049"/>
                <a:gd name="T26" fmla="*/ 12 w 36"/>
                <a:gd name="T27" fmla="*/ 1049 h 1049"/>
                <a:gd name="T28" fmla="*/ 15 w 36"/>
                <a:gd name="T29" fmla="*/ 1048 h 1049"/>
                <a:gd name="T30" fmla="*/ 17 w 36"/>
                <a:gd name="T31" fmla="*/ 1045 h 1049"/>
                <a:gd name="T32" fmla="*/ 17 w 36"/>
                <a:gd name="T33" fmla="*/ 1042 h 1049"/>
                <a:gd name="T34" fmla="*/ 17 w 36"/>
                <a:gd name="T35" fmla="*/ 1042 h 1049"/>
                <a:gd name="T36" fmla="*/ 26 w 36"/>
                <a:gd name="T37" fmla="*/ 783 h 1049"/>
                <a:gd name="T38" fmla="*/ 33 w 36"/>
                <a:gd name="T39" fmla="*/ 525 h 1049"/>
                <a:gd name="T40" fmla="*/ 34 w 36"/>
                <a:gd name="T41" fmla="*/ 395 h 1049"/>
                <a:gd name="T42" fmla="*/ 36 w 36"/>
                <a:gd name="T43" fmla="*/ 266 h 1049"/>
                <a:gd name="T44" fmla="*/ 36 w 36"/>
                <a:gd name="T45" fmla="*/ 137 h 1049"/>
                <a:gd name="T46" fmla="*/ 36 w 36"/>
                <a:gd name="T47" fmla="*/ 8 h 1049"/>
                <a:gd name="T48" fmla="*/ 36 w 36"/>
                <a:gd name="T49" fmla="*/ 8 h 1049"/>
                <a:gd name="T50" fmla="*/ 34 w 36"/>
                <a:gd name="T51" fmla="*/ 4 h 1049"/>
                <a:gd name="T52" fmla="*/ 33 w 36"/>
                <a:gd name="T53" fmla="*/ 1 h 1049"/>
                <a:gd name="T54" fmla="*/ 30 w 36"/>
                <a:gd name="T55" fmla="*/ 0 h 1049"/>
                <a:gd name="T56" fmla="*/ 27 w 36"/>
                <a:gd name="T57" fmla="*/ 0 h 1049"/>
                <a:gd name="T58" fmla="*/ 24 w 36"/>
                <a:gd name="T59" fmla="*/ 0 h 1049"/>
                <a:gd name="T60" fmla="*/ 22 w 36"/>
                <a:gd name="T61" fmla="*/ 1 h 1049"/>
                <a:gd name="T62" fmla="*/ 19 w 36"/>
                <a:gd name="T63" fmla="*/ 4 h 1049"/>
                <a:gd name="T64" fmla="*/ 19 w 36"/>
                <a:gd name="T65" fmla="*/ 8 h 1049"/>
                <a:gd name="T66" fmla="*/ 19 w 36"/>
                <a:gd name="T67" fmla="*/ 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049">
                  <a:moveTo>
                    <a:pt x="19" y="8"/>
                  </a:moveTo>
                  <a:lnTo>
                    <a:pt x="19" y="8"/>
                  </a:lnTo>
                  <a:lnTo>
                    <a:pt x="19" y="137"/>
                  </a:lnTo>
                  <a:lnTo>
                    <a:pt x="19" y="266"/>
                  </a:lnTo>
                  <a:lnTo>
                    <a:pt x="17" y="395"/>
                  </a:lnTo>
                  <a:lnTo>
                    <a:pt x="16" y="525"/>
                  </a:lnTo>
                  <a:lnTo>
                    <a:pt x="9" y="783"/>
                  </a:lnTo>
                  <a:lnTo>
                    <a:pt x="0" y="1042"/>
                  </a:lnTo>
                  <a:lnTo>
                    <a:pt x="0" y="1042"/>
                  </a:lnTo>
                  <a:lnTo>
                    <a:pt x="2" y="1045"/>
                  </a:lnTo>
                  <a:lnTo>
                    <a:pt x="3" y="1048"/>
                  </a:lnTo>
                  <a:lnTo>
                    <a:pt x="6" y="1049"/>
                  </a:lnTo>
                  <a:lnTo>
                    <a:pt x="9" y="1049"/>
                  </a:lnTo>
                  <a:lnTo>
                    <a:pt x="12" y="1049"/>
                  </a:lnTo>
                  <a:lnTo>
                    <a:pt x="15" y="1048"/>
                  </a:lnTo>
                  <a:lnTo>
                    <a:pt x="17" y="1045"/>
                  </a:lnTo>
                  <a:lnTo>
                    <a:pt x="17" y="1042"/>
                  </a:lnTo>
                  <a:lnTo>
                    <a:pt x="17" y="1042"/>
                  </a:lnTo>
                  <a:lnTo>
                    <a:pt x="26" y="783"/>
                  </a:lnTo>
                  <a:lnTo>
                    <a:pt x="33" y="525"/>
                  </a:lnTo>
                  <a:lnTo>
                    <a:pt x="34" y="395"/>
                  </a:lnTo>
                  <a:lnTo>
                    <a:pt x="36" y="266"/>
                  </a:lnTo>
                  <a:lnTo>
                    <a:pt x="36" y="13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7" name="Freeform 127">
              <a:extLst>
                <a:ext uri="{FF2B5EF4-FFF2-40B4-BE49-F238E27FC236}">
                  <a16:creationId xmlns:a16="http://schemas.microsoft.com/office/drawing/2014/main" id="{3A1AA7DA-C090-9F26-CB82-4708231D2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9" y="3522"/>
              <a:ext cx="15" cy="553"/>
            </a:xfrm>
            <a:custGeom>
              <a:avLst/>
              <a:gdLst>
                <a:gd name="T0" fmla="*/ 28 w 30"/>
                <a:gd name="T1" fmla="*/ 1098 h 1107"/>
                <a:gd name="T2" fmla="*/ 28 w 30"/>
                <a:gd name="T3" fmla="*/ 1098 h 1107"/>
                <a:gd name="T4" fmla="*/ 27 w 30"/>
                <a:gd name="T5" fmla="*/ 1067 h 1107"/>
                <a:gd name="T6" fmla="*/ 28 w 30"/>
                <a:gd name="T7" fmla="*/ 1035 h 1107"/>
                <a:gd name="T8" fmla="*/ 30 w 30"/>
                <a:gd name="T9" fmla="*/ 971 h 1107"/>
                <a:gd name="T10" fmla="*/ 30 w 30"/>
                <a:gd name="T11" fmla="*/ 971 h 1107"/>
                <a:gd name="T12" fmla="*/ 30 w 30"/>
                <a:gd name="T13" fmla="*/ 940 h 1107"/>
                <a:gd name="T14" fmla="*/ 28 w 30"/>
                <a:gd name="T15" fmla="*/ 909 h 1107"/>
                <a:gd name="T16" fmla="*/ 28 w 30"/>
                <a:gd name="T17" fmla="*/ 909 h 1107"/>
                <a:gd name="T18" fmla="*/ 27 w 30"/>
                <a:gd name="T19" fmla="*/ 890 h 1107"/>
                <a:gd name="T20" fmla="*/ 23 w 30"/>
                <a:gd name="T21" fmla="*/ 872 h 1107"/>
                <a:gd name="T22" fmla="*/ 20 w 30"/>
                <a:gd name="T23" fmla="*/ 855 h 1107"/>
                <a:gd name="T24" fmla="*/ 18 w 30"/>
                <a:gd name="T25" fmla="*/ 836 h 1107"/>
                <a:gd name="T26" fmla="*/ 18 w 30"/>
                <a:gd name="T27" fmla="*/ 836 h 1107"/>
                <a:gd name="T28" fmla="*/ 18 w 30"/>
                <a:gd name="T29" fmla="*/ 561 h 1107"/>
                <a:gd name="T30" fmla="*/ 18 w 30"/>
                <a:gd name="T31" fmla="*/ 561 h 1107"/>
                <a:gd name="T32" fmla="*/ 17 w 30"/>
                <a:gd name="T33" fmla="*/ 9 h 1107"/>
                <a:gd name="T34" fmla="*/ 17 w 30"/>
                <a:gd name="T35" fmla="*/ 9 h 1107"/>
                <a:gd name="T36" fmla="*/ 15 w 30"/>
                <a:gd name="T37" fmla="*/ 6 h 1107"/>
                <a:gd name="T38" fmla="*/ 14 w 30"/>
                <a:gd name="T39" fmla="*/ 3 h 1107"/>
                <a:gd name="T40" fmla="*/ 11 w 30"/>
                <a:gd name="T41" fmla="*/ 2 h 1107"/>
                <a:gd name="T42" fmla="*/ 8 w 30"/>
                <a:gd name="T43" fmla="*/ 0 h 1107"/>
                <a:gd name="T44" fmla="*/ 6 w 30"/>
                <a:gd name="T45" fmla="*/ 2 h 1107"/>
                <a:gd name="T46" fmla="*/ 3 w 30"/>
                <a:gd name="T47" fmla="*/ 3 h 1107"/>
                <a:gd name="T48" fmla="*/ 0 w 30"/>
                <a:gd name="T49" fmla="*/ 6 h 1107"/>
                <a:gd name="T50" fmla="*/ 0 w 30"/>
                <a:gd name="T51" fmla="*/ 9 h 1107"/>
                <a:gd name="T52" fmla="*/ 0 w 30"/>
                <a:gd name="T53" fmla="*/ 9 h 1107"/>
                <a:gd name="T54" fmla="*/ 1 w 30"/>
                <a:gd name="T55" fmla="*/ 561 h 1107"/>
                <a:gd name="T56" fmla="*/ 1 w 30"/>
                <a:gd name="T57" fmla="*/ 561 h 1107"/>
                <a:gd name="T58" fmla="*/ 1 w 30"/>
                <a:gd name="T59" fmla="*/ 836 h 1107"/>
                <a:gd name="T60" fmla="*/ 1 w 30"/>
                <a:gd name="T61" fmla="*/ 836 h 1107"/>
                <a:gd name="T62" fmla="*/ 3 w 30"/>
                <a:gd name="T63" fmla="*/ 852 h 1107"/>
                <a:gd name="T64" fmla="*/ 6 w 30"/>
                <a:gd name="T65" fmla="*/ 867 h 1107"/>
                <a:gd name="T66" fmla="*/ 8 w 30"/>
                <a:gd name="T67" fmla="*/ 883 h 1107"/>
                <a:gd name="T68" fmla="*/ 11 w 30"/>
                <a:gd name="T69" fmla="*/ 897 h 1107"/>
                <a:gd name="T70" fmla="*/ 11 w 30"/>
                <a:gd name="T71" fmla="*/ 897 h 1107"/>
                <a:gd name="T72" fmla="*/ 13 w 30"/>
                <a:gd name="T73" fmla="*/ 928 h 1107"/>
                <a:gd name="T74" fmla="*/ 13 w 30"/>
                <a:gd name="T75" fmla="*/ 960 h 1107"/>
                <a:gd name="T76" fmla="*/ 13 w 30"/>
                <a:gd name="T77" fmla="*/ 960 h 1107"/>
                <a:gd name="T78" fmla="*/ 11 w 30"/>
                <a:gd name="T79" fmla="*/ 1029 h 1107"/>
                <a:gd name="T80" fmla="*/ 10 w 30"/>
                <a:gd name="T81" fmla="*/ 1064 h 1107"/>
                <a:gd name="T82" fmla="*/ 11 w 30"/>
                <a:gd name="T83" fmla="*/ 1098 h 1107"/>
                <a:gd name="T84" fmla="*/ 11 w 30"/>
                <a:gd name="T85" fmla="*/ 1098 h 1107"/>
                <a:gd name="T86" fmla="*/ 11 w 30"/>
                <a:gd name="T87" fmla="*/ 1103 h 1107"/>
                <a:gd name="T88" fmla="*/ 14 w 30"/>
                <a:gd name="T89" fmla="*/ 1105 h 1107"/>
                <a:gd name="T90" fmla="*/ 17 w 30"/>
                <a:gd name="T91" fmla="*/ 1107 h 1107"/>
                <a:gd name="T92" fmla="*/ 20 w 30"/>
                <a:gd name="T93" fmla="*/ 1107 h 1107"/>
                <a:gd name="T94" fmla="*/ 23 w 30"/>
                <a:gd name="T95" fmla="*/ 1107 h 1107"/>
                <a:gd name="T96" fmla="*/ 25 w 30"/>
                <a:gd name="T97" fmla="*/ 1105 h 1107"/>
                <a:gd name="T98" fmla="*/ 27 w 30"/>
                <a:gd name="T99" fmla="*/ 1103 h 1107"/>
                <a:gd name="T100" fmla="*/ 28 w 30"/>
                <a:gd name="T101" fmla="*/ 1098 h 1107"/>
                <a:gd name="T102" fmla="*/ 28 w 30"/>
                <a:gd name="T103" fmla="*/ 1098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" h="1107">
                  <a:moveTo>
                    <a:pt x="28" y="1098"/>
                  </a:moveTo>
                  <a:lnTo>
                    <a:pt x="28" y="1098"/>
                  </a:lnTo>
                  <a:lnTo>
                    <a:pt x="27" y="1067"/>
                  </a:lnTo>
                  <a:lnTo>
                    <a:pt x="28" y="1035"/>
                  </a:lnTo>
                  <a:lnTo>
                    <a:pt x="30" y="971"/>
                  </a:lnTo>
                  <a:lnTo>
                    <a:pt x="30" y="971"/>
                  </a:lnTo>
                  <a:lnTo>
                    <a:pt x="30" y="940"/>
                  </a:lnTo>
                  <a:lnTo>
                    <a:pt x="28" y="909"/>
                  </a:lnTo>
                  <a:lnTo>
                    <a:pt x="28" y="909"/>
                  </a:lnTo>
                  <a:lnTo>
                    <a:pt x="27" y="890"/>
                  </a:lnTo>
                  <a:lnTo>
                    <a:pt x="23" y="872"/>
                  </a:lnTo>
                  <a:lnTo>
                    <a:pt x="20" y="855"/>
                  </a:lnTo>
                  <a:lnTo>
                    <a:pt x="18" y="836"/>
                  </a:lnTo>
                  <a:lnTo>
                    <a:pt x="18" y="836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5" y="6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561"/>
                  </a:lnTo>
                  <a:lnTo>
                    <a:pt x="1" y="561"/>
                  </a:lnTo>
                  <a:lnTo>
                    <a:pt x="1" y="836"/>
                  </a:lnTo>
                  <a:lnTo>
                    <a:pt x="1" y="836"/>
                  </a:lnTo>
                  <a:lnTo>
                    <a:pt x="3" y="852"/>
                  </a:lnTo>
                  <a:lnTo>
                    <a:pt x="6" y="867"/>
                  </a:lnTo>
                  <a:lnTo>
                    <a:pt x="8" y="883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3" y="928"/>
                  </a:lnTo>
                  <a:lnTo>
                    <a:pt x="13" y="960"/>
                  </a:lnTo>
                  <a:lnTo>
                    <a:pt x="13" y="960"/>
                  </a:lnTo>
                  <a:lnTo>
                    <a:pt x="11" y="1029"/>
                  </a:lnTo>
                  <a:lnTo>
                    <a:pt x="10" y="1064"/>
                  </a:lnTo>
                  <a:lnTo>
                    <a:pt x="11" y="1098"/>
                  </a:lnTo>
                  <a:lnTo>
                    <a:pt x="11" y="1098"/>
                  </a:lnTo>
                  <a:lnTo>
                    <a:pt x="11" y="1103"/>
                  </a:lnTo>
                  <a:lnTo>
                    <a:pt x="14" y="1105"/>
                  </a:lnTo>
                  <a:lnTo>
                    <a:pt x="17" y="1107"/>
                  </a:lnTo>
                  <a:lnTo>
                    <a:pt x="20" y="1107"/>
                  </a:lnTo>
                  <a:lnTo>
                    <a:pt x="23" y="1107"/>
                  </a:lnTo>
                  <a:lnTo>
                    <a:pt x="25" y="1105"/>
                  </a:lnTo>
                  <a:lnTo>
                    <a:pt x="27" y="1103"/>
                  </a:lnTo>
                  <a:lnTo>
                    <a:pt x="28" y="1098"/>
                  </a:lnTo>
                  <a:lnTo>
                    <a:pt x="28" y="10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8" name="Freeform 128">
              <a:extLst>
                <a:ext uri="{FF2B5EF4-FFF2-40B4-BE49-F238E27FC236}">
                  <a16:creationId xmlns:a16="http://schemas.microsoft.com/office/drawing/2014/main" id="{A8884889-607B-EFB9-00FF-97DB430E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3978"/>
              <a:ext cx="88" cy="97"/>
            </a:xfrm>
            <a:custGeom>
              <a:avLst/>
              <a:gdLst>
                <a:gd name="T0" fmla="*/ 16 w 176"/>
                <a:gd name="T1" fmla="*/ 187 h 194"/>
                <a:gd name="T2" fmla="*/ 16 w 176"/>
                <a:gd name="T3" fmla="*/ 187 h 194"/>
                <a:gd name="T4" fmla="*/ 21 w 176"/>
                <a:gd name="T5" fmla="*/ 164 h 194"/>
                <a:gd name="T6" fmla="*/ 27 w 176"/>
                <a:gd name="T7" fmla="*/ 141 h 194"/>
                <a:gd name="T8" fmla="*/ 40 w 176"/>
                <a:gd name="T9" fmla="*/ 98 h 194"/>
                <a:gd name="T10" fmla="*/ 55 w 176"/>
                <a:gd name="T11" fmla="*/ 54 h 194"/>
                <a:gd name="T12" fmla="*/ 70 w 176"/>
                <a:gd name="T13" fmla="*/ 10 h 194"/>
                <a:gd name="T14" fmla="*/ 70 w 176"/>
                <a:gd name="T15" fmla="*/ 10 h 194"/>
                <a:gd name="T16" fmla="*/ 57 w 176"/>
                <a:gd name="T17" fmla="*/ 15 h 194"/>
                <a:gd name="T18" fmla="*/ 57 w 176"/>
                <a:gd name="T19" fmla="*/ 15 h 194"/>
                <a:gd name="T20" fmla="*/ 68 w 176"/>
                <a:gd name="T21" fmla="*/ 21 h 194"/>
                <a:gd name="T22" fmla="*/ 80 w 176"/>
                <a:gd name="T23" fmla="*/ 28 h 194"/>
                <a:gd name="T24" fmla="*/ 89 w 176"/>
                <a:gd name="T25" fmla="*/ 37 h 194"/>
                <a:gd name="T26" fmla="*/ 98 w 176"/>
                <a:gd name="T27" fmla="*/ 47 h 194"/>
                <a:gd name="T28" fmla="*/ 106 w 176"/>
                <a:gd name="T29" fmla="*/ 56 h 194"/>
                <a:gd name="T30" fmla="*/ 114 w 176"/>
                <a:gd name="T31" fmla="*/ 66 h 194"/>
                <a:gd name="T32" fmla="*/ 126 w 176"/>
                <a:gd name="T33" fmla="*/ 89 h 194"/>
                <a:gd name="T34" fmla="*/ 136 w 176"/>
                <a:gd name="T35" fmla="*/ 113 h 194"/>
                <a:gd name="T36" fmla="*/ 146 w 176"/>
                <a:gd name="T37" fmla="*/ 139 h 194"/>
                <a:gd name="T38" fmla="*/ 153 w 176"/>
                <a:gd name="T39" fmla="*/ 164 h 194"/>
                <a:gd name="T40" fmla="*/ 159 w 176"/>
                <a:gd name="T41" fmla="*/ 188 h 194"/>
                <a:gd name="T42" fmla="*/ 159 w 176"/>
                <a:gd name="T43" fmla="*/ 188 h 194"/>
                <a:gd name="T44" fmla="*/ 160 w 176"/>
                <a:gd name="T45" fmla="*/ 191 h 194"/>
                <a:gd name="T46" fmla="*/ 163 w 176"/>
                <a:gd name="T47" fmla="*/ 194 h 194"/>
                <a:gd name="T48" fmla="*/ 166 w 176"/>
                <a:gd name="T49" fmla="*/ 194 h 194"/>
                <a:gd name="T50" fmla="*/ 169 w 176"/>
                <a:gd name="T51" fmla="*/ 194 h 194"/>
                <a:gd name="T52" fmla="*/ 172 w 176"/>
                <a:gd name="T53" fmla="*/ 192 h 194"/>
                <a:gd name="T54" fmla="*/ 174 w 176"/>
                <a:gd name="T55" fmla="*/ 191 h 194"/>
                <a:gd name="T56" fmla="*/ 176 w 176"/>
                <a:gd name="T57" fmla="*/ 187 h 194"/>
                <a:gd name="T58" fmla="*/ 176 w 176"/>
                <a:gd name="T59" fmla="*/ 184 h 194"/>
                <a:gd name="T60" fmla="*/ 176 w 176"/>
                <a:gd name="T61" fmla="*/ 184 h 194"/>
                <a:gd name="T62" fmla="*/ 169 w 176"/>
                <a:gd name="T63" fmla="*/ 157 h 194"/>
                <a:gd name="T64" fmla="*/ 160 w 176"/>
                <a:gd name="T65" fmla="*/ 130 h 194"/>
                <a:gd name="T66" fmla="*/ 152 w 176"/>
                <a:gd name="T67" fmla="*/ 105 h 194"/>
                <a:gd name="T68" fmla="*/ 140 w 176"/>
                <a:gd name="T69" fmla="*/ 79 h 194"/>
                <a:gd name="T70" fmla="*/ 126 w 176"/>
                <a:gd name="T71" fmla="*/ 55 h 194"/>
                <a:gd name="T72" fmla="*/ 118 w 176"/>
                <a:gd name="T73" fmla="*/ 44 h 194"/>
                <a:gd name="T74" fmla="*/ 109 w 176"/>
                <a:gd name="T75" fmla="*/ 34 h 194"/>
                <a:gd name="T76" fmla="*/ 99 w 176"/>
                <a:gd name="T77" fmla="*/ 24 h 194"/>
                <a:gd name="T78" fmla="*/ 89 w 176"/>
                <a:gd name="T79" fmla="*/ 15 h 194"/>
                <a:gd name="T80" fmla="*/ 78 w 176"/>
                <a:gd name="T81" fmla="*/ 7 h 194"/>
                <a:gd name="T82" fmla="*/ 65 w 176"/>
                <a:gd name="T83" fmla="*/ 0 h 194"/>
                <a:gd name="T84" fmla="*/ 65 w 176"/>
                <a:gd name="T85" fmla="*/ 0 h 194"/>
                <a:gd name="T86" fmla="*/ 61 w 176"/>
                <a:gd name="T87" fmla="*/ 0 h 194"/>
                <a:gd name="T88" fmla="*/ 58 w 176"/>
                <a:gd name="T89" fmla="*/ 0 h 194"/>
                <a:gd name="T90" fmla="*/ 55 w 176"/>
                <a:gd name="T91" fmla="*/ 1 h 194"/>
                <a:gd name="T92" fmla="*/ 53 w 176"/>
                <a:gd name="T93" fmla="*/ 5 h 194"/>
                <a:gd name="T94" fmla="*/ 53 w 176"/>
                <a:gd name="T95" fmla="*/ 5 h 194"/>
                <a:gd name="T96" fmla="*/ 38 w 176"/>
                <a:gd name="T97" fmla="*/ 49 h 194"/>
                <a:gd name="T98" fmla="*/ 24 w 176"/>
                <a:gd name="T99" fmla="*/ 93 h 194"/>
                <a:gd name="T100" fmla="*/ 10 w 176"/>
                <a:gd name="T101" fmla="*/ 137 h 194"/>
                <a:gd name="T102" fmla="*/ 4 w 176"/>
                <a:gd name="T103" fmla="*/ 158 h 194"/>
                <a:gd name="T104" fmla="*/ 0 w 176"/>
                <a:gd name="T105" fmla="*/ 181 h 194"/>
                <a:gd name="T106" fmla="*/ 0 w 176"/>
                <a:gd name="T107" fmla="*/ 181 h 194"/>
                <a:gd name="T108" fmla="*/ 0 w 176"/>
                <a:gd name="T109" fmla="*/ 185 h 194"/>
                <a:gd name="T110" fmla="*/ 2 w 176"/>
                <a:gd name="T111" fmla="*/ 188 h 194"/>
                <a:gd name="T112" fmla="*/ 3 w 176"/>
                <a:gd name="T113" fmla="*/ 191 h 194"/>
                <a:gd name="T114" fmla="*/ 6 w 176"/>
                <a:gd name="T115" fmla="*/ 192 h 194"/>
                <a:gd name="T116" fmla="*/ 10 w 176"/>
                <a:gd name="T117" fmla="*/ 192 h 194"/>
                <a:gd name="T118" fmla="*/ 13 w 176"/>
                <a:gd name="T119" fmla="*/ 191 h 194"/>
                <a:gd name="T120" fmla="*/ 14 w 176"/>
                <a:gd name="T121" fmla="*/ 190 h 194"/>
                <a:gd name="T122" fmla="*/ 16 w 176"/>
                <a:gd name="T123" fmla="*/ 187 h 194"/>
                <a:gd name="T124" fmla="*/ 16 w 176"/>
                <a:gd name="T125" fmla="*/ 18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194">
                  <a:moveTo>
                    <a:pt x="16" y="187"/>
                  </a:moveTo>
                  <a:lnTo>
                    <a:pt x="16" y="187"/>
                  </a:lnTo>
                  <a:lnTo>
                    <a:pt x="21" y="164"/>
                  </a:lnTo>
                  <a:lnTo>
                    <a:pt x="27" y="141"/>
                  </a:lnTo>
                  <a:lnTo>
                    <a:pt x="40" y="98"/>
                  </a:lnTo>
                  <a:lnTo>
                    <a:pt x="55" y="54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80" y="28"/>
                  </a:lnTo>
                  <a:lnTo>
                    <a:pt x="89" y="37"/>
                  </a:lnTo>
                  <a:lnTo>
                    <a:pt x="98" y="47"/>
                  </a:lnTo>
                  <a:lnTo>
                    <a:pt x="106" y="56"/>
                  </a:lnTo>
                  <a:lnTo>
                    <a:pt x="114" y="66"/>
                  </a:lnTo>
                  <a:lnTo>
                    <a:pt x="126" y="89"/>
                  </a:lnTo>
                  <a:lnTo>
                    <a:pt x="136" y="113"/>
                  </a:lnTo>
                  <a:lnTo>
                    <a:pt x="146" y="139"/>
                  </a:lnTo>
                  <a:lnTo>
                    <a:pt x="153" y="164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1"/>
                  </a:lnTo>
                  <a:lnTo>
                    <a:pt x="163" y="194"/>
                  </a:lnTo>
                  <a:lnTo>
                    <a:pt x="166" y="194"/>
                  </a:lnTo>
                  <a:lnTo>
                    <a:pt x="169" y="194"/>
                  </a:lnTo>
                  <a:lnTo>
                    <a:pt x="172" y="192"/>
                  </a:lnTo>
                  <a:lnTo>
                    <a:pt x="174" y="191"/>
                  </a:lnTo>
                  <a:lnTo>
                    <a:pt x="176" y="187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69" y="157"/>
                  </a:lnTo>
                  <a:lnTo>
                    <a:pt x="160" y="130"/>
                  </a:lnTo>
                  <a:lnTo>
                    <a:pt x="152" y="105"/>
                  </a:lnTo>
                  <a:lnTo>
                    <a:pt x="140" y="79"/>
                  </a:lnTo>
                  <a:lnTo>
                    <a:pt x="126" y="55"/>
                  </a:lnTo>
                  <a:lnTo>
                    <a:pt x="118" y="44"/>
                  </a:lnTo>
                  <a:lnTo>
                    <a:pt x="109" y="34"/>
                  </a:lnTo>
                  <a:lnTo>
                    <a:pt x="99" y="24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38" y="49"/>
                  </a:lnTo>
                  <a:lnTo>
                    <a:pt x="24" y="93"/>
                  </a:lnTo>
                  <a:lnTo>
                    <a:pt x="10" y="137"/>
                  </a:lnTo>
                  <a:lnTo>
                    <a:pt x="4" y="15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2" y="188"/>
                  </a:lnTo>
                  <a:lnTo>
                    <a:pt x="3" y="191"/>
                  </a:lnTo>
                  <a:lnTo>
                    <a:pt x="6" y="192"/>
                  </a:lnTo>
                  <a:lnTo>
                    <a:pt x="10" y="192"/>
                  </a:lnTo>
                  <a:lnTo>
                    <a:pt x="13" y="191"/>
                  </a:lnTo>
                  <a:lnTo>
                    <a:pt x="14" y="190"/>
                  </a:lnTo>
                  <a:lnTo>
                    <a:pt x="16" y="187"/>
                  </a:lnTo>
                  <a:lnTo>
                    <a:pt x="16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9" name="Freeform 129">
              <a:extLst>
                <a:ext uri="{FF2B5EF4-FFF2-40B4-BE49-F238E27FC236}">
                  <a16:creationId xmlns:a16="http://schemas.microsoft.com/office/drawing/2014/main" id="{8C91FF25-C23B-2367-1CB1-C1501450A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974"/>
              <a:ext cx="166" cy="81"/>
            </a:xfrm>
            <a:custGeom>
              <a:avLst/>
              <a:gdLst>
                <a:gd name="T0" fmla="*/ 8 w 331"/>
                <a:gd name="T1" fmla="*/ 161 h 161"/>
                <a:gd name="T2" fmla="*/ 8 w 331"/>
                <a:gd name="T3" fmla="*/ 161 h 161"/>
                <a:gd name="T4" fmla="*/ 31 w 331"/>
                <a:gd name="T5" fmla="*/ 161 h 161"/>
                <a:gd name="T6" fmla="*/ 53 w 331"/>
                <a:gd name="T7" fmla="*/ 158 h 161"/>
                <a:gd name="T8" fmla="*/ 76 w 331"/>
                <a:gd name="T9" fmla="*/ 154 h 161"/>
                <a:gd name="T10" fmla="*/ 97 w 331"/>
                <a:gd name="T11" fmla="*/ 150 h 161"/>
                <a:gd name="T12" fmla="*/ 120 w 331"/>
                <a:gd name="T13" fmla="*/ 144 h 161"/>
                <a:gd name="T14" fmla="*/ 141 w 331"/>
                <a:gd name="T15" fmla="*/ 137 h 161"/>
                <a:gd name="T16" fmla="*/ 163 w 331"/>
                <a:gd name="T17" fmla="*/ 129 h 161"/>
                <a:gd name="T18" fmla="*/ 182 w 331"/>
                <a:gd name="T19" fmla="*/ 119 h 161"/>
                <a:gd name="T20" fmla="*/ 202 w 331"/>
                <a:gd name="T21" fmla="*/ 109 h 161"/>
                <a:gd name="T22" fmla="*/ 222 w 331"/>
                <a:gd name="T23" fmla="*/ 97 h 161"/>
                <a:gd name="T24" fmla="*/ 242 w 331"/>
                <a:gd name="T25" fmla="*/ 86 h 161"/>
                <a:gd name="T26" fmla="*/ 260 w 331"/>
                <a:gd name="T27" fmla="*/ 73 h 161"/>
                <a:gd name="T28" fmla="*/ 279 w 331"/>
                <a:gd name="T29" fmla="*/ 59 h 161"/>
                <a:gd name="T30" fmla="*/ 296 w 331"/>
                <a:gd name="T31" fmla="*/ 45 h 161"/>
                <a:gd name="T32" fmla="*/ 313 w 331"/>
                <a:gd name="T33" fmla="*/ 29 h 161"/>
                <a:gd name="T34" fmla="*/ 330 w 331"/>
                <a:gd name="T35" fmla="*/ 14 h 161"/>
                <a:gd name="T36" fmla="*/ 330 w 331"/>
                <a:gd name="T37" fmla="*/ 14 h 161"/>
                <a:gd name="T38" fmla="*/ 331 w 331"/>
                <a:gd name="T39" fmla="*/ 11 h 161"/>
                <a:gd name="T40" fmla="*/ 331 w 331"/>
                <a:gd name="T41" fmla="*/ 8 h 161"/>
                <a:gd name="T42" fmla="*/ 331 w 331"/>
                <a:gd name="T43" fmla="*/ 5 h 161"/>
                <a:gd name="T44" fmla="*/ 328 w 331"/>
                <a:gd name="T45" fmla="*/ 3 h 161"/>
                <a:gd name="T46" fmla="*/ 327 w 331"/>
                <a:gd name="T47" fmla="*/ 1 h 161"/>
                <a:gd name="T48" fmla="*/ 324 w 331"/>
                <a:gd name="T49" fmla="*/ 0 h 161"/>
                <a:gd name="T50" fmla="*/ 320 w 331"/>
                <a:gd name="T51" fmla="*/ 0 h 161"/>
                <a:gd name="T52" fmla="*/ 317 w 331"/>
                <a:gd name="T53" fmla="*/ 3 h 161"/>
                <a:gd name="T54" fmla="*/ 317 w 331"/>
                <a:gd name="T55" fmla="*/ 3 h 161"/>
                <a:gd name="T56" fmla="*/ 284 w 331"/>
                <a:gd name="T57" fmla="*/ 32 h 161"/>
                <a:gd name="T58" fmla="*/ 267 w 331"/>
                <a:gd name="T59" fmla="*/ 45 h 161"/>
                <a:gd name="T60" fmla="*/ 250 w 331"/>
                <a:gd name="T61" fmla="*/ 59 h 161"/>
                <a:gd name="T62" fmla="*/ 232 w 331"/>
                <a:gd name="T63" fmla="*/ 71 h 161"/>
                <a:gd name="T64" fmla="*/ 214 w 331"/>
                <a:gd name="T65" fmla="*/ 83 h 161"/>
                <a:gd name="T66" fmla="*/ 195 w 331"/>
                <a:gd name="T67" fmla="*/ 93 h 161"/>
                <a:gd name="T68" fmla="*/ 175 w 331"/>
                <a:gd name="T69" fmla="*/ 103 h 161"/>
                <a:gd name="T70" fmla="*/ 157 w 331"/>
                <a:gd name="T71" fmla="*/ 113 h 161"/>
                <a:gd name="T72" fmla="*/ 136 w 331"/>
                <a:gd name="T73" fmla="*/ 120 h 161"/>
                <a:gd name="T74" fmla="*/ 116 w 331"/>
                <a:gd name="T75" fmla="*/ 127 h 161"/>
                <a:gd name="T76" fmla="*/ 94 w 331"/>
                <a:gd name="T77" fmla="*/ 133 h 161"/>
                <a:gd name="T78" fmla="*/ 73 w 331"/>
                <a:gd name="T79" fmla="*/ 139 h 161"/>
                <a:gd name="T80" fmla="*/ 52 w 331"/>
                <a:gd name="T81" fmla="*/ 141 h 161"/>
                <a:gd name="T82" fmla="*/ 31 w 331"/>
                <a:gd name="T83" fmla="*/ 144 h 161"/>
                <a:gd name="T84" fmla="*/ 8 w 331"/>
                <a:gd name="T85" fmla="*/ 144 h 161"/>
                <a:gd name="T86" fmla="*/ 8 w 331"/>
                <a:gd name="T87" fmla="*/ 144 h 161"/>
                <a:gd name="T88" fmla="*/ 4 w 331"/>
                <a:gd name="T89" fmla="*/ 146 h 161"/>
                <a:gd name="T90" fmla="*/ 2 w 331"/>
                <a:gd name="T91" fmla="*/ 147 h 161"/>
                <a:gd name="T92" fmla="*/ 1 w 331"/>
                <a:gd name="T93" fmla="*/ 150 h 161"/>
                <a:gd name="T94" fmla="*/ 0 w 331"/>
                <a:gd name="T95" fmla="*/ 153 h 161"/>
                <a:gd name="T96" fmla="*/ 1 w 331"/>
                <a:gd name="T97" fmla="*/ 157 h 161"/>
                <a:gd name="T98" fmla="*/ 2 w 331"/>
                <a:gd name="T99" fmla="*/ 158 h 161"/>
                <a:gd name="T100" fmla="*/ 4 w 331"/>
                <a:gd name="T101" fmla="*/ 161 h 161"/>
                <a:gd name="T102" fmla="*/ 8 w 331"/>
                <a:gd name="T103" fmla="*/ 161 h 161"/>
                <a:gd name="T104" fmla="*/ 8 w 331"/>
                <a:gd name="T10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161">
                  <a:moveTo>
                    <a:pt x="8" y="161"/>
                  </a:moveTo>
                  <a:lnTo>
                    <a:pt x="8" y="161"/>
                  </a:lnTo>
                  <a:lnTo>
                    <a:pt x="31" y="161"/>
                  </a:lnTo>
                  <a:lnTo>
                    <a:pt x="53" y="158"/>
                  </a:lnTo>
                  <a:lnTo>
                    <a:pt x="76" y="154"/>
                  </a:lnTo>
                  <a:lnTo>
                    <a:pt x="97" y="150"/>
                  </a:lnTo>
                  <a:lnTo>
                    <a:pt x="120" y="144"/>
                  </a:lnTo>
                  <a:lnTo>
                    <a:pt x="141" y="137"/>
                  </a:lnTo>
                  <a:lnTo>
                    <a:pt x="163" y="129"/>
                  </a:lnTo>
                  <a:lnTo>
                    <a:pt x="182" y="119"/>
                  </a:lnTo>
                  <a:lnTo>
                    <a:pt x="202" y="109"/>
                  </a:lnTo>
                  <a:lnTo>
                    <a:pt x="222" y="97"/>
                  </a:lnTo>
                  <a:lnTo>
                    <a:pt x="242" y="86"/>
                  </a:lnTo>
                  <a:lnTo>
                    <a:pt x="260" y="73"/>
                  </a:lnTo>
                  <a:lnTo>
                    <a:pt x="279" y="59"/>
                  </a:lnTo>
                  <a:lnTo>
                    <a:pt x="296" y="45"/>
                  </a:lnTo>
                  <a:lnTo>
                    <a:pt x="313" y="29"/>
                  </a:lnTo>
                  <a:lnTo>
                    <a:pt x="330" y="14"/>
                  </a:lnTo>
                  <a:lnTo>
                    <a:pt x="330" y="14"/>
                  </a:lnTo>
                  <a:lnTo>
                    <a:pt x="331" y="11"/>
                  </a:lnTo>
                  <a:lnTo>
                    <a:pt x="331" y="8"/>
                  </a:lnTo>
                  <a:lnTo>
                    <a:pt x="331" y="5"/>
                  </a:lnTo>
                  <a:lnTo>
                    <a:pt x="328" y="3"/>
                  </a:lnTo>
                  <a:lnTo>
                    <a:pt x="327" y="1"/>
                  </a:lnTo>
                  <a:lnTo>
                    <a:pt x="324" y="0"/>
                  </a:lnTo>
                  <a:lnTo>
                    <a:pt x="320" y="0"/>
                  </a:lnTo>
                  <a:lnTo>
                    <a:pt x="317" y="3"/>
                  </a:lnTo>
                  <a:lnTo>
                    <a:pt x="317" y="3"/>
                  </a:lnTo>
                  <a:lnTo>
                    <a:pt x="284" y="32"/>
                  </a:lnTo>
                  <a:lnTo>
                    <a:pt x="267" y="45"/>
                  </a:lnTo>
                  <a:lnTo>
                    <a:pt x="250" y="59"/>
                  </a:lnTo>
                  <a:lnTo>
                    <a:pt x="232" y="71"/>
                  </a:lnTo>
                  <a:lnTo>
                    <a:pt x="214" y="83"/>
                  </a:lnTo>
                  <a:lnTo>
                    <a:pt x="195" y="93"/>
                  </a:lnTo>
                  <a:lnTo>
                    <a:pt x="175" y="103"/>
                  </a:lnTo>
                  <a:lnTo>
                    <a:pt x="157" y="113"/>
                  </a:lnTo>
                  <a:lnTo>
                    <a:pt x="136" y="120"/>
                  </a:lnTo>
                  <a:lnTo>
                    <a:pt x="116" y="127"/>
                  </a:lnTo>
                  <a:lnTo>
                    <a:pt x="94" y="133"/>
                  </a:lnTo>
                  <a:lnTo>
                    <a:pt x="73" y="139"/>
                  </a:lnTo>
                  <a:lnTo>
                    <a:pt x="52" y="141"/>
                  </a:lnTo>
                  <a:lnTo>
                    <a:pt x="31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6"/>
                  </a:lnTo>
                  <a:lnTo>
                    <a:pt x="2" y="147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4" y="161"/>
                  </a:lnTo>
                  <a:lnTo>
                    <a:pt x="8" y="161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0" name="Freeform 130">
              <a:extLst>
                <a:ext uri="{FF2B5EF4-FFF2-40B4-BE49-F238E27FC236}">
                  <a16:creationId xmlns:a16="http://schemas.microsoft.com/office/drawing/2014/main" id="{EF3A1EC0-FE59-042B-A588-F199F550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3974"/>
              <a:ext cx="159" cy="67"/>
            </a:xfrm>
            <a:custGeom>
              <a:avLst/>
              <a:gdLst>
                <a:gd name="T0" fmla="*/ 5 w 318"/>
                <a:gd name="T1" fmla="*/ 17 h 133"/>
                <a:gd name="T2" fmla="*/ 5 w 318"/>
                <a:gd name="T3" fmla="*/ 17 h 133"/>
                <a:gd name="T4" fmla="*/ 24 w 318"/>
                <a:gd name="T5" fmla="*/ 24 h 133"/>
                <a:gd name="T6" fmla="*/ 42 w 318"/>
                <a:gd name="T7" fmla="*/ 32 h 133"/>
                <a:gd name="T8" fmla="*/ 79 w 318"/>
                <a:gd name="T9" fmla="*/ 52 h 133"/>
                <a:gd name="T10" fmla="*/ 116 w 318"/>
                <a:gd name="T11" fmla="*/ 75 h 133"/>
                <a:gd name="T12" fmla="*/ 154 w 318"/>
                <a:gd name="T13" fmla="*/ 96 h 133"/>
                <a:gd name="T14" fmla="*/ 173 w 318"/>
                <a:gd name="T15" fmla="*/ 106 h 133"/>
                <a:gd name="T16" fmla="*/ 191 w 318"/>
                <a:gd name="T17" fmla="*/ 114 h 133"/>
                <a:gd name="T18" fmla="*/ 211 w 318"/>
                <a:gd name="T19" fmla="*/ 122 h 133"/>
                <a:gd name="T20" fmla="*/ 231 w 318"/>
                <a:gd name="T21" fmla="*/ 127 h 133"/>
                <a:gd name="T22" fmla="*/ 250 w 318"/>
                <a:gd name="T23" fmla="*/ 131 h 133"/>
                <a:gd name="T24" fmla="*/ 270 w 318"/>
                <a:gd name="T25" fmla="*/ 133 h 133"/>
                <a:gd name="T26" fmla="*/ 292 w 318"/>
                <a:gd name="T27" fmla="*/ 133 h 133"/>
                <a:gd name="T28" fmla="*/ 313 w 318"/>
                <a:gd name="T29" fmla="*/ 130 h 133"/>
                <a:gd name="T30" fmla="*/ 313 w 318"/>
                <a:gd name="T31" fmla="*/ 130 h 133"/>
                <a:gd name="T32" fmla="*/ 316 w 318"/>
                <a:gd name="T33" fmla="*/ 129 h 133"/>
                <a:gd name="T34" fmla="*/ 317 w 318"/>
                <a:gd name="T35" fmla="*/ 126 h 133"/>
                <a:gd name="T36" fmla="*/ 318 w 318"/>
                <a:gd name="T37" fmla="*/ 123 h 133"/>
                <a:gd name="T38" fmla="*/ 318 w 318"/>
                <a:gd name="T39" fmla="*/ 120 h 133"/>
                <a:gd name="T40" fmla="*/ 317 w 318"/>
                <a:gd name="T41" fmla="*/ 117 h 133"/>
                <a:gd name="T42" fmla="*/ 314 w 318"/>
                <a:gd name="T43" fmla="*/ 114 h 133"/>
                <a:gd name="T44" fmla="*/ 311 w 318"/>
                <a:gd name="T45" fmla="*/ 113 h 133"/>
                <a:gd name="T46" fmla="*/ 309 w 318"/>
                <a:gd name="T47" fmla="*/ 113 h 133"/>
                <a:gd name="T48" fmla="*/ 309 w 318"/>
                <a:gd name="T49" fmla="*/ 113 h 133"/>
                <a:gd name="T50" fmla="*/ 287 w 318"/>
                <a:gd name="T51" fmla="*/ 116 h 133"/>
                <a:gd name="T52" fmla="*/ 267 w 318"/>
                <a:gd name="T53" fmla="*/ 117 h 133"/>
                <a:gd name="T54" fmla="*/ 249 w 318"/>
                <a:gd name="T55" fmla="*/ 114 h 133"/>
                <a:gd name="T56" fmla="*/ 229 w 318"/>
                <a:gd name="T57" fmla="*/ 110 h 133"/>
                <a:gd name="T58" fmla="*/ 211 w 318"/>
                <a:gd name="T59" fmla="*/ 105 h 133"/>
                <a:gd name="T60" fmla="*/ 191 w 318"/>
                <a:gd name="T61" fmla="*/ 96 h 133"/>
                <a:gd name="T62" fmla="*/ 173 w 318"/>
                <a:gd name="T63" fmla="*/ 88 h 133"/>
                <a:gd name="T64" fmla="*/ 154 w 318"/>
                <a:gd name="T65" fmla="*/ 78 h 133"/>
                <a:gd name="T66" fmla="*/ 117 w 318"/>
                <a:gd name="T67" fmla="*/ 56 h 133"/>
                <a:gd name="T68" fmla="*/ 82 w 318"/>
                <a:gd name="T69" fmla="*/ 35 h 133"/>
                <a:gd name="T70" fmla="*/ 45 w 318"/>
                <a:gd name="T71" fmla="*/ 15 h 133"/>
                <a:gd name="T72" fmla="*/ 28 w 318"/>
                <a:gd name="T73" fmla="*/ 7 h 133"/>
                <a:gd name="T74" fmla="*/ 10 w 318"/>
                <a:gd name="T75" fmla="*/ 0 h 133"/>
                <a:gd name="T76" fmla="*/ 10 w 318"/>
                <a:gd name="T77" fmla="*/ 0 h 133"/>
                <a:gd name="T78" fmla="*/ 7 w 318"/>
                <a:gd name="T79" fmla="*/ 0 h 133"/>
                <a:gd name="T80" fmla="*/ 4 w 318"/>
                <a:gd name="T81" fmla="*/ 1 h 133"/>
                <a:gd name="T82" fmla="*/ 1 w 318"/>
                <a:gd name="T83" fmla="*/ 3 h 133"/>
                <a:gd name="T84" fmla="*/ 0 w 318"/>
                <a:gd name="T85" fmla="*/ 5 h 133"/>
                <a:gd name="T86" fmla="*/ 0 w 318"/>
                <a:gd name="T87" fmla="*/ 8 h 133"/>
                <a:gd name="T88" fmla="*/ 1 w 318"/>
                <a:gd name="T89" fmla="*/ 12 h 133"/>
                <a:gd name="T90" fmla="*/ 2 w 318"/>
                <a:gd name="T91" fmla="*/ 14 h 133"/>
                <a:gd name="T92" fmla="*/ 5 w 318"/>
                <a:gd name="T93" fmla="*/ 17 h 133"/>
                <a:gd name="T94" fmla="*/ 5 w 318"/>
                <a:gd name="T9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" h="133">
                  <a:moveTo>
                    <a:pt x="5" y="17"/>
                  </a:moveTo>
                  <a:lnTo>
                    <a:pt x="5" y="17"/>
                  </a:lnTo>
                  <a:lnTo>
                    <a:pt x="24" y="24"/>
                  </a:lnTo>
                  <a:lnTo>
                    <a:pt x="42" y="32"/>
                  </a:lnTo>
                  <a:lnTo>
                    <a:pt x="79" y="52"/>
                  </a:lnTo>
                  <a:lnTo>
                    <a:pt x="116" y="75"/>
                  </a:lnTo>
                  <a:lnTo>
                    <a:pt x="154" y="96"/>
                  </a:lnTo>
                  <a:lnTo>
                    <a:pt x="173" y="106"/>
                  </a:lnTo>
                  <a:lnTo>
                    <a:pt x="191" y="114"/>
                  </a:lnTo>
                  <a:lnTo>
                    <a:pt x="211" y="122"/>
                  </a:lnTo>
                  <a:lnTo>
                    <a:pt x="231" y="127"/>
                  </a:lnTo>
                  <a:lnTo>
                    <a:pt x="250" y="131"/>
                  </a:lnTo>
                  <a:lnTo>
                    <a:pt x="270" y="133"/>
                  </a:lnTo>
                  <a:lnTo>
                    <a:pt x="292" y="133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6" y="129"/>
                  </a:lnTo>
                  <a:lnTo>
                    <a:pt x="317" y="126"/>
                  </a:lnTo>
                  <a:lnTo>
                    <a:pt x="318" y="123"/>
                  </a:lnTo>
                  <a:lnTo>
                    <a:pt x="318" y="120"/>
                  </a:lnTo>
                  <a:lnTo>
                    <a:pt x="317" y="117"/>
                  </a:lnTo>
                  <a:lnTo>
                    <a:pt x="314" y="114"/>
                  </a:lnTo>
                  <a:lnTo>
                    <a:pt x="311" y="113"/>
                  </a:lnTo>
                  <a:lnTo>
                    <a:pt x="309" y="113"/>
                  </a:lnTo>
                  <a:lnTo>
                    <a:pt x="309" y="113"/>
                  </a:lnTo>
                  <a:lnTo>
                    <a:pt x="287" y="116"/>
                  </a:lnTo>
                  <a:lnTo>
                    <a:pt x="267" y="117"/>
                  </a:lnTo>
                  <a:lnTo>
                    <a:pt x="249" y="114"/>
                  </a:lnTo>
                  <a:lnTo>
                    <a:pt x="229" y="110"/>
                  </a:lnTo>
                  <a:lnTo>
                    <a:pt x="211" y="105"/>
                  </a:lnTo>
                  <a:lnTo>
                    <a:pt x="191" y="96"/>
                  </a:lnTo>
                  <a:lnTo>
                    <a:pt x="173" y="88"/>
                  </a:lnTo>
                  <a:lnTo>
                    <a:pt x="154" y="78"/>
                  </a:lnTo>
                  <a:lnTo>
                    <a:pt x="117" y="56"/>
                  </a:lnTo>
                  <a:lnTo>
                    <a:pt x="82" y="35"/>
                  </a:lnTo>
                  <a:lnTo>
                    <a:pt x="45" y="15"/>
                  </a:lnTo>
                  <a:lnTo>
                    <a:pt x="28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1" name="Freeform 131">
              <a:extLst>
                <a:ext uri="{FF2B5EF4-FFF2-40B4-BE49-F238E27FC236}">
                  <a16:creationId xmlns:a16="http://schemas.microsoft.com/office/drawing/2014/main" id="{72A7C6FB-6F63-C8C6-7BAF-E9E787E1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3663"/>
              <a:ext cx="407" cy="337"/>
            </a:xfrm>
            <a:custGeom>
              <a:avLst/>
              <a:gdLst>
                <a:gd name="T0" fmla="*/ 1 w 813"/>
                <a:gd name="T1" fmla="*/ 146 h 675"/>
                <a:gd name="T2" fmla="*/ 20 w 813"/>
                <a:gd name="T3" fmla="*/ 349 h 675"/>
                <a:gd name="T4" fmla="*/ 30 w 813"/>
                <a:gd name="T5" fmla="*/ 432 h 675"/>
                <a:gd name="T6" fmla="*/ 48 w 813"/>
                <a:gd name="T7" fmla="*/ 515 h 675"/>
                <a:gd name="T8" fmla="*/ 62 w 813"/>
                <a:gd name="T9" fmla="*/ 546 h 675"/>
                <a:gd name="T10" fmla="*/ 95 w 813"/>
                <a:gd name="T11" fmla="*/ 580 h 675"/>
                <a:gd name="T12" fmla="*/ 137 w 813"/>
                <a:gd name="T13" fmla="*/ 604 h 675"/>
                <a:gd name="T14" fmla="*/ 232 w 813"/>
                <a:gd name="T15" fmla="*/ 635 h 675"/>
                <a:gd name="T16" fmla="*/ 306 w 813"/>
                <a:gd name="T17" fmla="*/ 658 h 675"/>
                <a:gd name="T18" fmla="*/ 371 w 813"/>
                <a:gd name="T19" fmla="*/ 673 h 675"/>
                <a:gd name="T20" fmla="*/ 426 w 813"/>
                <a:gd name="T21" fmla="*/ 670 h 675"/>
                <a:gd name="T22" fmla="*/ 459 w 813"/>
                <a:gd name="T23" fmla="*/ 661 h 675"/>
                <a:gd name="T24" fmla="*/ 520 w 813"/>
                <a:gd name="T25" fmla="*/ 627 h 675"/>
                <a:gd name="T26" fmla="*/ 599 w 813"/>
                <a:gd name="T27" fmla="*/ 576 h 675"/>
                <a:gd name="T28" fmla="*/ 636 w 813"/>
                <a:gd name="T29" fmla="*/ 561 h 675"/>
                <a:gd name="T30" fmla="*/ 697 w 813"/>
                <a:gd name="T31" fmla="*/ 543 h 675"/>
                <a:gd name="T32" fmla="*/ 757 w 813"/>
                <a:gd name="T33" fmla="*/ 515 h 675"/>
                <a:gd name="T34" fmla="*/ 781 w 813"/>
                <a:gd name="T35" fmla="*/ 493 h 675"/>
                <a:gd name="T36" fmla="*/ 799 w 813"/>
                <a:gd name="T37" fmla="*/ 452 h 675"/>
                <a:gd name="T38" fmla="*/ 808 w 813"/>
                <a:gd name="T39" fmla="*/ 407 h 675"/>
                <a:gd name="T40" fmla="*/ 813 w 813"/>
                <a:gd name="T41" fmla="*/ 332 h 675"/>
                <a:gd name="T42" fmla="*/ 803 w 813"/>
                <a:gd name="T43" fmla="*/ 207 h 675"/>
                <a:gd name="T44" fmla="*/ 785 w 813"/>
                <a:gd name="T45" fmla="*/ 9 h 675"/>
                <a:gd name="T46" fmla="*/ 782 w 813"/>
                <a:gd name="T47" fmla="*/ 2 h 675"/>
                <a:gd name="T48" fmla="*/ 774 w 813"/>
                <a:gd name="T49" fmla="*/ 0 h 675"/>
                <a:gd name="T50" fmla="*/ 768 w 813"/>
                <a:gd name="T51" fmla="*/ 9 h 675"/>
                <a:gd name="T52" fmla="*/ 774 w 813"/>
                <a:gd name="T53" fmla="*/ 92 h 675"/>
                <a:gd name="T54" fmla="*/ 791 w 813"/>
                <a:gd name="T55" fmla="*/ 261 h 675"/>
                <a:gd name="T56" fmla="*/ 795 w 813"/>
                <a:gd name="T57" fmla="*/ 346 h 675"/>
                <a:gd name="T58" fmla="*/ 789 w 813"/>
                <a:gd name="T59" fmla="*/ 427 h 675"/>
                <a:gd name="T60" fmla="*/ 772 w 813"/>
                <a:gd name="T61" fmla="*/ 475 h 675"/>
                <a:gd name="T62" fmla="*/ 754 w 813"/>
                <a:gd name="T63" fmla="*/ 496 h 675"/>
                <a:gd name="T64" fmla="*/ 717 w 813"/>
                <a:gd name="T65" fmla="*/ 517 h 675"/>
                <a:gd name="T66" fmla="*/ 636 w 813"/>
                <a:gd name="T67" fmla="*/ 543 h 675"/>
                <a:gd name="T68" fmla="*/ 596 w 813"/>
                <a:gd name="T69" fmla="*/ 559 h 675"/>
                <a:gd name="T70" fmla="*/ 513 w 813"/>
                <a:gd name="T71" fmla="*/ 610 h 675"/>
                <a:gd name="T72" fmla="*/ 449 w 813"/>
                <a:gd name="T73" fmla="*/ 645 h 675"/>
                <a:gd name="T74" fmla="*/ 415 w 813"/>
                <a:gd name="T75" fmla="*/ 656 h 675"/>
                <a:gd name="T76" fmla="*/ 378 w 813"/>
                <a:gd name="T77" fmla="*/ 658 h 675"/>
                <a:gd name="T78" fmla="*/ 303 w 813"/>
                <a:gd name="T79" fmla="*/ 641 h 675"/>
                <a:gd name="T80" fmla="*/ 231 w 813"/>
                <a:gd name="T81" fmla="*/ 617 h 675"/>
                <a:gd name="T82" fmla="*/ 176 w 813"/>
                <a:gd name="T83" fmla="*/ 601 h 675"/>
                <a:gd name="T84" fmla="*/ 122 w 813"/>
                <a:gd name="T85" fmla="*/ 578 h 675"/>
                <a:gd name="T86" fmla="*/ 91 w 813"/>
                <a:gd name="T87" fmla="*/ 556 h 675"/>
                <a:gd name="T88" fmla="*/ 66 w 813"/>
                <a:gd name="T89" fmla="*/ 517 h 675"/>
                <a:gd name="T90" fmla="*/ 55 w 813"/>
                <a:gd name="T91" fmla="*/ 471 h 675"/>
                <a:gd name="T92" fmla="*/ 37 w 813"/>
                <a:gd name="T93" fmla="*/ 350 h 675"/>
                <a:gd name="T94" fmla="*/ 23 w 813"/>
                <a:gd name="T95" fmla="*/ 214 h 675"/>
                <a:gd name="T96" fmla="*/ 17 w 813"/>
                <a:gd name="T97" fmla="*/ 78 h 675"/>
                <a:gd name="T98" fmla="*/ 14 w 813"/>
                <a:gd name="T99" fmla="*/ 71 h 675"/>
                <a:gd name="T100" fmla="*/ 6 w 813"/>
                <a:gd name="T101" fmla="*/ 70 h 675"/>
                <a:gd name="T102" fmla="*/ 0 w 813"/>
                <a:gd name="T103" fmla="*/ 7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3" h="675">
                  <a:moveTo>
                    <a:pt x="0" y="78"/>
                  </a:moveTo>
                  <a:lnTo>
                    <a:pt x="0" y="78"/>
                  </a:lnTo>
                  <a:lnTo>
                    <a:pt x="1" y="146"/>
                  </a:lnTo>
                  <a:lnTo>
                    <a:pt x="6" y="213"/>
                  </a:lnTo>
                  <a:lnTo>
                    <a:pt x="13" y="281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24" y="390"/>
                  </a:lnTo>
                  <a:lnTo>
                    <a:pt x="30" y="432"/>
                  </a:lnTo>
                  <a:lnTo>
                    <a:pt x="38" y="474"/>
                  </a:lnTo>
                  <a:lnTo>
                    <a:pt x="42" y="495"/>
                  </a:lnTo>
                  <a:lnTo>
                    <a:pt x="48" y="515"/>
                  </a:lnTo>
                  <a:lnTo>
                    <a:pt x="48" y="515"/>
                  </a:lnTo>
                  <a:lnTo>
                    <a:pt x="54" y="530"/>
                  </a:lnTo>
                  <a:lnTo>
                    <a:pt x="62" y="546"/>
                  </a:lnTo>
                  <a:lnTo>
                    <a:pt x="72" y="559"/>
                  </a:lnTo>
                  <a:lnTo>
                    <a:pt x="82" y="570"/>
                  </a:lnTo>
                  <a:lnTo>
                    <a:pt x="95" y="580"/>
                  </a:lnTo>
                  <a:lnTo>
                    <a:pt x="108" y="590"/>
                  </a:lnTo>
                  <a:lnTo>
                    <a:pt x="122" y="597"/>
                  </a:lnTo>
                  <a:lnTo>
                    <a:pt x="137" y="604"/>
                  </a:lnTo>
                  <a:lnTo>
                    <a:pt x="168" y="617"/>
                  </a:lnTo>
                  <a:lnTo>
                    <a:pt x="201" y="627"/>
                  </a:lnTo>
                  <a:lnTo>
                    <a:pt x="232" y="635"/>
                  </a:lnTo>
                  <a:lnTo>
                    <a:pt x="263" y="644"/>
                  </a:lnTo>
                  <a:lnTo>
                    <a:pt x="263" y="644"/>
                  </a:lnTo>
                  <a:lnTo>
                    <a:pt x="306" y="658"/>
                  </a:lnTo>
                  <a:lnTo>
                    <a:pt x="327" y="663"/>
                  </a:lnTo>
                  <a:lnTo>
                    <a:pt x="348" y="669"/>
                  </a:lnTo>
                  <a:lnTo>
                    <a:pt x="371" y="673"/>
                  </a:lnTo>
                  <a:lnTo>
                    <a:pt x="392" y="675"/>
                  </a:lnTo>
                  <a:lnTo>
                    <a:pt x="415" y="673"/>
                  </a:lnTo>
                  <a:lnTo>
                    <a:pt x="426" y="670"/>
                  </a:lnTo>
                  <a:lnTo>
                    <a:pt x="436" y="668"/>
                  </a:lnTo>
                  <a:lnTo>
                    <a:pt x="436" y="668"/>
                  </a:lnTo>
                  <a:lnTo>
                    <a:pt x="459" y="661"/>
                  </a:lnTo>
                  <a:lnTo>
                    <a:pt x="479" y="651"/>
                  </a:lnTo>
                  <a:lnTo>
                    <a:pt x="500" y="639"/>
                  </a:lnTo>
                  <a:lnTo>
                    <a:pt x="520" y="627"/>
                  </a:lnTo>
                  <a:lnTo>
                    <a:pt x="560" y="600"/>
                  </a:lnTo>
                  <a:lnTo>
                    <a:pt x="579" y="587"/>
                  </a:lnTo>
                  <a:lnTo>
                    <a:pt x="599" y="576"/>
                  </a:lnTo>
                  <a:lnTo>
                    <a:pt x="599" y="576"/>
                  </a:lnTo>
                  <a:lnTo>
                    <a:pt x="618" y="568"/>
                  </a:lnTo>
                  <a:lnTo>
                    <a:pt x="636" y="561"/>
                  </a:lnTo>
                  <a:lnTo>
                    <a:pt x="676" y="550"/>
                  </a:lnTo>
                  <a:lnTo>
                    <a:pt x="676" y="550"/>
                  </a:lnTo>
                  <a:lnTo>
                    <a:pt x="697" y="543"/>
                  </a:lnTo>
                  <a:lnTo>
                    <a:pt x="717" y="534"/>
                  </a:lnTo>
                  <a:lnTo>
                    <a:pt x="738" y="525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69" y="505"/>
                  </a:lnTo>
                  <a:lnTo>
                    <a:pt x="781" y="493"/>
                  </a:lnTo>
                  <a:lnTo>
                    <a:pt x="788" y="481"/>
                  </a:lnTo>
                  <a:lnTo>
                    <a:pt x="795" y="466"/>
                  </a:lnTo>
                  <a:lnTo>
                    <a:pt x="799" y="452"/>
                  </a:lnTo>
                  <a:lnTo>
                    <a:pt x="803" y="437"/>
                  </a:lnTo>
                  <a:lnTo>
                    <a:pt x="808" y="407"/>
                  </a:lnTo>
                  <a:lnTo>
                    <a:pt x="808" y="407"/>
                  </a:lnTo>
                  <a:lnTo>
                    <a:pt x="810" y="381"/>
                  </a:lnTo>
                  <a:lnTo>
                    <a:pt x="812" y="357"/>
                  </a:lnTo>
                  <a:lnTo>
                    <a:pt x="813" y="332"/>
                  </a:lnTo>
                  <a:lnTo>
                    <a:pt x="812" y="306"/>
                  </a:lnTo>
                  <a:lnTo>
                    <a:pt x="809" y="257"/>
                  </a:lnTo>
                  <a:lnTo>
                    <a:pt x="803" y="207"/>
                  </a:lnTo>
                  <a:lnTo>
                    <a:pt x="792" y="108"/>
                  </a:lnTo>
                  <a:lnTo>
                    <a:pt x="788" y="58"/>
                  </a:lnTo>
                  <a:lnTo>
                    <a:pt x="785" y="9"/>
                  </a:lnTo>
                  <a:lnTo>
                    <a:pt x="785" y="9"/>
                  </a:lnTo>
                  <a:lnTo>
                    <a:pt x="785" y="5"/>
                  </a:lnTo>
                  <a:lnTo>
                    <a:pt x="782" y="2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4" y="0"/>
                  </a:lnTo>
                  <a:lnTo>
                    <a:pt x="771" y="2"/>
                  </a:lnTo>
                  <a:lnTo>
                    <a:pt x="769" y="5"/>
                  </a:lnTo>
                  <a:lnTo>
                    <a:pt x="768" y="9"/>
                  </a:lnTo>
                  <a:lnTo>
                    <a:pt x="768" y="9"/>
                  </a:lnTo>
                  <a:lnTo>
                    <a:pt x="769" y="51"/>
                  </a:lnTo>
                  <a:lnTo>
                    <a:pt x="774" y="92"/>
                  </a:lnTo>
                  <a:lnTo>
                    <a:pt x="782" y="177"/>
                  </a:lnTo>
                  <a:lnTo>
                    <a:pt x="786" y="220"/>
                  </a:lnTo>
                  <a:lnTo>
                    <a:pt x="791" y="261"/>
                  </a:lnTo>
                  <a:lnTo>
                    <a:pt x="793" y="303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84"/>
                  </a:lnTo>
                  <a:lnTo>
                    <a:pt x="792" y="406"/>
                  </a:lnTo>
                  <a:lnTo>
                    <a:pt x="789" y="427"/>
                  </a:lnTo>
                  <a:lnTo>
                    <a:pt x="785" y="448"/>
                  </a:lnTo>
                  <a:lnTo>
                    <a:pt x="778" y="466"/>
                  </a:lnTo>
                  <a:lnTo>
                    <a:pt x="772" y="475"/>
                  </a:lnTo>
                  <a:lnTo>
                    <a:pt x="768" y="483"/>
                  </a:lnTo>
                  <a:lnTo>
                    <a:pt x="761" y="491"/>
                  </a:lnTo>
                  <a:lnTo>
                    <a:pt x="754" y="496"/>
                  </a:lnTo>
                  <a:lnTo>
                    <a:pt x="754" y="496"/>
                  </a:lnTo>
                  <a:lnTo>
                    <a:pt x="735" y="508"/>
                  </a:lnTo>
                  <a:lnTo>
                    <a:pt x="717" y="517"/>
                  </a:lnTo>
                  <a:lnTo>
                    <a:pt x="697" y="525"/>
                  </a:lnTo>
                  <a:lnTo>
                    <a:pt x="677" y="532"/>
                  </a:lnTo>
                  <a:lnTo>
                    <a:pt x="636" y="543"/>
                  </a:lnTo>
                  <a:lnTo>
                    <a:pt x="616" y="550"/>
                  </a:lnTo>
                  <a:lnTo>
                    <a:pt x="596" y="559"/>
                  </a:lnTo>
                  <a:lnTo>
                    <a:pt x="596" y="559"/>
                  </a:lnTo>
                  <a:lnTo>
                    <a:pt x="575" y="570"/>
                  </a:lnTo>
                  <a:lnTo>
                    <a:pt x="554" y="583"/>
                  </a:lnTo>
                  <a:lnTo>
                    <a:pt x="513" y="610"/>
                  </a:lnTo>
                  <a:lnTo>
                    <a:pt x="493" y="622"/>
                  </a:lnTo>
                  <a:lnTo>
                    <a:pt x="472" y="635"/>
                  </a:lnTo>
                  <a:lnTo>
                    <a:pt x="449" y="645"/>
                  </a:lnTo>
                  <a:lnTo>
                    <a:pt x="426" y="653"/>
                  </a:lnTo>
                  <a:lnTo>
                    <a:pt x="426" y="653"/>
                  </a:lnTo>
                  <a:lnTo>
                    <a:pt x="415" y="656"/>
                  </a:lnTo>
                  <a:lnTo>
                    <a:pt x="402" y="658"/>
                  </a:lnTo>
                  <a:lnTo>
                    <a:pt x="391" y="658"/>
                  </a:lnTo>
                  <a:lnTo>
                    <a:pt x="378" y="658"/>
                  </a:lnTo>
                  <a:lnTo>
                    <a:pt x="353" y="655"/>
                  </a:lnTo>
                  <a:lnTo>
                    <a:pt x="327" y="648"/>
                  </a:lnTo>
                  <a:lnTo>
                    <a:pt x="303" y="641"/>
                  </a:lnTo>
                  <a:lnTo>
                    <a:pt x="278" y="632"/>
                  </a:lnTo>
                  <a:lnTo>
                    <a:pt x="255" y="624"/>
                  </a:lnTo>
                  <a:lnTo>
                    <a:pt x="231" y="617"/>
                  </a:lnTo>
                  <a:lnTo>
                    <a:pt x="231" y="617"/>
                  </a:lnTo>
                  <a:lnTo>
                    <a:pt x="194" y="607"/>
                  </a:lnTo>
                  <a:lnTo>
                    <a:pt x="176" y="601"/>
                  </a:lnTo>
                  <a:lnTo>
                    <a:pt x="157" y="594"/>
                  </a:lnTo>
                  <a:lnTo>
                    <a:pt x="139" y="587"/>
                  </a:lnTo>
                  <a:lnTo>
                    <a:pt x="122" y="578"/>
                  </a:lnTo>
                  <a:lnTo>
                    <a:pt x="105" y="568"/>
                  </a:lnTo>
                  <a:lnTo>
                    <a:pt x="91" y="556"/>
                  </a:lnTo>
                  <a:lnTo>
                    <a:pt x="91" y="556"/>
                  </a:lnTo>
                  <a:lnTo>
                    <a:pt x="81" y="544"/>
                  </a:lnTo>
                  <a:lnTo>
                    <a:pt x="72" y="532"/>
                  </a:lnTo>
                  <a:lnTo>
                    <a:pt x="66" y="517"/>
                  </a:lnTo>
                  <a:lnTo>
                    <a:pt x="61" y="502"/>
                  </a:lnTo>
                  <a:lnTo>
                    <a:pt x="58" y="486"/>
                  </a:lnTo>
                  <a:lnTo>
                    <a:pt x="55" y="471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37" y="350"/>
                  </a:lnTo>
                  <a:lnTo>
                    <a:pt x="31" y="305"/>
                  </a:lnTo>
                  <a:lnTo>
                    <a:pt x="25" y="260"/>
                  </a:lnTo>
                  <a:lnTo>
                    <a:pt x="23" y="214"/>
                  </a:lnTo>
                  <a:lnTo>
                    <a:pt x="20" y="169"/>
                  </a:lnTo>
                  <a:lnTo>
                    <a:pt x="17" y="124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4"/>
                  </a:lnTo>
                  <a:lnTo>
                    <a:pt x="14" y="71"/>
                  </a:lnTo>
                  <a:lnTo>
                    <a:pt x="11" y="70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3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2" name="Freeform 132">
              <a:extLst>
                <a:ext uri="{FF2B5EF4-FFF2-40B4-BE49-F238E27FC236}">
                  <a16:creationId xmlns:a16="http://schemas.microsoft.com/office/drawing/2014/main" id="{BC99B13D-3060-D3A9-09A1-9892580EE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665"/>
              <a:ext cx="354" cy="326"/>
            </a:xfrm>
            <a:custGeom>
              <a:avLst/>
              <a:gdLst>
                <a:gd name="T0" fmla="*/ 1 w 708"/>
                <a:gd name="T1" fmla="*/ 102 h 650"/>
                <a:gd name="T2" fmla="*/ 4 w 708"/>
                <a:gd name="T3" fmla="*/ 288 h 650"/>
                <a:gd name="T4" fmla="*/ 16 w 708"/>
                <a:gd name="T5" fmla="*/ 381 h 650"/>
                <a:gd name="T6" fmla="*/ 30 w 708"/>
                <a:gd name="T7" fmla="*/ 436 h 650"/>
                <a:gd name="T8" fmla="*/ 55 w 708"/>
                <a:gd name="T9" fmla="*/ 489 h 650"/>
                <a:gd name="T10" fmla="*/ 79 w 708"/>
                <a:gd name="T11" fmla="*/ 519 h 650"/>
                <a:gd name="T12" fmla="*/ 132 w 708"/>
                <a:gd name="T13" fmla="*/ 555 h 650"/>
                <a:gd name="T14" fmla="*/ 191 w 708"/>
                <a:gd name="T15" fmla="*/ 584 h 650"/>
                <a:gd name="T16" fmla="*/ 275 w 708"/>
                <a:gd name="T17" fmla="*/ 613 h 650"/>
                <a:gd name="T18" fmla="*/ 385 w 708"/>
                <a:gd name="T19" fmla="*/ 645 h 650"/>
                <a:gd name="T20" fmla="*/ 428 w 708"/>
                <a:gd name="T21" fmla="*/ 650 h 650"/>
                <a:gd name="T22" fmla="*/ 485 w 708"/>
                <a:gd name="T23" fmla="*/ 638 h 650"/>
                <a:gd name="T24" fmla="*/ 554 w 708"/>
                <a:gd name="T25" fmla="*/ 599 h 650"/>
                <a:gd name="T26" fmla="*/ 618 w 708"/>
                <a:gd name="T27" fmla="*/ 560 h 650"/>
                <a:gd name="T28" fmla="*/ 662 w 708"/>
                <a:gd name="T29" fmla="*/ 526 h 650"/>
                <a:gd name="T30" fmla="*/ 683 w 708"/>
                <a:gd name="T31" fmla="*/ 500 h 650"/>
                <a:gd name="T32" fmla="*/ 700 w 708"/>
                <a:gd name="T33" fmla="*/ 460 h 650"/>
                <a:gd name="T34" fmla="*/ 707 w 708"/>
                <a:gd name="T35" fmla="*/ 404 h 650"/>
                <a:gd name="T36" fmla="*/ 707 w 708"/>
                <a:gd name="T37" fmla="*/ 356 h 650"/>
                <a:gd name="T38" fmla="*/ 693 w 708"/>
                <a:gd name="T39" fmla="*/ 212 h 650"/>
                <a:gd name="T40" fmla="*/ 663 w 708"/>
                <a:gd name="T41" fmla="*/ 21 h 650"/>
                <a:gd name="T42" fmla="*/ 659 w 708"/>
                <a:gd name="T43" fmla="*/ 16 h 650"/>
                <a:gd name="T44" fmla="*/ 650 w 708"/>
                <a:gd name="T45" fmla="*/ 14 h 650"/>
                <a:gd name="T46" fmla="*/ 646 w 708"/>
                <a:gd name="T47" fmla="*/ 21 h 650"/>
                <a:gd name="T48" fmla="*/ 665 w 708"/>
                <a:gd name="T49" fmla="*/ 153 h 650"/>
                <a:gd name="T50" fmla="*/ 684 w 708"/>
                <a:gd name="T51" fmla="*/ 283 h 650"/>
                <a:gd name="T52" fmla="*/ 693 w 708"/>
                <a:gd name="T53" fmla="*/ 378 h 650"/>
                <a:gd name="T54" fmla="*/ 686 w 708"/>
                <a:gd name="T55" fmla="*/ 449 h 650"/>
                <a:gd name="T56" fmla="*/ 673 w 708"/>
                <a:gd name="T57" fmla="*/ 486 h 650"/>
                <a:gd name="T58" fmla="*/ 638 w 708"/>
                <a:gd name="T59" fmla="*/ 524 h 650"/>
                <a:gd name="T60" fmla="*/ 581 w 708"/>
                <a:gd name="T61" fmla="*/ 562 h 650"/>
                <a:gd name="T62" fmla="*/ 520 w 708"/>
                <a:gd name="T63" fmla="*/ 602 h 650"/>
                <a:gd name="T64" fmla="*/ 465 w 708"/>
                <a:gd name="T65" fmla="*/ 626 h 650"/>
                <a:gd name="T66" fmla="*/ 431 w 708"/>
                <a:gd name="T67" fmla="*/ 632 h 650"/>
                <a:gd name="T68" fmla="*/ 405 w 708"/>
                <a:gd name="T69" fmla="*/ 630 h 650"/>
                <a:gd name="T70" fmla="*/ 316 w 708"/>
                <a:gd name="T71" fmla="*/ 609 h 650"/>
                <a:gd name="T72" fmla="*/ 228 w 708"/>
                <a:gd name="T73" fmla="*/ 579 h 650"/>
                <a:gd name="T74" fmla="*/ 142 w 708"/>
                <a:gd name="T75" fmla="*/ 541 h 650"/>
                <a:gd name="T76" fmla="*/ 84 w 708"/>
                <a:gd name="T77" fmla="*/ 499 h 650"/>
                <a:gd name="T78" fmla="*/ 69 w 708"/>
                <a:gd name="T79" fmla="*/ 480 h 650"/>
                <a:gd name="T80" fmla="*/ 40 w 708"/>
                <a:gd name="T81" fmla="*/ 418 h 650"/>
                <a:gd name="T82" fmla="*/ 27 w 708"/>
                <a:gd name="T83" fmla="*/ 347 h 650"/>
                <a:gd name="T84" fmla="*/ 18 w 708"/>
                <a:gd name="T85" fmla="*/ 251 h 650"/>
                <a:gd name="T86" fmla="*/ 18 w 708"/>
                <a:gd name="T87" fmla="*/ 101 h 650"/>
                <a:gd name="T88" fmla="*/ 20 w 708"/>
                <a:gd name="T89" fmla="*/ 8 h 650"/>
                <a:gd name="T90" fmla="*/ 14 w 708"/>
                <a:gd name="T91" fmla="*/ 1 h 650"/>
                <a:gd name="T92" fmla="*/ 6 w 708"/>
                <a:gd name="T93" fmla="*/ 3 h 650"/>
                <a:gd name="T94" fmla="*/ 3 w 708"/>
                <a:gd name="T95" fmla="*/ 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650">
                  <a:moveTo>
                    <a:pt x="3" y="8"/>
                  </a:moveTo>
                  <a:lnTo>
                    <a:pt x="3" y="8"/>
                  </a:lnTo>
                  <a:lnTo>
                    <a:pt x="1" y="102"/>
                  </a:lnTo>
                  <a:lnTo>
                    <a:pt x="0" y="195"/>
                  </a:lnTo>
                  <a:lnTo>
                    <a:pt x="1" y="242"/>
                  </a:lnTo>
                  <a:lnTo>
                    <a:pt x="4" y="288"/>
                  </a:lnTo>
                  <a:lnTo>
                    <a:pt x="8" y="334"/>
                  </a:lnTo>
                  <a:lnTo>
                    <a:pt x="16" y="381"/>
                  </a:lnTo>
                  <a:lnTo>
                    <a:pt x="16" y="381"/>
                  </a:lnTo>
                  <a:lnTo>
                    <a:pt x="20" y="400"/>
                  </a:lnTo>
                  <a:lnTo>
                    <a:pt x="24" y="418"/>
                  </a:lnTo>
                  <a:lnTo>
                    <a:pt x="30" y="436"/>
                  </a:lnTo>
                  <a:lnTo>
                    <a:pt x="37" y="455"/>
                  </a:lnTo>
                  <a:lnTo>
                    <a:pt x="45" y="472"/>
                  </a:lnTo>
                  <a:lnTo>
                    <a:pt x="55" y="489"/>
                  </a:lnTo>
                  <a:lnTo>
                    <a:pt x="67" y="504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96" y="531"/>
                  </a:lnTo>
                  <a:lnTo>
                    <a:pt x="113" y="544"/>
                  </a:lnTo>
                  <a:lnTo>
                    <a:pt x="132" y="555"/>
                  </a:lnTo>
                  <a:lnTo>
                    <a:pt x="152" y="565"/>
                  </a:lnTo>
                  <a:lnTo>
                    <a:pt x="171" y="575"/>
                  </a:lnTo>
                  <a:lnTo>
                    <a:pt x="191" y="584"/>
                  </a:lnTo>
                  <a:lnTo>
                    <a:pt x="231" y="598"/>
                  </a:lnTo>
                  <a:lnTo>
                    <a:pt x="231" y="598"/>
                  </a:lnTo>
                  <a:lnTo>
                    <a:pt x="275" y="613"/>
                  </a:lnTo>
                  <a:lnTo>
                    <a:pt x="319" y="628"/>
                  </a:lnTo>
                  <a:lnTo>
                    <a:pt x="363" y="639"/>
                  </a:lnTo>
                  <a:lnTo>
                    <a:pt x="385" y="645"/>
                  </a:lnTo>
                  <a:lnTo>
                    <a:pt x="408" y="647"/>
                  </a:lnTo>
                  <a:lnTo>
                    <a:pt x="408" y="647"/>
                  </a:lnTo>
                  <a:lnTo>
                    <a:pt x="428" y="650"/>
                  </a:lnTo>
                  <a:lnTo>
                    <a:pt x="448" y="647"/>
                  </a:lnTo>
                  <a:lnTo>
                    <a:pt x="466" y="645"/>
                  </a:lnTo>
                  <a:lnTo>
                    <a:pt x="485" y="638"/>
                  </a:lnTo>
                  <a:lnTo>
                    <a:pt x="503" y="630"/>
                  </a:lnTo>
                  <a:lnTo>
                    <a:pt x="520" y="621"/>
                  </a:lnTo>
                  <a:lnTo>
                    <a:pt x="554" y="599"/>
                  </a:lnTo>
                  <a:lnTo>
                    <a:pt x="554" y="599"/>
                  </a:lnTo>
                  <a:lnTo>
                    <a:pt x="585" y="581"/>
                  </a:lnTo>
                  <a:lnTo>
                    <a:pt x="618" y="560"/>
                  </a:lnTo>
                  <a:lnTo>
                    <a:pt x="632" y="548"/>
                  </a:lnTo>
                  <a:lnTo>
                    <a:pt x="648" y="537"/>
                  </a:lnTo>
                  <a:lnTo>
                    <a:pt x="662" y="526"/>
                  </a:lnTo>
                  <a:lnTo>
                    <a:pt x="674" y="511"/>
                  </a:lnTo>
                  <a:lnTo>
                    <a:pt x="674" y="511"/>
                  </a:lnTo>
                  <a:lnTo>
                    <a:pt x="683" y="500"/>
                  </a:lnTo>
                  <a:lnTo>
                    <a:pt x="690" y="487"/>
                  </a:lnTo>
                  <a:lnTo>
                    <a:pt x="696" y="475"/>
                  </a:lnTo>
                  <a:lnTo>
                    <a:pt x="700" y="460"/>
                  </a:lnTo>
                  <a:lnTo>
                    <a:pt x="703" y="446"/>
                  </a:lnTo>
                  <a:lnTo>
                    <a:pt x="706" y="432"/>
                  </a:lnTo>
                  <a:lnTo>
                    <a:pt x="707" y="404"/>
                  </a:lnTo>
                  <a:lnTo>
                    <a:pt x="707" y="404"/>
                  </a:lnTo>
                  <a:lnTo>
                    <a:pt x="708" y="380"/>
                  </a:lnTo>
                  <a:lnTo>
                    <a:pt x="707" y="356"/>
                  </a:lnTo>
                  <a:lnTo>
                    <a:pt x="704" y="307"/>
                  </a:lnTo>
                  <a:lnTo>
                    <a:pt x="700" y="259"/>
                  </a:lnTo>
                  <a:lnTo>
                    <a:pt x="693" y="212"/>
                  </a:lnTo>
                  <a:lnTo>
                    <a:pt x="677" y="116"/>
                  </a:lnTo>
                  <a:lnTo>
                    <a:pt x="669" y="69"/>
                  </a:lnTo>
                  <a:lnTo>
                    <a:pt x="663" y="21"/>
                  </a:lnTo>
                  <a:lnTo>
                    <a:pt x="663" y="21"/>
                  </a:lnTo>
                  <a:lnTo>
                    <a:pt x="662" y="18"/>
                  </a:lnTo>
                  <a:lnTo>
                    <a:pt x="659" y="16"/>
                  </a:lnTo>
                  <a:lnTo>
                    <a:pt x="656" y="14"/>
                  </a:lnTo>
                  <a:lnTo>
                    <a:pt x="653" y="13"/>
                  </a:lnTo>
                  <a:lnTo>
                    <a:pt x="650" y="14"/>
                  </a:lnTo>
                  <a:lnTo>
                    <a:pt x="648" y="16"/>
                  </a:lnTo>
                  <a:lnTo>
                    <a:pt x="646" y="18"/>
                  </a:lnTo>
                  <a:lnTo>
                    <a:pt x="646" y="21"/>
                  </a:lnTo>
                  <a:lnTo>
                    <a:pt x="646" y="21"/>
                  </a:lnTo>
                  <a:lnTo>
                    <a:pt x="655" y="86"/>
                  </a:lnTo>
                  <a:lnTo>
                    <a:pt x="665" y="153"/>
                  </a:lnTo>
                  <a:lnTo>
                    <a:pt x="676" y="218"/>
                  </a:lnTo>
                  <a:lnTo>
                    <a:pt x="684" y="283"/>
                  </a:lnTo>
                  <a:lnTo>
                    <a:pt x="684" y="283"/>
                  </a:lnTo>
                  <a:lnTo>
                    <a:pt x="690" y="330"/>
                  </a:lnTo>
                  <a:lnTo>
                    <a:pt x="691" y="354"/>
                  </a:lnTo>
                  <a:lnTo>
                    <a:pt x="693" y="378"/>
                  </a:lnTo>
                  <a:lnTo>
                    <a:pt x="691" y="402"/>
                  </a:lnTo>
                  <a:lnTo>
                    <a:pt x="690" y="425"/>
                  </a:lnTo>
                  <a:lnTo>
                    <a:pt x="686" y="449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73" y="486"/>
                  </a:lnTo>
                  <a:lnTo>
                    <a:pt x="663" y="500"/>
                  </a:lnTo>
                  <a:lnTo>
                    <a:pt x="650" y="513"/>
                  </a:lnTo>
                  <a:lnTo>
                    <a:pt x="638" y="524"/>
                  </a:lnTo>
                  <a:lnTo>
                    <a:pt x="623" y="534"/>
                  </a:lnTo>
                  <a:lnTo>
                    <a:pt x="609" y="544"/>
                  </a:lnTo>
                  <a:lnTo>
                    <a:pt x="581" y="562"/>
                  </a:lnTo>
                  <a:lnTo>
                    <a:pt x="581" y="562"/>
                  </a:lnTo>
                  <a:lnTo>
                    <a:pt x="540" y="589"/>
                  </a:lnTo>
                  <a:lnTo>
                    <a:pt x="520" y="602"/>
                  </a:lnTo>
                  <a:lnTo>
                    <a:pt x="499" y="613"/>
                  </a:lnTo>
                  <a:lnTo>
                    <a:pt x="476" y="623"/>
                  </a:lnTo>
                  <a:lnTo>
                    <a:pt x="465" y="626"/>
                  </a:lnTo>
                  <a:lnTo>
                    <a:pt x="453" y="629"/>
                  </a:lnTo>
                  <a:lnTo>
                    <a:pt x="442" y="630"/>
                  </a:lnTo>
                  <a:lnTo>
                    <a:pt x="431" y="632"/>
                  </a:lnTo>
                  <a:lnTo>
                    <a:pt x="418" y="632"/>
                  </a:lnTo>
                  <a:lnTo>
                    <a:pt x="405" y="630"/>
                  </a:lnTo>
                  <a:lnTo>
                    <a:pt x="405" y="630"/>
                  </a:lnTo>
                  <a:lnTo>
                    <a:pt x="383" y="626"/>
                  </a:lnTo>
                  <a:lnTo>
                    <a:pt x="360" y="622"/>
                  </a:lnTo>
                  <a:lnTo>
                    <a:pt x="316" y="609"/>
                  </a:lnTo>
                  <a:lnTo>
                    <a:pt x="272" y="595"/>
                  </a:lnTo>
                  <a:lnTo>
                    <a:pt x="228" y="579"/>
                  </a:lnTo>
                  <a:lnTo>
                    <a:pt x="228" y="579"/>
                  </a:lnTo>
                  <a:lnTo>
                    <a:pt x="184" y="562"/>
                  </a:lnTo>
                  <a:lnTo>
                    <a:pt x="163" y="553"/>
                  </a:lnTo>
                  <a:lnTo>
                    <a:pt x="142" y="541"/>
                  </a:lnTo>
                  <a:lnTo>
                    <a:pt x="120" y="528"/>
                  </a:lnTo>
                  <a:lnTo>
                    <a:pt x="102" y="514"/>
                  </a:lnTo>
                  <a:lnTo>
                    <a:pt x="84" y="499"/>
                  </a:lnTo>
                  <a:lnTo>
                    <a:pt x="76" y="49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57" y="460"/>
                  </a:lnTo>
                  <a:lnTo>
                    <a:pt x="48" y="441"/>
                  </a:lnTo>
                  <a:lnTo>
                    <a:pt x="40" y="418"/>
                  </a:lnTo>
                  <a:lnTo>
                    <a:pt x="34" y="394"/>
                  </a:lnTo>
                  <a:lnTo>
                    <a:pt x="30" y="371"/>
                  </a:lnTo>
                  <a:lnTo>
                    <a:pt x="27" y="347"/>
                  </a:lnTo>
                  <a:lnTo>
                    <a:pt x="21" y="302"/>
                  </a:lnTo>
                  <a:lnTo>
                    <a:pt x="21" y="302"/>
                  </a:lnTo>
                  <a:lnTo>
                    <a:pt x="18" y="251"/>
                  </a:lnTo>
                  <a:lnTo>
                    <a:pt x="17" y="201"/>
                  </a:lnTo>
                  <a:lnTo>
                    <a:pt x="17" y="152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4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3" name="Freeform 133">
              <a:extLst>
                <a:ext uri="{FF2B5EF4-FFF2-40B4-BE49-F238E27FC236}">
                  <a16:creationId xmlns:a16="http://schemas.microsoft.com/office/drawing/2014/main" id="{425802AD-17B1-D8BF-0155-CF576AE7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" y="3704"/>
              <a:ext cx="23" cy="370"/>
            </a:xfrm>
            <a:custGeom>
              <a:avLst/>
              <a:gdLst>
                <a:gd name="T0" fmla="*/ 0 w 47"/>
                <a:gd name="T1" fmla="*/ 9 h 741"/>
                <a:gd name="T2" fmla="*/ 0 w 47"/>
                <a:gd name="T3" fmla="*/ 9 h 741"/>
                <a:gd name="T4" fmla="*/ 0 w 47"/>
                <a:gd name="T5" fmla="*/ 100 h 741"/>
                <a:gd name="T6" fmla="*/ 3 w 47"/>
                <a:gd name="T7" fmla="*/ 190 h 741"/>
                <a:gd name="T8" fmla="*/ 6 w 47"/>
                <a:gd name="T9" fmla="*/ 281 h 741"/>
                <a:gd name="T10" fmla="*/ 11 w 47"/>
                <a:gd name="T11" fmla="*/ 372 h 741"/>
                <a:gd name="T12" fmla="*/ 23 w 47"/>
                <a:gd name="T13" fmla="*/ 552 h 741"/>
                <a:gd name="T14" fmla="*/ 27 w 47"/>
                <a:gd name="T15" fmla="*/ 642 h 741"/>
                <a:gd name="T16" fmla="*/ 30 w 47"/>
                <a:gd name="T17" fmla="*/ 733 h 741"/>
                <a:gd name="T18" fmla="*/ 30 w 47"/>
                <a:gd name="T19" fmla="*/ 733 h 741"/>
                <a:gd name="T20" fmla="*/ 31 w 47"/>
                <a:gd name="T21" fmla="*/ 737 h 741"/>
                <a:gd name="T22" fmla="*/ 33 w 47"/>
                <a:gd name="T23" fmla="*/ 740 h 741"/>
                <a:gd name="T24" fmla="*/ 36 w 47"/>
                <a:gd name="T25" fmla="*/ 741 h 741"/>
                <a:gd name="T26" fmla="*/ 38 w 47"/>
                <a:gd name="T27" fmla="*/ 741 h 741"/>
                <a:gd name="T28" fmla="*/ 43 w 47"/>
                <a:gd name="T29" fmla="*/ 741 h 741"/>
                <a:gd name="T30" fmla="*/ 45 w 47"/>
                <a:gd name="T31" fmla="*/ 740 h 741"/>
                <a:gd name="T32" fmla="*/ 47 w 47"/>
                <a:gd name="T33" fmla="*/ 737 h 741"/>
                <a:gd name="T34" fmla="*/ 47 w 47"/>
                <a:gd name="T35" fmla="*/ 733 h 741"/>
                <a:gd name="T36" fmla="*/ 47 w 47"/>
                <a:gd name="T37" fmla="*/ 733 h 741"/>
                <a:gd name="T38" fmla="*/ 44 w 47"/>
                <a:gd name="T39" fmla="*/ 642 h 741"/>
                <a:gd name="T40" fmla="*/ 40 w 47"/>
                <a:gd name="T41" fmla="*/ 552 h 741"/>
                <a:gd name="T42" fmla="*/ 28 w 47"/>
                <a:gd name="T43" fmla="*/ 372 h 741"/>
                <a:gd name="T44" fmla="*/ 23 w 47"/>
                <a:gd name="T45" fmla="*/ 281 h 741"/>
                <a:gd name="T46" fmla="*/ 20 w 47"/>
                <a:gd name="T47" fmla="*/ 190 h 741"/>
                <a:gd name="T48" fmla="*/ 17 w 47"/>
                <a:gd name="T49" fmla="*/ 100 h 741"/>
                <a:gd name="T50" fmla="*/ 17 w 47"/>
                <a:gd name="T51" fmla="*/ 9 h 741"/>
                <a:gd name="T52" fmla="*/ 17 w 47"/>
                <a:gd name="T53" fmla="*/ 9 h 741"/>
                <a:gd name="T54" fmla="*/ 17 w 47"/>
                <a:gd name="T55" fmla="*/ 5 h 741"/>
                <a:gd name="T56" fmla="*/ 16 w 47"/>
                <a:gd name="T57" fmla="*/ 2 h 741"/>
                <a:gd name="T58" fmla="*/ 13 w 47"/>
                <a:gd name="T59" fmla="*/ 0 h 741"/>
                <a:gd name="T60" fmla="*/ 9 w 47"/>
                <a:gd name="T61" fmla="*/ 0 h 741"/>
                <a:gd name="T62" fmla="*/ 6 w 47"/>
                <a:gd name="T63" fmla="*/ 0 h 741"/>
                <a:gd name="T64" fmla="*/ 3 w 47"/>
                <a:gd name="T65" fmla="*/ 2 h 741"/>
                <a:gd name="T66" fmla="*/ 2 w 47"/>
                <a:gd name="T67" fmla="*/ 5 h 741"/>
                <a:gd name="T68" fmla="*/ 0 w 47"/>
                <a:gd name="T69" fmla="*/ 9 h 741"/>
                <a:gd name="T70" fmla="*/ 0 w 47"/>
                <a:gd name="T71" fmla="*/ 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741">
                  <a:moveTo>
                    <a:pt x="0" y="9"/>
                  </a:moveTo>
                  <a:lnTo>
                    <a:pt x="0" y="9"/>
                  </a:lnTo>
                  <a:lnTo>
                    <a:pt x="0" y="100"/>
                  </a:lnTo>
                  <a:lnTo>
                    <a:pt x="3" y="190"/>
                  </a:lnTo>
                  <a:lnTo>
                    <a:pt x="6" y="281"/>
                  </a:lnTo>
                  <a:lnTo>
                    <a:pt x="11" y="372"/>
                  </a:lnTo>
                  <a:lnTo>
                    <a:pt x="23" y="552"/>
                  </a:lnTo>
                  <a:lnTo>
                    <a:pt x="27" y="642"/>
                  </a:lnTo>
                  <a:lnTo>
                    <a:pt x="30" y="733"/>
                  </a:lnTo>
                  <a:lnTo>
                    <a:pt x="30" y="733"/>
                  </a:lnTo>
                  <a:lnTo>
                    <a:pt x="31" y="737"/>
                  </a:lnTo>
                  <a:lnTo>
                    <a:pt x="33" y="740"/>
                  </a:lnTo>
                  <a:lnTo>
                    <a:pt x="36" y="741"/>
                  </a:lnTo>
                  <a:lnTo>
                    <a:pt x="38" y="741"/>
                  </a:lnTo>
                  <a:lnTo>
                    <a:pt x="43" y="741"/>
                  </a:lnTo>
                  <a:lnTo>
                    <a:pt x="45" y="740"/>
                  </a:lnTo>
                  <a:lnTo>
                    <a:pt x="47" y="737"/>
                  </a:lnTo>
                  <a:lnTo>
                    <a:pt x="47" y="733"/>
                  </a:lnTo>
                  <a:lnTo>
                    <a:pt x="47" y="733"/>
                  </a:lnTo>
                  <a:lnTo>
                    <a:pt x="44" y="642"/>
                  </a:lnTo>
                  <a:lnTo>
                    <a:pt x="40" y="552"/>
                  </a:lnTo>
                  <a:lnTo>
                    <a:pt x="28" y="372"/>
                  </a:lnTo>
                  <a:lnTo>
                    <a:pt x="23" y="281"/>
                  </a:lnTo>
                  <a:lnTo>
                    <a:pt x="20" y="190"/>
                  </a:lnTo>
                  <a:lnTo>
                    <a:pt x="17" y="10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4" name="Freeform 134">
              <a:extLst>
                <a:ext uri="{FF2B5EF4-FFF2-40B4-BE49-F238E27FC236}">
                  <a16:creationId xmlns:a16="http://schemas.microsoft.com/office/drawing/2014/main" id="{8E7C019F-1F7D-98B6-2B84-6A4265F2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" y="3704"/>
              <a:ext cx="37" cy="272"/>
            </a:xfrm>
            <a:custGeom>
              <a:avLst/>
              <a:gdLst>
                <a:gd name="T0" fmla="*/ 0 w 74"/>
                <a:gd name="T1" fmla="*/ 10 h 546"/>
                <a:gd name="T2" fmla="*/ 0 w 74"/>
                <a:gd name="T3" fmla="*/ 10 h 546"/>
                <a:gd name="T4" fmla="*/ 22 w 74"/>
                <a:gd name="T5" fmla="*/ 142 h 546"/>
                <a:gd name="T6" fmla="*/ 30 w 74"/>
                <a:gd name="T7" fmla="*/ 207 h 546"/>
                <a:gd name="T8" fmla="*/ 39 w 74"/>
                <a:gd name="T9" fmla="*/ 274 h 546"/>
                <a:gd name="T10" fmla="*/ 47 w 74"/>
                <a:gd name="T11" fmla="*/ 339 h 546"/>
                <a:gd name="T12" fmla="*/ 51 w 74"/>
                <a:gd name="T13" fmla="*/ 406 h 546"/>
                <a:gd name="T14" fmla="*/ 56 w 74"/>
                <a:gd name="T15" fmla="*/ 471 h 546"/>
                <a:gd name="T16" fmla="*/ 57 w 74"/>
                <a:gd name="T17" fmla="*/ 537 h 546"/>
                <a:gd name="T18" fmla="*/ 57 w 74"/>
                <a:gd name="T19" fmla="*/ 537 h 546"/>
                <a:gd name="T20" fmla="*/ 58 w 74"/>
                <a:gd name="T21" fmla="*/ 542 h 546"/>
                <a:gd name="T22" fmla="*/ 60 w 74"/>
                <a:gd name="T23" fmla="*/ 545 h 546"/>
                <a:gd name="T24" fmla="*/ 63 w 74"/>
                <a:gd name="T25" fmla="*/ 546 h 546"/>
                <a:gd name="T26" fmla="*/ 65 w 74"/>
                <a:gd name="T27" fmla="*/ 546 h 546"/>
                <a:gd name="T28" fmla="*/ 68 w 74"/>
                <a:gd name="T29" fmla="*/ 546 h 546"/>
                <a:gd name="T30" fmla="*/ 71 w 74"/>
                <a:gd name="T31" fmla="*/ 545 h 546"/>
                <a:gd name="T32" fmla="*/ 74 w 74"/>
                <a:gd name="T33" fmla="*/ 542 h 546"/>
                <a:gd name="T34" fmla="*/ 74 w 74"/>
                <a:gd name="T35" fmla="*/ 537 h 546"/>
                <a:gd name="T36" fmla="*/ 74 w 74"/>
                <a:gd name="T37" fmla="*/ 537 h 546"/>
                <a:gd name="T38" fmla="*/ 73 w 74"/>
                <a:gd name="T39" fmla="*/ 471 h 546"/>
                <a:gd name="T40" fmla="*/ 68 w 74"/>
                <a:gd name="T41" fmla="*/ 404 h 546"/>
                <a:gd name="T42" fmla="*/ 63 w 74"/>
                <a:gd name="T43" fmla="*/ 338 h 546"/>
                <a:gd name="T44" fmla="*/ 56 w 74"/>
                <a:gd name="T45" fmla="*/ 271 h 546"/>
                <a:gd name="T46" fmla="*/ 47 w 74"/>
                <a:gd name="T47" fmla="*/ 204 h 546"/>
                <a:gd name="T48" fmla="*/ 37 w 74"/>
                <a:gd name="T49" fmla="*/ 139 h 546"/>
                <a:gd name="T50" fmla="*/ 17 w 74"/>
                <a:gd name="T51" fmla="*/ 6 h 546"/>
                <a:gd name="T52" fmla="*/ 17 w 74"/>
                <a:gd name="T53" fmla="*/ 6 h 546"/>
                <a:gd name="T54" fmla="*/ 16 w 74"/>
                <a:gd name="T55" fmla="*/ 3 h 546"/>
                <a:gd name="T56" fmla="*/ 13 w 74"/>
                <a:gd name="T57" fmla="*/ 0 h 546"/>
                <a:gd name="T58" fmla="*/ 10 w 74"/>
                <a:gd name="T59" fmla="*/ 0 h 546"/>
                <a:gd name="T60" fmla="*/ 7 w 74"/>
                <a:gd name="T61" fmla="*/ 0 h 546"/>
                <a:gd name="T62" fmla="*/ 5 w 74"/>
                <a:gd name="T63" fmla="*/ 2 h 546"/>
                <a:gd name="T64" fmla="*/ 2 w 74"/>
                <a:gd name="T65" fmla="*/ 5 h 546"/>
                <a:gd name="T66" fmla="*/ 0 w 74"/>
                <a:gd name="T67" fmla="*/ 8 h 546"/>
                <a:gd name="T68" fmla="*/ 0 w 74"/>
                <a:gd name="T69" fmla="*/ 10 h 546"/>
                <a:gd name="T70" fmla="*/ 0 w 74"/>
                <a:gd name="T71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4" h="546">
                  <a:moveTo>
                    <a:pt x="0" y="10"/>
                  </a:moveTo>
                  <a:lnTo>
                    <a:pt x="0" y="10"/>
                  </a:lnTo>
                  <a:lnTo>
                    <a:pt x="22" y="142"/>
                  </a:lnTo>
                  <a:lnTo>
                    <a:pt x="30" y="207"/>
                  </a:lnTo>
                  <a:lnTo>
                    <a:pt x="39" y="274"/>
                  </a:lnTo>
                  <a:lnTo>
                    <a:pt x="47" y="339"/>
                  </a:lnTo>
                  <a:lnTo>
                    <a:pt x="51" y="406"/>
                  </a:lnTo>
                  <a:lnTo>
                    <a:pt x="56" y="471"/>
                  </a:lnTo>
                  <a:lnTo>
                    <a:pt x="57" y="537"/>
                  </a:lnTo>
                  <a:lnTo>
                    <a:pt x="57" y="537"/>
                  </a:lnTo>
                  <a:lnTo>
                    <a:pt x="58" y="542"/>
                  </a:lnTo>
                  <a:lnTo>
                    <a:pt x="60" y="545"/>
                  </a:lnTo>
                  <a:lnTo>
                    <a:pt x="63" y="546"/>
                  </a:lnTo>
                  <a:lnTo>
                    <a:pt x="65" y="546"/>
                  </a:lnTo>
                  <a:lnTo>
                    <a:pt x="68" y="546"/>
                  </a:lnTo>
                  <a:lnTo>
                    <a:pt x="71" y="545"/>
                  </a:lnTo>
                  <a:lnTo>
                    <a:pt x="74" y="542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73" y="471"/>
                  </a:lnTo>
                  <a:lnTo>
                    <a:pt x="68" y="404"/>
                  </a:lnTo>
                  <a:lnTo>
                    <a:pt x="63" y="338"/>
                  </a:lnTo>
                  <a:lnTo>
                    <a:pt x="56" y="271"/>
                  </a:lnTo>
                  <a:lnTo>
                    <a:pt x="47" y="204"/>
                  </a:lnTo>
                  <a:lnTo>
                    <a:pt x="37" y="13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5" name="Freeform 135">
              <a:extLst>
                <a:ext uri="{FF2B5EF4-FFF2-40B4-BE49-F238E27FC236}">
                  <a16:creationId xmlns:a16="http://schemas.microsoft.com/office/drawing/2014/main" id="{5C353ED7-F37C-CAE1-F2BA-8E016C41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7" y="594"/>
              <a:ext cx="151" cy="491"/>
            </a:xfrm>
            <a:custGeom>
              <a:avLst/>
              <a:gdLst>
                <a:gd name="T0" fmla="*/ 286 w 301"/>
                <a:gd name="T1" fmla="*/ 2 h 980"/>
                <a:gd name="T2" fmla="*/ 235 w 301"/>
                <a:gd name="T3" fmla="*/ 46 h 980"/>
                <a:gd name="T4" fmla="*/ 188 w 301"/>
                <a:gd name="T5" fmla="*/ 96 h 980"/>
                <a:gd name="T6" fmla="*/ 148 w 301"/>
                <a:gd name="T7" fmla="*/ 150 h 980"/>
                <a:gd name="T8" fmla="*/ 116 w 301"/>
                <a:gd name="T9" fmla="*/ 209 h 980"/>
                <a:gd name="T10" fmla="*/ 103 w 301"/>
                <a:gd name="T11" fmla="*/ 236 h 980"/>
                <a:gd name="T12" fmla="*/ 83 w 301"/>
                <a:gd name="T13" fmla="*/ 293 h 980"/>
                <a:gd name="T14" fmla="*/ 69 w 301"/>
                <a:gd name="T15" fmla="*/ 351 h 980"/>
                <a:gd name="T16" fmla="*/ 55 w 301"/>
                <a:gd name="T17" fmla="*/ 439 h 980"/>
                <a:gd name="T18" fmla="*/ 48 w 301"/>
                <a:gd name="T19" fmla="*/ 505 h 980"/>
                <a:gd name="T20" fmla="*/ 36 w 301"/>
                <a:gd name="T21" fmla="*/ 705 h 980"/>
                <a:gd name="T22" fmla="*/ 25 w 301"/>
                <a:gd name="T23" fmla="*/ 838 h 980"/>
                <a:gd name="T24" fmla="*/ 15 w 301"/>
                <a:gd name="T25" fmla="*/ 905 h 980"/>
                <a:gd name="T26" fmla="*/ 0 w 301"/>
                <a:gd name="T27" fmla="*/ 970 h 980"/>
                <a:gd name="T28" fmla="*/ 0 w 301"/>
                <a:gd name="T29" fmla="*/ 973 h 980"/>
                <a:gd name="T30" fmla="*/ 4 w 301"/>
                <a:gd name="T31" fmla="*/ 979 h 980"/>
                <a:gd name="T32" fmla="*/ 9 w 301"/>
                <a:gd name="T33" fmla="*/ 980 h 980"/>
                <a:gd name="T34" fmla="*/ 15 w 301"/>
                <a:gd name="T35" fmla="*/ 977 h 980"/>
                <a:gd name="T36" fmla="*/ 17 w 301"/>
                <a:gd name="T37" fmla="*/ 974 h 980"/>
                <a:gd name="T38" fmla="*/ 31 w 301"/>
                <a:gd name="T39" fmla="*/ 912 h 980"/>
                <a:gd name="T40" fmla="*/ 41 w 301"/>
                <a:gd name="T41" fmla="*/ 850 h 980"/>
                <a:gd name="T42" fmla="*/ 53 w 301"/>
                <a:gd name="T43" fmla="*/ 724 h 980"/>
                <a:gd name="T44" fmla="*/ 63 w 301"/>
                <a:gd name="T45" fmla="*/ 534 h 980"/>
                <a:gd name="T46" fmla="*/ 69 w 301"/>
                <a:gd name="T47" fmla="*/ 470 h 980"/>
                <a:gd name="T48" fmla="*/ 76 w 301"/>
                <a:gd name="T49" fmla="*/ 408 h 980"/>
                <a:gd name="T50" fmla="*/ 87 w 301"/>
                <a:gd name="T51" fmla="*/ 345 h 980"/>
                <a:gd name="T52" fmla="*/ 104 w 301"/>
                <a:gd name="T53" fmla="*/ 284 h 980"/>
                <a:gd name="T54" fmla="*/ 127 w 301"/>
                <a:gd name="T55" fmla="*/ 225 h 980"/>
                <a:gd name="T56" fmla="*/ 143 w 301"/>
                <a:gd name="T57" fmla="*/ 194 h 980"/>
                <a:gd name="T58" fmla="*/ 178 w 301"/>
                <a:gd name="T59" fmla="*/ 136 h 980"/>
                <a:gd name="T60" fmla="*/ 222 w 301"/>
                <a:gd name="T61" fmla="*/ 83 h 980"/>
                <a:gd name="T62" fmla="*/ 272 w 301"/>
                <a:gd name="T63" fmla="*/ 36 h 980"/>
                <a:gd name="T64" fmla="*/ 299 w 301"/>
                <a:gd name="T65" fmla="*/ 14 h 980"/>
                <a:gd name="T66" fmla="*/ 301 w 301"/>
                <a:gd name="T67" fmla="*/ 8 h 980"/>
                <a:gd name="T68" fmla="*/ 299 w 301"/>
                <a:gd name="T69" fmla="*/ 2 h 980"/>
                <a:gd name="T70" fmla="*/ 293 w 301"/>
                <a:gd name="T71" fmla="*/ 0 h 980"/>
                <a:gd name="T72" fmla="*/ 286 w 301"/>
                <a:gd name="T73" fmla="*/ 2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1" h="980">
                  <a:moveTo>
                    <a:pt x="286" y="2"/>
                  </a:moveTo>
                  <a:lnTo>
                    <a:pt x="286" y="2"/>
                  </a:lnTo>
                  <a:lnTo>
                    <a:pt x="259" y="24"/>
                  </a:lnTo>
                  <a:lnTo>
                    <a:pt x="235" y="46"/>
                  </a:lnTo>
                  <a:lnTo>
                    <a:pt x="211" y="70"/>
                  </a:lnTo>
                  <a:lnTo>
                    <a:pt x="188" y="96"/>
                  </a:lnTo>
                  <a:lnTo>
                    <a:pt x="168" y="123"/>
                  </a:lnTo>
                  <a:lnTo>
                    <a:pt x="148" y="150"/>
                  </a:lnTo>
                  <a:lnTo>
                    <a:pt x="131" y="180"/>
                  </a:lnTo>
                  <a:lnTo>
                    <a:pt x="116" y="209"/>
                  </a:lnTo>
                  <a:lnTo>
                    <a:pt x="116" y="209"/>
                  </a:lnTo>
                  <a:lnTo>
                    <a:pt x="103" y="236"/>
                  </a:lnTo>
                  <a:lnTo>
                    <a:pt x="93" y="265"/>
                  </a:lnTo>
                  <a:lnTo>
                    <a:pt x="83" y="293"/>
                  </a:lnTo>
                  <a:lnTo>
                    <a:pt x="76" y="321"/>
                  </a:lnTo>
                  <a:lnTo>
                    <a:pt x="69" y="351"/>
                  </a:lnTo>
                  <a:lnTo>
                    <a:pt x="63" y="381"/>
                  </a:lnTo>
                  <a:lnTo>
                    <a:pt x="55" y="439"/>
                  </a:lnTo>
                  <a:lnTo>
                    <a:pt x="55" y="439"/>
                  </a:lnTo>
                  <a:lnTo>
                    <a:pt x="48" y="505"/>
                  </a:lnTo>
                  <a:lnTo>
                    <a:pt x="43" y="572"/>
                  </a:lnTo>
                  <a:lnTo>
                    <a:pt x="36" y="705"/>
                  </a:lnTo>
                  <a:lnTo>
                    <a:pt x="32" y="772"/>
                  </a:lnTo>
                  <a:lnTo>
                    <a:pt x="25" y="838"/>
                  </a:lnTo>
                  <a:lnTo>
                    <a:pt x="21" y="871"/>
                  </a:lnTo>
                  <a:lnTo>
                    <a:pt x="15" y="905"/>
                  </a:lnTo>
                  <a:lnTo>
                    <a:pt x="8" y="938"/>
                  </a:lnTo>
                  <a:lnTo>
                    <a:pt x="0" y="970"/>
                  </a:lnTo>
                  <a:lnTo>
                    <a:pt x="0" y="970"/>
                  </a:lnTo>
                  <a:lnTo>
                    <a:pt x="0" y="973"/>
                  </a:lnTo>
                  <a:lnTo>
                    <a:pt x="1" y="976"/>
                  </a:lnTo>
                  <a:lnTo>
                    <a:pt x="4" y="979"/>
                  </a:lnTo>
                  <a:lnTo>
                    <a:pt x="7" y="980"/>
                  </a:lnTo>
                  <a:lnTo>
                    <a:pt x="9" y="980"/>
                  </a:lnTo>
                  <a:lnTo>
                    <a:pt x="12" y="980"/>
                  </a:lnTo>
                  <a:lnTo>
                    <a:pt x="15" y="977"/>
                  </a:lnTo>
                  <a:lnTo>
                    <a:pt x="17" y="974"/>
                  </a:lnTo>
                  <a:lnTo>
                    <a:pt x="17" y="974"/>
                  </a:lnTo>
                  <a:lnTo>
                    <a:pt x="24" y="943"/>
                  </a:lnTo>
                  <a:lnTo>
                    <a:pt x="31" y="912"/>
                  </a:lnTo>
                  <a:lnTo>
                    <a:pt x="36" y="881"/>
                  </a:lnTo>
                  <a:lnTo>
                    <a:pt x="41" y="850"/>
                  </a:lnTo>
                  <a:lnTo>
                    <a:pt x="48" y="787"/>
                  </a:lnTo>
                  <a:lnTo>
                    <a:pt x="53" y="724"/>
                  </a:lnTo>
                  <a:lnTo>
                    <a:pt x="60" y="596"/>
                  </a:lnTo>
                  <a:lnTo>
                    <a:pt x="63" y="534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72" y="439"/>
                  </a:lnTo>
                  <a:lnTo>
                    <a:pt x="76" y="408"/>
                  </a:lnTo>
                  <a:lnTo>
                    <a:pt x="82" y="377"/>
                  </a:lnTo>
                  <a:lnTo>
                    <a:pt x="87" y="345"/>
                  </a:lnTo>
                  <a:lnTo>
                    <a:pt x="96" y="314"/>
                  </a:lnTo>
                  <a:lnTo>
                    <a:pt x="104" y="284"/>
                  </a:lnTo>
                  <a:lnTo>
                    <a:pt x="114" y="255"/>
                  </a:lnTo>
                  <a:lnTo>
                    <a:pt x="127" y="225"/>
                  </a:lnTo>
                  <a:lnTo>
                    <a:pt x="127" y="225"/>
                  </a:lnTo>
                  <a:lnTo>
                    <a:pt x="143" y="194"/>
                  </a:lnTo>
                  <a:lnTo>
                    <a:pt x="160" y="164"/>
                  </a:lnTo>
                  <a:lnTo>
                    <a:pt x="178" y="136"/>
                  </a:lnTo>
                  <a:lnTo>
                    <a:pt x="199" y="109"/>
                  </a:lnTo>
                  <a:lnTo>
                    <a:pt x="222" y="83"/>
                  </a:lnTo>
                  <a:lnTo>
                    <a:pt x="246" y="59"/>
                  </a:lnTo>
                  <a:lnTo>
                    <a:pt x="272" y="36"/>
                  </a:lnTo>
                  <a:lnTo>
                    <a:pt x="299" y="14"/>
                  </a:lnTo>
                  <a:lnTo>
                    <a:pt x="299" y="14"/>
                  </a:lnTo>
                  <a:lnTo>
                    <a:pt x="300" y="11"/>
                  </a:lnTo>
                  <a:lnTo>
                    <a:pt x="301" y="8"/>
                  </a:lnTo>
                  <a:lnTo>
                    <a:pt x="300" y="5"/>
                  </a:lnTo>
                  <a:lnTo>
                    <a:pt x="299" y="2"/>
                  </a:lnTo>
                  <a:lnTo>
                    <a:pt x="296" y="1"/>
                  </a:lnTo>
                  <a:lnTo>
                    <a:pt x="293" y="0"/>
                  </a:lnTo>
                  <a:lnTo>
                    <a:pt x="289" y="1"/>
                  </a:lnTo>
                  <a:lnTo>
                    <a:pt x="286" y="2"/>
                  </a:lnTo>
                  <a:lnTo>
                    <a:pt x="2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6" name="Freeform 136">
              <a:extLst>
                <a:ext uri="{FF2B5EF4-FFF2-40B4-BE49-F238E27FC236}">
                  <a16:creationId xmlns:a16="http://schemas.microsoft.com/office/drawing/2014/main" id="{D75D797A-6B50-399F-450B-24C37B625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9" y="547"/>
              <a:ext cx="889" cy="1221"/>
            </a:xfrm>
            <a:custGeom>
              <a:avLst/>
              <a:gdLst>
                <a:gd name="T0" fmla="*/ 1663 w 1779"/>
                <a:gd name="T1" fmla="*/ 2254 h 2442"/>
                <a:gd name="T2" fmla="*/ 1558 w 1779"/>
                <a:gd name="T3" fmla="*/ 2359 h 2442"/>
                <a:gd name="T4" fmla="*/ 1359 w 1779"/>
                <a:gd name="T5" fmla="*/ 2367 h 2442"/>
                <a:gd name="T6" fmla="*/ 1184 w 1779"/>
                <a:gd name="T7" fmla="*/ 2308 h 2442"/>
                <a:gd name="T8" fmla="*/ 1045 w 1779"/>
                <a:gd name="T9" fmla="*/ 2299 h 2442"/>
                <a:gd name="T10" fmla="*/ 921 w 1779"/>
                <a:gd name="T11" fmla="*/ 2346 h 2442"/>
                <a:gd name="T12" fmla="*/ 705 w 1779"/>
                <a:gd name="T13" fmla="*/ 2329 h 2442"/>
                <a:gd name="T14" fmla="*/ 540 w 1779"/>
                <a:gd name="T15" fmla="*/ 2204 h 2442"/>
                <a:gd name="T16" fmla="*/ 460 w 1779"/>
                <a:gd name="T17" fmla="*/ 2322 h 2442"/>
                <a:gd name="T18" fmla="*/ 357 w 1779"/>
                <a:gd name="T19" fmla="*/ 2383 h 2442"/>
                <a:gd name="T20" fmla="*/ 165 w 1779"/>
                <a:gd name="T21" fmla="*/ 2382 h 2442"/>
                <a:gd name="T22" fmla="*/ 32 w 1779"/>
                <a:gd name="T23" fmla="*/ 2428 h 2442"/>
                <a:gd name="T24" fmla="*/ 29 w 1779"/>
                <a:gd name="T25" fmla="*/ 2244 h 2442"/>
                <a:gd name="T26" fmla="*/ 34 w 1779"/>
                <a:gd name="T27" fmla="*/ 1801 h 2442"/>
                <a:gd name="T28" fmla="*/ 26 w 1779"/>
                <a:gd name="T29" fmla="*/ 1509 h 2442"/>
                <a:gd name="T30" fmla="*/ 104 w 1779"/>
                <a:gd name="T31" fmla="*/ 1064 h 2442"/>
                <a:gd name="T32" fmla="*/ 258 w 1779"/>
                <a:gd name="T33" fmla="*/ 598 h 2442"/>
                <a:gd name="T34" fmla="*/ 481 w 1779"/>
                <a:gd name="T35" fmla="*/ 252 h 2442"/>
                <a:gd name="T36" fmla="*/ 690 w 1779"/>
                <a:gd name="T37" fmla="*/ 65 h 2442"/>
                <a:gd name="T38" fmla="*/ 817 w 1779"/>
                <a:gd name="T39" fmla="*/ 28 h 2442"/>
                <a:gd name="T40" fmla="*/ 886 w 1779"/>
                <a:gd name="T41" fmla="*/ 46 h 2442"/>
                <a:gd name="T42" fmla="*/ 997 w 1779"/>
                <a:gd name="T43" fmla="*/ 18 h 2442"/>
                <a:gd name="T44" fmla="*/ 1209 w 1779"/>
                <a:gd name="T45" fmla="*/ 56 h 2442"/>
                <a:gd name="T46" fmla="*/ 1389 w 1779"/>
                <a:gd name="T47" fmla="*/ 191 h 2442"/>
                <a:gd name="T48" fmla="*/ 1565 w 1779"/>
                <a:gd name="T49" fmla="*/ 469 h 2442"/>
                <a:gd name="T50" fmla="*/ 1657 w 1779"/>
                <a:gd name="T51" fmla="*/ 809 h 2442"/>
                <a:gd name="T52" fmla="*/ 1678 w 1779"/>
                <a:gd name="T53" fmla="*/ 1302 h 2442"/>
                <a:gd name="T54" fmla="*/ 1759 w 1779"/>
                <a:gd name="T55" fmla="*/ 1635 h 2442"/>
                <a:gd name="T56" fmla="*/ 1733 w 1779"/>
                <a:gd name="T57" fmla="*/ 1893 h 2442"/>
                <a:gd name="T58" fmla="*/ 1750 w 1779"/>
                <a:gd name="T59" fmla="*/ 1897 h 2442"/>
                <a:gd name="T60" fmla="*/ 1777 w 1779"/>
                <a:gd name="T61" fmla="*/ 1638 h 2442"/>
                <a:gd name="T62" fmla="*/ 1701 w 1779"/>
                <a:gd name="T63" fmla="*/ 1330 h 2442"/>
                <a:gd name="T64" fmla="*/ 1681 w 1779"/>
                <a:gd name="T65" fmla="*/ 890 h 2442"/>
                <a:gd name="T66" fmla="*/ 1565 w 1779"/>
                <a:gd name="T67" fmla="*/ 429 h 2442"/>
                <a:gd name="T68" fmla="*/ 1383 w 1779"/>
                <a:gd name="T69" fmla="*/ 161 h 2442"/>
                <a:gd name="T70" fmla="*/ 1218 w 1779"/>
                <a:gd name="T71" fmla="*/ 42 h 2442"/>
                <a:gd name="T72" fmla="*/ 1004 w 1779"/>
                <a:gd name="T73" fmla="*/ 1 h 2442"/>
                <a:gd name="T74" fmla="*/ 882 w 1779"/>
                <a:gd name="T75" fmla="*/ 28 h 2442"/>
                <a:gd name="T76" fmla="*/ 760 w 1779"/>
                <a:gd name="T77" fmla="*/ 17 h 2442"/>
                <a:gd name="T78" fmla="*/ 533 w 1779"/>
                <a:gd name="T79" fmla="*/ 174 h 2442"/>
                <a:gd name="T80" fmla="*/ 240 w 1779"/>
                <a:gd name="T81" fmla="*/ 589 h 2442"/>
                <a:gd name="T82" fmla="*/ 97 w 1779"/>
                <a:gd name="T83" fmla="*/ 1010 h 2442"/>
                <a:gd name="T84" fmla="*/ 9 w 1779"/>
                <a:gd name="T85" fmla="*/ 1504 h 2442"/>
                <a:gd name="T86" fmla="*/ 7 w 1779"/>
                <a:gd name="T87" fmla="*/ 1652 h 2442"/>
                <a:gd name="T88" fmla="*/ 12 w 1779"/>
                <a:gd name="T89" fmla="*/ 2240 h 2442"/>
                <a:gd name="T90" fmla="*/ 29 w 1779"/>
                <a:gd name="T91" fmla="*/ 2435 h 2442"/>
                <a:gd name="T92" fmla="*/ 85 w 1779"/>
                <a:gd name="T93" fmla="*/ 2410 h 2442"/>
                <a:gd name="T94" fmla="*/ 270 w 1779"/>
                <a:gd name="T95" fmla="*/ 2406 h 2442"/>
                <a:gd name="T96" fmla="*/ 448 w 1779"/>
                <a:gd name="T97" fmla="*/ 2360 h 2442"/>
                <a:gd name="T98" fmla="*/ 529 w 1779"/>
                <a:gd name="T99" fmla="*/ 2217 h 2442"/>
                <a:gd name="T100" fmla="*/ 709 w 1779"/>
                <a:gd name="T101" fmla="*/ 2348 h 2442"/>
                <a:gd name="T102" fmla="*/ 948 w 1779"/>
                <a:gd name="T103" fmla="*/ 2357 h 2442"/>
                <a:gd name="T104" fmla="*/ 1059 w 1779"/>
                <a:gd name="T105" fmla="*/ 2311 h 2442"/>
                <a:gd name="T106" fmla="*/ 1145 w 1779"/>
                <a:gd name="T107" fmla="*/ 2304 h 2442"/>
                <a:gd name="T108" fmla="*/ 1359 w 1779"/>
                <a:gd name="T109" fmla="*/ 2384 h 2442"/>
                <a:gd name="T110" fmla="*/ 1587 w 1779"/>
                <a:gd name="T111" fmla="*/ 2363 h 2442"/>
                <a:gd name="T112" fmla="*/ 1691 w 1779"/>
                <a:gd name="T113" fmla="*/ 2234 h 2442"/>
                <a:gd name="T114" fmla="*/ 1740 w 1779"/>
                <a:gd name="T115" fmla="*/ 2049 h 2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9" h="2442">
                  <a:moveTo>
                    <a:pt x="1723" y="2049"/>
                  </a:moveTo>
                  <a:lnTo>
                    <a:pt x="1723" y="2049"/>
                  </a:lnTo>
                  <a:lnTo>
                    <a:pt x="1716" y="2088"/>
                  </a:lnTo>
                  <a:lnTo>
                    <a:pt x="1706" y="2131"/>
                  </a:lnTo>
                  <a:lnTo>
                    <a:pt x="1695" y="2173"/>
                  </a:lnTo>
                  <a:lnTo>
                    <a:pt x="1688" y="2194"/>
                  </a:lnTo>
                  <a:lnTo>
                    <a:pt x="1681" y="2214"/>
                  </a:lnTo>
                  <a:lnTo>
                    <a:pt x="1672" y="2236"/>
                  </a:lnTo>
                  <a:lnTo>
                    <a:pt x="1663" y="2254"/>
                  </a:lnTo>
                  <a:lnTo>
                    <a:pt x="1653" y="2272"/>
                  </a:lnTo>
                  <a:lnTo>
                    <a:pt x="1640" y="2291"/>
                  </a:lnTo>
                  <a:lnTo>
                    <a:pt x="1627" y="2308"/>
                  </a:lnTo>
                  <a:lnTo>
                    <a:pt x="1613" y="2322"/>
                  </a:lnTo>
                  <a:lnTo>
                    <a:pt x="1597" y="2336"/>
                  </a:lnTo>
                  <a:lnTo>
                    <a:pt x="1579" y="2348"/>
                  </a:lnTo>
                  <a:lnTo>
                    <a:pt x="1579" y="2348"/>
                  </a:lnTo>
                  <a:lnTo>
                    <a:pt x="1569" y="2355"/>
                  </a:lnTo>
                  <a:lnTo>
                    <a:pt x="1558" y="2359"/>
                  </a:lnTo>
                  <a:lnTo>
                    <a:pt x="1546" y="2363"/>
                  </a:lnTo>
                  <a:lnTo>
                    <a:pt x="1535" y="2366"/>
                  </a:lnTo>
                  <a:lnTo>
                    <a:pt x="1511" y="2370"/>
                  </a:lnTo>
                  <a:lnTo>
                    <a:pt x="1487" y="2373"/>
                  </a:lnTo>
                  <a:lnTo>
                    <a:pt x="1463" y="2373"/>
                  </a:lnTo>
                  <a:lnTo>
                    <a:pt x="1439" y="2373"/>
                  </a:lnTo>
                  <a:lnTo>
                    <a:pt x="1390" y="2370"/>
                  </a:lnTo>
                  <a:lnTo>
                    <a:pt x="1390" y="2370"/>
                  </a:lnTo>
                  <a:lnTo>
                    <a:pt x="1359" y="2367"/>
                  </a:lnTo>
                  <a:lnTo>
                    <a:pt x="1327" y="2365"/>
                  </a:lnTo>
                  <a:lnTo>
                    <a:pt x="1294" y="2359"/>
                  </a:lnTo>
                  <a:lnTo>
                    <a:pt x="1263" y="2352"/>
                  </a:lnTo>
                  <a:lnTo>
                    <a:pt x="1263" y="2352"/>
                  </a:lnTo>
                  <a:lnTo>
                    <a:pt x="1253" y="2348"/>
                  </a:lnTo>
                  <a:lnTo>
                    <a:pt x="1242" y="2343"/>
                  </a:lnTo>
                  <a:lnTo>
                    <a:pt x="1222" y="2332"/>
                  </a:lnTo>
                  <a:lnTo>
                    <a:pt x="1184" y="2308"/>
                  </a:lnTo>
                  <a:lnTo>
                    <a:pt x="1184" y="2308"/>
                  </a:lnTo>
                  <a:lnTo>
                    <a:pt x="1154" y="2291"/>
                  </a:lnTo>
                  <a:lnTo>
                    <a:pt x="1140" y="2284"/>
                  </a:lnTo>
                  <a:lnTo>
                    <a:pt x="1127" y="2278"/>
                  </a:lnTo>
                  <a:lnTo>
                    <a:pt x="1113" y="2277"/>
                  </a:lnTo>
                  <a:lnTo>
                    <a:pt x="1097" y="2277"/>
                  </a:lnTo>
                  <a:lnTo>
                    <a:pt x="1082" y="2280"/>
                  </a:lnTo>
                  <a:lnTo>
                    <a:pt x="1066" y="2287"/>
                  </a:lnTo>
                  <a:lnTo>
                    <a:pt x="1066" y="2287"/>
                  </a:lnTo>
                  <a:lnTo>
                    <a:pt x="1045" y="2299"/>
                  </a:lnTo>
                  <a:lnTo>
                    <a:pt x="1023" y="2314"/>
                  </a:lnTo>
                  <a:lnTo>
                    <a:pt x="1002" y="2326"/>
                  </a:lnTo>
                  <a:lnTo>
                    <a:pt x="991" y="2332"/>
                  </a:lnTo>
                  <a:lnTo>
                    <a:pt x="980" y="2336"/>
                  </a:lnTo>
                  <a:lnTo>
                    <a:pt x="980" y="2336"/>
                  </a:lnTo>
                  <a:lnTo>
                    <a:pt x="967" y="2340"/>
                  </a:lnTo>
                  <a:lnTo>
                    <a:pt x="953" y="2343"/>
                  </a:lnTo>
                  <a:lnTo>
                    <a:pt x="937" y="2345"/>
                  </a:lnTo>
                  <a:lnTo>
                    <a:pt x="921" y="2346"/>
                  </a:lnTo>
                  <a:lnTo>
                    <a:pt x="890" y="2345"/>
                  </a:lnTo>
                  <a:lnTo>
                    <a:pt x="862" y="2345"/>
                  </a:lnTo>
                  <a:lnTo>
                    <a:pt x="862" y="2345"/>
                  </a:lnTo>
                  <a:lnTo>
                    <a:pt x="817" y="2345"/>
                  </a:lnTo>
                  <a:lnTo>
                    <a:pt x="794" y="2345"/>
                  </a:lnTo>
                  <a:lnTo>
                    <a:pt x="771" y="2342"/>
                  </a:lnTo>
                  <a:lnTo>
                    <a:pt x="749" y="2339"/>
                  </a:lnTo>
                  <a:lnTo>
                    <a:pt x="727" y="2335"/>
                  </a:lnTo>
                  <a:lnTo>
                    <a:pt x="705" y="2329"/>
                  </a:lnTo>
                  <a:lnTo>
                    <a:pt x="683" y="2321"/>
                  </a:lnTo>
                  <a:lnTo>
                    <a:pt x="683" y="2321"/>
                  </a:lnTo>
                  <a:lnTo>
                    <a:pt x="664" y="2311"/>
                  </a:lnTo>
                  <a:lnTo>
                    <a:pt x="644" y="2298"/>
                  </a:lnTo>
                  <a:lnTo>
                    <a:pt x="624" y="2285"/>
                  </a:lnTo>
                  <a:lnTo>
                    <a:pt x="607" y="2270"/>
                  </a:lnTo>
                  <a:lnTo>
                    <a:pt x="590" y="2254"/>
                  </a:lnTo>
                  <a:lnTo>
                    <a:pt x="573" y="2238"/>
                  </a:lnTo>
                  <a:lnTo>
                    <a:pt x="540" y="2204"/>
                  </a:lnTo>
                  <a:lnTo>
                    <a:pt x="540" y="2204"/>
                  </a:lnTo>
                  <a:lnTo>
                    <a:pt x="537" y="2203"/>
                  </a:lnTo>
                  <a:lnTo>
                    <a:pt x="533" y="2203"/>
                  </a:lnTo>
                  <a:lnTo>
                    <a:pt x="530" y="2204"/>
                  </a:lnTo>
                  <a:lnTo>
                    <a:pt x="528" y="2207"/>
                  </a:lnTo>
                  <a:lnTo>
                    <a:pt x="528" y="2207"/>
                  </a:lnTo>
                  <a:lnTo>
                    <a:pt x="491" y="2274"/>
                  </a:lnTo>
                  <a:lnTo>
                    <a:pt x="471" y="2306"/>
                  </a:lnTo>
                  <a:lnTo>
                    <a:pt x="460" y="2322"/>
                  </a:lnTo>
                  <a:lnTo>
                    <a:pt x="448" y="2338"/>
                  </a:lnTo>
                  <a:lnTo>
                    <a:pt x="448" y="2338"/>
                  </a:lnTo>
                  <a:lnTo>
                    <a:pt x="438" y="2348"/>
                  </a:lnTo>
                  <a:lnTo>
                    <a:pt x="428" y="2356"/>
                  </a:lnTo>
                  <a:lnTo>
                    <a:pt x="418" y="2363"/>
                  </a:lnTo>
                  <a:lnTo>
                    <a:pt x="407" y="2369"/>
                  </a:lnTo>
                  <a:lnTo>
                    <a:pt x="396" y="2373"/>
                  </a:lnTo>
                  <a:lnTo>
                    <a:pt x="383" y="2377"/>
                  </a:lnTo>
                  <a:lnTo>
                    <a:pt x="357" y="2383"/>
                  </a:lnTo>
                  <a:lnTo>
                    <a:pt x="357" y="2383"/>
                  </a:lnTo>
                  <a:lnTo>
                    <a:pt x="335" y="2386"/>
                  </a:lnTo>
                  <a:lnTo>
                    <a:pt x="314" y="2387"/>
                  </a:lnTo>
                  <a:lnTo>
                    <a:pt x="294" y="2389"/>
                  </a:lnTo>
                  <a:lnTo>
                    <a:pt x="272" y="2387"/>
                  </a:lnTo>
                  <a:lnTo>
                    <a:pt x="230" y="2386"/>
                  </a:lnTo>
                  <a:lnTo>
                    <a:pt x="187" y="2383"/>
                  </a:lnTo>
                  <a:lnTo>
                    <a:pt x="187" y="2383"/>
                  </a:lnTo>
                  <a:lnTo>
                    <a:pt x="165" y="2382"/>
                  </a:lnTo>
                  <a:lnTo>
                    <a:pt x="144" y="2382"/>
                  </a:lnTo>
                  <a:lnTo>
                    <a:pt x="124" y="2383"/>
                  </a:lnTo>
                  <a:lnTo>
                    <a:pt x="102" y="2387"/>
                  </a:lnTo>
                  <a:lnTo>
                    <a:pt x="84" y="2393"/>
                  </a:lnTo>
                  <a:lnTo>
                    <a:pt x="64" y="2401"/>
                  </a:lnTo>
                  <a:lnTo>
                    <a:pt x="47" y="2413"/>
                  </a:lnTo>
                  <a:lnTo>
                    <a:pt x="39" y="2420"/>
                  </a:lnTo>
                  <a:lnTo>
                    <a:pt x="32" y="2428"/>
                  </a:lnTo>
                  <a:lnTo>
                    <a:pt x="32" y="2428"/>
                  </a:lnTo>
                  <a:lnTo>
                    <a:pt x="46" y="2431"/>
                  </a:lnTo>
                  <a:lnTo>
                    <a:pt x="46" y="2431"/>
                  </a:lnTo>
                  <a:lnTo>
                    <a:pt x="37" y="2410"/>
                  </a:lnTo>
                  <a:lnTo>
                    <a:pt x="32" y="2386"/>
                  </a:lnTo>
                  <a:lnTo>
                    <a:pt x="29" y="2363"/>
                  </a:lnTo>
                  <a:lnTo>
                    <a:pt x="27" y="2339"/>
                  </a:lnTo>
                  <a:lnTo>
                    <a:pt x="26" y="2315"/>
                  </a:lnTo>
                  <a:lnTo>
                    <a:pt x="26" y="2291"/>
                  </a:lnTo>
                  <a:lnTo>
                    <a:pt x="29" y="2244"/>
                  </a:lnTo>
                  <a:lnTo>
                    <a:pt x="29" y="2244"/>
                  </a:lnTo>
                  <a:lnTo>
                    <a:pt x="32" y="2193"/>
                  </a:lnTo>
                  <a:lnTo>
                    <a:pt x="34" y="2142"/>
                  </a:lnTo>
                  <a:lnTo>
                    <a:pt x="37" y="2092"/>
                  </a:lnTo>
                  <a:lnTo>
                    <a:pt x="39" y="2041"/>
                  </a:lnTo>
                  <a:lnTo>
                    <a:pt x="39" y="2041"/>
                  </a:lnTo>
                  <a:lnTo>
                    <a:pt x="39" y="1921"/>
                  </a:lnTo>
                  <a:lnTo>
                    <a:pt x="37" y="1862"/>
                  </a:lnTo>
                  <a:lnTo>
                    <a:pt x="34" y="1801"/>
                  </a:lnTo>
                  <a:lnTo>
                    <a:pt x="32" y="1740"/>
                  </a:lnTo>
                  <a:lnTo>
                    <a:pt x="27" y="1680"/>
                  </a:lnTo>
                  <a:lnTo>
                    <a:pt x="23" y="1621"/>
                  </a:lnTo>
                  <a:lnTo>
                    <a:pt x="16" y="1560"/>
                  </a:lnTo>
                  <a:lnTo>
                    <a:pt x="16" y="1560"/>
                  </a:lnTo>
                  <a:lnTo>
                    <a:pt x="16" y="1548"/>
                  </a:lnTo>
                  <a:lnTo>
                    <a:pt x="19" y="1534"/>
                  </a:lnTo>
                  <a:lnTo>
                    <a:pt x="26" y="1509"/>
                  </a:lnTo>
                  <a:lnTo>
                    <a:pt x="26" y="1509"/>
                  </a:lnTo>
                  <a:lnTo>
                    <a:pt x="33" y="1455"/>
                  </a:lnTo>
                  <a:lnTo>
                    <a:pt x="33" y="1455"/>
                  </a:lnTo>
                  <a:lnTo>
                    <a:pt x="43" y="1383"/>
                  </a:lnTo>
                  <a:lnTo>
                    <a:pt x="51" y="1310"/>
                  </a:lnTo>
                  <a:lnTo>
                    <a:pt x="51" y="1310"/>
                  </a:lnTo>
                  <a:lnTo>
                    <a:pt x="63" y="1248"/>
                  </a:lnTo>
                  <a:lnTo>
                    <a:pt x="76" y="1187"/>
                  </a:lnTo>
                  <a:lnTo>
                    <a:pt x="104" y="1064"/>
                  </a:lnTo>
                  <a:lnTo>
                    <a:pt x="104" y="1064"/>
                  </a:lnTo>
                  <a:lnTo>
                    <a:pt x="117" y="1001"/>
                  </a:lnTo>
                  <a:lnTo>
                    <a:pt x="132" y="941"/>
                  </a:lnTo>
                  <a:lnTo>
                    <a:pt x="148" y="880"/>
                  </a:lnTo>
                  <a:lnTo>
                    <a:pt x="166" y="819"/>
                  </a:lnTo>
                  <a:lnTo>
                    <a:pt x="166" y="819"/>
                  </a:lnTo>
                  <a:lnTo>
                    <a:pt x="186" y="762"/>
                  </a:lnTo>
                  <a:lnTo>
                    <a:pt x="209" y="707"/>
                  </a:lnTo>
                  <a:lnTo>
                    <a:pt x="233" y="651"/>
                  </a:lnTo>
                  <a:lnTo>
                    <a:pt x="258" y="598"/>
                  </a:lnTo>
                  <a:lnTo>
                    <a:pt x="258" y="598"/>
                  </a:lnTo>
                  <a:lnTo>
                    <a:pt x="284" y="544"/>
                  </a:lnTo>
                  <a:lnTo>
                    <a:pt x="312" y="493"/>
                  </a:lnTo>
                  <a:lnTo>
                    <a:pt x="340" y="442"/>
                  </a:lnTo>
                  <a:lnTo>
                    <a:pt x="373" y="391"/>
                  </a:lnTo>
                  <a:lnTo>
                    <a:pt x="406" y="343"/>
                  </a:lnTo>
                  <a:lnTo>
                    <a:pt x="443" y="296"/>
                  </a:lnTo>
                  <a:lnTo>
                    <a:pt x="461" y="273"/>
                  </a:lnTo>
                  <a:lnTo>
                    <a:pt x="481" y="252"/>
                  </a:lnTo>
                  <a:lnTo>
                    <a:pt x="501" y="229"/>
                  </a:lnTo>
                  <a:lnTo>
                    <a:pt x="522" y="209"/>
                  </a:lnTo>
                  <a:lnTo>
                    <a:pt x="522" y="209"/>
                  </a:lnTo>
                  <a:lnTo>
                    <a:pt x="562" y="171"/>
                  </a:lnTo>
                  <a:lnTo>
                    <a:pt x="603" y="133"/>
                  </a:lnTo>
                  <a:lnTo>
                    <a:pt x="622" y="114"/>
                  </a:lnTo>
                  <a:lnTo>
                    <a:pt x="645" y="97"/>
                  </a:lnTo>
                  <a:lnTo>
                    <a:pt x="666" y="80"/>
                  </a:lnTo>
                  <a:lnTo>
                    <a:pt x="690" y="65"/>
                  </a:lnTo>
                  <a:lnTo>
                    <a:pt x="690" y="65"/>
                  </a:lnTo>
                  <a:lnTo>
                    <a:pt x="713" y="52"/>
                  </a:lnTo>
                  <a:lnTo>
                    <a:pt x="739" y="41"/>
                  </a:lnTo>
                  <a:lnTo>
                    <a:pt x="764" y="34"/>
                  </a:lnTo>
                  <a:lnTo>
                    <a:pt x="777" y="29"/>
                  </a:lnTo>
                  <a:lnTo>
                    <a:pt x="791" y="28"/>
                  </a:lnTo>
                  <a:lnTo>
                    <a:pt x="791" y="28"/>
                  </a:lnTo>
                  <a:lnTo>
                    <a:pt x="804" y="27"/>
                  </a:lnTo>
                  <a:lnTo>
                    <a:pt x="817" y="28"/>
                  </a:lnTo>
                  <a:lnTo>
                    <a:pt x="831" y="29"/>
                  </a:lnTo>
                  <a:lnTo>
                    <a:pt x="844" y="31"/>
                  </a:lnTo>
                  <a:lnTo>
                    <a:pt x="844" y="31"/>
                  </a:lnTo>
                  <a:lnTo>
                    <a:pt x="853" y="35"/>
                  </a:lnTo>
                  <a:lnTo>
                    <a:pt x="865" y="41"/>
                  </a:lnTo>
                  <a:lnTo>
                    <a:pt x="876" y="45"/>
                  </a:lnTo>
                  <a:lnTo>
                    <a:pt x="882" y="46"/>
                  </a:lnTo>
                  <a:lnTo>
                    <a:pt x="886" y="46"/>
                  </a:lnTo>
                  <a:lnTo>
                    <a:pt x="886" y="46"/>
                  </a:lnTo>
                  <a:lnTo>
                    <a:pt x="912" y="46"/>
                  </a:lnTo>
                  <a:lnTo>
                    <a:pt x="912" y="46"/>
                  </a:lnTo>
                  <a:lnTo>
                    <a:pt x="920" y="45"/>
                  </a:lnTo>
                  <a:lnTo>
                    <a:pt x="929" y="41"/>
                  </a:lnTo>
                  <a:lnTo>
                    <a:pt x="944" y="34"/>
                  </a:lnTo>
                  <a:lnTo>
                    <a:pt x="944" y="34"/>
                  </a:lnTo>
                  <a:lnTo>
                    <a:pt x="957" y="28"/>
                  </a:lnTo>
                  <a:lnTo>
                    <a:pt x="970" y="24"/>
                  </a:lnTo>
                  <a:lnTo>
                    <a:pt x="997" y="18"/>
                  </a:lnTo>
                  <a:lnTo>
                    <a:pt x="1023" y="17"/>
                  </a:lnTo>
                  <a:lnTo>
                    <a:pt x="1050" y="15"/>
                  </a:lnTo>
                  <a:lnTo>
                    <a:pt x="1050" y="15"/>
                  </a:lnTo>
                  <a:lnTo>
                    <a:pt x="1079" y="17"/>
                  </a:lnTo>
                  <a:lnTo>
                    <a:pt x="1106" y="21"/>
                  </a:lnTo>
                  <a:lnTo>
                    <a:pt x="1133" y="28"/>
                  </a:lnTo>
                  <a:lnTo>
                    <a:pt x="1158" y="35"/>
                  </a:lnTo>
                  <a:lnTo>
                    <a:pt x="1185" y="45"/>
                  </a:lnTo>
                  <a:lnTo>
                    <a:pt x="1209" y="56"/>
                  </a:lnTo>
                  <a:lnTo>
                    <a:pt x="1235" y="69"/>
                  </a:lnTo>
                  <a:lnTo>
                    <a:pt x="1257" y="83"/>
                  </a:lnTo>
                  <a:lnTo>
                    <a:pt x="1257" y="83"/>
                  </a:lnTo>
                  <a:lnTo>
                    <a:pt x="1281" y="97"/>
                  </a:lnTo>
                  <a:lnTo>
                    <a:pt x="1305" y="114"/>
                  </a:lnTo>
                  <a:lnTo>
                    <a:pt x="1327" y="131"/>
                  </a:lnTo>
                  <a:lnTo>
                    <a:pt x="1348" y="151"/>
                  </a:lnTo>
                  <a:lnTo>
                    <a:pt x="1369" y="171"/>
                  </a:lnTo>
                  <a:lnTo>
                    <a:pt x="1389" y="191"/>
                  </a:lnTo>
                  <a:lnTo>
                    <a:pt x="1407" y="212"/>
                  </a:lnTo>
                  <a:lnTo>
                    <a:pt x="1426" y="235"/>
                  </a:lnTo>
                  <a:lnTo>
                    <a:pt x="1443" y="258"/>
                  </a:lnTo>
                  <a:lnTo>
                    <a:pt x="1460" y="282"/>
                  </a:lnTo>
                  <a:lnTo>
                    <a:pt x="1492" y="330"/>
                  </a:lnTo>
                  <a:lnTo>
                    <a:pt x="1521" y="379"/>
                  </a:lnTo>
                  <a:lnTo>
                    <a:pt x="1546" y="429"/>
                  </a:lnTo>
                  <a:lnTo>
                    <a:pt x="1546" y="429"/>
                  </a:lnTo>
                  <a:lnTo>
                    <a:pt x="1565" y="469"/>
                  </a:lnTo>
                  <a:lnTo>
                    <a:pt x="1582" y="508"/>
                  </a:lnTo>
                  <a:lnTo>
                    <a:pt x="1597" y="548"/>
                  </a:lnTo>
                  <a:lnTo>
                    <a:pt x="1610" y="589"/>
                  </a:lnTo>
                  <a:lnTo>
                    <a:pt x="1623" y="632"/>
                  </a:lnTo>
                  <a:lnTo>
                    <a:pt x="1633" y="673"/>
                  </a:lnTo>
                  <a:lnTo>
                    <a:pt x="1643" y="715"/>
                  </a:lnTo>
                  <a:lnTo>
                    <a:pt x="1650" y="759"/>
                  </a:lnTo>
                  <a:lnTo>
                    <a:pt x="1650" y="759"/>
                  </a:lnTo>
                  <a:lnTo>
                    <a:pt x="1657" y="809"/>
                  </a:lnTo>
                  <a:lnTo>
                    <a:pt x="1663" y="861"/>
                  </a:lnTo>
                  <a:lnTo>
                    <a:pt x="1665" y="912"/>
                  </a:lnTo>
                  <a:lnTo>
                    <a:pt x="1667" y="963"/>
                  </a:lnTo>
                  <a:lnTo>
                    <a:pt x="1667" y="1067"/>
                  </a:lnTo>
                  <a:lnTo>
                    <a:pt x="1667" y="1169"/>
                  </a:lnTo>
                  <a:lnTo>
                    <a:pt x="1667" y="1169"/>
                  </a:lnTo>
                  <a:lnTo>
                    <a:pt x="1668" y="1214"/>
                  </a:lnTo>
                  <a:lnTo>
                    <a:pt x="1672" y="1258"/>
                  </a:lnTo>
                  <a:lnTo>
                    <a:pt x="1678" y="1302"/>
                  </a:lnTo>
                  <a:lnTo>
                    <a:pt x="1688" y="1344"/>
                  </a:lnTo>
                  <a:lnTo>
                    <a:pt x="1698" y="1388"/>
                  </a:lnTo>
                  <a:lnTo>
                    <a:pt x="1709" y="1431"/>
                  </a:lnTo>
                  <a:lnTo>
                    <a:pt x="1735" y="1517"/>
                  </a:lnTo>
                  <a:lnTo>
                    <a:pt x="1735" y="1517"/>
                  </a:lnTo>
                  <a:lnTo>
                    <a:pt x="1748" y="1564"/>
                  </a:lnTo>
                  <a:lnTo>
                    <a:pt x="1752" y="1588"/>
                  </a:lnTo>
                  <a:lnTo>
                    <a:pt x="1756" y="1611"/>
                  </a:lnTo>
                  <a:lnTo>
                    <a:pt x="1759" y="1635"/>
                  </a:lnTo>
                  <a:lnTo>
                    <a:pt x="1760" y="1659"/>
                  </a:lnTo>
                  <a:lnTo>
                    <a:pt x="1762" y="1683"/>
                  </a:lnTo>
                  <a:lnTo>
                    <a:pt x="1760" y="1708"/>
                  </a:lnTo>
                  <a:lnTo>
                    <a:pt x="1760" y="1708"/>
                  </a:lnTo>
                  <a:lnTo>
                    <a:pt x="1759" y="1731"/>
                  </a:lnTo>
                  <a:lnTo>
                    <a:pt x="1756" y="1755"/>
                  </a:lnTo>
                  <a:lnTo>
                    <a:pt x="1749" y="1801"/>
                  </a:lnTo>
                  <a:lnTo>
                    <a:pt x="1742" y="1847"/>
                  </a:lnTo>
                  <a:lnTo>
                    <a:pt x="1733" y="1893"/>
                  </a:lnTo>
                  <a:lnTo>
                    <a:pt x="1733" y="1893"/>
                  </a:lnTo>
                  <a:lnTo>
                    <a:pt x="1735" y="1897"/>
                  </a:lnTo>
                  <a:lnTo>
                    <a:pt x="1736" y="1900"/>
                  </a:lnTo>
                  <a:lnTo>
                    <a:pt x="1738" y="1903"/>
                  </a:lnTo>
                  <a:lnTo>
                    <a:pt x="1740" y="1903"/>
                  </a:lnTo>
                  <a:lnTo>
                    <a:pt x="1745" y="1904"/>
                  </a:lnTo>
                  <a:lnTo>
                    <a:pt x="1748" y="1903"/>
                  </a:lnTo>
                  <a:lnTo>
                    <a:pt x="1749" y="1901"/>
                  </a:lnTo>
                  <a:lnTo>
                    <a:pt x="1750" y="1897"/>
                  </a:lnTo>
                  <a:lnTo>
                    <a:pt x="1750" y="1897"/>
                  </a:lnTo>
                  <a:lnTo>
                    <a:pt x="1759" y="1840"/>
                  </a:lnTo>
                  <a:lnTo>
                    <a:pt x="1769" y="1784"/>
                  </a:lnTo>
                  <a:lnTo>
                    <a:pt x="1773" y="1755"/>
                  </a:lnTo>
                  <a:lnTo>
                    <a:pt x="1776" y="1727"/>
                  </a:lnTo>
                  <a:lnTo>
                    <a:pt x="1779" y="1697"/>
                  </a:lnTo>
                  <a:lnTo>
                    <a:pt x="1779" y="1669"/>
                  </a:lnTo>
                  <a:lnTo>
                    <a:pt x="1779" y="1669"/>
                  </a:lnTo>
                  <a:lnTo>
                    <a:pt x="1777" y="1638"/>
                  </a:lnTo>
                  <a:lnTo>
                    <a:pt x="1773" y="1606"/>
                  </a:lnTo>
                  <a:lnTo>
                    <a:pt x="1767" y="1575"/>
                  </a:lnTo>
                  <a:lnTo>
                    <a:pt x="1760" y="1546"/>
                  </a:lnTo>
                  <a:lnTo>
                    <a:pt x="1743" y="1485"/>
                  </a:lnTo>
                  <a:lnTo>
                    <a:pt x="1725" y="1425"/>
                  </a:lnTo>
                  <a:lnTo>
                    <a:pt x="1725" y="1425"/>
                  </a:lnTo>
                  <a:lnTo>
                    <a:pt x="1716" y="1394"/>
                  </a:lnTo>
                  <a:lnTo>
                    <a:pt x="1708" y="1361"/>
                  </a:lnTo>
                  <a:lnTo>
                    <a:pt x="1701" y="1330"/>
                  </a:lnTo>
                  <a:lnTo>
                    <a:pt x="1695" y="1298"/>
                  </a:lnTo>
                  <a:lnTo>
                    <a:pt x="1691" y="1266"/>
                  </a:lnTo>
                  <a:lnTo>
                    <a:pt x="1687" y="1234"/>
                  </a:lnTo>
                  <a:lnTo>
                    <a:pt x="1684" y="1201"/>
                  </a:lnTo>
                  <a:lnTo>
                    <a:pt x="1684" y="1169"/>
                  </a:lnTo>
                  <a:lnTo>
                    <a:pt x="1684" y="1169"/>
                  </a:lnTo>
                  <a:lnTo>
                    <a:pt x="1684" y="1030"/>
                  </a:lnTo>
                  <a:lnTo>
                    <a:pt x="1684" y="960"/>
                  </a:lnTo>
                  <a:lnTo>
                    <a:pt x="1681" y="890"/>
                  </a:lnTo>
                  <a:lnTo>
                    <a:pt x="1681" y="890"/>
                  </a:lnTo>
                  <a:lnTo>
                    <a:pt x="1677" y="830"/>
                  </a:lnTo>
                  <a:lnTo>
                    <a:pt x="1668" y="770"/>
                  </a:lnTo>
                  <a:lnTo>
                    <a:pt x="1658" y="712"/>
                  </a:lnTo>
                  <a:lnTo>
                    <a:pt x="1646" y="654"/>
                  </a:lnTo>
                  <a:lnTo>
                    <a:pt x="1630" y="596"/>
                  </a:lnTo>
                  <a:lnTo>
                    <a:pt x="1612" y="540"/>
                  </a:lnTo>
                  <a:lnTo>
                    <a:pt x="1590" y="484"/>
                  </a:lnTo>
                  <a:lnTo>
                    <a:pt x="1565" y="429"/>
                  </a:lnTo>
                  <a:lnTo>
                    <a:pt x="1565" y="429"/>
                  </a:lnTo>
                  <a:lnTo>
                    <a:pt x="1541" y="381"/>
                  </a:lnTo>
                  <a:lnTo>
                    <a:pt x="1515" y="334"/>
                  </a:lnTo>
                  <a:lnTo>
                    <a:pt x="1485" y="289"/>
                  </a:lnTo>
                  <a:lnTo>
                    <a:pt x="1454" y="243"/>
                  </a:lnTo>
                  <a:lnTo>
                    <a:pt x="1437" y="222"/>
                  </a:lnTo>
                  <a:lnTo>
                    <a:pt x="1420" y="201"/>
                  </a:lnTo>
                  <a:lnTo>
                    <a:pt x="1402" y="181"/>
                  </a:lnTo>
                  <a:lnTo>
                    <a:pt x="1383" y="161"/>
                  </a:lnTo>
                  <a:lnTo>
                    <a:pt x="1364" y="143"/>
                  </a:lnTo>
                  <a:lnTo>
                    <a:pt x="1344" y="124"/>
                  </a:lnTo>
                  <a:lnTo>
                    <a:pt x="1322" y="107"/>
                  </a:lnTo>
                  <a:lnTo>
                    <a:pt x="1301" y="92"/>
                  </a:lnTo>
                  <a:lnTo>
                    <a:pt x="1301" y="92"/>
                  </a:lnTo>
                  <a:lnTo>
                    <a:pt x="1281" y="78"/>
                  </a:lnTo>
                  <a:lnTo>
                    <a:pt x="1262" y="65"/>
                  </a:lnTo>
                  <a:lnTo>
                    <a:pt x="1240" y="52"/>
                  </a:lnTo>
                  <a:lnTo>
                    <a:pt x="1218" y="42"/>
                  </a:lnTo>
                  <a:lnTo>
                    <a:pt x="1195" y="31"/>
                  </a:lnTo>
                  <a:lnTo>
                    <a:pt x="1172" y="22"/>
                  </a:lnTo>
                  <a:lnTo>
                    <a:pt x="1148" y="15"/>
                  </a:lnTo>
                  <a:lnTo>
                    <a:pt x="1124" y="8"/>
                  </a:lnTo>
                  <a:lnTo>
                    <a:pt x="1100" y="4"/>
                  </a:lnTo>
                  <a:lnTo>
                    <a:pt x="1076" y="1"/>
                  </a:lnTo>
                  <a:lnTo>
                    <a:pt x="1052" y="0"/>
                  </a:lnTo>
                  <a:lnTo>
                    <a:pt x="1028" y="0"/>
                  </a:lnTo>
                  <a:lnTo>
                    <a:pt x="1004" y="1"/>
                  </a:lnTo>
                  <a:lnTo>
                    <a:pt x="980" y="5"/>
                  </a:lnTo>
                  <a:lnTo>
                    <a:pt x="955" y="12"/>
                  </a:lnTo>
                  <a:lnTo>
                    <a:pt x="933" y="21"/>
                  </a:lnTo>
                  <a:lnTo>
                    <a:pt x="933" y="21"/>
                  </a:lnTo>
                  <a:lnTo>
                    <a:pt x="917" y="27"/>
                  </a:lnTo>
                  <a:lnTo>
                    <a:pt x="903" y="29"/>
                  </a:lnTo>
                  <a:lnTo>
                    <a:pt x="896" y="31"/>
                  </a:lnTo>
                  <a:lnTo>
                    <a:pt x="890" y="29"/>
                  </a:lnTo>
                  <a:lnTo>
                    <a:pt x="882" y="28"/>
                  </a:lnTo>
                  <a:lnTo>
                    <a:pt x="873" y="25"/>
                  </a:lnTo>
                  <a:lnTo>
                    <a:pt x="873" y="25"/>
                  </a:lnTo>
                  <a:lnTo>
                    <a:pt x="863" y="21"/>
                  </a:lnTo>
                  <a:lnTo>
                    <a:pt x="852" y="17"/>
                  </a:lnTo>
                  <a:lnTo>
                    <a:pt x="829" y="12"/>
                  </a:lnTo>
                  <a:lnTo>
                    <a:pt x="805" y="11"/>
                  </a:lnTo>
                  <a:lnTo>
                    <a:pt x="783" y="12"/>
                  </a:lnTo>
                  <a:lnTo>
                    <a:pt x="783" y="12"/>
                  </a:lnTo>
                  <a:lnTo>
                    <a:pt x="760" y="17"/>
                  </a:lnTo>
                  <a:lnTo>
                    <a:pt x="737" y="22"/>
                  </a:lnTo>
                  <a:lnTo>
                    <a:pt x="715" y="32"/>
                  </a:lnTo>
                  <a:lnTo>
                    <a:pt x="693" y="44"/>
                  </a:lnTo>
                  <a:lnTo>
                    <a:pt x="673" y="55"/>
                  </a:lnTo>
                  <a:lnTo>
                    <a:pt x="654" y="69"/>
                  </a:lnTo>
                  <a:lnTo>
                    <a:pt x="617" y="97"/>
                  </a:lnTo>
                  <a:lnTo>
                    <a:pt x="617" y="97"/>
                  </a:lnTo>
                  <a:lnTo>
                    <a:pt x="574" y="134"/>
                  </a:lnTo>
                  <a:lnTo>
                    <a:pt x="533" y="174"/>
                  </a:lnTo>
                  <a:lnTo>
                    <a:pt x="494" y="214"/>
                  </a:lnTo>
                  <a:lnTo>
                    <a:pt x="455" y="256"/>
                  </a:lnTo>
                  <a:lnTo>
                    <a:pt x="420" y="300"/>
                  </a:lnTo>
                  <a:lnTo>
                    <a:pt x="386" y="345"/>
                  </a:lnTo>
                  <a:lnTo>
                    <a:pt x="353" y="392"/>
                  </a:lnTo>
                  <a:lnTo>
                    <a:pt x="322" y="439"/>
                  </a:lnTo>
                  <a:lnTo>
                    <a:pt x="294" y="489"/>
                  </a:lnTo>
                  <a:lnTo>
                    <a:pt x="265" y="538"/>
                  </a:lnTo>
                  <a:lnTo>
                    <a:pt x="240" y="589"/>
                  </a:lnTo>
                  <a:lnTo>
                    <a:pt x="216" y="640"/>
                  </a:lnTo>
                  <a:lnTo>
                    <a:pt x="195" y="693"/>
                  </a:lnTo>
                  <a:lnTo>
                    <a:pt x="173" y="745"/>
                  </a:lnTo>
                  <a:lnTo>
                    <a:pt x="155" y="799"/>
                  </a:lnTo>
                  <a:lnTo>
                    <a:pt x="138" y="853"/>
                  </a:lnTo>
                  <a:lnTo>
                    <a:pt x="138" y="853"/>
                  </a:lnTo>
                  <a:lnTo>
                    <a:pt x="124" y="905"/>
                  </a:lnTo>
                  <a:lnTo>
                    <a:pt x="110" y="958"/>
                  </a:lnTo>
                  <a:lnTo>
                    <a:pt x="97" y="1010"/>
                  </a:lnTo>
                  <a:lnTo>
                    <a:pt x="84" y="1062"/>
                  </a:lnTo>
                  <a:lnTo>
                    <a:pt x="61" y="1169"/>
                  </a:lnTo>
                  <a:lnTo>
                    <a:pt x="41" y="1275"/>
                  </a:lnTo>
                  <a:lnTo>
                    <a:pt x="41" y="1275"/>
                  </a:lnTo>
                  <a:lnTo>
                    <a:pt x="36" y="1303"/>
                  </a:lnTo>
                  <a:lnTo>
                    <a:pt x="32" y="1332"/>
                  </a:lnTo>
                  <a:lnTo>
                    <a:pt x="24" y="1390"/>
                  </a:lnTo>
                  <a:lnTo>
                    <a:pt x="17" y="1446"/>
                  </a:lnTo>
                  <a:lnTo>
                    <a:pt x="9" y="1504"/>
                  </a:lnTo>
                  <a:lnTo>
                    <a:pt x="9" y="1504"/>
                  </a:lnTo>
                  <a:lnTo>
                    <a:pt x="2" y="1538"/>
                  </a:lnTo>
                  <a:lnTo>
                    <a:pt x="0" y="1555"/>
                  </a:lnTo>
                  <a:lnTo>
                    <a:pt x="0" y="1565"/>
                  </a:lnTo>
                  <a:lnTo>
                    <a:pt x="0" y="1574"/>
                  </a:lnTo>
                  <a:lnTo>
                    <a:pt x="0" y="1574"/>
                  </a:lnTo>
                  <a:lnTo>
                    <a:pt x="5" y="1612"/>
                  </a:lnTo>
                  <a:lnTo>
                    <a:pt x="7" y="1652"/>
                  </a:lnTo>
                  <a:lnTo>
                    <a:pt x="7" y="1652"/>
                  </a:lnTo>
                  <a:lnTo>
                    <a:pt x="16" y="1764"/>
                  </a:lnTo>
                  <a:lnTo>
                    <a:pt x="22" y="1876"/>
                  </a:lnTo>
                  <a:lnTo>
                    <a:pt x="23" y="1932"/>
                  </a:lnTo>
                  <a:lnTo>
                    <a:pt x="23" y="1989"/>
                  </a:lnTo>
                  <a:lnTo>
                    <a:pt x="23" y="2044"/>
                  </a:lnTo>
                  <a:lnTo>
                    <a:pt x="20" y="2101"/>
                  </a:lnTo>
                  <a:lnTo>
                    <a:pt x="20" y="2101"/>
                  </a:lnTo>
                  <a:lnTo>
                    <a:pt x="15" y="2193"/>
                  </a:lnTo>
                  <a:lnTo>
                    <a:pt x="12" y="2240"/>
                  </a:lnTo>
                  <a:lnTo>
                    <a:pt x="10" y="2285"/>
                  </a:lnTo>
                  <a:lnTo>
                    <a:pt x="10" y="2285"/>
                  </a:lnTo>
                  <a:lnTo>
                    <a:pt x="10" y="2323"/>
                  </a:lnTo>
                  <a:lnTo>
                    <a:pt x="12" y="2362"/>
                  </a:lnTo>
                  <a:lnTo>
                    <a:pt x="15" y="2382"/>
                  </a:lnTo>
                  <a:lnTo>
                    <a:pt x="17" y="2400"/>
                  </a:lnTo>
                  <a:lnTo>
                    <a:pt x="23" y="2418"/>
                  </a:lnTo>
                  <a:lnTo>
                    <a:pt x="29" y="2435"/>
                  </a:lnTo>
                  <a:lnTo>
                    <a:pt x="29" y="2435"/>
                  </a:lnTo>
                  <a:lnTo>
                    <a:pt x="32" y="2440"/>
                  </a:lnTo>
                  <a:lnTo>
                    <a:pt x="34" y="2442"/>
                  </a:lnTo>
                  <a:lnTo>
                    <a:pt x="39" y="2442"/>
                  </a:lnTo>
                  <a:lnTo>
                    <a:pt x="43" y="2440"/>
                  </a:lnTo>
                  <a:lnTo>
                    <a:pt x="43" y="2440"/>
                  </a:lnTo>
                  <a:lnTo>
                    <a:pt x="53" y="2431"/>
                  </a:lnTo>
                  <a:lnTo>
                    <a:pt x="63" y="2423"/>
                  </a:lnTo>
                  <a:lnTo>
                    <a:pt x="74" y="2416"/>
                  </a:lnTo>
                  <a:lnTo>
                    <a:pt x="85" y="2410"/>
                  </a:lnTo>
                  <a:lnTo>
                    <a:pt x="97" y="2406"/>
                  </a:lnTo>
                  <a:lnTo>
                    <a:pt x="108" y="2403"/>
                  </a:lnTo>
                  <a:lnTo>
                    <a:pt x="119" y="2400"/>
                  </a:lnTo>
                  <a:lnTo>
                    <a:pt x="132" y="2399"/>
                  </a:lnTo>
                  <a:lnTo>
                    <a:pt x="158" y="2399"/>
                  </a:lnTo>
                  <a:lnTo>
                    <a:pt x="182" y="2399"/>
                  </a:lnTo>
                  <a:lnTo>
                    <a:pt x="233" y="2404"/>
                  </a:lnTo>
                  <a:lnTo>
                    <a:pt x="233" y="2404"/>
                  </a:lnTo>
                  <a:lnTo>
                    <a:pt x="270" y="2406"/>
                  </a:lnTo>
                  <a:lnTo>
                    <a:pt x="306" y="2406"/>
                  </a:lnTo>
                  <a:lnTo>
                    <a:pt x="345" y="2403"/>
                  </a:lnTo>
                  <a:lnTo>
                    <a:pt x="380" y="2396"/>
                  </a:lnTo>
                  <a:lnTo>
                    <a:pt x="380" y="2396"/>
                  </a:lnTo>
                  <a:lnTo>
                    <a:pt x="396" y="2391"/>
                  </a:lnTo>
                  <a:lnTo>
                    <a:pt x="411" y="2386"/>
                  </a:lnTo>
                  <a:lnTo>
                    <a:pt x="424" y="2379"/>
                  </a:lnTo>
                  <a:lnTo>
                    <a:pt x="437" y="2370"/>
                  </a:lnTo>
                  <a:lnTo>
                    <a:pt x="448" y="2360"/>
                  </a:lnTo>
                  <a:lnTo>
                    <a:pt x="460" y="2349"/>
                  </a:lnTo>
                  <a:lnTo>
                    <a:pt x="469" y="2338"/>
                  </a:lnTo>
                  <a:lnTo>
                    <a:pt x="479" y="2325"/>
                  </a:lnTo>
                  <a:lnTo>
                    <a:pt x="496" y="2298"/>
                  </a:lnTo>
                  <a:lnTo>
                    <a:pt x="513" y="2270"/>
                  </a:lnTo>
                  <a:lnTo>
                    <a:pt x="542" y="2216"/>
                  </a:lnTo>
                  <a:lnTo>
                    <a:pt x="542" y="2216"/>
                  </a:lnTo>
                  <a:lnTo>
                    <a:pt x="529" y="2217"/>
                  </a:lnTo>
                  <a:lnTo>
                    <a:pt x="529" y="2217"/>
                  </a:lnTo>
                  <a:lnTo>
                    <a:pt x="560" y="2250"/>
                  </a:lnTo>
                  <a:lnTo>
                    <a:pt x="594" y="2281"/>
                  </a:lnTo>
                  <a:lnTo>
                    <a:pt x="611" y="2295"/>
                  </a:lnTo>
                  <a:lnTo>
                    <a:pt x="630" y="2309"/>
                  </a:lnTo>
                  <a:lnTo>
                    <a:pt x="649" y="2322"/>
                  </a:lnTo>
                  <a:lnTo>
                    <a:pt x="669" y="2332"/>
                  </a:lnTo>
                  <a:lnTo>
                    <a:pt x="669" y="2332"/>
                  </a:lnTo>
                  <a:lnTo>
                    <a:pt x="689" y="2340"/>
                  </a:lnTo>
                  <a:lnTo>
                    <a:pt x="709" y="2348"/>
                  </a:lnTo>
                  <a:lnTo>
                    <a:pt x="729" y="2353"/>
                  </a:lnTo>
                  <a:lnTo>
                    <a:pt x="750" y="2357"/>
                  </a:lnTo>
                  <a:lnTo>
                    <a:pt x="770" y="2359"/>
                  </a:lnTo>
                  <a:lnTo>
                    <a:pt x="791" y="2362"/>
                  </a:lnTo>
                  <a:lnTo>
                    <a:pt x="834" y="2362"/>
                  </a:lnTo>
                  <a:lnTo>
                    <a:pt x="834" y="2362"/>
                  </a:lnTo>
                  <a:lnTo>
                    <a:pt x="890" y="2362"/>
                  </a:lnTo>
                  <a:lnTo>
                    <a:pt x="920" y="2360"/>
                  </a:lnTo>
                  <a:lnTo>
                    <a:pt x="948" y="2357"/>
                  </a:lnTo>
                  <a:lnTo>
                    <a:pt x="948" y="2357"/>
                  </a:lnTo>
                  <a:lnTo>
                    <a:pt x="961" y="2356"/>
                  </a:lnTo>
                  <a:lnTo>
                    <a:pt x="974" y="2355"/>
                  </a:lnTo>
                  <a:lnTo>
                    <a:pt x="985" y="2350"/>
                  </a:lnTo>
                  <a:lnTo>
                    <a:pt x="997" y="2346"/>
                  </a:lnTo>
                  <a:lnTo>
                    <a:pt x="1018" y="2336"/>
                  </a:lnTo>
                  <a:lnTo>
                    <a:pt x="1040" y="2323"/>
                  </a:lnTo>
                  <a:lnTo>
                    <a:pt x="1040" y="2323"/>
                  </a:lnTo>
                  <a:lnTo>
                    <a:pt x="1059" y="2311"/>
                  </a:lnTo>
                  <a:lnTo>
                    <a:pt x="1070" y="2304"/>
                  </a:lnTo>
                  <a:lnTo>
                    <a:pt x="1080" y="2299"/>
                  </a:lnTo>
                  <a:lnTo>
                    <a:pt x="1090" y="2295"/>
                  </a:lnTo>
                  <a:lnTo>
                    <a:pt x="1101" y="2292"/>
                  </a:lnTo>
                  <a:lnTo>
                    <a:pt x="1113" y="2292"/>
                  </a:lnTo>
                  <a:lnTo>
                    <a:pt x="1124" y="2295"/>
                  </a:lnTo>
                  <a:lnTo>
                    <a:pt x="1124" y="2295"/>
                  </a:lnTo>
                  <a:lnTo>
                    <a:pt x="1135" y="2299"/>
                  </a:lnTo>
                  <a:lnTo>
                    <a:pt x="1145" y="2304"/>
                  </a:lnTo>
                  <a:lnTo>
                    <a:pt x="1167" y="2316"/>
                  </a:lnTo>
                  <a:lnTo>
                    <a:pt x="1206" y="2342"/>
                  </a:lnTo>
                  <a:lnTo>
                    <a:pt x="1206" y="2342"/>
                  </a:lnTo>
                  <a:lnTo>
                    <a:pt x="1230" y="2355"/>
                  </a:lnTo>
                  <a:lnTo>
                    <a:pt x="1254" y="2365"/>
                  </a:lnTo>
                  <a:lnTo>
                    <a:pt x="1280" y="2373"/>
                  </a:lnTo>
                  <a:lnTo>
                    <a:pt x="1307" y="2379"/>
                  </a:lnTo>
                  <a:lnTo>
                    <a:pt x="1332" y="2382"/>
                  </a:lnTo>
                  <a:lnTo>
                    <a:pt x="1359" y="2384"/>
                  </a:lnTo>
                  <a:lnTo>
                    <a:pt x="1412" y="2387"/>
                  </a:lnTo>
                  <a:lnTo>
                    <a:pt x="1412" y="2387"/>
                  </a:lnTo>
                  <a:lnTo>
                    <a:pt x="1457" y="2389"/>
                  </a:lnTo>
                  <a:lnTo>
                    <a:pt x="1480" y="2389"/>
                  </a:lnTo>
                  <a:lnTo>
                    <a:pt x="1502" y="2387"/>
                  </a:lnTo>
                  <a:lnTo>
                    <a:pt x="1525" y="2384"/>
                  </a:lnTo>
                  <a:lnTo>
                    <a:pt x="1546" y="2380"/>
                  </a:lnTo>
                  <a:lnTo>
                    <a:pt x="1568" y="2373"/>
                  </a:lnTo>
                  <a:lnTo>
                    <a:pt x="1587" y="2363"/>
                  </a:lnTo>
                  <a:lnTo>
                    <a:pt x="1587" y="2363"/>
                  </a:lnTo>
                  <a:lnTo>
                    <a:pt x="1606" y="2352"/>
                  </a:lnTo>
                  <a:lnTo>
                    <a:pt x="1621" y="2339"/>
                  </a:lnTo>
                  <a:lnTo>
                    <a:pt x="1636" y="2323"/>
                  </a:lnTo>
                  <a:lnTo>
                    <a:pt x="1650" y="2308"/>
                  </a:lnTo>
                  <a:lnTo>
                    <a:pt x="1661" y="2291"/>
                  </a:lnTo>
                  <a:lnTo>
                    <a:pt x="1672" y="2272"/>
                  </a:lnTo>
                  <a:lnTo>
                    <a:pt x="1682" y="2254"/>
                  </a:lnTo>
                  <a:lnTo>
                    <a:pt x="1691" y="2234"/>
                  </a:lnTo>
                  <a:lnTo>
                    <a:pt x="1699" y="2213"/>
                  </a:lnTo>
                  <a:lnTo>
                    <a:pt x="1706" y="2193"/>
                  </a:lnTo>
                  <a:lnTo>
                    <a:pt x="1718" y="2151"/>
                  </a:lnTo>
                  <a:lnTo>
                    <a:pt x="1728" y="2109"/>
                  </a:lnTo>
                  <a:lnTo>
                    <a:pt x="1736" y="2071"/>
                  </a:lnTo>
                  <a:lnTo>
                    <a:pt x="1736" y="2071"/>
                  </a:lnTo>
                  <a:lnTo>
                    <a:pt x="1740" y="2053"/>
                  </a:lnTo>
                  <a:lnTo>
                    <a:pt x="1740" y="2053"/>
                  </a:lnTo>
                  <a:lnTo>
                    <a:pt x="1740" y="2049"/>
                  </a:lnTo>
                  <a:lnTo>
                    <a:pt x="1739" y="2046"/>
                  </a:lnTo>
                  <a:lnTo>
                    <a:pt x="1736" y="2044"/>
                  </a:lnTo>
                  <a:lnTo>
                    <a:pt x="1733" y="2043"/>
                  </a:lnTo>
                  <a:lnTo>
                    <a:pt x="1731" y="2041"/>
                  </a:lnTo>
                  <a:lnTo>
                    <a:pt x="1728" y="2043"/>
                  </a:lnTo>
                  <a:lnTo>
                    <a:pt x="1725" y="2044"/>
                  </a:lnTo>
                  <a:lnTo>
                    <a:pt x="1723" y="2049"/>
                  </a:lnTo>
                  <a:lnTo>
                    <a:pt x="1723" y="20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pic>
        <p:nvPicPr>
          <p:cNvPr id="142" name="그림 141">
            <a:extLst>
              <a:ext uri="{FF2B5EF4-FFF2-40B4-BE49-F238E27FC236}">
                <a16:creationId xmlns:a16="http://schemas.microsoft.com/office/drawing/2014/main" id="{0711FDC9-D79E-7A61-24B0-C33B28C771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39" y="1430645"/>
            <a:ext cx="6333888" cy="2321872"/>
          </a:xfrm>
          <a:prstGeom prst="rect">
            <a:avLst/>
          </a:prstGeom>
        </p:spPr>
      </p:pic>
      <p:pic>
        <p:nvPicPr>
          <p:cNvPr id="146" name="그림 145">
            <a:extLst>
              <a:ext uri="{FF2B5EF4-FFF2-40B4-BE49-F238E27FC236}">
                <a16:creationId xmlns:a16="http://schemas.microsoft.com/office/drawing/2014/main" id="{3CE08076-0D64-3D55-8A22-E48C28435F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739" y="4041360"/>
            <a:ext cx="6333888" cy="23218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325768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D132B0A-6261-2882-508B-D90E613CD8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자유형: 도형 16">
            <a:extLst>
              <a:ext uri="{FF2B5EF4-FFF2-40B4-BE49-F238E27FC236}">
                <a16:creationId xmlns:a16="http://schemas.microsoft.com/office/drawing/2014/main" id="{C57B7B6B-949B-38E3-68BB-1FC5AD467F79}"/>
              </a:ext>
            </a:extLst>
          </p:cNvPr>
          <p:cNvSpPr/>
          <p:nvPr/>
        </p:nvSpPr>
        <p:spPr>
          <a:xfrm>
            <a:off x="1155133" y="3374999"/>
            <a:ext cx="3867939" cy="108000"/>
          </a:xfrm>
          <a:custGeom>
            <a:avLst/>
            <a:gdLst>
              <a:gd name="connsiteX0" fmla="*/ 3813939 w 3867939"/>
              <a:gd name="connsiteY0" fmla="*/ 0 h 108000"/>
              <a:gd name="connsiteX1" fmla="*/ 3867939 w 3867939"/>
              <a:gd name="connsiteY1" fmla="*/ 54000 h 108000"/>
              <a:gd name="connsiteX2" fmla="*/ 3813939 w 3867939"/>
              <a:gd name="connsiteY2" fmla="*/ 108000 h 108000"/>
              <a:gd name="connsiteX3" fmla="*/ 3759939 w 3867939"/>
              <a:gd name="connsiteY3" fmla="*/ 54000 h 108000"/>
              <a:gd name="connsiteX4" fmla="*/ 3813939 w 3867939"/>
              <a:gd name="connsiteY4" fmla="*/ 0 h 108000"/>
              <a:gd name="connsiteX5" fmla="*/ 3396168 w 3867939"/>
              <a:gd name="connsiteY5" fmla="*/ 0 h 108000"/>
              <a:gd name="connsiteX6" fmla="*/ 3450168 w 3867939"/>
              <a:gd name="connsiteY6" fmla="*/ 54000 h 108000"/>
              <a:gd name="connsiteX7" fmla="*/ 3396168 w 3867939"/>
              <a:gd name="connsiteY7" fmla="*/ 108000 h 108000"/>
              <a:gd name="connsiteX8" fmla="*/ 3342168 w 3867939"/>
              <a:gd name="connsiteY8" fmla="*/ 54000 h 108000"/>
              <a:gd name="connsiteX9" fmla="*/ 3396168 w 3867939"/>
              <a:gd name="connsiteY9" fmla="*/ 0 h 108000"/>
              <a:gd name="connsiteX10" fmla="*/ 2978397 w 3867939"/>
              <a:gd name="connsiteY10" fmla="*/ 0 h 108000"/>
              <a:gd name="connsiteX11" fmla="*/ 3032397 w 3867939"/>
              <a:gd name="connsiteY11" fmla="*/ 54000 h 108000"/>
              <a:gd name="connsiteX12" fmla="*/ 2978397 w 3867939"/>
              <a:gd name="connsiteY12" fmla="*/ 108000 h 108000"/>
              <a:gd name="connsiteX13" fmla="*/ 2924397 w 3867939"/>
              <a:gd name="connsiteY13" fmla="*/ 54000 h 108000"/>
              <a:gd name="connsiteX14" fmla="*/ 2978397 w 3867939"/>
              <a:gd name="connsiteY14" fmla="*/ 0 h 108000"/>
              <a:gd name="connsiteX15" fmla="*/ 2560626 w 3867939"/>
              <a:gd name="connsiteY15" fmla="*/ 0 h 108000"/>
              <a:gd name="connsiteX16" fmla="*/ 2614626 w 3867939"/>
              <a:gd name="connsiteY16" fmla="*/ 54000 h 108000"/>
              <a:gd name="connsiteX17" fmla="*/ 2560626 w 3867939"/>
              <a:gd name="connsiteY17" fmla="*/ 108000 h 108000"/>
              <a:gd name="connsiteX18" fmla="*/ 2506626 w 3867939"/>
              <a:gd name="connsiteY18" fmla="*/ 54000 h 108000"/>
              <a:gd name="connsiteX19" fmla="*/ 2560626 w 3867939"/>
              <a:gd name="connsiteY19" fmla="*/ 0 h 108000"/>
              <a:gd name="connsiteX20" fmla="*/ 2142855 w 3867939"/>
              <a:gd name="connsiteY20" fmla="*/ 0 h 108000"/>
              <a:gd name="connsiteX21" fmla="*/ 2196855 w 3867939"/>
              <a:gd name="connsiteY21" fmla="*/ 54000 h 108000"/>
              <a:gd name="connsiteX22" fmla="*/ 2142855 w 3867939"/>
              <a:gd name="connsiteY22" fmla="*/ 108000 h 108000"/>
              <a:gd name="connsiteX23" fmla="*/ 2088855 w 3867939"/>
              <a:gd name="connsiteY23" fmla="*/ 54000 h 108000"/>
              <a:gd name="connsiteX24" fmla="*/ 2142855 w 3867939"/>
              <a:gd name="connsiteY24" fmla="*/ 0 h 108000"/>
              <a:gd name="connsiteX25" fmla="*/ 1725084 w 3867939"/>
              <a:gd name="connsiteY25" fmla="*/ 0 h 108000"/>
              <a:gd name="connsiteX26" fmla="*/ 1779084 w 3867939"/>
              <a:gd name="connsiteY26" fmla="*/ 54000 h 108000"/>
              <a:gd name="connsiteX27" fmla="*/ 1725084 w 3867939"/>
              <a:gd name="connsiteY27" fmla="*/ 108000 h 108000"/>
              <a:gd name="connsiteX28" fmla="*/ 1671084 w 3867939"/>
              <a:gd name="connsiteY28" fmla="*/ 54000 h 108000"/>
              <a:gd name="connsiteX29" fmla="*/ 1725084 w 3867939"/>
              <a:gd name="connsiteY29" fmla="*/ 0 h 108000"/>
              <a:gd name="connsiteX30" fmla="*/ 1307313 w 3867939"/>
              <a:gd name="connsiteY30" fmla="*/ 0 h 108000"/>
              <a:gd name="connsiteX31" fmla="*/ 1361313 w 3867939"/>
              <a:gd name="connsiteY31" fmla="*/ 54000 h 108000"/>
              <a:gd name="connsiteX32" fmla="*/ 1307313 w 3867939"/>
              <a:gd name="connsiteY32" fmla="*/ 108000 h 108000"/>
              <a:gd name="connsiteX33" fmla="*/ 1253313 w 3867939"/>
              <a:gd name="connsiteY33" fmla="*/ 54000 h 108000"/>
              <a:gd name="connsiteX34" fmla="*/ 1307313 w 3867939"/>
              <a:gd name="connsiteY34" fmla="*/ 0 h 108000"/>
              <a:gd name="connsiteX35" fmla="*/ 889542 w 3867939"/>
              <a:gd name="connsiteY35" fmla="*/ 0 h 108000"/>
              <a:gd name="connsiteX36" fmla="*/ 943542 w 3867939"/>
              <a:gd name="connsiteY36" fmla="*/ 54000 h 108000"/>
              <a:gd name="connsiteX37" fmla="*/ 889542 w 3867939"/>
              <a:gd name="connsiteY37" fmla="*/ 108000 h 108000"/>
              <a:gd name="connsiteX38" fmla="*/ 835542 w 3867939"/>
              <a:gd name="connsiteY38" fmla="*/ 54000 h 108000"/>
              <a:gd name="connsiteX39" fmla="*/ 889542 w 3867939"/>
              <a:gd name="connsiteY39" fmla="*/ 0 h 108000"/>
              <a:gd name="connsiteX40" fmla="*/ 471771 w 3867939"/>
              <a:gd name="connsiteY40" fmla="*/ 0 h 108000"/>
              <a:gd name="connsiteX41" fmla="*/ 525771 w 3867939"/>
              <a:gd name="connsiteY41" fmla="*/ 54000 h 108000"/>
              <a:gd name="connsiteX42" fmla="*/ 471771 w 3867939"/>
              <a:gd name="connsiteY42" fmla="*/ 108000 h 108000"/>
              <a:gd name="connsiteX43" fmla="*/ 417771 w 3867939"/>
              <a:gd name="connsiteY43" fmla="*/ 54000 h 108000"/>
              <a:gd name="connsiteX44" fmla="*/ 471771 w 3867939"/>
              <a:gd name="connsiteY44" fmla="*/ 0 h 108000"/>
              <a:gd name="connsiteX45" fmla="*/ 54000 w 3867939"/>
              <a:gd name="connsiteY45" fmla="*/ 0 h 108000"/>
              <a:gd name="connsiteX46" fmla="*/ 108000 w 3867939"/>
              <a:gd name="connsiteY46" fmla="*/ 54000 h 108000"/>
              <a:gd name="connsiteX47" fmla="*/ 54000 w 3867939"/>
              <a:gd name="connsiteY47" fmla="*/ 108000 h 108000"/>
              <a:gd name="connsiteX48" fmla="*/ 0 w 3867939"/>
              <a:gd name="connsiteY48" fmla="*/ 54000 h 108000"/>
              <a:gd name="connsiteX49" fmla="*/ 54000 w 3867939"/>
              <a:gd name="connsiteY49" fmla="*/ 0 h 1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7939" h="108000">
                <a:moveTo>
                  <a:pt x="3813939" y="0"/>
                </a:moveTo>
                <a:cubicBezTo>
                  <a:pt x="3843762" y="0"/>
                  <a:pt x="3867939" y="24177"/>
                  <a:pt x="3867939" y="54000"/>
                </a:cubicBezTo>
                <a:cubicBezTo>
                  <a:pt x="3867939" y="83823"/>
                  <a:pt x="3843762" y="108000"/>
                  <a:pt x="3813939" y="108000"/>
                </a:cubicBezTo>
                <a:cubicBezTo>
                  <a:pt x="3784116" y="108000"/>
                  <a:pt x="3759939" y="83823"/>
                  <a:pt x="3759939" y="54000"/>
                </a:cubicBezTo>
                <a:cubicBezTo>
                  <a:pt x="3759939" y="24177"/>
                  <a:pt x="3784116" y="0"/>
                  <a:pt x="3813939" y="0"/>
                </a:cubicBezTo>
                <a:close/>
                <a:moveTo>
                  <a:pt x="3396168" y="0"/>
                </a:moveTo>
                <a:cubicBezTo>
                  <a:pt x="3425991" y="0"/>
                  <a:pt x="3450168" y="24177"/>
                  <a:pt x="3450168" y="54000"/>
                </a:cubicBezTo>
                <a:cubicBezTo>
                  <a:pt x="3450168" y="83823"/>
                  <a:pt x="3425991" y="108000"/>
                  <a:pt x="3396168" y="108000"/>
                </a:cubicBezTo>
                <a:cubicBezTo>
                  <a:pt x="3366345" y="108000"/>
                  <a:pt x="3342168" y="83823"/>
                  <a:pt x="3342168" y="54000"/>
                </a:cubicBezTo>
                <a:cubicBezTo>
                  <a:pt x="3342168" y="24177"/>
                  <a:pt x="3366345" y="0"/>
                  <a:pt x="3396168" y="0"/>
                </a:cubicBezTo>
                <a:close/>
                <a:moveTo>
                  <a:pt x="2978397" y="0"/>
                </a:moveTo>
                <a:cubicBezTo>
                  <a:pt x="3008220" y="0"/>
                  <a:pt x="3032397" y="24177"/>
                  <a:pt x="3032397" y="54000"/>
                </a:cubicBezTo>
                <a:cubicBezTo>
                  <a:pt x="3032397" y="83823"/>
                  <a:pt x="3008220" y="108000"/>
                  <a:pt x="2978397" y="108000"/>
                </a:cubicBezTo>
                <a:cubicBezTo>
                  <a:pt x="2948574" y="108000"/>
                  <a:pt x="2924397" y="83823"/>
                  <a:pt x="2924397" y="54000"/>
                </a:cubicBezTo>
                <a:cubicBezTo>
                  <a:pt x="2924397" y="24177"/>
                  <a:pt x="2948574" y="0"/>
                  <a:pt x="2978397" y="0"/>
                </a:cubicBezTo>
                <a:close/>
                <a:moveTo>
                  <a:pt x="2560626" y="0"/>
                </a:moveTo>
                <a:cubicBezTo>
                  <a:pt x="2590449" y="0"/>
                  <a:pt x="2614626" y="24177"/>
                  <a:pt x="2614626" y="54000"/>
                </a:cubicBezTo>
                <a:cubicBezTo>
                  <a:pt x="2614626" y="83823"/>
                  <a:pt x="2590449" y="108000"/>
                  <a:pt x="2560626" y="108000"/>
                </a:cubicBezTo>
                <a:cubicBezTo>
                  <a:pt x="2530803" y="108000"/>
                  <a:pt x="2506626" y="83823"/>
                  <a:pt x="2506626" y="54000"/>
                </a:cubicBezTo>
                <a:cubicBezTo>
                  <a:pt x="2506626" y="24177"/>
                  <a:pt x="2530803" y="0"/>
                  <a:pt x="2560626" y="0"/>
                </a:cubicBezTo>
                <a:close/>
                <a:moveTo>
                  <a:pt x="2142855" y="0"/>
                </a:moveTo>
                <a:cubicBezTo>
                  <a:pt x="2172678" y="0"/>
                  <a:pt x="2196855" y="24177"/>
                  <a:pt x="2196855" y="54000"/>
                </a:cubicBezTo>
                <a:cubicBezTo>
                  <a:pt x="2196855" y="83823"/>
                  <a:pt x="2172678" y="108000"/>
                  <a:pt x="2142855" y="108000"/>
                </a:cubicBezTo>
                <a:cubicBezTo>
                  <a:pt x="2113032" y="108000"/>
                  <a:pt x="2088855" y="83823"/>
                  <a:pt x="2088855" y="54000"/>
                </a:cubicBezTo>
                <a:cubicBezTo>
                  <a:pt x="2088855" y="24177"/>
                  <a:pt x="2113032" y="0"/>
                  <a:pt x="2142855" y="0"/>
                </a:cubicBezTo>
                <a:close/>
                <a:moveTo>
                  <a:pt x="1725084" y="0"/>
                </a:moveTo>
                <a:cubicBezTo>
                  <a:pt x="1754907" y="0"/>
                  <a:pt x="1779084" y="24177"/>
                  <a:pt x="1779084" y="54000"/>
                </a:cubicBezTo>
                <a:cubicBezTo>
                  <a:pt x="1779084" y="83823"/>
                  <a:pt x="1754907" y="108000"/>
                  <a:pt x="1725084" y="108000"/>
                </a:cubicBezTo>
                <a:cubicBezTo>
                  <a:pt x="1695261" y="108000"/>
                  <a:pt x="1671084" y="83823"/>
                  <a:pt x="1671084" y="54000"/>
                </a:cubicBezTo>
                <a:cubicBezTo>
                  <a:pt x="1671084" y="24177"/>
                  <a:pt x="1695261" y="0"/>
                  <a:pt x="1725084" y="0"/>
                </a:cubicBezTo>
                <a:close/>
                <a:moveTo>
                  <a:pt x="1307313" y="0"/>
                </a:moveTo>
                <a:cubicBezTo>
                  <a:pt x="1337136" y="0"/>
                  <a:pt x="1361313" y="24177"/>
                  <a:pt x="1361313" y="54000"/>
                </a:cubicBezTo>
                <a:cubicBezTo>
                  <a:pt x="1361313" y="83823"/>
                  <a:pt x="1337136" y="108000"/>
                  <a:pt x="1307313" y="108000"/>
                </a:cubicBezTo>
                <a:cubicBezTo>
                  <a:pt x="1277490" y="108000"/>
                  <a:pt x="1253313" y="83823"/>
                  <a:pt x="1253313" y="54000"/>
                </a:cubicBezTo>
                <a:cubicBezTo>
                  <a:pt x="1253313" y="24177"/>
                  <a:pt x="1277490" y="0"/>
                  <a:pt x="1307313" y="0"/>
                </a:cubicBezTo>
                <a:close/>
                <a:moveTo>
                  <a:pt x="889542" y="0"/>
                </a:moveTo>
                <a:cubicBezTo>
                  <a:pt x="919365" y="0"/>
                  <a:pt x="943542" y="24177"/>
                  <a:pt x="943542" y="54000"/>
                </a:cubicBezTo>
                <a:cubicBezTo>
                  <a:pt x="943542" y="83823"/>
                  <a:pt x="919365" y="108000"/>
                  <a:pt x="889542" y="108000"/>
                </a:cubicBezTo>
                <a:cubicBezTo>
                  <a:pt x="859719" y="108000"/>
                  <a:pt x="835542" y="83823"/>
                  <a:pt x="835542" y="54000"/>
                </a:cubicBezTo>
                <a:cubicBezTo>
                  <a:pt x="835542" y="24177"/>
                  <a:pt x="859719" y="0"/>
                  <a:pt x="889542" y="0"/>
                </a:cubicBezTo>
                <a:close/>
                <a:moveTo>
                  <a:pt x="471771" y="0"/>
                </a:moveTo>
                <a:cubicBezTo>
                  <a:pt x="501594" y="0"/>
                  <a:pt x="525771" y="24177"/>
                  <a:pt x="525771" y="54000"/>
                </a:cubicBezTo>
                <a:cubicBezTo>
                  <a:pt x="525771" y="83823"/>
                  <a:pt x="501594" y="108000"/>
                  <a:pt x="471771" y="108000"/>
                </a:cubicBezTo>
                <a:cubicBezTo>
                  <a:pt x="441948" y="108000"/>
                  <a:pt x="417771" y="83823"/>
                  <a:pt x="417771" y="54000"/>
                </a:cubicBezTo>
                <a:cubicBezTo>
                  <a:pt x="417771" y="24177"/>
                  <a:pt x="441948" y="0"/>
                  <a:pt x="471771" y="0"/>
                </a:cubicBezTo>
                <a:close/>
                <a:moveTo>
                  <a:pt x="54000" y="0"/>
                </a:moveTo>
                <a:cubicBezTo>
                  <a:pt x="83823" y="0"/>
                  <a:pt x="108000" y="24177"/>
                  <a:pt x="108000" y="54000"/>
                </a:cubicBezTo>
                <a:cubicBezTo>
                  <a:pt x="108000" y="83823"/>
                  <a:pt x="83823" y="108000"/>
                  <a:pt x="54000" y="108000"/>
                </a:cubicBezTo>
                <a:cubicBezTo>
                  <a:pt x="24177" y="108000"/>
                  <a:pt x="0" y="83823"/>
                  <a:pt x="0" y="54000"/>
                </a:cubicBezTo>
                <a:cubicBezTo>
                  <a:pt x="0" y="24177"/>
                  <a:pt x="24177" y="0"/>
                  <a:pt x="54000" y="0"/>
                </a:cubicBezTo>
                <a:close/>
              </a:path>
            </a:pathLst>
          </a:custGeom>
          <a:solidFill>
            <a:srgbClr val="7030A0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ko-KR" alt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1" name="자유형: 도형 24">
            <a:extLst>
              <a:ext uri="{FF2B5EF4-FFF2-40B4-BE49-F238E27FC236}">
                <a16:creationId xmlns:a16="http://schemas.microsoft.com/office/drawing/2014/main" id="{3FABF217-6C0F-6854-F739-BF8FFFE3A991}"/>
              </a:ext>
            </a:extLst>
          </p:cNvPr>
          <p:cNvSpPr/>
          <p:nvPr/>
        </p:nvSpPr>
        <p:spPr>
          <a:xfrm rot="16200000">
            <a:off x="-1130869" y="3375000"/>
            <a:ext cx="3867939" cy="108000"/>
          </a:xfrm>
          <a:custGeom>
            <a:avLst/>
            <a:gdLst>
              <a:gd name="connsiteX0" fmla="*/ 3813939 w 3867939"/>
              <a:gd name="connsiteY0" fmla="*/ 0 h 108000"/>
              <a:gd name="connsiteX1" fmla="*/ 3867939 w 3867939"/>
              <a:gd name="connsiteY1" fmla="*/ 54000 h 108000"/>
              <a:gd name="connsiteX2" fmla="*/ 3813939 w 3867939"/>
              <a:gd name="connsiteY2" fmla="*/ 108000 h 108000"/>
              <a:gd name="connsiteX3" fmla="*/ 3759939 w 3867939"/>
              <a:gd name="connsiteY3" fmla="*/ 54000 h 108000"/>
              <a:gd name="connsiteX4" fmla="*/ 3813939 w 3867939"/>
              <a:gd name="connsiteY4" fmla="*/ 0 h 108000"/>
              <a:gd name="connsiteX5" fmla="*/ 3396168 w 3867939"/>
              <a:gd name="connsiteY5" fmla="*/ 0 h 108000"/>
              <a:gd name="connsiteX6" fmla="*/ 3450168 w 3867939"/>
              <a:gd name="connsiteY6" fmla="*/ 54000 h 108000"/>
              <a:gd name="connsiteX7" fmla="*/ 3396168 w 3867939"/>
              <a:gd name="connsiteY7" fmla="*/ 108000 h 108000"/>
              <a:gd name="connsiteX8" fmla="*/ 3342168 w 3867939"/>
              <a:gd name="connsiteY8" fmla="*/ 54000 h 108000"/>
              <a:gd name="connsiteX9" fmla="*/ 3396168 w 3867939"/>
              <a:gd name="connsiteY9" fmla="*/ 0 h 108000"/>
              <a:gd name="connsiteX10" fmla="*/ 2978397 w 3867939"/>
              <a:gd name="connsiteY10" fmla="*/ 0 h 108000"/>
              <a:gd name="connsiteX11" fmla="*/ 3032397 w 3867939"/>
              <a:gd name="connsiteY11" fmla="*/ 54000 h 108000"/>
              <a:gd name="connsiteX12" fmla="*/ 2978397 w 3867939"/>
              <a:gd name="connsiteY12" fmla="*/ 108000 h 108000"/>
              <a:gd name="connsiteX13" fmla="*/ 2924397 w 3867939"/>
              <a:gd name="connsiteY13" fmla="*/ 54000 h 108000"/>
              <a:gd name="connsiteX14" fmla="*/ 2978397 w 3867939"/>
              <a:gd name="connsiteY14" fmla="*/ 0 h 108000"/>
              <a:gd name="connsiteX15" fmla="*/ 2560626 w 3867939"/>
              <a:gd name="connsiteY15" fmla="*/ 0 h 108000"/>
              <a:gd name="connsiteX16" fmla="*/ 2614626 w 3867939"/>
              <a:gd name="connsiteY16" fmla="*/ 54000 h 108000"/>
              <a:gd name="connsiteX17" fmla="*/ 2560626 w 3867939"/>
              <a:gd name="connsiteY17" fmla="*/ 108000 h 108000"/>
              <a:gd name="connsiteX18" fmla="*/ 2506626 w 3867939"/>
              <a:gd name="connsiteY18" fmla="*/ 54000 h 108000"/>
              <a:gd name="connsiteX19" fmla="*/ 2560626 w 3867939"/>
              <a:gd name="connsiteY19" fmla="*/ 0 h 108000"/>
              <a:gd name="connsiteX20" fmla="*/ 2142855 w 3867939"/>
              <a:gd name="connsiteY20" fmla="*/ 0 h 108000"/>
              <a:gd name="connsiteX21" fmla="*/ 2196855 w 3867939"/>
              <a:gd name="connsiteY21" fmla="*/ 54000 h 108000"/>
              <a:gd name="connsiteX22" fmla="*/ 2142855 w 3867939"/>
              <a:gd name="connsiteY22" fmla="*/ 108000 h 108000"/>
              <a:gd name="connsiteX23" fmla="*/ 2088855 w 3867939"/>
              <a:gd name="connsiteY23" fmla="*/ 54000 h 108000"/>
              <a:gd name="connsiteX24" fmla="*/ 2142855 w 3867939"/>
              <a:gd name="connsiteY24" fmla="*/ 0 h 108000"/>
              <a:gd name="connsiteX25" fmla="*/ 1725084 w 3867939"/>
              <a:gd name="connsiteY25" fmla="*/ 0 h 108000"/>
              <a:gd name="connsiteX26" fmla="*/ 1779084 w 3867939"/>
              <a:gd name="connsiteY26" fmla="*/ 54000 h 108000"/>
              <a:gd name="connsiteX27" fmla="*/ 1725084 w 3867939"/>
              <a:gd name="connsiteY27" fmla="*/ 108000 h 108000"/>
              <a:gd name="connsiteX28" fmla="*/ 1671084 w 3867939"/>
              <a:gd name="connsiteY28" fmla="*/ 54000 h 108000"/>
              <a:gd name="connsiteX29" fmla="*/ 1725084 w 3867939"/>
              <a:gd name="connsiteY29" fmla="*/ 0 h 108000"/>
              <a:gd name="connsiteX30" fmla="*/ 1307313 w 3867939"/>
              <a:gd name="connsiteY30" fmla="*/ 0 h 108000"/>
              <a:gd name="connsiteX31" fmla="*/ 1361313 w 3867939"/>
              <a:gd name="connsiteY31" fmla="*/ 54000 h 108000"/>
              <a:gd name="connsiteX32" fmla="*/ 1307313 w 3867939"/>
              <a:gd name="connsiteY32" fmla="*/ 108000 h 108000"/>
              <a:gd name="connsiteX33" fmla="*/ 1253313 w 3867939"/>
              <a:gd name="connsiteY33" fmla="*/ 54000 h 108000"/>
              <a:gd name="connsiteX34" fmla="*/ 1307313 w 3867939"/>
              <a:gd name="connsiteY34" fmla="*/ 0 h 108000"/>
              <a:gd name="connsiteX35" fmla="*/ 889542 w 3867939"/>
              <a:gd name="connsiteY35" fmla="*/ 0 h 108000"/>
              <a:gd name="connsiteX36" fmla="*/ 943542 w 3867939"/>
              <a:gd name="connsiteY36" fmla="*/ 54000 h 108000"/>
              <a:gd name="connsiteX37" fmla="*/ 889542 w 3867939"/>
              <a:gd name="connsiteY37" fmla="*/ 108000 h 108000"/>
              <a:gd name="connsiteX38" fmla="*/ 835542 w 3867939"/>
              <a:gd name="connsiteY38" fmla="*/ 54000 h 108000"/>
              <a:gd name="connsiteX39" fmla="*/ 889542 w 3867939"/>
              <a:gd name="connsiteY39" fmla="*/ 0 h 108000"/>
              <a:gd name="connsiteX40" fmla="*/ 471771 w 3867939"/>
              <a:gd name="connsiteY40" fmla="*/ 0 h 108000"/>
              <a:gd name="connsiteX41" fmla="*/ 525771 w 3867939"/>
              <a:gd name="connsiteY41" fmla="*/ 54000 h 108000"/>
              <a:gd name="connsiteX42" fmla="*/ 471771 w 3867939"/>
              <a:gd name="connsiteY42" fmla="*/ 108000 h 108000"/>
              <a:gd name="connsiteX43" fmla="*/ 417771 w 3867939"/>
              <a:gd name="connsiteY43" fmla="*/ 54000 h 108000"/>
              <a:gd name="connsiteX44" fmla="*/ 471771 w 3867939"/>
              <a:gd name="connsiteY44" fmla="*/ 0 h 108000"/>
              <a:gd name="connsiteX45" fmla="*/ 54000 w 3867939"/>
              <a:gd name="connsiteY45" fmla="*/ 0 h 108000"/>
              <a:gd name="connsiteX46" fmla="*/ 108000 w 3867939"/>
              <a:gd name="connsiteY46" fmla="*/ 54000 h 108000"/>
              <a:gd name="connsiteX47" fmla="*/ 54000 w 3867939"/>
              <a:gd name="connsiteY47" fmla="*/ 108000 h 108000"/>
              <a:gd name="connsiteX48" fmla="*/ 0 w 3867939"/>
              <a:gd name="connsiteY48" fmla="*/ 54000 h 108000"/>
              <a:gd name="connsiteX49" fmla="*/ 54000 w 3867939"/>
              <a:gd name="connsiteY49" fmla="*/ 0 h 1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7939" h="108000">
                <a:moveTo>
                  <a:pt x="3813939" y="0"/>
                </a:moveTo>
                <a:cubicBezTo>
                  <a:pt x="3843762" y="0"/>
                  <a:pt x="3867939" y="24177"/>
                  <a:pt x="3867939" y="54000"/>
                </a:cubicBezTo>
                <a:cubicBezTo>
                  <a:pt x="3867939" y="83823"/>
                  <a:pt x="3843762" y="108000"/>
                  <a:pt x="3813939" y="108000"/>
                </a:cubicBezTo>
                <a:cubicBezTo>
                  <a:pt x="3784116" y="108000"/>
                  <a:pt x="3759939" y="83823"/>
                  <a:pt x="3759939" y="54000"/>
                </a:cubicBezTo>
                <a:cubicBezTo>
                  <a:pt x="3759939" y="24177"/>
                  <a:pt x="3784116" y="0"/>
                  <a:pt x="3813939" y="0"/>
                </a:cubicBezTo>
                <a:close/>
                <a:moveTo>
                  <a:pt x="3396168" y="0"/>
                </a:moveTo>
                <a:cubicBezTo>
                  <a:pt x="3425991" y="0"/>
                  <a:pt x="3450168" y="24177"/>
                  <a:pt x="3450168" y="54000"/>
                </a:cubicBezTo>
                <a:cubicBezTo>
                  <a:pt x="3450168" y="83823"/>
                  <a:pt x="3425991" y="108000"/>
                  <a:pt x="3396168" y="108000"/>
                </a:cubicBezTo>
                <a:cubicBezTo>
                  <a:pt x="3366345" y="108000"/>
                  <a:pt x="3342168" y="83823"/>
                  <a:pt x="3342168" y="54000"/>
                </a:cubicBezTo>
                <a:cubicBezTo>
                  <a:pt x="3342168" y="24177"/>
                  <a:pt x="3366345" y="0"/>
                  <a:pt x="3396168" y="0"/>
                </a:cubicBezTo>
                <a:close/>
                <a:moveTo>
                  <a:pt x="2978397" y="0"/>
                </a:moveTo>
                <a:cubicBezTo>
                  <a:pt x="3008220" y="0"/>
                  <a:pt x="3032397" y="24177"/>
                  <a:pt x="3032397" y="54000"/>
                </a:cubicBezTo>
                <a:cubicBezTo>
                  <a:pt x="3032397" y="83823"/>
                  <a:pt x="3008220" y="108000"/>
                  <a:pt x="2978397" y="108000"/>
                </a:cubicBezTo>
                <a:cubicBezTo>
                  <a:pt x="2948574" y="108000"/>
                  <a:pt x="2924397" y="83823"/>
                  <a:pt x="2924397" y="54000"/>
                </a:cubicBezTo>
                <a:cubicBezTo>
                  <a:pt x="2924397" y="24177"/>
                  <a:pt x="2948574" y="0"/>
                  <a:pt x="2978397" y="0"/>
                </a:cubicBezTo>
                <a:close/>
                <a:moveTo>
                  <a:pt x="2560626" y="0"/>
                </a:moveTo>
                <a:cubicBezTo>
                  <a:pt x="2590449" y="0"/>
                  <a:pt x="2614626" y="24177"/>
                  <a:pt x="2614626" y="54000"/>
                </a:cubicBezTo>
                <a:cubicBezTo>
                  <a:pt x="2614626" y="83823"/>
                  <a:pt x="2590449" y="108000"/>
                  <a:pt x="2560626" y="108000"/>
                </a:cubicBezTo>
                <a:cubicBezTo>
                  <a:pt x="2530803" y="108000"/>
                  <a:pt x="2506626" y="83823"/>
                  <a:pt x="2506626" y="54000"/>
                </a:cubicBezTo>
                <a:cubicBezTo>
                  <a:pt x="2506626" y="24177"/>
                  <a:pt x="2530803" y="0"/>
                  <a:pt x="2560626" y="0"/>
                </a:cubicBezTo>
                <a:close/>
                <a:moveTo>
                  <a:pt x="2142855" y="0"/>
                </a:moveTo>
                <a:cubicBezTo>
                  <a:pt x="2172678" y="0"/>
                  <a:pt x="2196855" y="24177"/>
                  <a:pt x="2196855" y="54000"/>
                </a:cubicBezTo>
                <a:cubicBezTo>
                  <a:pt x="2196855" y="83823"/>
                  <a:pt x="2172678" y="108000"/>
                  <a:pt x="2142855" y="108000"/>
                </a:cubicBezTo>
                <a:cubicBezTo>
                  <a:pt x="2113032" y="108000"/>
                  <a:pt x="2088855" y="83823"/>
                  <a:pt x="2088855" y="54000"/>
                </a:cubicBezTo>
                <a:cubicBezTo>
                  <a:pt x="2088855" y="24177"/>
                  <a:pt x="2113032" y="0"/>
                  <a:pt x="2142855" y="0"/>
                </a:cubicBezTo>
                <a:close/>
                <a:moveTo>
                  <a:pt x="1725084" y="0"/>
                </a:moveTo>
                <a:cubicBezTo>
                  <a:pt x="1754907" y="0"/>
                  <a:pt x="1779084" y="24177"/>
                  <a:pt x="1779084" y="54000"/>
                </a:cubicBezTo>
                <a:cubicBezTo>
                  <a:pt x="1779084" y="83823"/>
                  <a:pt x="1754907" y="108000"/>
                  <a:pt x="1725084" y="108000"/>
                </a:cubicBezTo>
                <a:cubicBezTo>
                  <a:pt x="1695261" y="108000"/>
                  <a:pt x="1671084" y="83823"/>
                  <a:pt x="1671084" y="54000"/>
                </a:cubicBezTo>
                <a:cubicBezTo>
                  <a:pt x="1671084" y="24177"/>
                  <a:pt x="1695261" y="0"/>
                  <a:pt x="1725084" y="0"/>
                </a:cubicBezTo>
                <a:close/>
                <a:moveTo>
                  <a:pt x="1307313" y="0"/>
                </a:moveTo>
                <a:cubicBezTo>
                  <a:pt x="1337136" y="0"/>
                  <a:pt x="1361313" y="24177"/>
                  <a:pt x="1361313" y="54000"/>
                </a:cubicBezTo>
                <a:cubicBezTo>
                  <a:pt x="1361313" y="83823"/>
                  <a:pt x="1337136" y="108000"/>
                  <a:pt x="1307313" y="108000"/>
                </a:cubicBezTo>
                <a:cubicBezTo>
                  <a:pt x="1277490" y="108000"/>
                  <a:pt x="1253313" y="83823"/>
                  <a:pt x="1253313" y="54000"/>
                </a:cubicBezTo>
                <a:cubicBezTo>
                  <a:pt x="1253313" y="24177"/>
                  <a:pt x="1277490" y="0"/>
                  <a:pt x="1307313" y="0"/>
                </a:cubicBezTo>
                <a:close/>
                <a:moveTo>
                  <a:pt x="889542" y="0"/>
                </a:moveTo>
                <a:cubicBezTo>
                  <a:pt x="919365" y="0"/>
                  <a:pt x="943542" y="24177"/>
                  <a:pt x="943542" y="54000"/>
                </a:cubicBezTo>
                <a:cubicBezTo>
                  <a:pt x="943542" y="83823"/>
                  <a:pt x="919365" y="108000"/>
                  <a:pt x="889542" y="108000"/>
                </a:cubicBezTo>
                <a:cubicBezTo>
                  <a:pt x="859719" y="108000"/>
                  <a:pt x="835542" y="83823"/>
                  <a:pt x="835542" y="54000"/>
                </a:cubicBezTo>
                <a:cubicBezTo>
                  <a:pt x="835542" y="24177"/>
                  <a:pt x="859719" y="0"/>
                  <a:pt x="889542" y="0"/>
                </a:cubicBezTo>
                <a:close/>
                <a:moveTo>
                  <a:pt x="471771" y="0"/>
                </a:moveTo>
                <a:cubicBezTo>
                  <a:pt x="501594" y="0"/>
                  <a:pt x="525771" y="24177"/>
                  <a:pt x="525771" y="54000"/>
                </a:cubicBezTo>
                <a:cubicBezTo>
                  <a:pt x="525771" y="83823"/>
                  <a:pt x="501594" y="108000"/>
                  <a:pt x="471771" y="108000"/>
                </a:cubicBezTo>
                <a:cubicBezTo>
                  <a:pt x="441948" y="108000"/>
                  <a:pt x="417771" y="83823"/>
                  <a:pt x="417771" y="54000"/>
                </a:cubicBezTo>
                <a:cubicBezTo>
                  <a:pt x="417771" y="24177"/>
                  <a:pt x="441948" y="0"/>
                  <a:pt x="471771" y="0"/>
                </a:cubicBezTo>
                <a:close/>
                <a:moveTo>
                  <a:pt x="54000" y="0"/>
                </a:moveTo>
                <a:cubicBezTo>
                  <a:pt x="83823" y="0"/>
                  <a:pt x="108000" y="24177"/>
                  <a:pt x="108000" y="54000"/>
                </a:cubicBezTo>
                <a:cubicBezTo>
                  <a:pt x="108000" y="83823"/>
                  <a:pt x="83823" y="108000"/>
                  <a:pt x="54000" y="108000"/>
                </a:cubicBezTo>
                <a:cubicBezTo>
                  <a:pt x="24177" y="108000"/>
                  <a:pt x="0" y="83823"/>
                  <a:pt x="0" y="54000"/>
                </a:cubicBezTo>
                <a:cubicBezTo>
                  <a:pt x="0" y="24177"/>
                  <a:pt x="24177" y="0"/>
                  <a:pt x="54000" y="0"/>
                </a:cubicBezTo>
                <a:close/>
              </a:path>
            </a:pathLst>
          </a:custGeom>
          <a:solidFill>
            <a:srgbClr val="7030A0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ko-KR" alt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26" name="자유형: 도형 29">
            <a:extLst>
              <a:ext uri="{FF2B5EF4-FFF2-40B4-BE49-F238E27FC236}">
                <a16:creationId xmlns:a16="http://schemas.microsoft.com/office/drawing/2014/main" id="{550A376C-37D8-5BB8-3698-A20C7E87F039}"/>
              </a:ext>
            </a:extLst>
          </p:cNvPr>
          <p:cNvSpPr/>
          <p:nvPr/>
        </p:nvSpPr>
        <p:spPr>
          <a:xfrm>
            <a:off x="7168928" y="3374999"/>
            <a:ext cx="3867939" cy="108000"/>
          </a:xfrm>
          <a:custGeom>
            <a:avLst/>
            <a:gdLst>
              <a:gd name="connsiteX0" fmla="*/ 3813939 w 3867939"/>
              <a:gd name="connsiteY0" fmla="*/ 0 h 108000"/>
              <a:gd name="connsiteX1" fmla="*/ 3867939 w 3867939"/>
              <a:gd name="connsiteY1" fmla="*/ 54000 h 108000"/>
              <a:gd name="connsiteX2" fmla="*/ 3813939 w 3867939"/>
              <a:gd name="connsiteY2" fmla="*/ 108000 h 108000"/>
              <a:gd name="connsiteX3" fmla="*/ 3759939 w 3867939"/>
              <a:gd name="connsiteY3" fmla="*/ 54000 h 108000"/>
              <a:gd name="connsiteX4" fmla="*/ 3813939 w 3867939"/>
              <a:gd name="connsiteY4" fmla="*/ 0 h 108000"/>
              <a:gd name="connsiteX5" fmla="*/ 3396168 w 3867939"/>
              <a:gd name="connsiteY5" fmla="*/ 0 h 108000"/>
              <a:gd name="connsiteX6" fmla="*/ 3450168 w 3867939"/>
              <a:gd name="connsiteY6" fmla="*/ 54000 h 108000"/>
              <a:gd name="connsiteX7" fmla="*/ 3396168 w 3867939"/>
              <a:gd name="connsiteY7" fmla="*/ 108000 h 108000"/>
              <a:gd name="connsiteX8" fmla="*/ 3342168 w 3867939"/>
              <a:gd name="connsiteY8" fmla="*/ 54000 h 108000"/>
              <a:gd name="connsiteX9" fmla="*/ 3396168 w 3867939"/>
              <a:gd name="connsiteY9" fmla="*/ 0 h 108000"/>
              <a:gd name="connsiteX10" fmla="*/ 2978397 w 3867939"/>
              <a:gd name="connsiteY10" fmla="*/ 0 h 108000"/>
              <a:gd name="connsiteX11" fmla="*/ 3032397 w 3867939"/>
              <a:gd name="connsiteY11" fmla="*/ 54000 h 108000"/>
              <a:gd name="connsiteX12" fmla="*/ 2978397 w 3867939"/>
              <a:gd name="connsiteY12" fmla="*/ 108000 h 108000"/>
              <a:gd name="connsiteX13" fmla="*/ 2924397 w 3867939"/>
              <a:gd name="connsiteY13" fmla="*/ 54000 h 108000"/>
              <a:gd name="connsiteX14" fmla="*/ 2978397 w 3867939"/>
              <a:gd name="connsiteY14" fmla="*/ 0 h 108000"/>
              <a:gd name="connsiteX15" fmla="*/ 2560626 w 3867939"/>
              <a:gd name="connsiteY15" fmla="*/ 0 h 108000"/>
              <a:gd name="connsiteX16" fmla="*/ 2614626 w 3867939"/>
              <a:gd name="connsiteY16" fmla="*/ 54000 h 108000"/>
              <a:gd name="connsiteX17" fmla="*/ 2560626 w 3867939"/>
              <a:gd name="connsiteY17" fmla="*/ 108000 h 108000"/>
              <a:gd name="connsiteX18" fmla="*/ 2506626 w 3867939"/>
              <a:gd name="connsiteY18" fmla="*/ 54000 h 108000"/>
              <a:gd name="connsiteX19" fmla="*/ 2560626 w 3867939"/>
              <a:gd name="connsiteY19" fmla="*/ 0 h 108000"/>
              <a:gd name="connsiteX20" fmla="*/ 2142855 w 3867939"/>
              <a:gd name="connsiteY20" fmla="*/ 0 h 108000"/>
              <a:gd name="connsiteX21" fmla="*/ 2196855 w 3867939"/>
              <a:gd name="connsiteY21" fmla="*/ 54000 h 108000"/>
              <a:gd name="connsiteX22" fmla="*/ 2142855 w 3867939"/>
              <a:gd name="connsiteY22" fmla="*/ 108000 h 108000"/>
              <a:gd name="connsiteX23" fmla="*/ 2088855 w 3867939"/>
              <a:gd name="connsiteY23" fmla="*/ 54000 h 108000"/>
              <a:gd name="connsiteX24" fmla="*/ 2142855 w 3867939"/>
              <a:gd name="connsiteY24" fmla="*/ 0 h 108000"/>
              <a:gd name="connsiteX25" fmla="*/ 1725084 w 3867939"/>
              <a:gd name="connsiteY25" fmla="*/ 0 h 108000"/>
              <a:gd name="connsiteX26" fmla="*/ 1779084 w 3867939"/>
              <a:gd name="connsiteY26" fmla="*/ 54000 h 108000"/>
              <a:gd name="connsiteX27" fmla="*/ 1725084 w 3867939"/>
              <a:gd name="connsiteY27" fmla="*/ 108000 h 108000"/>
              <a:gd name="connsiteX28" fmla="*/ 1671084 w 3867939"/>
              <a:gd name="connsiteY28" fmla="*/ 54000 h 108000"/>
              <a:gd name="connsiteX29" fmla="*/ 1725084 w 3867939"/>
              <a:gd name="connsiteY29" fmla="*/ 0 h 108000"/>
              <a:gd name="connsiteX30" fmla="*/ 1307313 w 3867939"/>
              <a:gd name="connsiteY30" fmla="*/ 0 h 108000"/>
              <a:gd name="connsiteX31" fmla="*/ 1361313 w 3867939"/>
              <a:gd name="connsiteY31" fmla="*/ 54000 h 108000"/>
              <a:gd name="connsiteX32" fmla="*/ 1307313 w 3867939"/>
              <a:gd name="connsiteY32" fmla="*/ 108000 h 108000"/>
              <a:gd name="connsiteX33" fmla="*/ 1253313 w 3867939"/>
              <a:gd name="connsiteY33" fmla="*/ 54000 h 108000"/>
              <a:gd name="connsiteX34" fmla="*/ 1307313 w 3867939"/>
              <a:gd name="connsiteY34" fmla="*/ 0 h 108000"/>
              <a:gd name="connsiteX35" fmla="*/ 889542 w 3867939"/>
              <a:gd name="connsiteY35" fmla="*/ 0 h 108000"/>
              <a:gd name="connsiteX36" fmla="*/ 943542 w 3867939"/>
              <a:gd name="connsiteY36" fmla="*/ 54000 h 108000"/>
              <a:gd name="connsiteX37" fmla="*/ 889542 w 3867939"/>
              <a:gd name="connsiteY37" fmla="*/ 108000 h 108000"/>
              <a:gd name="connsiteX38" fmla="*/ 835542 w 3867939"/>
              <a:gd name="connsiteY38" fmla="*/ 54000 h 108000"/>
              <a:gd name="connsiteX39" fmla="*/ 889542 w 3867939"/>
              <a:gd name="connsiteY39" fmla="*/ 0 h 108000"/>
              <a:gd name="connsiteX40" fmla="*/ 471771 w 3867939"/>
              <a:gd name="connsiteY40" fmla="*/ 0 h 108000"/>
              <a:gd name="connsiteX41" fmla="*/ 525771 w 3867939"/>
              <a:gd name="connsiteY41" fmla="*/ 54000 h 108000"/>
              <a:gd name="connsiteX42" fmla="*/ 471771 w 3867939"/>
              <a:gd name="connsiteY42" fmla="*/ 108000 h 108000"/>
              <a:gd name="connsiteX43" fmla="*/ 417771 w 3867939"/>
              <a:gd name="connsiteY43" fmla="*/ 54000 h 108000"/>
              <a:gd name="connsiteX44" fmla="*/ 471771 w 3867939"/>
              <a:gd name="connsiteY44" fmla="*/ 0 h 108000"/>
              <a:gd name="connsiteX45" fmla="*/ 54000 w 3867939"/>
              <a:gd name="connsiteY45" fmla="*/ 0 h 108000"/>
              <a:gd name="connsiteX46" fmla="*/ 108000 w 3867939"/>
              <a:gd name="connsiteY46" fmla="*/ 54000 h 108000"/>
              <a:gd name="connsiteX47" fmla="*/ 54000 w 3867939"/>
              <a:gd name="connsiteY47" fmla="*/ 108000 h 108000"/>
              <a:gd name="connsiteX48" fmla="*/ 0 w 3867939"/>
              <a:gd name="connsiteY48" fmla="*/ 54000 h 108000"/>
              <a:gd name="connsiteX49" fmla="*/ 54000 w 3867939"/>
              <a:gd name="connsiteY49" fmla="*/ 0 h 1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7939" h="108000">
                <a:moveTo>
                  <a:pt x="3813939" y="0"/>
                </a:moveTo>
                <a:cubicBezTo>
                  <a:pt x="3843762" y="0"/>
                  <a:pt x="3867939" y="24177"/>
                  <a:pt x="3867939" y="54000"/>
                </a:cubicBezTo>
                <a:cubicBezTo>
                  <a:pt x="3867939" y="83823"/>
                  <a:pt x="3843762" y="108000"/>
                  <a:pt x="3813939" y="108000"/>
                </a:cubicBezTo>
                <a:cubicBezTo>
                  <a:pt x="3784116" y="108000"/>
                  <a:pt x="3759939" y="83823"/>
                  <a:pt x="3759939" y="54000"/>
                </a:cubicBezTo>
                <a:cubicBezTo>
                  <a:pt x="3759939" y="24177"/>
                  <a:pt x="3784116" y="0"/>
                  <a:pt x="3813939" y="0"/>
                </a:cubicBezTo>
                <a:close/>
                <a:moveTo>
                  <a:pt x="3396168" y="0"/>
                </a:moveTo>
                <a:cubicBezTo>
                  <a:pt x="3425991" y="0"/>
                  <a:pt x="3450168" y="24177"/>
                  <a:pt x="3450168" y="54000"/>
                </a:cubicBezTo>
                <a:cubicBezTo>
                  <a:pt x="3450168" y="83823"/>
                  <a:pt x="3425991" y="108000"/>
                  <a:pt x="3396168" y="108000"/>
                </a:cubicBezTo>
                <a:cubicBezTo>
                  <a:pt x="3366345" y="108000"/>
                  <a:pt x="3342168" y="83823"/>
                  <a:pt x="3342168" y="54000"/>
                </a:cubicBezTo>
                <a:cubicBezTo>
                  <a:pt x="3342168" y="24177"/>
                  <a:pt x="3366345" y="0"/>
                  <a:pt x="3396168" y="0"/>
                </a:cubicBezTo>
                <a:close/>
                <a:moveTo>
                  <a:pt x="2978397" y="0"/>
                </a:moveTo>
                <a:cubicBezTo>
                  <a:pt x="3008220" y="0"/>
                  <a:pt x="3032397" y="24177"/>
                  <a:pt x="3032397" y="54000"/>
                </a:cubicBezTo>
                <a:cubicBezTo>
                  <a:pt x="3032397" y="83823"/>
                  <a:pt x="3008220" y="108000"/>
                  <a:pt x="2978397" y="108000"/>
                </a:cubicBezTo>
                <a:cubicBezTo>
                  <a:pt x="2948574" y="108000"/>
                  <a:pt x="2924397" y="83823"/>
                  <a:pt x="2924397" y="54000"/>
                </a:cubicBezTo>
                <a:cubicBezTo>
                  <a:pt x="2924397" y="24177"/>
                  <a:pt x="2948574" y="0"/>
                  <a:pt x="2978397" y="0"/>
                </a:cubicBezTo>
                <a:close/>
                <a:moveTo>
                  <a:pt x="2560626" y="0"/>
                </a:moveTo>
                <a:cubicBezTo>
                  <a:pt x="2590449" y="0"/>
                  <a:pt x="2614626" y="24177"/>
                  <a:pt x="2614626" y="54000"/>
                </a:cubicBezTo>
                <a:cubicBezTo>
                  <a:pt x="2614626" y="83823"/>
                  <a:pt x="2590449" y="108000"/>
                  <a:pt x="2560626" y="108000"/>
                </a:cubicBezTo>
                <a:cubicBezTo>
                  <a:pt x="2530803" y="108000"/>
                  <a:pt x="2506626" y="83823"/>
                  <a:pt x="2506626" y="54000"/>
                </a:cubicBezTo>
                <a:cubicBezTo>
                  <a:pt x="2506626" y="24177"/>
                  <a:pt x="2530803" y="0"/>
                  <a:pt x="2560626" y="0"/>
                </a:cubicBezTo>
                <a:close/>
                <a:moveTo>
                  <a:pt x="2142855" y="0"/>
                </a:moveTo>
                <a:cubicBezTo>
                  <a:pt x="2172678" y="0"/>
                  <a:pt x="2196855" y="24177"/>
                  <a:pt x="2196855" y="54000"/>
                </a:cubicBezTo>
                <a:cubicBezTo>
                  <a:pt x="2196855" y="83823"/>
                  <a:pt x="2172678" y="108000"/>
                  <a:pt x="2142855" y="108000"/>
                </a:cubicBezTo>
                <a:cubicBezTo>
                  <a:pt x="2113032" y="108000"/>
                  <a:pt x="2088855" y="83823"/>
                  <a:pt x="2088855" y="54000"/>
                </a:cubicBezTo>
                <a:cubicBezTo>
                  <a:pt x="2088855" y="24177"/>
                  <a:pt x="2113032" y="0"/>
                  <a:pt x="2142855" y="0"/>
                </a:cubicBezTo>
                <a:close/>
                <a:moveTo>
                  <a:pt x="1725084" y="0"/>
                </a:moveTo>
                <a:cubicBezTo>
                  <a:pt x="1754907" y="0"/>
                  <a:pt x="1779084" y="24177"/>
                  <a:pt x="1779084" y="54000"/>
                </a:cubicBezTo>
                <a:cubicBezTo>
                  <a:pt x="1779084" y="83823"/>
                  <a:pt x="1754907" y="108000"/>
                  <a:pt x="1725084" y="108000"/>
                </a:cubicBezTo>
                <a:cubicBezTo>
                  <a:pt x="1695261" y="108000"/>
                  <a:pt x="1671084" y="83823"/>
                  <a:pt x="1671084" y="54000"/>
                </a:cubicBezTo>
                <a:cubicBezTo>
                  <a:pt x="1671084" y="24177"/>
                  <a:pt x="1695261" y="0"/>
                  <a:pt x="1725084" y="0"/>
                </a:cubicBezTo>
                <a:close/>
                <a:moveTo>
                  <a:pt x="1307313" y="0"/>
                </a:moveTo>
                <a:cubicBezTo>
                  <a:pt x="1337136" y="0"/>
                  <a:pt x="1361313" y="24177"/>
                  <a:pt x="1361313" y="54000"/>
                </a:cubicBezTo>
                <a:cubicBezTo>
                  <a:pt x="1361313" y="83823"/>
                  <a:pt x="1337136" y="108000"/>
                  <a:pt x="1307313" y="108000"/>
                </a:cubicBezTo>
                <a:cubicBezTo>
                  <a:pt x="1277490" y="108000"/>
                  <a:pt x="1253313" y="83823"/>
                  <a:pt x="1253313" y="54000"/>
                </a:cubicBezTo>
                <a:cubicBezTo>
                  <a:pt x="1253313" y="24177"/>
                  <a:pt x="1277490" y="0"/>
                  <a:pt x="1307313" y="0"/>
                </a:cubicBezTo>
                <a:close/>
                <a:moveTo>
                  <a:pt x="889542" y="0"/>
                </a:moveTo>
                <a:cubicBezTo>
                  <a:pt x="919365" y="0"/>
                  <a:pt x="943542" y="24177"/>
                  <a:pt x="943542" y="54000"/>
                </a:cubicBezTo>
                <a:cubicBezTo>
                  <a:pt x="943542" y="83823"/>
                  <a:pt x="919365" y="108000"/>
                  <a:pt x="889542" y="108000"/>
                </a:cubicBezTo>
                <a:cubicBezTo>
                  <a:pt x="859719" y="108000"/>
                  <a:pt x="835542" y="83823"/>
                  <a:pt x="835542" y="54000"/>
                </a:cubicBezTo>
                <a:cubicBezTo>
                  <a:pt x="835542" y="24177"/>
                  <a:pt x="859719" y="0"/>
                  <a:pt x="889542" y="0"/>
                </a:cubicBezTo>
                <a:close/>
                <a:moveTo>
                  <a:pt x="471771" y="0"/>
                </a:moveTo>
                <a:cubicBezTo>
                  <a:pt x="501594" y="0"/>
                  <a:pt x="525771" y="24177"/>
                  <a:pt x="525771" y="54000"/>
                </a:cubicBezTo>
                <a:cubicBezTo>
                  <a:pt x="525771" y="83823"/>
                  <a:pt x="501594" y="108000"/>
                  <a:pt x="471771" y="108000"/>
                </a:cubicBezTo>
                <a:cubicBezTo>
                  <a:pt x="441948" y="108000"/>
                  <a:pt x="417771" y="83823"/>
                  <a:pt x="417771" y="54000"/>
                </a:cubicBezTo>
                <a:cubicBezTo>
                  <a:pt x="417771" y="24177"/>
                  <a:pt x="441948" y="0"/>
                  <a:pt x="471771" y="0"/>
                </a:cubicBezTo>
                <a:close/>
                <a:moveTo>
                  <a:pt x="54000" y="0"/>
                </a:moveTo>
                <a:cubicBezTo>
                  <a:pt x="83823" y="0"/>
                  <a:pt x="108000" y="24177"/>
                  <a:pt x="108000" y="54000"/>
                </a:cubicBezTo>
                <a:cubicBezTo>
                  <a:pt x="108000" y="83823"/>
                  <a:pt x="83823" y="108000"/>
                  <a:pt x="54000" y="108000"/>
                </a:cubicBezTo>
                <a:cubicBezTo>
                  <a:pt x="24177" y="108000"/>
                  <a:pt x="0" y="83823"/>
                  <a:pt x="0" y="54000"/>
                </a:cubicBezTo>
                <a:cubicBezTo>
                  <a:pt x="0" y="24177"/>
                  <a:pt x="24177" y="0"/>
                  <a:pt x="54000" y="0"/>
                </a:cubicBezTo>
                <a:close/>
              </a:path>
            </a:pathLst>
          </a:custGeom>
          <a:solidFill>
            <a:srgbClr val="7030A0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ko-KR" alt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31" name="자유형: 도형 34">
            <a:extLst>
              <a:ext uri="{FF2B5EF4-FFF2-40B4-BE49-F238E27FC236}">
                <a16:creationId xmlns:a16="http://schemas.microsoft.com/office/drawing/2014/main" id="{E3B9C5D0-22E1-E4B4-31E7-264A59BBB654}"/>
              </a:ext>
            </a:extLst>
          </p:cNvPr>
          <p:cNvSpPr/>
          <p:nvPr/>
        </p:nvSpPr>
        <p:spPr>
          <a:xfrm rot="5400000">
            <a:off x="9454930" y="3374999"/>
            <a:ext cx="3867939" cy="108000"/>
          </a:xfrm>
          <a:custGeom>
            <a:avLst/>
            <a:gdLst>
              <a:gd name="connsiteX0" fmla="*/ 3813939 w 3867939"/>
              <a:gd name="connsiteY0" fmla="*/ 0 h 108000"/>
              <a:gd name="connsiteX1" fmla="*/ 3867939 w 3867939"/>
              <a:gd name="connsiteY1" fmla="*/ 54000 h 108000"/>
              <a:gd name="connsiteX2" fmla="*/ 3813939 w 3867939"/>
              <a:gd name="connsiteY2" fmla="*/ 108000 h 108000"/>
              <a:gd name="connsiteX3" fmla="*/ 3759939 w 3867939"/>
              <a:gd name="connsiteY3" fmla="*/ 54000 h 108000"/>
              <a:gd name="connsiteX4" fmla="*/ 3813939 w 3867939"/>
              <a:gd name="connsiteY4" fmla="*/ 0 h 108000"/>
              <a:gd name="connsiteX5" fmla="*/ 3396168 w 3867939"/>
              <a:gd name="connsiteY5" fmla="*/ 0 h 108000"/>
              <a:gd name="connsiteX6" fmla="*/ 3450168 w 3867939"/>
              <a:gd name="connsiteY6" fmla="*/ 54000 h 108000"/>
              <a:gd name="connsiteX7" fmla="*/ 3396168 w 3867939"/>
              <a:gd name="connsiteY7" fmla="*/ 108000 h 108000"/>
              <a:gd name="connsiteX8" fmla="*/ 3342168 w 3867939"/>
              <a:gd name="connsiteY8" fmla="*/ 54000 h 108000"/>
              <a:gd name="connsiteX9" fmla="*/ 3396168 w 3867939"/>
              <a:gd name="connsiteY9" fmla="*/ 0 h 108000"/>
              <a:gd name="connsiteX10" fmla="*/ 2978397 w 3867939"/>
              <a:gd name="connsiteY10" fmla="*/ 0 h 108000"/>
              <a:gd name="connsiteX11" fmla="*/ 3032397 w 3867939"/>
              <a:gd name="connsiteY11" fmla="*/ 54000 h 108000"/>
              <a:gd name="connsiteX12" fmla="*/ 2978397 w 3867939"/>
              <a:gd name="connsiteY12" fmla="*/ 108000 h 108000"/>
              <a:gd name="connsiteX13" fmla="*/ 2924397 w 3867939"/>
              <a:gd name="connsiteY13" fmla="*/ 54000 h 108000"/>
              <a:gd name="connsiteX14" fmla="*/ 2978397 w 3867939"/>
              <a:gd name="connsiteY14" fmla="*/ 0 h 108000"/>
              <a:gd name="connsiteX15" fmla="*/ 2560626 w 3867939"/>
              <a:gd name="connsiteY15" fmla="*/ 0 h 108000"/>
              <a:gd name="connsiteX16" fmla="*/ 2614626 w 3867939"/>
              <a:gd name="connsiteY16" fmla="*/ 54000 h 108000"/>
              <a:gd name="connsiteX17" fmla="*/ 2560626 w 3867939"/>
              <a:gd name="connsiteY17" fmla="*/ 108000 h 108000"/>
              <a:gd name="connsiteX18" fmla="*/ 2506626 w 3867939"/>
              <a:gd name="connsiteY18" fmla="*/ 54000 h 108000"/>
              <a:gd name="connsiteX19" fmla="*/ 2560626 w 3867939"/>
              <a:gd name="connsiteY19" fmla="*/ 0 h 108000"/>
              <a:gd name="connsiteX20" fmla="*/ 2142855 w 3867939"/>
              <a:gd name="connsiteY20" fmla="*/ 0 h 108000"/>
              <a:gd name="connsiteX21" fmla="*/ 2196855 w 3867939"/>
              <a:gd name="connsiteY21" fmla="*/ 54000 h 108000"/>
              <a:gd name="connsiteX22" fmla="*/ 2142855 w 3867939"/>
              <a:gd name="connsiteY22" fmla="*/ 108000 h 108000"/>
              <a:gd name="connsiteX23" fmla="*/ 2088855 w 3867939"/>
              <a:gd name="connsiteY23" fmla="*/ 54000 h 108000"/>
              <a:gd name="connsiteX24" fmla="*/ 2142855 w 3867939"/>
              <a:gd name="connsiteY24" fmla="*/ 0 h 108000"/>
              <a:gd name="connsiteX25" fmla="*/ 1725084 w 3867939"/>
              <a:gd name="connsiteY25" fmla="*/ 0 h 108000"/>
              <a:gd name="connsiteX26" fmla="*/ 1779084 w 3867939"/>
              <a:gd name="connsiteY26" fmla="*/ 54000 h 108000"/>
              <a:gd name="connsiteX27" fmla="*/ 1725084 w 3867939"/>
              <a:gd name="connsiteY27" fmla="*/ 108000 h 108000"/>
              <a:gd name="connsiteX28" fmla="*/ 1671084 w 3867939"/>
              <a:gd name="connsiteY28" fmla="*/ 54000 h 108000"/>
              <a:gd name="connsiteX29" fmla="*/ 1725084 w 3867939"/>
              <a:gd name="connsiteY29" fmla="*/ 0 h 108000"/>
              <a:gd name="connsiteX30" fmla="*/ 1307313 w 3867939"/>
              <a:gd name="connsiteY30" fmla="*/ 0 h 108000"/>
              <a:gd name="connsiteX31" fmla="*/ 1361313 w 3867939"/>
              <a:gd name="connsiteY31" fmla="*/ 54000 h 108000"/>
              <a:gd name="connsiteX32" fmla="*/ 1307313 w 3867939"/>
              <a:gd name="connsiteY32" fmla="*/ 108000 h 108000"/>
              <a:gd name="connsiteX33" fmla="*/ 1253313 w 3867939"/>
              <a:gd name="connsiteY33" fmla="*/ 54000 h 108000"/>
              <a:gd name="connsiteX34" fmla="*/ 1307313 w 3867939"/>
              <a:gd name="connsiteY34" fmla="*/ 0 h 108000"/>
              <a:gd name="connsiteX35" fmla="*/ 889542 w 3867939"/>
              <a:gd name="connsiteY35" fmla="*/ 0 h 108000"/>
              <a:gd name="connsiteX36" fmla="*/ 943542 w 3867939"/>
              <a:gd name="connsiteY36" fmla="*/ 54000 h 108000"/>
              <a:gd name="connsiteX37" fmla="*/ 889542 w 3867939"/>
              <a:gd name="connsiteY37" fmla="*/ 108000 h 108000"/>
              <a:gd name="connsiteX38" fmla="*/ 835542 w 3867939"/>
              <a:gd name="connsiteY38" fmla="*/ 54000 h 108000"/>
              <a:gd name="connsiteX39" fmla="*/ 889542 w 3867939"/>
              <a:gd name="connsiteY39" fmla="*/ 0 h 108000"/>
              <a:gd name="connsiteX40" fmla="*/ 471771 w 3867939"/>
              <a:gd name="connsiteY40" fmla="*/ 0 h 108000"/>
              <a:gd name="connsiteX41" fmla="*/ 525771 w 3867939"/>
              <a:gd name="connsiteY41" fmla="*/ 54000 h 108000"/>
              <a:gd name="connsiteX42" fmla="*/ 471771 w 3867939"/>
              <a:gd name="connsiteY42" fmla="*/ 108000 h 108000"/>
              <a:gd name="connsiteX43" fmla="*/ 417771 w 3867939"/>
              <a:gd name="connsiteY43" fmla="*/ 54000 h 108000"/>
              <a:gd name="connsiteX44" fmla="*/ 471771 w 3867939"/>
              <a:gd name="connsiteY44" fmla="*/ 0 h 108000"/>
              <a:gd name="connsiteX45" fmla="*/ 54000 w 3867939"/>
              <a:gd name="connsiteY45" fmla="*/ 0 h 108000"/>
              <a:gd name="connsiteX46" fmla="*/ 108000 w 3867939"/>
              <a:gd name="connsiteY46" fmla="*/ 54000 h 108000"/>
              <a:gd name="connsiteX47" fmla="*/ 54000 w 3867939"/>
              <a:gd name="connsiteY47" fmla="*/ 108000 h 108000"/>
              <a:gd name="connsiteX48" fmla="*/ 0 w 3867939"/>
              <a:gd name="connsiteY48" fmla="*/ 54000 h 108000"/>
              <a:gd name="connsiteX49" fmla="*/ 54000 w 3867939"/>
              <a:gd name="connsiteY49" fmla="*/ 0 h 1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67939" h="108000">
                <a:moveTo>
                  <a:pt x="3813939" y="0"/>
                </a:moveTo>
                <a:cubicBezTo>
                  <a:pt x="3843762" y="0"/>
                  <a:pt x="3867939" y="24177"/>
                  <a:pt x="3867939" y="54000"/>
                </a:cubicBezTo>
                <a:cubicBezTo>
                  <a:pt x="3867939" y="83823"/>
                  <a:pt x="3843762" y="108000"/>
                  <a:pt x="3813939" y="108000"/>
                </a:cubicBezTo>
                <a:cubicBezTo>
                  <a:pt x="3784116" y="108000"/>
                  <a:pt x="3759939" y="83823"/>
                  <a:pt x="3759939" y="54000"/>
                </a:cubicBezTo>
                <a:cubicBezTo>
                  <a:pt x="3759939" y="24177"/>
                  <a:pt x="3784116" y="0"/>
                  <a:pt x="3813939" y="0"/>
                </a:cubicBezTo>
                <a:close/>
                <a:moveTo>
                  <a:pt x="3396168" y="0"/>
                </a:moveTo>
                <a:cubicBezTo>
                  <a:pt x="3425991" y="0"/>
                  <a:pt x="3450168" y="24177"/>
                  <a:pt x="3450168" y="54000"/>
                </a:cubicBezTo>
                <a:cubicBezTo>
                  <a:pt x="3450168" y="83823"/>
                  <a:pt x="3425991" y="108000"/>
                  <a:pt x="3396168" y="108000"/>
                </a:cubicBezTo>
                <a:cubicBezTo>
                  <a:pt x="3366345" y="108000"/>
                  <a:pt x="3342168" y="83823"/>
                  <a:pt x="3342168" y="54000"/>
                </a:cubicBezTo>
                <a:cubicBezTo>
                  <a:pt x="3342168" y="24177"/>
                  <a:pt x="3366345" y="0"/>
                  <a:pt x="3396168" y="0"/>
                </a:cubicBezTo>
                <a:close/>
                <a:moveTo>
                  <a:pt x="2978397" y="0"/>
                </a:moveTo>
                <a:cubicBezTo>
                  <a:pt x="3008220" y="0"/>
                  <a:pt x="3032397" y="24177"/>
                  <a:pt x="3032397" y="54000"/>
                </a:cubicBezTo>
                <a:cubicBezTo>
                  <a:pt x="3032397" y="83823"/>
                  <a:pt x="3008220" y="108000"/>
                  <a:pt x="2978397" y="108000"/>
                </a:cubicBezTo>
                <a:cubicBezTo>
                  <a:pt x="2948574" y="108000"/>
                  <a:pt x="2924397" y="83823"/>
                  <a:pt x="2924397" y="54000"/>
                </a:cubicBezTo>
                <a:cubicBezTo>
                  <a:pt x="2924397" y="24177"/>
                  <a:pt x="2948574" y="0"/>
                  <a:pt x="2978397" y="0"/>
                </a:cubicBezTo>
                <a:close/>
                <a:moveTo>
                  <a:pt x="2560626" y="0"/>
                </a:moveTo>
                <a:cubicBezTo>
                  <a:pt x="2590449" y="0"/>
                  <a:pt x="2614626" y="24177"/>
                  <a:pt x="2614626" y="54000"/>
                </a:cubicBezTo>
                <a:cubicBezTo>
                  <a:pt x="2614626" y="83823"/>
                  <a:pt x="2590449" y="108000"/>
                  <a:pt x="2560626" y="108000"/>
                </a:cubicBezTo>
                <a:cubicBezTo>
                  <a:pt x="2530803" y="108000"/>
                  <a:pt x="2506626" y="83823"/>
                  <a:pt x="2506626" y="54000"/>
                </a:cubicBezTo>
                <a:cubicBezTo>
                  <a:pt x="2506626" y="24177"/>
                  <a:pt x="2530803" y="0"/>
                  <a:pt x="2560626" y="0"/>
                </a:cubicBezTo>
                <a:close/>
                <a:moveTo>
                  <a:pt x="2142855" y="0"/>
                </a:moveTo>
                <a:cubicBezTo>
                  <a:pt x="2172678" y="0"/>
                  <a:pt x="2196855" y="24177"/>
                  <a:pt x="2196855" y="54000"/>
                </a:cubicBezTo>
                <a:cubicBezTo>
                  <a:pt x="2196855" y="83823"/>
                  <a:pt x="2172678" y="108000"/>
                  <a:pt x="2142855" y="108000"/>
                </a:cubicBezTo>
                <a:cubicBezTo>
                  <a:pt x="2113032" y="108000"/>
                  <a:pt x="2088855" y="83823"/>
                  <a:pt x="2088855" y="54000"/>
                </a:cubicBezTo>
                <a:cubicBezTo>
                  <a:pt x="2088855" y="24177"/>
                  <a:pt x="2113032" y="0"/>
                  <a:pt x="2142855" y="0"/>
                </a:cubicBezTo>
                <a:close/>
                <a:moveTo>
                  <a:pt x="1725084" y="0"/>
                </a:moveTo>
                <a:cubicBezTo>
                  <a:pt x="1754907" y="0"/>
                  <a:pt x="1779084" y="24177"/>
                  <a:pt x="1779084" y="54000"/>
                </a:cubicBezTo>
                <a:cubicBezTo>
                  <a:pt x="1779084" y="83823"/>
                  <a:pt x="1754907" y="108000"/>
                  <a:pt x="1725084" y="108000"/>
                </a:cubicBezTo>
                <a:cubicBezTo>
                  <a:pt x="1695261" y="108000"/>
                  <a:pt x="1671084" y="83823"/>
                  <a:pt x="1671084" y="54000"/>
                </a:cubicBezTo>
                <a:cubicBezTo>
                  <a:pt x="1671084" y="24177"/>
                  <a:pt x="1695261" y="0"/>
                  <a:pt x="1725084" y="0"/>
                </a:cubicBezTo>
                <a:close/>
                <a:moveTo>
                  <a:pt x="1307313" y="0"/>
                </a:moveTo>
                <a:cubicBezTo>
                  <a:pt x="1337136" y="0"/>
                  <a:pt x="1361313" y="24177"/>
                  <a:pt x="1361313" y="54000"/>
                </a:cubicBezTo>
                <a:cubicBezTo>
                  <a:pt x="1361313" y="83823"/>
                  <a:pt x="1337136" y="108000"/>
                  <a:pt x="1307313" y="108000"/>
                </a:cubicBezTo>
                <a:cubicBezTo>
                  <a:pt x="1277490" y="108000"/>
                  <a:pt x="1253313" y="83823"/>
                  <a:pt x="1253313" y="54000"/>
                </a:cubicBezTo>
                <a:cubicBezTo>
                  <a:pt x="1253313" y="24177"/>
                  <a:pt x="1277490" y="0"/>
                  <a:pt x="1307313" y="0"/>
                </a:cubicBezTo>
                <a:close/>
                <a:moveTo>
                  <a:pt x="889542" y="0"/>
                </a:moveTo>
                <a:cubicBezTo>
                  <a:pt x="919365" y="0"/>
                  <a:pt x="943542" y="24177"/>
                  <a:pt x="943542" y="54000"/>
                </a:cubicBezTo>
                <a:cubicBezTo>
                  <a:pt x="943542" y="83823"/>
                  <a:pt x="919365" y="108000"/>
                  <a:pt x="889542" y="108000"/>
                </a:cubicBezTo>
                <a:cubicBezTo>
                  <a:pt x="859719" y="108000"/>
                  <a:pt x="835542" y="83823"/>
                  <a:pt x="835542" y="54000"/>
                </a:cubicBezTo>
                <a:cubicBezTo>
                  <a:pt x="835542" y="24177"/>
                  <a:pt x="859719" y="0"/>
                  <a:pt x="889542" y="0"/>
                </a:cubicBezTo>
                <a:close/>
                <a:moveTo>
                  <a:pt x="471771" y="0"/>
                </a:moveTo>
                <a:cubicBezTo>
                  <a:pt x="501594" y="0"/>
                  <a:pt x="525771" y="24177"/>
                  <a:pt x="525771" y="54000"/>
                </a:cubicBezTo>
                <a:cubicBezTo>
                  <a:pt x="525771" y="83823"/>
                  <a:pt x="501594" y="108000"/>
                  <a:pt x="471771" y="108000"/>
                </a:cubicBezTo>
                <a:cubicBezTo>
                  <a:pt x="441948" y="108000"/>
                  <a:pt x="417771" y="83823"/>
                  <a:pt x="417771" y="54000"/>
                </a:cubicBezTo>
                <a:cubicBezTo>
                  <a:pt x="417771" y="24177"/>
                  <a:pt x="441948" y="0"/>
                  <a:pt x="471771" y="0"/>
                </a:cubicBezTo>
                <a:close/>
                <a:moveTo>
                  <a:pt x="54000" y="0"/>
                </a:moveTo>
                <a:cubicBezTo>
                  <a:pt x="83823" y="0"/>
                  <a:pt x="108000" y="24177"/>
                  <a:pt x="108000" y="54000"/>
                </a:cubicBezTo>
                <a:cubicBezTo>
                  <a:pt x="108000" y="83823"/>
                  <a:pt x="83823" y="108000"/>
                  <a:pt x="54000" y="108000"/>
                </a:cubicBezTo>
                <a:cubicBezTo>
                  <a:pt x="24177" y="108000"/>
                  <a:pt x="0" y="83823"/>
                  <a:pt x="0" y="54000"/>
                </a:cubicBezTo>
                <a:cubicBezTo>
                  <a:pt x="0" y="24177"/>
                  <a:pt x="24177" y="0"/>
                  <a:pt x="54000" y="0"/>
                </a:cubicBezTo>
                <a:close/>
              </a:path>
            </a:pathLst>
          </a:custGeom>
          <a:solidFill>
            <a:srgbClr val="7030A0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ko-KR" alt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5082CDF-C6B9-B3C4-9398-2D16C139446D}"/>
              </a:ext>
            </a:extLst>
          </p:cNvPr>
          <p:cNvSpPr/>
          <p:nvPr/>
        </p:nvSpPr>
        <p:spPr>
          <a:xfrm>
            <a:off x="4357777" y="1497687"/>
            <a:ext cx="3476445" cy="19543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en-US" altLang="ko-KR" sz="8800" spc="-3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Q </a:t>
            </a:r>
            <a:r>
              <a:rPr lang="en-US" altLang="ko-KR" sz="6000" spc="-3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&amp;</a:t>
            </a:r>
            <a:r>
              <a:rPr lang="en-US" altLang="ko-KR" sz="8800" spc="-3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A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3FE9AC1-6EA8-E508-1F95-6EEBD5D9B3CF}"/>
              </a:ext>
            </a:extLst>
          </p:cNvPr>
          <p:cNvSpPr/>
          <p:nvPr/>
        </p:nvSpPr>
        <p:spPr>
          <a:xfrm>
            <a:off x="4357776" y="3482999"/>
            <a:ext cx="3476445" cy="6848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ko-KR" altLang="en-US" sz="2800" spc="-300" dirty="0">
                <a:solidFill>
                  <a:schemeClr val="tx1">
                    <a:lumMod val="75000"/>
                    <a:lumOff val="25000"/>
                  </a:schemeClr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질의응답</a:t>
            </a:r>
            <a:endParaRPr lang="en-US" altLang="ko-KR" sz="2800" spc="-300" dirty="0">
              <a:solidFill>
                <a:schemeClr val="tx1">
                  <a:lumMod val="75000"/>
                  <a:lumOff val="25000"/>
                </a:schemeClr>
              </a:solidFill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99861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89000">
              <a:srgbClr val="855FAF"/>
            </a:gs>
            <a:gs pos="0">
              <a:srgbClr val="7F9CFF"/>
            </a:gs>
          </a:gsLst>
          <a:lin ang="81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4">
            <a:extLst>
              <a:ext uri="{FF2B5EF4-FFF2-40B4-BE49-F238E27FC236}">
                <a16:creationId xmlns:a16="http://schemas.microsoft.com/office/drawing/2014/main" id="{05008869-3A92-EA7A-604F-520153C2FF1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61856" y="1159203"/>
            <a:ext cx="7154863" cy="5726011"/>
            <a:chOff x="1141" y="0"/>
            <a:chExt cx="5398" cy="4320"/>
          </a:xfrm>
          <a:effectLst/>
        </p:grpSpPr>
        <p:sp>
          <p:nvSpPr>
            <p:cNvPr id="8" name="Freeform 5">
              <a:extLst>
                <a:ext uri="{FF2B5EF4-FFF2-40B4-BE49-F238E27FC236}">
                  <a16:creationId xmlns:a16="http://schemas.microsoft.com/office/drawing/2014/main" id="{8722678D-C0D6-6BD9-0A8F-EA1CB79B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83"/>
              <a:ext cx="4294" cy="2226"/>
            </a:xfrm>
            <a:custGeom>
              <a:avLst/>
              <a:gdLst>
                <a:gd name="T0" fmla="*/ 7716 w 8589"/>
                <a:gd name="T1" fmla="*/ 1135 h 4451"/>
                <a:gd name="T2" fmla="*/ 7974 w 8589"/>
                <a:gd name="T3" fmla="*/ 1329 h 4451"/>
                <a:gd name="T4" fmla="*/ 8152 w 8589"/>
                <a:gd name="T5" fmla="*/ 1566 h 4451"/>
                <a:gd name="T6" fmla="*/ 8319 w 8589"/>
                <a:gd name="T7" fmla="*/ 2037 h 4451"/>
                <a:gd name="T8" fmla="*/ 8418 w 8589"/>
                <a:gd name="T9" fmla="*/ 2651 h 4451"/>
                <a:gd name="T10" fmla="*/ 8508 w 8589"/>
                <a:gd name="T11" fmla="*/ 3685 h 4451"/>
                <a:gd name="T12" fmla="*/ 8575 w 8589"/>
                <a:gd name="T13" fmla="*/ 4275 h 4451"/>
                <a:gd name="T14" fmla="*/ 3132 w 8589"/>
                <a:gd name="T15" fmla="*/ 4117 h 4451"/>
                <a:gd name="T16" fmla="*/ 3103 w 8589"/>
                <a:gd name="T17" fmla="*/ 3539 h 4451"/>
                <a:gd name="T18" fmla="*/ 3025 w 8589"/>
                <a:gd name="T19" fmla="*/ 3220 h 4451"/>
                <a:gd name="T20" fmla="*/ 2915 w 8589"/>
                <a:gd name="T21" fmla="*/ 3063 h 4451"/>
                <a:gd name="T22" fmla="*/ 2731 w 8589"/>
                <a:gd name="T23" fmla="*/ 2947 h 4451"/>
                <a:gd name="T24" fmla="*/ 2486 w 8589"/>
                <a:gd name="T25" fmla="*/ 2926 h 4451"/>
                <a:gd name="T26" fmla="*/ 2036 w 8589"/>
                <a:gd name="T27" fmla="*/ 3043 h 4451"/>
                <a:gd name="T28" fmla="*/ 1727 w 8589"/>
                <a:gd name="T29" fmla="*/ 3072 h 4451"/>
                <a:gd name="T30" fmla="*/ 1471 w 8589"/>
                <a:gd name="T31" fmla="*/ 3036 h 4451"/>
                <a:gd name="T32" fmla="*/ 1248 w 8589"/>
                <a:gd name="T33" fmla="*/ 2944 h 4451"/>
                <a:gd name="T34" fmla="*/ 1010 w 8589"/>
                <a:gd name="T35" fmla="*/ 2752 h 4451"/>
                <a:gd name="T36" fmla="*/ 762 w 8589"/>
                <a:gd name="T37" fmla="*/ 2426 h 4451"/>
                <a:gd name="T38" fmla="*/ 687 w 8589"/>
                <a:gd name="T39" fmla="*/ 2225 h 4451"/>
                <a:gd name="T40" fmla="*/ 605 w 8589"/>
                <a:gd name="T41" fmla="*/ 1968 h 4451"/>
                <a:gd name="T42" fmla="*/ 463 w 8589"/>
                <a:gd name="T43" fmla="*/ 1796 h 4451"/>
                <a:gd name="T44" fmla="*/ 162 w 8589"/>
                <a:gd name="T45" fmla="*/ 1528 h 4451"/>
                <a:gd name="T46" fmla="*/ 32 w 8589"/>
                <a:gd name="T47" fmla="*/ 1334 h 4451"/>
                <a:gd name="T48" fmla="*/ 3 w 8589"/>
                <a:gd name="T49" fmla="*/ 1121 h 4451"/>
                <a:gd name="T50" fmla="*/ 34 w 8589"/>
                <a:gd name="T51" fmla="*/ 852 h 4451"/>
                <a:gd name="T52" fmla="*/ 84 w 8589"/>
                <a:gd name="T53" fmla="*/ 1118 h 4451"/>
                <a:gd name="T54" fmla="*/ 167 w 8589"/>
                <a:gd name="T55" fmla="*/ 1249 h 4451"/>
                <a:gd name="T56" fmla="*/ 333 w 8589"/>
                <a:gd name="T57" fmla="*/ 1324 h 4451"/>
                <a:gd name="T58" fmla="*/ 497 w 8589"/>
                <a:gd name="T59" fmla="*/ 1338 h 4451"/>
                <a:gd name="T60" fmla="*/ 673 w 8589"/>
                <a:gd name="T61" fmla="*/ 1302 h 4451"/>
                <a:gd name="T62" fmla="*/ 834 w 8589"/>
                <a:gd name="T63" fmla="*/ 1185 h 4451"/>
                <a:gd name="T64" fmla="*/ 1021 w 8589"/>
                <a:gd name="T65" fmla="*/ 864 h 4451"/>
                <a:gd name="T66" fmla="*/ 1085 w 8589"/>
                <a:gd name="T67" fmla="*/ 658 h 4451"/>
                <a:gd name="T68" fmla="*/ 1075 w 8589"/>
                <a:gd name="T69" fmla="*/ 285 h 4451"/>
                <a:gd name="T70" fmla="*/ 972 w 8589"/>
                <a:gd name="T71" fmla="*/ 53 h 4451"/>
                <a:gd name="T72" fmla="*/ 996 w 8589"/>
                <a:gd name="T73" fmla="*/ 15 h 4451"/>
                <a:gd name="T74" fmla="*/ 1139 w 8589"/>
                <a:gd name="T75" fmla="*/ 103 h 4451"/>
                <a:gd name="T76" fmla="*/ 1359 w 8589"/>
                <a:gd name="T77" fmla="*/ 406 h 4451"/>
                <a:gd name="T78" fmla="*/ 1566 w 8589"/>
                <a:gd name="T79" fmla="*/ 657 h 4451"/>
                <a:gd name="T80" fmla="*/ 1784 w 8589"/>
                <a:gd name="T81" fmla="*/ 742 h 4451"/>
                <a:gd name="T82" fmla="*/ 2131 w 8589"/>
                <a:gd name="T83" fmla="*/ 752 h 4451"/>
                <a:gd name="T84" fmla="*/ 2290 w 8589"/>
                <a:gd name="T85" fmla="*/ 697 h 4451"/>
                <a:gd name="T86" fmla="*/ 2604 w 8589"/>
                <a:gd name="T87" fmla="*/ 539 h 4451"/>
                <a:gd name="T88" fmla="*/ 2901 w 8589"/>
                <a:gd name="T89" fmla="*/ 438 h 4451"/>
                <a:gd name="T90" fmla="*/ 3412 w 8589"/>
                <a:gd name="T91" fmla="*/ 372 h 4451"/>
                <a:gd name="T92" fmla="*/ 3658 w 8589"/>
                <a:gd name="T93" fmla="*/ 402 h 4451"/>
                <a:gd name="T94" fmla="*/ 4012 w 8589"/>
                <a:gd name="T95" fmla="*/ 505 h 4451"/>
                <a:gd name="T96" fmla="*/ 4300 w 8589"/>
                <a:gd name="T97" fmla="*/ 477 h 4451"/>
                <a:gd name="T98" fmla="*/ 4506 w 8589"/>
                <a:gd name="T99" fmla="*/ 674 h 4451"/>
                <a:gd name="T100" fmla="*/ 4689 w 8589"/>
                <a:gd name="T101" fmla="*/ 963 h 4451"/>
                <a:gd name="T102" fmla="*/ 4959 w 8589"/>
                <a:gd name="T103" fmla="*/ 1201 h 4451"/>
                <a:gd name="T104" fmla="*/ 5249 w 8589"/>
                <a:gd name="T105" fmla="*/ 1309 h 4451"/>
                <a:gd name="T106" fmla="*/ 5544 w 8589"/>
                <a:gd name="T107" fmla="*/ 1329 h 4451"/>
                <a:gd name="T108" fmla="*/ 5822 w 8589"/>
                <a:gd name="T109" fmla="*/ 1275 h 4451"/>
                <a:gd name="T110" fmla="*/ 6060 w 8589"/>
                <a:gd name="T111" fmla="*/ 1133 h 4451"/>
                <a:gd name="T112" fmla="*/ 6219 w 8589"/>
                <a:gd name="T113" fmla="*/ 928 h 4451"/>
                <a:gd name="T114" fmla="*/ 6208 w 8589"/>
                <a:gd name="T115" fmla="*/ 711 h 4451"/>
                <a:gd name="T116" fmla="*/ 6463 w 8589"/>
                <a:gd name="T117" fmla="*/ 695 h 4451"/>
                <a:gd name="T118" fmla="*/ 6748 w 8589"/>
                <a:gd name="T119" fmla="*/ 788 h 4451"/>
                <a:gd name="T120" fmla="*/ 7311 w 8589"/>
                <a:gd name="T121" fmla="*/ 959 h 4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589" h="4451">
                  <a:moveTo>
                    <a:pt x="7432" y="1002"/>
                  </a:moveTo>
                  <a:lnTo>
                    <a:pt x="7432" y="1002"/>
                  </a:lnTo>
                  <a:lnTo>
                    <a:pt x="7509" y="1033"/>
                  </a:lnTo>
                  <a:lnTo>
                    <a:pt x="7581" y="1065"/>
                  </a:lnTo>
                  <a:lnTo>
                    <a:pt x="7616" y="1080"/>
                  </a:lnTo>
                  <a:lnTo>
                    <a:pt x="7649" y="1098"/>
                  </a:lnTo>
                  <a:lnTo>
                    <a:pt x="7684" y="1116"/>
                  </a:lnTo>
                  <a:lnTo>
                    <a:pt x="7716" y="1135"/>
                  </a:lnTo>
                  <a:lnTo>
                    <a:pt x="7750" y="1154"/>
                  </a:lnTo>
                  <a:lnTo>
                    <a:pt x="7782" y="1175"/>
                  </a:lnTo>
                  <a:lnTo>
                    <a:pt x="7814" y="1197"/>
                  </a:lnTo>
                  <a:lnTo>
                    <a:pt x="7846" y="1221"/>
                  </a:lnTo>
                  <a:lnTo>
                    <a:pt x="7878" y="1246"/>
                  </a:lnTo>
                  <a:lnTo>
                    <a:pt x="7910" y="1272"/>
                  </a:lnTo>
                  <a:lnTo>
                    <a:pt x="7942" y="1300"/>
                  </a:lnTo>
                  <a:lnTo>
                    <a:pt x="7974" y="1329"/>
                  </a:lnTo>
                  <a:lnTo>
                    <a:pt x="7974" y="1329"/>
                  </a:lnTo>
                  <a:lnTo>
                    <a:pt x="7992" y="1346"/>
                  </a:lnTo>
                  <a:lnTo>
                    <a:pt x="8010" y="1364"/>
                  </a:lnTo>
                  <a:lnTo>
                    <a:pt x="8042" y="1400"/>
                  </a:lnTo>
                  <a:lnTo>
                    <a:pt x="8073" y="1439"/>
                  </a:lnTo>
                  <a:lnTo>
                    <a:pt x="8100" y="1480"/>
                  </a:lnTo>
                  <a:lnTo>
                    <a:pt x="8127" y="1522"/>
                  </a:lnTo>
                  <a:lnTo>
                    <a:pt x="8152" y="1566"/>
                  </a:lnTo>
                  <a:lnTo>
                    <a:pt x="8174" y="1611"/>
                  </a:lnTo>
                  <a:lnTo>
                    <a:pt x="8195" y="1657"/>
                  </a:lnTo>
                  <a:lnTo>
                    <a:pt x="8215" y="1703"/>
                  </a:lnTo>
                  <a:lnTo>
                    <a:pt x="8233" y="1750"/>
                  </a:lnTo>
                  <a:lnTo>
                    <a:pt x="8249" y="1797"/>
                  </a:lnTo>
                  <a:lnTo>
                    <a:pt x="8265" y="1846"/>
                  </a:lnTo>
                  <a:lnTo>
                    <a:pt x="8294" y="1942"/>
                  </a:lnTo>
                  <a:lnTo>
                    <a:pt x="8319" y="2037"/>
                  </a:lnTo>
                  <a:lnTo>
                    <a:pt x="8319" y="2037"/>
                  </a:lnTo>
                  <a:lnTo>
                    <a:pt x="8332" y="2087"/>
                  </a:lnTo>
                  <a:lnTo>
                    <a:pt x="8343" y="2138"/>
                  </a:lnTo>
                  <a:lnTo>
                    <a:pt x="8364" y="2240"/>
                  </a:lnTo>
                  <a:lnTo>
                    <a:pt x="8380" y="2342"/>
                  </a:lnTo>
                  <a:lnTo>
                    <a:pt x="8394" y="2445"/>
                  </a:lnTo>
                  <a:lnTo>
                    <a:pt x="8407" y="2548"/>
                  </a:lnTo>
                  <a:lnTo>
                    <a:pt x="8418" y="2651"/>
                  </a:lnTo>
                  <a:lnTo>
                    <a:pt x="8428" y="2754"/>
                  </a:lnTo>
                  <a:lnTo>
                    <a:pt x="8436" y="2858"/>
                  </a:lnTo>
                  <a:lnTo>
                    <a:pt x="8450" y="3065"/>
                  </a:lnTo>
                  <a:lnTo>
                    <a:pt x="8465" y="3273"/>
                  </a:lnTo>
                  <a:lnTo>
                    <a:pt x="8474" y="3376"/>
                  </a:lnTo>
                  <a:lnTo>
                    <a:pt x="8483" y="3479"/>
                  </a:lnTo>
                  <a:lnTo>
                    <a:pt x="8496" y="3582"/>
                  </a:lnTo>
                  <a:lnTo>
                    <a:pt x="8508" y="3685"/>
                  </a:lnTo>
                  <a:lnTo>
                    <a:pt x="8508" y="3685"/>
                  </a:lnTo>
                  <a:lnTo>
                    <a:pt x="8518" y="3759"/>
                  </a:lnTo>
                  <a:lnTo>
                    <a:pt x="8528" y="3833"/>
                  </a:lnTo>
                  <a:lnTo>
                    <a:pt x="8542" y="3980"/>
                  </a:lnTo>
                  <a:lnTo>
                    <a:pt x="8557" y="4128"/>
                  </a:lnTo>
                  <a:lnTo>
                    <a:pt x="8566" y="4202"/>
                  </a:lnTo>
                  <a:lnTo>
                    <a:pt x="8575" y="4275"/>
                  </a:lnTo>
                  <a:lnTo>
                    <a:pt x="8575" y="4275"/>
                  </a:lnTo>
                  <a:lnTo>
                    <a:pt x="8581" y="4320"/>
                  </a:lnTo>
                  <a:lnTo>
                    <a:pt x="8585" y="4363"/>
                  </a:lnTo>
                  <a:lnTo>
                    <a:pt x="8589" y="4451"/>
                  </a:lnTo>
                  <a:lnTo>
                    <a:pt x="3124" y="4451"/>
                  </a:lnTo>
                  <a:lnTo>
                    <a:pt x="3124" y="4451"/>
                  </a:lnTo>
                  <a:lnTo>
                    <a:pt x="3129" y="4284"/>
                  </a:lnTo>
                  <a:lnTo>
                    <a:pt x="3132" y="4200"/>
                  </a:lnTo>
                  <a:lnTo>
                    <a:pt x="3132" y="4117"/>
                  </a:lnTo>
                  <a:lnTo>
                    <a:pt x="3132" y="4033"/>
                  </a:lnTo>
                  <a:lnTo>
                    <a:pt x="3132" y="3950"/>
                  </a:lnTo>
                  <a:lnTo>
                    <a:pt x="3128" y="3866"/>
                  </a:lnTo>
                  <a:lnTo>
                    <a:pt x="3124" y="3782"/>
                  </a:lnTo>
                  <a:lnTo>
                    <a:pt x="3124" y="3782"/>
                  </a:lnTo>
                  <a:lnTo>
                    <a:pt x="3117" y="3689"/>
                  </a:lnTo>
                  <a:lnTo>
                    <a:pt x="3108" y="3590"/>
                  </a:lnTo>
                  <a:lnTo>
                    <a:pt x="3103" y="3539"/>
                  </a:lnTo>
                  <a:lnTo>
                    <a:pt x="3096" y="3489"/>
                  </a:lnTo>
                  <a:lnTo>
                    <a:pt x="3088" y="3437"/>
                  </a:lnTo>
                  <a:lnTo>
                    <a:pt x="3078" y="3387"/>
                  </a:lnTo>
                  <a:lnTo>
                    <a:pt x="3065" y="3337"/>
                  </a:lnTo>
                  <a:lnTo>
                    <a:pt x="3051" y="3290"/>
                  </a:lnTo>
                  <a:lnTo>
                    <a:pt x="3043" y="3266"/>
                  </a:lnTo>
                  <a:lnTo>
                    <a:pt x="3035" y="3242"/>
                  </a:lnTo>
                  <a:lnTo>
                    <a:pt x="3025" y="3220"/>
                  </a:lnTo>
                  <a:lnTo>
                    <a:pt x="3014" y="3198"/>
                  </a:lnTo>
                  <a:lnTo>
                    <a:pt x="3003" y="3177"/>
                  </a:lnTo>
                  <a:lnTo>
                    <a:pt x="2990" y="3156"/>
                  </a:lnTo>
                  <a:lnTo>
                    <a:pt x="2978" y="3135"/>
                  </a:lnTo>
                  <a:lnTo>
                    <a:pt x="2962" y="3116"/>
                  </a:lnTo>
                  <a:lnTo>
                    <a:pt x="2948" y="3098"/>
                  </a:lnTo>
                  <a:lnTo>
                    <a:pt x="2932" y="3079"/>
                  </a:lnTo>
                  <a:lnTo>
                    <a:pt x="2915" y="3063"/>
                  </a:lnTo>
                  <a:lnTo>
                    <a:pt x="2897" y="3046"/>
                  </a:lnTo>
                  <a:lnTo>
                    <a:pt x="2897" y="3046"/>
                  </a:lnTo>
                  <a:lnTo>
                    <a:pt x="2870" y="3025"/>
                  </a:lnTo>
                  <a:lnTo>
                    <a:pt x="2844" y="3006"/>
                  </a:lnTo>
                  <a:lnTo>
                    <a:pt x="2816" y="2988"/>
                  </a:lnTo>
                  <a:lnTo>
                    <a:pt x="2788" y="2972"/>
                  </a:lnTo>
                  <a:lnTo>
                    <a:pt x="2760" y="2958"/>
                  </a:lnTo>
                  <a:lnTo>
                    <a:pt x="2731" y="2947"/>
                  </a:lnTo>
                  <a:lnTo>
                    <a:pt x="2702" y="2937"/>
                  </a:lnTo>
                  <a:lnTo>
                    <a:pt x="2673" y="2929"/>
                  </a:lnTo>
                  <a:lnTo>
                    <a:pt x="2642" y="2923"/>
                  </a:lnTo>
                  <a:lnTo>
                    <a:pt x="2611" y="2919"/>
                  </a:lnTo>
                  <a:lnTo>
                    <a:pt x="2581" y="2918"/>
                  </a:lnTo>
                  <a:lnTo>
                    <a:pt x="2550" y="2918"/>
                  </a:lnTo>
                  <a:lnTo>
                    <a:pt x="2518" y="2921"/>
                  </a:lnTo>
                  <a:lnTo>
                    <a:pt x="2486" y="2926"/>
                  </a:lnTo>
                  <a:lnTo>
                    <a:pt x="2454" y="2933"/>
                  </a:lnTo>
                  <a:lnTo>
                    <a:pt x="2421" y="2943"/>
                  </a:lnTo>
                  <a:lnTo>
                    <a:pt x="2421" y="2943"/>
                  </a:lnTo>
                  <a:lnTo>
                    <a:pt x="2336" y="2968"/>
                  </a:lnTo>
                  <a:lnTo>
                    <a:pt x="2249" y="2992"/>
                  </a:lnTo>
                  <a:lnTo>
                    <a:pt x="2164" y="3014"/>
                  </a:lnTo>
                  <a:lnTo>
                    <a:pt x="2079" y="3033"/>
                  </a:lnTo>
                  <a:lnTo>
                    <a:pt x="2036" y="3043"/>
                  </a:lnTo>
                  <a:lnTo>
                    <a:pt x="1993" y="3050"/>
                  </a:lnTo>
                  <a:lnTo>
                    <a:pt x="1950" y="3057"/>
                  </a:lnTo>
                  <a:lnTo>
                    <a:pt x="1907" y="3063"/>
                  </a:lnTo>
                  <a:lnTo>
                    <a:pt x="1862" y="3067"/>
                  </a:lnTo>
                  <a:lnTo>
                    <a:pt x="1818" y="3071"/>
                  </a:lnTo>
                  <a:lnTo>
                    <a:pt x="1772" y="3072"/>
                  </a:lnTo>
                  <a:lnTo>
                    <a:pt x="1727" y="3072"/>
                  </a:lnTo>
                  <a:lnTo>
                    <a:pt x="1727" y="3072"/>
                  </a:lnTo>
                  <a:lnTo>
                    <a:pt x="1692" y="3071"/>
                  </a:lnTo>
                  <a:lnTo>
                    <a:pt x="1659" y="3070"/>
                  </a:lnTo>
                  <a:lnTo>
                    <a:pt x="1625" y="3065"/>
                  </a:lnTo>
                  <a:lnTo>
                    <a:pt x="1593" y="3063"/>
                  </a:lnTo>
                  <a:lnTo>
                    <a:pt x="1561" y="3057"/>
                  </a:lnTo>
                  <a:lnTo>
                    <a:pt x="1531" y="3052"/>
                  </a:lnTo>
                  <a:lnTo>
                    <a:pt x="1500" y="3045"/>
                  </a:lnTo>
                  <a:lnTo>
                    <a:pt x="1471" y="3036"/>
                  </a:lnTo>
                  <a:lnTo>
                    <a:pt x="1440" y="3028"/>
                  </a:lnTo>
                  <a:lnTo>
                    <a:pt x="1411" y="3020"/>
                  </a:lnTo>
                  <a:lnTo>
                    <a:pt x="1383" y="3008"/>
                  </a:lnTo>
                  <a:lnTo>
                    <a:pt x="1355" y="2997"/>
                  </a:lnTo>
                  <a:lnTo>
                    <a:pt x="1327" y="2985"/>
                  </a:lnTo>
                  <a:lnTo>
                    <a:pt x="1301" y="2972"/>
                  </a:lnTo>
                  <a:lnTo>
                    <a:pt x="1274" y="2958"/>
                  </a:lnTo>
                  <a:lnTo>
                    <a:pt x="1248" y="2944"/>
                  </a:lnTo>
                  <a:lnTo>
                    <a:pt x="1223" y="2929"/>
                  </a:lnTo>
                  <a:lnTo>
                    <a:pt x="1198" y="2912"/>
                  </a:lnTo>
                  <a:lnTo>
                    <a:pt x="1173" y="2896"/>
                  </a:lnTo>
                  <a:lnTo>
                    <a:pt x="1148" y="2878"/>
                  </a:lnTo>
                  <a:lnTo>
                    <a:pt x="1124" y="2858"/>
                  </a:lnTo>
                  <a:lnTo>
                    <a:pt x="1100" y="2839"/>
                  </a:lnTo>
                  <a:lnTo>
                    <a:pt x="1054" y="2797"/>
                  </a:lnTo>
                  <a:lnTo>
                    <a:pt x="1010" y="2752"/>
                  </a:lnTo>
                  <a:lnTo>
                    <a:pt x="967" y="2705"/>
                  </a:lnTo>
                  <a:lnTo>
                    <a:pt x="925" y="2655"/>
                  </a:lnTo>
                  <a:lnTo>
                    <a:pt x="883" y="2600"/>
                  </a:lnTo>
                  <a:lnTo>
                    <a:pt x="883" y="2600"/>
                  </a:lnTo>
                  <a:lnTo>
                    <a:pt x="833" y="2532"/>
                  </a:lnTo>
                  <a:lnTo>
                    <a:pt x="808" y="2497"/>
                  </a:lnTo>
                  <a:lnTo>
                    <a:pt x="784" y="2461"/>
                  </a:lnTo>
                  <a:lnTo>
                    <a:pt x="762" y="2426"/>
                  </a:lnTo>
                  <a:lnTo>
                    <a:pt x="741" y="2389"/>
                  </a:lnTo>
                  <a:lnTo>
                    <a:pt x="731" y="2371"/>
                  </a:lnTo>
                  <a:lnTo>
                    <a:pt x="723" y="2351"/>
                  </a:lnTo>
                  <a:lnTo>
                    <a:pt x="716" y="2332"/>
                  </a:lnTo>
                  <a:lnTo>
                    <a:pt x="709" y="2311"/>
                  </a:lnTo>
                  <a:lnTo>
                    <a:pt x="709" y="2311"/>
                  </a:lnTo>
                  <a:lnTo>
                    <a:pt x="698" y="2269"/>
                  </a:lnTo>
                  <a:lnTo>
                    <a:pt x="687" y="2225"/>
                  </a:lnTo>
                  <a:lnTo>
                    <a:pt x="667" y="2135"/>
                  </a:lnTo>
                  <a:lnTo>
                    <a:pt x="656" y="2092"/>
                  </a:lnTo>
                  <a:lnTo>
                    <a:pt x="644" y="2049"/>
                  </a:lnTo>
                  <a:lnTo>
                    <a:pt x="635" y="2028"/>
                  </a:lnTo>
                  <a:lnTo>
                    <a:pt x="627" y="2007"/>
                  </a:lnTo>
                  <a:lnTo>
                    <a:pt x="616" y="1988"/>
                  </a:lnTo>
                  <a:lnTo>
                    <a:pt x="605" y="1968"/>
                  </a:lnTo>
                  <a:lnTo>
                    <a:pt x="605" y="1968"/>
                  </a:lnTo>
                  <a:lnTo>
                    <a:pt x="592" y="1945"/>
                  </a:lnTo>
                  <a:lnTo>
                    <a:pt x="578" y="1922"/>
                  </a:lnTo>
                  <a:lnTo>
                    <a:pt x="562" y="1900"/>
                  </a:lnTo>
                  <a:lnTo>
                    <a:pt x="543" y="1878"/>
                  </a:lnTo>
                  <a:lnTo>
                    <a:pt x="525" y="1857"/>
                  </a:lnTo>
                  <a:lnTo>
                    <a:pt x="504" y="1836"/>
                  </a:lnTo>
                  <a:lnTo>
                    <a:pt x="484" y="1815"/>
                  </a:lnTo>
                  <a:lnTo>
                    <a:pt x="463" y="1796"/>
                  </a:lnTo>
                  <a:lnTo>
                    <a:pt x="418" y="1757"/>
                  </a:lnTo>
                  <a:lnTo>
                    <a:pt x="372" y="1721"/>
                  </a:lnTo>
                  <a:lnTo>
                    <a:pt x="328" y="1684"/>
                  </a:lnTo>
                  <a:lnTo>
                    <a:pt x="286" y="1648"/>
                  </a:lnTo>
                  <a:lnTo>
                    <a:pt x="286" y="1648"/>
                  </a:lnTo>
                  <a:lnTo>
                    <a:pt x="222" y="1590"/>
                  </a:lnTo>
                  <a:lnTo>
                    <a:pt x="191" y="1559"/>
                  </a:lnTo>
                  <a:lnTo>
                    <a:pt x="162" y="1528"/>
                  </a:lnTo>
                  <a:lnTo>
                    <a:pt x="133" y="1496"/>
                  </a:lnTo>
                  <a:lnTo>
                    <a:pt x="106" y="1462"/>
                  </a:lnTo>
                  <a:lnTo>
                    <a:pt x="81" y="1427"/>
                  </a:lnTo>
                  <a:lnTo>
                    <a:pt x="70" y="1407"/>
                  </a:lnTo>
                  <a:lnTo>
                    <a:pt x="59" y="1389"/>
                  </a:lnTo>
                  <a:lnTo>
                    <a:pt x="59" y="1389"/>
                  </a:lnTo>
                  <a:lnTo>
                    <a:pt x="45" y="1361"/>
                  </a:lnTo>
                  <a:lnTo>
                    <a:pt x="32" y="1334"/>
                  </a:lnTo>
                  <a:lnTo>
                    <a:pt x="21" y="1304"/>
                  </a:lnTo>
                  <a:lnTo>
                    <a:pt x="13" y="1277"/>
                  </a:lnTo>
                  <a:lnTo>
                    <a:pt x="6" y="1247"/>
                  </a:lnTo>
                  <a:lnTo>
                    <a:pt x="2" y="1217"/>
                  </a:lnTo>
                  <a:lnTo>
                    <a:pt x="0" y="1186"/>
                  </a:lnTo>
                  <a:lnTo>
                    <a:pt x="0" y="1155"/>
                  </a:lnTo>
                  <a:lnTo>
                    <a:pt x="0" y="1155"/>
                  </a:lnTo>
                  <a:lnTo>
                    <a:pt x="3" y="1121"/>
                  </a:lnTo>
                  <a:lnTo>
                    <a:pt x="7" y="1083"/>
                  </a:lnTo>
                  <a:lnTo>
                    <a:pt x="20" y="1004"/>
                  </a:lnTo>
                  <a:lnTo>
                    <a:pt x="25" y="963"/>
                  </a:lnTo>
                  <a:lnTo>
                    <a:pt x="30" y="924"/>
                  </a:lnTo>
                  <a:lnTo>
                    <a:pt x="32" y="887"/>
                  </a:lnTo>
                  <a:lnTo>
                    <a:pt x="32" y="852"/>
                  </a:lnTo>
                  <a:lnTo>
                    <a:pt x="34" y="852"/>
                  </a:lnTo>
                  <a:lnTo>
                    <a:pt x="34" y="852"/>
                  </a:lnTo>
                  <a:lnTo>
                    <a:pt x="38" y="873"/>
                  </a:lnTo>
                  <a:lnTo>
                    <a:pt x="42" y="894"/>
                  </a:lnTo>
                  <a:lnTo>
                    <a:pt x="50" y="938"/>
                  </a:lnTo>
                  <a:lnTo>
                    <a:pt x="57" y="983"/>
                  </a:lnTo>
                  <a:lnTo>
                    <a:pt x="64" y="1029"/>
                  </a:lnTo>
                  <a:lnTo>
                    <a:pt x="73" y="1073"/>
                  </a:lnTo>
                  <a:lnTo>
                    <a:pt x="78" y="1096"/>
                  </a:lnTo>
                  <a:lnTo>
                    <a:pt x="84" y="1118"/>
                  </a:lnTo>
                  <a:lnTo>
                    <a:pt x="92" y="1140"/>
                  </a:lnTo>
                  <a:lnTo>
                    <a:pt x="101" y="1160"/>
                  </a:lnTo>
                  <a:lnTo>
                    <a:pt x="110" y="1180"/>
                  </a:lnTo>
                  <a:lnTo>
                    <a:pt x="123" y="1200"/>
                  </a:lnTo>
                  <a:lnTo>
                    <a:pt x="123" y="1200"/>
                  </a:lnTo>
                  <a:lnTo>
                    <a:pt x="135" y="1217"/>
                  </a:lnTo>
                  <a:lnTo>
                    <a:pt x="151" y="1233"/>
                  </a:lnTo>
                  <a:lnTo>
                    <a:pt x="167" y="1249"/>
                  </a:lnTo>
                  <a:lnTo>
                    <a:pt x="184" y="1261"/>
                  </a:lnTo>
                  <a:lnTo>
                    <a:pt x="204" y="1274"/>
                  </a:lnTo>
                  <a:lnTo>
                    <a:pt x="223" y="1285"/>
                  </a:lnTo>
                  <a:lnTo>
                    <a:pt x="244" y="1295"/>
                  </a:lnTo>
                  <a:lnTo>
                    <a:pt x="265" y="1304"/>
                  </a:lnTo>
                  <a:lnTo>
                    <a:pt x="287" y="1311"/>
                  </a:lnTo>
                  <a:lnTo>
                    <a:pt x="309" y="1318"/>
                  </a:lnTo>
                  <a:lnTo>
                    <a:pt x="333" y="1324"/>
                  </a:lnTo>
                  <a:lnTo>
                    <a:pt x="355" y="1329"/>
                  </a:lnTo>
                  <a:lnTo>
                    <a:pt x="379" y="1332"/>
                  </a:lnTo>
                  <a:lnTo>
                    <a:pt x="403" y="1335"/>
                  </a:lnTo>
                  <a:lnTo>
                    <a:pt x="426" y="1336"/>
                  </a:lnTo>
                  <a:lnTo>
                    <a:pt x="449" y="1338"/>
                  </a:lnTo>
                  <a:lnTo>
                    <a:pt x="449" y="1338"/>
                  </a:lnTo>
                  <a:lnTo>
                    <a:pt x="474" y="1338"/>
                  </a:lnTo>
                  <a:lnTo>
                    <a:pt x="497" y="1338"/>
                  </a:lnTo>
                  <a:lnTo>
                    <a:pt x="520" y="1335"/>
                  </a:lnTo>
                  <a:lnTo>
                    <a:pt x="542" y="1334"/>
                  </a:lnTo>
                  <a:lnTo>
                    <a:pt x="542" y="1334"/>
                  </a:lnTo>
                  <a:lnTo>
                    <a:pt x="570" y="1329"/>
                  </a:lnTo>
                  <a:lnTo>
                    <a:pt x="598" y="1324"/>
                  </a:lnTo>
                  <a:lnTo>
                    <a:pt x="623" y="1317"/>
                  </a:lnTo>
                  <a:lnTo>
                    <a:pt x="649" y="1310"/>
                  </a:lnTo>
                  <a:lnTo>
                    <a:pt x="673" y="1302"/>
                  </a:lnTo>
                  <a:lnTo>
                    <a:pt x="697" y="1290"/>
                  </a:lnTo>
                  <a:lnTo>
                    <a:pt x="719" y="1279"/>
                  </a:lnTo>
                  <a:lnTo>
                    <a:pt x="740" y="1267"/>
                  </a:lnTo>
                  <a:lnTo>
                    <a:pt x="761" y="1253"/>
                  </a:lnTo>
                  <a:lnTo>
                    <a:pt x="780" y="1238"/>
                  </a:lnTo>
                  <a:lnTo>
                    <a:pt x="800" y="1222"/>
                  </a:lnTo>
                  <a:lnTo>
                    <a:pt x="818" y="1204"/>
                  </a:lnTo>
                  <a:lnTo>
                    <a:pt x="834" y="1185"/>
                  </a:lnTo>
                  <a:lnTo>
                    <a:pt x="850" y="1164"/>
                  </a:lnTo>
                  <a:lnTo>
                    <a:pt x="865" y="1141"/>
                  </a:lnTo>
                  <a:lnTo>
                    <a:pt x="880" y="1118"/>
                  </a:lnTo>
                  <a:lnTo>
                    <a:pt x="880" y="1118"/>
                  </a:lnTo>
                  <a:lnTo>
                    <a:pt x="938" y="1019"/>
                  </a:lnTo>
                  <a:lnTo>
                    <a:pt x="967" y="969"/>
                  </a:lnTo>
                  <a:lnTo>
                    <a:pt x="995" y="917"/>
                  </a:lnTo>
                  <a:lnTo>
                    <a:pt x="1021" y="864"/>
                  </a:lnTo>
                  <a:lnTo>
                    <a:pt x="1034" y="838"/>
                  </a:lnTo>
                  <a:lnTo>
                    <a:pt x="1043" y="812"/>
                  </a:lnTo>
                  <a:lnTo>
                    <a:pt x="1054" y="785"/>
                  </a:lnTo>
                  <a:lnTo>
                    <a:pt x="1063" y="757"/>
                  </a:lnTo>
                  <a:lnTo>
                    <a:pt x="1071" y="729"/>
                  </a:lnTo>
                  <a:lnTo>
                    <a:pt x="1077" y="702"/>
                  </a:lnTo>
                  <a:lnTo>
                    <a:pt x="1077" y="702"/>
                  </a:lnTo>
                  <a:lnTo>
                    <a:pt x="1085" y="658"/>
                  </a:lnTo>
                  <a:lnTo>
                    <a:pt x="1091" y="612"/>
                  </a:lnTo>
                  <a:lnTo>
                    <a:pt x="1096" y="566"/>
                  </a:lnTo>
                  <a:lnTo>
                    <a:pt x="1098" y="519"/>
                  </a:lnTo>
                  <a:lnTo>
                    <a:pt x="1098" y="472"/>
                  </a:lnTo>
                  <a:lnTo>
                    <a:pt x="1096" y="424"/>
                  </a:lnTo>
                  <a:lnTo>
                    <a:pt x="1092" y="377"/>
                  </a:lnTo>
                  <a:lnTo>
                    <a:pt x="1085" y="331"/>
                  </a:lnTo>
                  <a:lnTo>
                    <a:pt x="1075" y="285"/>
                  </a:lnTo>
                  <a:lnTo>
                    <a:pt x="1063" y="239"/>
                  </a:lnTo>
                  <a:lnTo>
                    <a:pt x="1048" y="195"/>
                  </a:lnTo>
                  <a:lnTo>
                    <a:pt x="1031" y="153"/>
                  </a:lnTo>
                  <a:lnTo>
                    <a:pt x="1020" y="132"/>
                  </a:lnTo>
                  <a:lnTo>
                    <a:pt x="1010" y="111"/>
                  </a:lnTo>
                  <a:lnTo>
                    <a:pt x="997" y="92"/>
                  </a:lnTo>
                  <a:lnTo>
                    <a:pt x="985" y="72"/>
                  </a:lnTo>
                  <a:lnTo>
                    <a:pt x="972" y="53"/>
                  </a:lnTo>
                  <a:lnTo>
                    <a:pt x="958" y="35"/>
                  </a:lnTo>
                  <a:lnTo>
                    <a:pt x="943" y="17"/>
                  </a:lnTo>
                  <a:lnTo>
                    <a:pt x="928" y="0"/>
                  </a:lnTo>
                  <a:lnTo>
                    <a:pt x="928" y="0"/>
                  </a:lnTo>
                  <a:lnTo>
                    <a:pt x="942" y="4"/>
                  </a:lnTo>
                  <a:lnTo>
                    <a:pt x="972" y="10"/>
                  </a:lnTo>
                  <a:lnTo>
                    <a:pt x="972" y="10"/>
                  </a:lnTo>
                  <a:lnTo>
                    <a:pt x="996" y="15"/>
                  </a:lnTo>
                  <a:lnTo>
                    <a:pt x="1022" y="24"/>
                  </a:lnTo>
                  <a:lnTo>
                    <a:pt x="1049" y="35"/>
                  </a:lnTo>
                  <a:lnTo>
                    <a:pt x="1063" y="43"/>
                  </a:lnTo>
                  <a:lnTo>
                    <a:pt x="1077" y="53"/>
                  </a:lnTo>
                  <a:lnTo>
                    <a:pt x="1092" y="63"/>
                  </a:lnTo>
                  <a:lnTo>
                    <a:pt x="1107" y="74"/>
                  </a:lnTo>
                  <a:lnTo>
                    <a:pt x="1123" y="88"/>
                  </a:lnTo>
                  <a:lnTo>
                    <a:pt x="1139" y="103"/>
                  </a:lnTo>
                  <a:lnTo>
                    <a:pt x="1155" y="120"/>
                  </a:lnTo>
                  <a:lnTo>
                    <a:pt x="1171" y="139"/>
                  </a:lnTo>
                  <a:lnTo>
                    <a:pt x="1190" y="160"/>
                  </a:lnTo>
                  <a:lnTo>
                    <a:pt x="1206" y="182"/>
                  </a:lnTo>
                  <a:lnTo>
                    <a:pt x="1206" y="182"/>
                  </a:lnTo>
                  <a:lnTo>
                    <a:pt x="1242" y="232"/>
                  </a:lnTo>
                  <a:lnTo>
                    <a:pt x="1280" y="288"/>
                  </a:lnTo>
                  <a:lnTo>
                    <a:pt x="1359" y="406"/>
                  </a:lnTo>
                  <a:lnTo>
                    <a:pt x="1401" y="466"/>
                  </a:lnTo>
                  <a:lnTo>
                    <a:pt x="1446" y="525"/>
                  </a:lnTo>
                  <a:lnTo>
                    <a:pt x="1468" y="553"/>
                  </a:lnTo>
                  <a:lnTo>
                    <a:pt x="1492" y="580"/>
                  </a:lnTo>
                  <a:lnTo>
                    <a:pt x="1517" y="608"/>
                  </a:lnTo>
                  <a:lnTo>
                    <a:pt x="1540" y="633"/>
                  </a:lnTo>
                  <a:lnTo>
                    <a:pt x="1540" y="633"/>
                  </a:lnTo>
                  <a:lnTo>
                    <a:pt x="1566" y="657"/>
                  </a:lnTo>
                  <a:lnTo>
                    <a:pt x="1592" y="676"/>
                  </a:lnTo>
                  <a:lnTo>
                    <a:pt x="1617" y="693"/>
                  </a:lnTo>
                  <a:lnTo>
                    <a:pt x="1643" y="707"/>
                  </a:lnTo>
                  <a:lnTo>
                    <a:pt x="1670" y="717"/>
                  </a:lnTo>
                  <a:lnTo>
                    <a:pt x="1698" y="727"/>
                  </a:lnTo>
                  <a:lnTo>
                    <a:pt x="1726" y="732"/>
                  </a:lnTo>
                  <a:lnTo>
                    <a:pt x="1755" y="738"/>
                  </a:lnTo>
                  <a:lnTo>
                    <a:pt x="1784" y="742"/>
                  </a:lnTo>
                  <a:lnTo>
                    <a:pt x="1816" y="743"/>
                  </a:lnTo>
                  <a:lnTo>
                    <a:pt x="1882" y="746"/>
                  </a:lnTo>
                  <a:lnTo>
                    <a:pt x="1953" y="747"/>
                  </a:lnTo>
                  <a:lnTo>
                    <a:pt x="2031" y="750"/>
                  </a:lnTo>
                  <a:lnTo>
                    <a:pt x="2031" y="750"/>
                  </a:lnTo>
                  <a:lnTo>
                    <a:pt x="2070" y="752"/>
                  </a:lnTo>
                  <a:lnTo>
                    <a:pt x="2103" y="752"/>
                  </a:lnTo>
                  <a:lnTo>
                    <a:pt x="2131" y="752"/>
                  </a:lnTo>
                  <a:lnTo>
                    <a:pt x="2156" y="749"/>
                  </a:lnTo>
                  <a:lnTo>
                    <a:pt x="2178" y="746"/>
                  </a:lnTo>
                  <a:lnTo>
                    <a:pt x="2198" y="742"/>
                  </a:lnTo>
                  <a:lnTo>
                    <a:pt x="2214" y="738"/>
                  </a:lnTo>
                  <a:lnTo>
                    <a:pt x="2230" y="732"/>
                  </a:lnTo>
                  <a:lnTo>
                    <a:pt x="2245" y="724"/>
                  </a:lnTo>
                  <a:lnTo>
                    <a:pt x="2259" y="717"/>
                  </a:lnTo>
                  <a:lnTo>
                    <a:pt x="2290" y="697"/>
                  </a:lnTo>
                  <a:lnTo>
                    <a:pt x="2326" y="675"/>
                  </a:lnTo>
                  <a:lnTo>
                    <a:pt x="2347" y="663"/>
                  </a:lnTo>
                  <a:lnTo>
                    <a:pt x="2370" y="650"/>
                  </a:lnTo>
                  <a:lnTo>
                    <a:pt x="2370" y="650"/>
                  </a:lnTo>
                  <a:lnTo>
                    <a:pt x="2426" y="622"/>
                  </a:lnTo>
                  <a:lnTo>
                    <a:pt x="2483" y="594"/>
                  </a:lnTo>
                  <a:lnTo>
                    <a:pt x="2544" y="565"/>
                  </a:lnTo>
                  <a:lnTo>
                    <a:pt x="2604" y="539"/>
                  </a:lnTo>
                  <a:lnTo>
                    <a:pt x="2664" y="512"/>
                  </a:lnTo>
                  <a:lnTo>
                    <a:pt x="2721" y="490"/>
                  </a:lnTo>
                  <a:lnTo>
                    <a:pt x="2774" y="470"/>
                  </a:lnTo>
                  <a:lnTo>
                    <a:pt x="2822" y="455"/>
                  </a:lnTo>
                  <a:lnTo>
                    <a:pt x="2822" y="455"/>
                  </a:lnTo>
                  <a:lnTo>
                    <a:pt x="2858" y="447"/>
                  </a:lnTo>
                  <a:lnTo>
                    <a:pt x="2901" y="438"/>
                  </a:lnTo>
                  <a:lnTo>
                    <a:pt x="2901" y="438"/>
                  </a:lnTo>
                  <a:lnTo>
                    <a:pt x="2959" y="430"/>
                  </a:lnTo>
                  <a:lnTo>
                    <a:pt x="3025" y="422"/>
                  </a:lnTo>
                  <a:lnTo>
                    <a:pt x="3165" y="406"/>
                  </a:lnTo>
                  <a:lnTo>
                    <a:pt x="3235" y="399"/>
                  </a:lnTo>
                  <a:lnTo>
                    <a:pt x="3301" y="391"/>
                  </a:lnTo>
                  <a:lnTo>
                    <a:pt x="3360" y="381"/>
                  </a:lnTo>
                  <a:lnTo>
                    <a:pt x="3412" y="372"/>
                  </a:lnTo>
                  <a:lnTo>
                    <a:pt x="3412" y="372"/>
                  </a:lnTo>
                  <a:lnTo>
                    <a:pt x="3441" y="367"/>
                  </a:lnTo>
                  <a:lnTo>
                    <a:pt x="3470" y="365"/>
                  </a:lnTo>
                  <a:lnTo>
                    <a:pt x="3500" y="366"/>
                  </a:lnTo>
                  <a:lnTo>
                    <a:pt x="3530" y="370"/>
                  </a:lnTo>
                  <a:lnTo>
                    <a:pt x="3562" y="376"/>
                  </a:lnTo>
                  <a:lnTo>
                    <a:pt x="3593" y="383"/>
                  </a:lnTo>
                  <a:lnTo>
                    <a:pt x="3626" y="391"/>
                  </a:lnTo>
                  <a:lnTo>
                    <a:pt x="3658" y="402"/>
                  </a:lnTo>
                  <a:lnTo>
                    <a:pt x="3727" y="424"/>
                  </a:lnTo>
                  <a:lnTo>
                    <a:pt x="3798" y="450"/>
                  </a:lnTo>
                  <a:lnTo>
                    <a:pt x="3871" y="473"/>
                  </a:lnTo>
                  <a:lnTo>
                    <a:pt x="3909" y="484"/>
                  </a:lnTo>
                  <a:lnTo>
                    <a:pt x="3947" y="494"/>
                  </a:lnTo>
                  <a:lnTo>
                    <a:pt x="3947" y="494"/>
                  </a:lnTo>
                  <a:lnTo>
                    <a:pt x="3980" y="501"/>
                  </a:lnTo>
                  <a:lnTo>
                    <a:pt x="4012" y="505"/>
                  </a:lnTo>
                  <a:lnTo>
                    <a:pt x="4044" y="508"/>
                  </a:lnTo>
                  <a:lnTo>
                    <a:pt x="4076" y="509"/>
                  </a:lnTo>
                  <a:lnTo>
                    <a:pt x="4107" y="508"/>
                  </a:lnTo>
                  <a:lnTo>
                    <a:pt x="4137" y="507"/>
                  </a:lnTo>
                  <a:lnTo>
                    <a:pt x="4167" y="504"/>
                  </a:lnTo>
                  <a:lnTo>
                    <a:pt x="4196" y="500"/>
                  </a:lnTo>
                  <a:lnTo>
                    <a:pt x="4250" y="490"/>
                  </a:lnTo>
                  <a:lnTo>
                    <a:pt x="4300" y="477"/>
                  </a:lnTo>
                  <a:lnTo>
                    <a:pt x="4346" y="466"/>
                  </a:lnTo>
                  <a:lnTo>
                    <a:pt x="4387" y="456"/>
                  </a:lnTo>
                  <a:lnTo>
                    <a:pt x="4387" y="456"/>
                  </a:lnTo>
                  <a:lnTo>
                    <a:pt x="4403" y="483"/>
                  </a:lnTo>
                  <a:lnTo>
                    <a:pt x="4419" y="509"/>
                  </a:lnTo>
                  <a:lnTo>
                    <a:pt x="4449" y="564"/>
                  </a:lnTo>
                  <a:lnTo>
                    <a:pt x="4479" y="618"/>
                  </a:lnTo>
                  <a:lnTo>
                    <a:pt x="4506" y="674"/>
                  </a:lnTo>
                  <a:lnTo>
                    <a:pt x="4536" y="729"/>
                  </a:lnTo>
                  <a:lnTo>
                    <a:pt x="4565" y="784"/>
                  </a:lnTo>
                  <a:lnTo>
                    <a:pt x="4597" y="837"/>
                  </a:lnTo>
                  <a:lnTo>
                    <a:pt x="4614" y="863"/>
                  </a:lnTo>
                  <a:lnTo>
                    <a:pt x="4632" y="889"/>
                  </a:lnTo>
                  <a:lnTo>
                    <a:pt x="4632" y="889"/>
                  </a:lnTo>
                  <a:lnTo>
                    <a:pt x="4660" y="927"/>
                  </a:lnTo>
                  <a:lnTo>
                    <a:pt x="4689" y="963"/>
                  </a:lnTo>
                  <a:lnTo>
                    <a:pt x="4718" y="998"/>
                  </a:lnTo>
                  <a:lnTo>
                    <a:pt x="4750" y="1031"/>
                  </a:lnTo>
                  <a:lnTo>
                    <a:pt x="4782" y="1063"/>
                  </a:lnTo>
                  <a:lnTo>
                    <a:pt x="4814" y="1094"/>
                  </a:lnTo>
                  <a:lnTo>
                    <a:pt x="4849" y="1125"/>
                  </a:lnTo>
                  <a:lnTo>
                    <a:pt x="4884" y="1153"/>
                  </a:lnTo>
                  <a:lnTo>
                    <a:pt x="4921" y="1178"/>
                  </a:lnTo>
                  <a:lnTo>
                    <a:pt x="4959" y="1201"/>
                  </a:lnTo>
                  <a:lnTo>
                    <a:pt x="4998" y="1224"/>
                  </a:lnTo>
                  <a:lnTo>
                    <a:pt x="5038" y="1244"/>
                  </a:lnTo>
                  <a:lnTo>
                    <a:pt x="5080" y="1263"/>
                  </a:lnTo>
                  <a:lnTo>
                    <a:pt x="5122" y="1278"/>
                  </a:lnTo>
                  <a:lnTo>
                    <a:pt x="5167" y="1290"/>
                  </a:lnTo>
                  <a:lnTo>
                    <a:pt x="5211" y="1302"/>
                  </a:lnTo>
                  <a:lnTo>
                    <a:pt x="5211" y="1302"/>
                  </a:lnTo>
                  <a:lnTo>
                    <a:pt x="5249" y="1309"/>
                  </a:lnTo>
                  <a:lnTo>
                    <a:pt x="5286" y="1315"/>
                  </a:lnTo>
                  <a:lnTo>
                    <a:pt x="5322" y="1321"/>
                  </a:lnTo>
                  <a:lnTo>
                    <a:pt x="5360" y="1325"/>
                  </a:lnTo>
                  <a:lnTo>
                    <a:pt x="5398" y="1328"/>
                  </a:lnTo>
                  <a:lnTo>
                    <a:pt x="5434" y="1331"/>
                  </a:lnTo>
                  <a:lnTo>
                    <a:pt x="5471" y="1331"/>
                  </a:lnTo>
                  <a:lnTo>
                    <a:pt x="5508" y="1331"/>
                  </a:lnTo>
                  <a:lnTo>
                    <a:pt x="5544" y="1329"/>
                  </a:lnTo>
                  <a:lnTo>
                    <a:pt x="5580" y="1327"/>
                  </a:lnTo>
                  <a:lnTo>
                    <a:pt x="5616" y="1324"/>
                  </a:lnTo>
                  <a:lnTo>
                    <a:pt x="5651" y="1318"/>
                  </a:lnTo>
                  <a:lnTo>
                    <a:pt x="5686" y="1313"/>
                  </a:lnTo>
                  <a:lnTo>
                    <a:pt x="5721" y="1304"/>
                  </a:lnTo>
                  <a:lnTo>
                    <a:pt x="5756" y="1296"/>
                  </a:lnTo>
                  <a:lnTo>
                    <a:pt x="5789" y="1286"/>
                  </a:lnTo>
                  <a:lnTo>
                    <a:pt x="5822" y="1275"/>
                  </a:lnTo>
                  <a:lnTo>
                    <a:pt x="5854" y="1263"/>
                  </a:lnTo>
                  <a:lnTo>
                    <a:pt x="5886" y="1249"/>
                  </a:lnTo>
                  <a:lnTo>
                    <a:pt x="5917" y="1232"/>
                  </a:lnTo>
                  <a:lnTo>
                    <a:pt x="5948" y="1215"/>
                  </a:lnTo>
                  <a:lnTo>
                    <a:pt x="5977" y="1197"/>
                  </a:lnTo>
                  <a:lnTo>
                    <a:pt x="6005" y="1178"/>
                  </a:lnTo>
                  <a:lnTo>
                    <a:pt x="6033" y="1155"/>
                  </a:lnTo>
                  <a:lnTo>
                    <a:pt x="6060" y="1133"/>
                  </a:lnTo>
                  <a:lnTo>
                    <a:pt x="6086" y="1108"/>
                  </a:lnTo>
                  <a:lnTo>
                    <a:pt x="6111" y="1083"/>
                  </a:lnTo>
                  <a:lnTo>
                    <a:pt x="6136" y="1055"/>
                  </a:lnTo>
                  <a:lnTo>
                    <a:pt x="6158" y="1026"/>
                  </a:lnTo>
                  <a:lnTo>
                    <a:pt x="6180" y="995"/>
                  </a:lnTo>
                  <a:lnTo>
                    <a:pt x="6200" y="963"/>
                  </a:lnTo>
                  <a:lnTo>
                    <a:pt x="6219" y="928"/>
                  </a:lnTo>
                  <a:lnTo>
                    <a:pt x="6219" y="928"/>
                  </a:lnTo>
                  <a:lnTo>
                    <a:pt x="6265" y="838"/>
                  </a:lnTo>
                  <a:lnTo>
                    <a:pt x="6287" y="792"/>
                  </a:lnTo>
                  <a:lnTo>
                    <a:pt x="6307" y="749"/>
                  </a:lnTo>
                  <a:lnTo>
                    <a:pt x="6307" y="749"/>
                  </a:lnTo>
                  <a:lnTo>
                    <a:pt x="6257" y="731"/>
                  </a:lnTo>
                  <a:lnTo>
                    <a:pt x="6208" y="714"/>
                  </a:lnTo>
                  <a:lnTo>
                    <a:pt x="6208" y="711"/>
                  </a:lnTo>
                  <a:lnTo>
                    <a:pt x="6208" y="711"/>
                  </a:lnTo>
                  <a:lnTo>
                    <a:pt x="6240" y="700"/>
                  </a:lnTo>
                  <a:lnTo>
                    <a:pt x="6272" y="692"/>
                  </a:lnTo>
                  <a:lnTo>
                    <a:pt x="6304" y="686"/>
                  </a:lnTo>
                  <a:lnTo>
                    <a:pt x="6336" y="683"/>
                  </a:lnTo>
                  <a:lnTo>
                    <a:pt x="6368" y="683"/>
                  </a:lnTo>
                  <a:lnTo>
                    <a:pt x="6400" y="685"/>
                  </a:lnTo>
                  <a:lnTo>
                    <a:pt x="6431" y="689"/>
                  </a:lnTo>
                  <a:lnTo>
                    <a:pt x="6463" y="695"/>
                  </a:lnTo>
                  <a:lnTo>
                    <a:pt x="6495" y="700"/>
                  </a:lnTo>
                  <a:lnTo>
                    <a:pt x="6527" y="708"/>
                  </a:lnTo>
                  <a:lnTo>
                    <a:pt x="6558" y="718"/>
                  </a:lnTo>
                  <a:lnTo>
                    <a:pt x="6590" y="728"/>
                  </a:lnTo>
                  <a:lnTo>
                    <a:pt x="6651" y="750"/>
                  </a:lnTo>
                  <a:lnTo>
                    <a:pt x="6709" y="773"/>
                  </a:lnTo>
                  <a:lnTo>
                    <a:pt x="6709" y="773"/>
                  </a:lnTo>
                  <a:lnTo>
                    <a:pt x="6748" y="788"/>
                  </a:lnTo>
                  <a:lnTo>
                    <a:pt x="6787" y="802"/>
                  </a:lnTo>
                  <a:lnTo>
                    <a:pt x="6867" y="828"/>
                  </a:lnTo>
                  <a:lnTo>
                    <a:pt x="6948" y="852"/>
                  </a:lnTo>
                  <a:lnTo>
                    <a:pt x="7028" y="876"/>
                  </a:lnTo>
                  <a:lnTo>
                    <a:pt x="7109" y="898"/>
                  </a:lnTo>
                  <a:lnTo>
                    <a:pt x="7190" y="920"/>
                  </a:lnTo>
                  <a:lnTo>
                    <a:pt x="7271" y="945"/>
                  </a:lnTo>
                  <a:lnTo>
                    <a:pt x="7311" y="959"/>
                  </a:lnTo>
                  <a:lnTo>
                    <a:pt x="7350" y="973"/>
                  </a:lnTo>
                  <a:lnTo>
                    <a:pt x="7350" y="973"/>
                  </a:lnTo>
                  <a:lnTo>
                    <a:pt x="7432" y="10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D69CC4E6-A08E-2BF5-AA03-59779590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83"/>
              <a:ext cx="4294" cy="2226"/>
            </a:xfrm>
            <a:custGeom>
              <a:avLst/>
              <a:gdLst>
                <a:gd name="T0" fmla="*/ 7716 w 8589"/>
                <a:gd name="T1" fmla="*/ 1135 h 4451"/>
                <a:gd name="T2" fmla="*/ 7974 w 8589"/>
                <a:gd name="T3" fmla="*/ 1329 h 4451"/>
                <a:gd name="T4" fmla="*/ 8152 w 8589"/>
                <a:gd name="T5" fmla="*/ 1566 h 4451"/>
                <a:gd name="T6" fmla="*/ 8319 w 8589"/>
                <a:gd name="T7" fmla="*/ 2037 h 4451"/>
                <a:gd name="T8" fmla="*/ 8418 w 8589"/>
                <a:gd name="T9" fmla="*/ 2651 h 4451"/>
                <a:gd name="T10" fmla="*/ 8508 w 8589"/>
                <a:gd name="T11" fmla="*/ 3685 h 4451"/>
                <a:gd name="T12" fmla="*/ 8575 w 8589"/>
                <a:gd name="T13" fmla="*/ 4275 h 4451"/>
                <a:gd name="T14" fmla="*/ 3132 w 8589"/>
                <a:gd name="T15" fmla="*/ 4117 h 4451"/>
                <a:gd name="T16" fmla="*/ 3103 w 8589"/>
                <a:gd name="T17" fmla="*/ 3539 h 4451"/>
                <a:gd name="T18" fmla="*/ 3025 w 8589"/>
                <a:gd name="T19" fmla="*/ 3220 h 4451"/>
                <a:gd name="T20" fmla="*/ 2915 w 8589"/>
                <a:gd name="T21" fmla="*/ 3063 h 4451"/>
                <a:gd name="T22" fmla="*/ 2731 w 8589"/>
                <a:gd name="T23" fmla="*/ 2947 h 4451"/>
                <a:gd name="T24" fmla="*/ 2486 w 8589"/>
                <a:gd name="T25" fmla="*/ 2926 h 4451"/>
                <a:gd name="T26" fmla="*/ 2036 w 8589"/>
                <a:gd name="T27" fmla="*/ 3043 h 4451"/>
                <a:gd name="T28" fmla="*/ 1727 w 8589"/>
                <a:gd name="T29" fmla="*/ 3072 h 4451"/>
                <a:gd name="T30" fmla="*/ 1471 w 8589"/>
                <a:gd name="T31" fmla="*/ 3036 h 4451"/>
                <a:gd name="T32" fmla="*/ 1248 w 8589"/>
                <a:gd name="T33" fmla="*/ 2944 h 4451"/>
                <a:gd name="T34" fmla="*/ 1010 w 8589"/>
                <a:gd name="T35" fmla="*/ 2752 h 4451"/>
                <a:gd name="T36" fmla="*/ 762 w 8589"/>
                <a:gd name="T37" fmla="*/ 2426 h 4451"/>
                <a:gd name="T38" fmla="*/ 687 w 8589"/>
                <a:gd name="T39" fmla="*/ 2225 h 4451"/>
                <a:gd name="T40" fmla="*/ 605 w 8589"/>
                <a:gd name="T41" fmla="*/ 1968 h 4451"/>
                <a:gd name="T42" fmla="*/ 463 w 8589"/>
                <a:gd name="T43" fmla="*/ 1796 h 4451"/>
                <a:gd name="T44" fmla="*/ 162 w 8589"/>
                <a:gd name="T45" fmla="*/ 1528 h 4451"/>
                <a:gd name="T46" fmla="*/ 32 w 8589"/>
                <a:gd name="T47" fmla="*/ 1334 h 4451"/>
                <a:gd name="T48" fmla="*/ 3 w 8589"/>
                <a:gd name="T49" fmla="*/ 1121 h 4451"/>
                <a:gd name="T50" fmla="*/ 34 w 8589"/>
                <a:gd name="T51" fmla="*/ 852 h 4451"/>
                <a:gd name="T52" fmla="*/ 84 w 8589"/>
                <a:gd name="T53" fmla="*/ 1118 h 4451"/>
                <a:gd name="T54" fmla="*/ 167 w 8589"/>
                <a:gd name="T55" fmla="*/ 1249 h 4451"/>
                <a:gd name="T56" fmla="*/ 333 w 8589"/>
                <a:gd name="T57" fmla="*/ 1324 h 4451"/>
                <a:gd name="T58" fmla="*/ 497 w 8589"/>
                <a:gd name="T59" fmla="*/ 1338 h 4451"/>
                <a:gd name="T60" fmla="*/ 673 w 8589"/>
                <a:gd name="T61" fmla="*/ 1302 h 4451"/>
                <a:gd name="T62" fmla="*/ 834 w 8589"/>
                <a:gd name="T63" fmla="*/ 1185 h 4451"/>
                <a:gd name="T64" fmla="*/ 1021 w 8589"/>
                <a:gd name="T65" fmla="*/ 864 h 4451"/>
                <a:gd name="T66" fmla="*/ 1085 w 8589"/>
                <a:gd name="T67" fmla="*/ 658 h 4451"/>
                <a:gd name="T68" fmla="*/ 1075 w 8589"/>
                <a:gd name="T69" fmla="*/ 285 h 4451"/>
                <a:gd name="T70" fmla="*/ 972 w 8589"/>
                <a:gd name="T71" fmla="*/ 53 h 4451"/>
                <a:gd name="T72" fmla="*/ 996 w 8589"/>
                <a:gd name="T73" fmla="*/ 15 h 4451"/>
                <a:gd name="T74" fmla="*/ 1139 w 8589"/>
                <a:gd name="T75" fmla="*/ 103 h 4451"/>
                <a:gd name="T76" fmla="*/ 1359 w 8589"/>
                <a:gd name="T77" fmla="*/ 406 h 4451"/>
                <a:gd name="T78" fmla="*/ 1566 w 8589"/>
                <a:gd name="T79" fmla="*/ 657 h 4451"/>
                <a:gd name="T80" fmla="*/ 1784 w 8589"/>
                <a:gd name="T81" fmla="*/ 742 h 4451"/>
                <a:gd name="T82" fmla="*/ 2131 w 8589"/>
                <a:gd name="T83" fmla="*/ 752 h 4451"/>
                <a:gd name="T84" fmla="*/ 2290 w 8589"/>
                <a:gd name="T85" fmla="*/ 697 h 4451"/>
                <a:gd name="T86" fmla="*/ 2604 w 8589"/>
                <a:gd name="T87" fmla="*/ 539 h 4451"/>
                <a:gd name="T88" fmla="*/ 2901 w 8589"/>
                <a:gd name="T89" fmla="*/ 438 h 4451"/>
                <a:gd name="T90" fmla="*/ 3412 w 8589"/>
                <a:gd name="T91" fmla="*/ 372 h 4451"/>
                <a:gd name="T92" fmla="*/ 3658 w 8589"/>
                <a:gd name="T93" fmla="*/ 402 h 4451"/>
                <a:gd name="T94" fmla="*/ 4012 w 8589"/>
                <a:gd name="T95" fmla="*/ 505 h 4451"/>
                <a:gd name="T96" fmla="*/ 4300 w 8589"/>
                <a:gd name="T97" fmla="*/ 477 h 4451"/>
                <a:gd name="T98" fmla="*/ 4506 w 8589"/>
                <a:gd name="T99" fmla="*/ 674 h 4451"/>
                <a:gd name="T100" fmla="*/ 4689 w 8589"/>
                <a:gd name="T101" fmla="*/ 963 h 4451"/>
                <a:gd name="T102" fmla="*/ 4959 w 8589"/>
                <a:gd name="T103" fmla="*/ 1201 h 4451"/>
                <a:gd name="T104" fmla="*/ 5249 w 8589"/>
                <a:gd name="T105" fmla="*/ 1309 h 4451"/>
                <a:gd name="T106" fmla="*/ 5544 w 8589"/>
                <a:gd name="T107" fmla="*/ 1329 h 4451"/>
                <a:gd name="T108" fmla="*/ 5822 w 8589"/>
                <a:gd name="T109" fmla="*/ 1275 h 4451"/>
                <a:gd name="T110" fmla="*/ 6060 w 8589"/>
                <a:gd name="T111" fmla="*/ 1133 h 4451"/>
                <a:gd name="T112" fmla="*/ 6219 w 8589"/>
                <a:gd name="T113" fmla="*/ 928 h 4451"/>
                <a:gd name="T114" fmla="*/ 6208 w 8589"/>
                <a:gd name="T115" fmla="*/ 711 h 4451"/>
                <a:gd name="T116" fmla="*/ 6463 w 8589"/>
                <a:gd name="T117" fmla="*/ 695 h 4451"/>
                <a:gd name="T118" fmla="*/ 6748 w 8589"/>
                <a:gd name="T119" fmla="*/ 788 h 4451"/>
                <a:gd name="T120" fmla="*/ 7311 w 8589"/>
                <a:gd name="T121" fmla="*/ 959 h 4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589" h="4451">
                  <a:moveTo>
                    <a:pt x="7432" y="1002"/>
                  </a:moveTo>
                  <a:lnTo>
                    <a:pt x="7432" y="1002"/>
                  </a:lnTo>
                  <a:lnTo>
                    <a:pt x="7509" y="1033"/>
                  </a:lnTo>
                  <a:lnTo>
                    <a:pt x="7581" y="1065"/>
                  </a:lnTo>
                  <a:lnTo>
                    <a:pt x="7616" y="1080"/>
                  </a:lnTo>
                  <a:lnTo>
                    <a:pt x="7649" y="1098"/>
                  </a:lnTo>
                  <a:lnTo>
                    <a:pt x="7684" y="1116"/>
                  </a:lnTo>
                  <a:lnTo>
                    <a:pt x="7716" y="1135"/>
                  </a:lnTo>
                  <a:lnTo>
                    <a:pt x="7750" y="1154"/>
                  </a:lnTo>
                  <a:lnTo>
                    <a:pt x="7782" y="1175"/>
                  </a:lnTo>
                  <a:lnTo>
                    <a:pt x="7814" y="1197"/>
                  </a:lnTo>
                  <a:lnTo>
                    <a:pt x="7846" y="1221"/>
                  </a:lnTo>
                  <a:lnTo>
                    <a:pt x="7878" y="1246"/>
                  </a:lnTo>
                  <a:lnTo>
                    <a:pt x="7910" y="1272"/>
                  </a:lnTo>
                  <a:lnTo>
                    <a:pt x="7942" y="1300"/>
                  </a:lnTo>
                  <a:lnTo>
                    <a:pt x="7974" y="1329"/>
                  </a:lnTo>
                  <a:lnTo>
                    <a:pt x="7974" y="1329"/>
                  </a:lnTo>
                  <a:lnTo>
                    <a:pt x="7992" y="1346"/>
                  </a:lnTo>
                  <a:lnTo>
                    <a:pt x="8010" y="1364"/>
                  </a:lnTo>
                  <a:lnTo>
                    <a:pt x="8042" y="1400"/>
                  </a:lnTo>
                  <a:lnTo>
                    <a:pt x="8073" y="1439"/>
                  </a:lnTo>
                  <a:lnTo>
                    <a:pt x="8100" y="1480"/>
                  </a:lnTo>
                  <a:lnTo>
                    <a:pt x="8127" y="1522"/>
                  </a:lnTo>
                  <a:lnTo>
                    <a:pt x="8152" y="1566"/>
                  </a:lnTo>
                  <a:lnTo>
                    <a:pt x="8174" y="1611"/>
                  </a:lnTo>
                  <a:lnTo>
                    <a:pt x="8195" y="1657"/>
                  </a:lnTo>
                  <a:lnTo>
                    <a:pt x="8215" y="1703"/>
                  </a:lnTo>
                  <a:lnTo>
                    <a:pt x="8233" y="1750"/>
                  </a:lnTo>
                  <a:lnTo>
                    <a:pt x="8249" y="1797"/>
                  </a:lnTo>
                  <a:lnTo>
                    <a:pt x="8265" y="1846"/>
                  </a:lnTo>
                  <a:lnTo>
                    <a:pt x="8294" y="1942"/>
                  </a:lnTo>
                  <a:lnTo>
                    <a:pt x="8319" y="2037"/>
                  </a:lnTo>
                  <a:lnTo>
                    <a:pt x="8319" y="2037"/>
                  </a:lnTo>
                  <a:lnTo>
                    <a:pt x="8332" y="2087"/>
                  </a:lnTo>
                  <a:lnTo>
                    <a:pt x="8343" y="2138"/>
                  </a:lnTo>
                  <a:lnTo>
                    <a:pt x="8364" y="2240"/>
                  </a:lnTo>
                  <a:lnTo>
                    <a:pt x="8380" y="2342"/>
                  </a:lnTo>
                  <a:lnTo>
                    <a:pt x="8394" y="2445"/>
                  </a:lnTo>
                  <a:lnTo>
                    <a:pt x="8407" y="2548"/>
                  </a:lnTo>
                  <a:lnTo>
                    <a:pt x="8418" y="2651"/>
                  </a:lnTo>
                  <a:lnTo>
                    <a:pt x="8428" y="2754"/>
                  </a:lnTo>
                  <a:lnTo>
                    <a:pt x="8436" y="2858"/>
                  </a:lnTo>
                  <a:lnTo>
                    <a:pt x="8450" y="3065"/>
                  </a:lnTo>
                  <a:lnTo>
                    <a:pt x="8465" y="3273"/>
                  </a:lnTo>
                  <a:lnTo>
                    <a:pt x="8474" y="3376"/>
                  </a:lnTo>
                  <a:lnTo>
                    <a:pt x="8483" y="3479"/>
                  </a:lnTo>
                  <a:lnTo>
                    <a:pt x="8496" y="3582"/>
                  </a:lnTo>
                  <a:lnTo>
                    <a:pt x="8508" y="3685"/>
                  </a:lnTo>
                  <a:lnTo>
                    <a:pt x="8508" y="3685"/>
                  </a:lnTo>
                  <a:lnTo>
                    <a:pt x="8518" y="3759"/>
                  </a:lnTo>
                  <a:lnTo>
                    <a:pt x="8528" y="3833"/>
                  </a:lnTo>
                  <a:lnTo>
                    <a:pt x="8542" y="3980"/>
                  </a:lnTo>
                  <a:lnTo>
                    <a:pt x="8557" y="4128"/>
                  </a:lnTo>
                  <a:lnTo>
                    <a:pt x="8566" y="4202"/>
                  </a:lnTo>
                  <a:lnTo>
                    <a:pt x="8575" y="4275"/>
                  </a:lnTo>
                  <a:lnTo>
                    <a:pt x="8575" y="4275"/>
                  </a:lnTo>
                  <a:lnTo>
                    <a:pt x="8581" y="4320"/>
                  </a:lnTo>
                  <a:lnTo>
                    <a:pt x="8585" y="4363"/>
                  </a:lnTo>
                  <a:lnTo>
                    <a:pt x="8589" y="4451"/>
                  </a:lnTo>
                  <a:lnTo>
                    <a:pt x="3124" y="4451"/>
                  </a:lnTo>
                  <a:lnTo>
                    <a:pt x="3124" y="4451"/>
                  </a:lnTo>
                  <a:lnTo>
                    <a:pt x="3129" y="4284"/>
                  </a:lnTo>
                  <a:lnTo>
                    <a:pt x="3132" y="4200"/>
                  </a:lnTo>
                  <a:lnTo>
                    <a:pt x="3132" y="4117"/>
                  </a:lnTo>
                  <a:lnTo>
                    <a:pt x="3132" y="4033"/>
                  </a:lnTo>
                  <a:lnTo>
                    <a:pt x="3132" y="3950"/>
                  </a:lnTo>
                  <a:lnTo>
                    <a:pt x="3128" y="3866"/>
                  </a:lnTo>
                  <a:lnTo>
                    <a:pt x="3124" y="3782"/>
                  </a:lnTo>
                  <a:lnTo>
                    <a:pt x="3124" y="3782"/>
                  </a:lnTo>
                  <a:lnTo>
                    <a:pt x="3117" y="3689"/>
                  </a:lnTo>
                  <a:lnTo>
                    <a:pt x="3108" y="3590"/>
                  </a:lnTo>
                  <a:lnTo>
                    <a:pt x="3103" y="3539"/>
                  </a:lnTo>
                  <a:lnTo>
                    <a:pt x="3096" y="3489"/>
                  </a:lnTo>
                  <a:lnTo>
                    <a:pt x="3088" y="3437"/>
                  </a:lnTo>
                  <a:lnTo>
                    <a:pt x="3078" y="3387"/>
                  </a:lnTo>
                  <a:lnTo>
                    <a:pt x="3065" y="3337"/>
                  </a:lnTo>
                  <a:lnTo>
                    <a:pt x="3051" y="3290"/>
                  </a:lnTo>
                  <a:lnTo>
                    <a:pt x="3043" y="3266"/>
                  </a:lnTo>
                  <a:lnTo>
                    <a:pt x="3035" y="3242"/>
                  </a:lnTo>
                  <a:lnTo>
                    <a:pt x="3025" y="3220"/>
                  </a:lnTo>
                  <a:lnTo>
                    <a:pt x="3014" y="3198"/>
                  </a:lnTo>
                  <a:lnTo>
                    <a:pt x="3003" y="3177"/>
                  </a:lnTo>
                  <a:lnTo>
                    <a:pt x="2990" y="3156"/>
                  </a:lnTo>
                  <a:lnTo>
                    <a:pt x="2978" y="3135"/>
                  </a:lnTo>
                  <a:lnTo>
                    <a:pt x="2962" y="3116"/>
                  </a:lnTo>
                  <a:lnTo>
                    <a:pt x="2948" y="3098"/>
                  </a:lnTo>
                  <a:lnTo>
                    <a:pt x="2932" y="3079"/>
                  </a:lnTo>
                  <a:lnTo>
                    <a:pt x="2915" y="3063"/>
                  </a:lnTo>
                  <a:lnTo>
                    <a:pt x="2897" y="3046"/>
                  </a:lnTo>
                  <a:lnTo>
                    <a:pt x="2897" y="3046"/>
                  </a:lnTo>
                  <a:lnTo>
                    <a:pt x="2870" y="3025"/>
                  </a:lnTo>
                  <a:lnTo>
                    <a:pt x="2844" y="3006"/>
                  </a:lnTo>
                  <a:lnTo>
                    <a:pt x="2816" y="2988"/>
                  </a:lnTo>
                  <a:lnTo>
                    <a:pt x="2788" y="2972"/>
                  </a:lnTo>
                  <a:lnTo>
                    <a:pt x="2760" y="2958"/>
                  </a:lnTo>
                  <a:lnTo>
                    <a:pt x="2731" y="2947"/>
                  </a:lnTo>
                  <a:lnTo>
                    <a:pt x="2702" y="2937"/>
                  </a:lnTo>
                  <a:lnTo>
                    <a:pt x="2673" y="2929"/>
                  </a:lnTo>
                  <a:lnTo>
                    <a:pt x="2642" y="2923"/>
                  </a:lnTo>
                  <a:lnTo>
                    <a:pt x="2611" y="2919"/>
                  </a:lnTo>
                  <a:lnTo>
                    <a:pt x="2581" y="2918"/>
                  </a:lnTo>
                  <a:lnTo>
                    <a:pt x="2550" y="2918"/>
                  </a:lnTo>
                  <a:lnTo>
                    <a:pt x="2518" y="2921"/>
                  </a:lnTo>
                  <a:lnTo>
                    <a:pt x="2486" y="2926"/>
                  </a:lnTo>
                  <a:lnTo>
                    <a:pt x="2454" y="2933"/>
                  </a:lnTo>
                  <a:lnTo>
                    <a:pt x="2421" y="2943"/>
                  </a:lnTo>
                  <a:lnTo>
                    <a:pt x="2421" y="2943"/>
                  </a:lnTo>
                  <a:lnTo>
                    <a:pt x="2336" y="2968"/>
                  </a:lnTo>
                  <a:lnTo>
                    <a:pt x="2249" y="2992"/>
                  </a:lnTo>
                  <a:lnTo>
                    <a:pt x="2164" y="3014"/>
                  </a:lnTo>
                  <a:lnTo>
                    <a:pt x="2079" y="3033"/>
                  </a:lnTo>
                  <a:lnTo>
                    <a:pt x="2036" y="3043"/>
                  </a:lnTo>
                  <a:lnTo>
                    <a:pt x="1993" y="3050"/>
                  </a:lnTo>
                  <a:lnTo>
                    <a:pt x="1950" y="3057"/>
                  </a:lnTo>
                  <a:lnTo>
                    <a:pt x="1907" y="3063"/>
                  </a:lnTo>
                  <a:lnTo>
                    <a:pt x="1862" y="3067"/>
                  </a:lnTo>
                  <a:lnTo>
                    <a:pt x="1818" y="3071"/>
                  </a:lnTo>
                  <a:lnTo>
                    <a:pt x="1772" y="3072"/>
                  </a:lnTo>
                  <a:lnTo>
                    <a:pt x="1727" y="3072"/>
                  </a:lnTo>
                  <a:lnTo>
                    <a:pt x="1727" y="3072"/>
                  </a:lnTo>
                  <a:lnTo>
                    <a:pt x="1692" y="3071"/>
                  </a:lnTo>
                  <a:lnTo>
                    <a:pt x="1659" y="3070"/>
                  </a:lnTo>
                  <a:lnTo>
                    <a:pt x="1625" y="3065"/>
                  </a:lnTo>
                  <a:lnTo>
                    <a:pt x="1593" y="3063"/>
                  </a:lnTo>
                  <a:lnTo>
                    <a:pt x="1561" y="3057"/>
                  </a:lnTo>
                  <a:lnTo>
                    <a:pt x="1531" y="3052"/>
                  </a:lnTo>
                  <a:lnTo>
                    <a:pt x="1500" y="3045"/>
                  </a:lnTo>
                  <a:lnTo>
                    <a:pt x="1471" y="3036"/>
                  </a:lnTo>
                  <a:lnTo>
                    <a:pt x="1440" y="3028"/>
                  </a:lnTo>
                  <a:lnTo>
                    <a:pt x="1411" y="3020"/>
                  </a:lnTo>
                  <a:lnTo>
                    <a:pt x="1383" y="3008"/>
                  </a:lnTo>
                  <a:lnTo>
                    <a:pt x="1355" y="2997"/>
                  </a:lnTo>
                  <a:lnTo>
                    <a:pt x="1327" y="2985"/>
                  </a:lnTo>
                  <a:lnTo>
                    <a:pt x="1301" y="2972"/>
                  </a:lnTo>
                  <a:lnTo>
                    <a:pt x="1274" y="2958"/>
                  </a:lnTo>
                  <a:lnTo>
                    <a:pt x="1248" y="2944"/>
                  </a:lnTo>
                  <a:lnTo>
                    <a:pt x="1223" y="2929"/>
                  </a:lnTo>
                  <a:lnTo>
                    <a:pt x="1198" y="2912"/>
                  </a:lnTo>
                  <a:lnTo>
                    <a:pt x="1173" y="2896"/>
                  </a:lnTo>
                  <a:lnTo>
                    <a:pt x="1148" y="2878"/>
                  </a:lnTo>
                  <a:lnTo>
                    <a:pt x="1124" y="2858"/>
                  </a:lnTo>
                  <a:lnTo>
                    <a:pt x="1100" y="2839"/>
                  </a:lnTo>
                  <a:lnTo>
                    <a:pt x="1054" y="2797"/>
                  </a:lnTo>
                  <a:lnTo>
                    <a:pt x="1010" y="2752"/>
                  </a:lnTo>
                  <a:lnTo>
                    <a:pt x="967" y="2705"/>
                  </a:lnTo>
                  <a:lnTo>
                    <a:pt x="925" y="2655"/>
                  </a:lnTo>
                  <a:lnTo>
                    <a:pt x="883" y="2600"/>
                  </a:lnTo>
                  <a:lnTo>
                    <a:pt x="883" y="2600"/>
                  </a:lnTo>
                  <a:lnTo>
                    <a:pt x="833" y="2532"/>
                  </a:lnTo>
                  <a:lnTo>
                    <a:pt x="808" y="2497"/>
                  </a:lnTo>
                  <a:lnTo>
                    <a:pt x="784" y="2461"/>
                  </a:lnTo>
                  <a:lnTo>
                    <a:pt x="762" y="2426"/>
                  </a:lnTo>
                  <a:lnTo>
                    <a:pt x="741" y="2389"/>
                  </a:lnTo>
                  <a:lnTo>
                    <a:pt x="731" y="2371"/>
                  </a:lnTo>
                  <a:lnTo>
                    <a:pt x="723" y="2351"/>
                  </a:lnTo>
                  <a:lnTo>
                    <a:pt x="716" y="2332"/>
                  </a:lnTo>
                  <a:lnTo>
                    <a:pt x="709" y="2311"/>
                  </a:lnTo>
                  <a:lnTo>
                    <a:pt x="709" y="2311"/>
                  </a:lnTo>
                  <a:lnTo>
                    <a:pt x="698" y="2269"/>
                  </a:lnTo>
                  <a:lnTo>
                    <a:pt x="687" y="2225"/>
                  </a:lnTo>
                  <a:lnTo>
                    <a:pt x="667" y="2135"/>
                  </a:lnTo>
                  <a:lnTo>
                    <a:pt x="656" y="2092"/>
                  </a:lnTo>
                  <a:lnTo>
                    <a:pt x="644" y="2049"/>
                  </a:lnTo>
                  <a:lnTo>
                    <a:pt x="635" y="2028"/>
                  </a:lnTo>
                  <a:lnTo>
                    <a:pt x="627" y="2007"/>
                  </a:lnTo>
                  <a:lnTo>
                    <a:pt x="616" y="1988"/>
                  </a:lnTo>
                  <a:lnTo>
                    <a:pt x="605" y="1968"/>
                  </a:lnTo>
                  <a:lnTo>
                    <a:pt x="605" y="1968"/>
                  </a:lnTo>
                  <a:lnTo>
                    <a:pt x="592" y="1945"/>
                  </a:lnTo>
                  <a:lnTo>
                    <a:pt x="578" y="1922"/>
                  </a:lnTo>
                  <a:lnTo>
                    <a:pt x="562" y="1900"/>
                  </a:lnTo>
                  <a:lnTo>
                    <a:pt x="543" y="1878"/>
                  </a:lnTo>
                  <a:lnTo>
                    <a:pt x="525" y="1857"/>
                  </a:lnTo>
                  <a:lnTo>
                    <a:pt x="504" y="1836"/>
                  </a:lnTo>
                  <a:lnTo>
                    <a:pt x="484" y="1815"/>
                  </a:lnTo>
                  <a:lnTo>
                    <a:pt x="463" y="1796"/>
                  </a:lnTo>
                  <a:lnTo>
                    <a:pt x="418" y="1757"/>
                  </a:lnTo>
                  <a:lnTo>
                    <a:pt x="372" y="1721"/>
                  </a:lnTo>
                  <a:lnTo>
                    <a:pt x="328" y="1684"/>
                  </a:lnTo>
                  <a:lnTo>
                    <a:pt x="286" y="1648"/>
                  </a:lnTo>
                  <a:lnTo>
                    <a:pt x="286" y="1648"/>
                  </a:lnTo>
                  <a:lnTo>
                    <a:pt x="222" y="1590"/>
                  </a:lnTo>
                  <a:lnTo>
                    <a:pt x="191" y="1559"/>
                  </a:lnTo>
                  <a:lnTo>
                    <a:pt x="162" y="1528"/>
                  </a:lnTo>
                  <a:lnTo>
                    <a:pt x="133" y="1496"/>
                  </a:lnTo>
                  <a:lnTo>
                    <a:pt x="106" y="1462"/>
                  </a:lnTo>
                  <a:lnTo>
                    <a:pt x="81" y="1427"/>
                  </a:lnTo>
                  <a:lnTo>
                    <a:pt x="70" y="1407"/>
                  </a:lnTo>
                  <a:lnTo>
                    <a:pt x="59" y="1389"/>
                  </a:lnTo>
                  <a:lnTo>
                    <a:pt x="59" y="1389"/>
                  </a:lnTo>
                  <a:lnTo>
                    <a:pt x="45" y="1361"/>
                  </a:lnTo>
                  <a:lnTo>
                    <a:pt x="32" y="1334"/>
                  </a:lnTo>
                  <a:lnTo>
                    <a:pt x="21" y="1304"/>
                  </a:lnTo>
                  <a:lnTo>
                    <a:pt x="13" y="1277"/>
                  </a:lnTo>
                  <a:lnTo>
                    <a:pt x="6" y="1247"/>
                  </a:lnTo>
                  <a:lnTo>
                    <a:pt x="2" y="1217"/>
                  </a:lnTo>
                  <a:lnTo>
                    <a:pt x="0" y="1186"/>
                  </a:lnTo>
                  <a:lnTo>
                    <a:pt x="0" y="1155"/>
                  </a:lnTo>
                  <a:lnTo>
                    <a:pt x="0" y="1155"/>
                  </a:lnTo>
                  <a:lnTo>
                    <a:pt x="3" y="1121"/>
                  </a:lnTo>
                  <a:lnTo>
                    <a:pt x="7" y="1083"/>
                  </a:lnTo>
                  <a:lnTo>
                    <a:pt x="20" y="1004"/>
                  </a:lnTo>
                  <a:lnTo>
                    <a:pt x="25" y="963"/>
                  </a:lnTo>
                  <a:lnTo>
                    <a:pt x="30" y="924"/>
                  </a:lnTo>
                  <a:lnTo>
                    <a:pt x="32" y="887"/>
                  </a:lnTo>
                  <a:lnTo>
                    <a:pt x="32" y="852"/>
                  </a:lnTo>
                  <a:lnTo>
                    <a:pt x="34" y="852"/>
                  </a:lnTo>
                  <a:lnTo>
                    <a:pt x="34" y="852"/>
                  </a:lnTo>
                  <a:lnTo>
                    <a:pt x="38" y="873"/>
                  </a:lnTo>
                  <a:lnTo>
                    <a:pt x="42" y="894"/>
                  </a:lnTo>
                  <a:lnTo>
                    <a:pt x="50" y="938"/>
                  </a:lnTo>
                  <a:lnTo>
                    <a:pt x="57" y="983"/>
                  </a:lnTo>
                  <a:lnTo>
                    <a:pt x="64" y="1029"/>
                  </a:lnTo>
                  <a:lnTo>
                    <a:pt x="73" y="1073"/>
                  </a:lnTo>
                  <a:lnTo>
                    <a:pt x="78" y="1096"/>
                  </a:lnTo>
                  <a:lnTo>
                    <a:pt x="84" y="1118"/>
                  </a:lnTo>
                  <a:lnTo>
                    <a:pt x="92" y="1140"/>
                  </a:lnTo>
                  <a:lnTo>
                    <a:pt x="101" y="1160"/>
                  </a:lnTo>
                  <a:lnTo>
                    <a:pt x="110" y="1180"/>
                  </a:lnTo>
                  <a:lnTo>
                    <a:pt x="123" y="1200"/>
                  </a:lnTo>
                  <a:lnTo>
                    <a:pt x="123" y="1200"/>
                  </a:lnTo>
                  <a:lnTo>
                    <a:pt x="135" y="1217"/>
                  </a:lnTo>
                  <a:lnTo>
                    <a:pt x="151" y="1233"/>
                  </a:lnTo>
                  <a:lnTo>
                    <a:pt x="167" y="1249"/>
                  </a:lnTo>
                  <a:lnTo>
                    <a:pt x="184" y="1261"/>
                  </a:lnTo>
                  <a:lnTo>
                    <a:pt x="204" y="1274"/>
                  </a:lnTo>
                  <a:lnTo>
                    <a:pt x="223" y="1285"/>
                  </a:lnTo>
                  <a:lnTo>
                    <a:pt x="244" y="1295"/>
                  </a:lnTo>
                  <a:lnTo>
                    <a:pt x="265" y="1304"/>
                  </a:lnTo>
                  <a:lnTo>
                    <a:pt x="287" y="1311"/>
                  </a:lnTo>
                  <a:lnTo>
                    <a:pt x="309" y="1318"/>
                  </a:lnTo>
                  <a:lnTo>
                    <a:pt x="333" y="1324"/>
                  </a:lnTo>
                  <a:lnTo>
                    <a:pt x="355" y="1329"/>
                  </a:lnTo>
                  <a:lnTo>
                    <a:pt x="379" y="1332"/>
                  </a:lnTo>
                  <a:lnTo>
                    <a:pt x="403" y="1335"/>
                  </a:lnTo>
                  <a:lnTo>
                    <a:pt x="426" y="1336"/>
                  </a:lnTo>
                  <a:lnTo>
                    <a:pt x="449" y="1338"/>
                  </a:lnTo>
                  <a:lnTo>
                    <a:pt x="449" y="1338"/>
                  </a:lnTo>
                  <a:lnTo>
                    <a:pt x="474" y="1338"/>
                  </a:lnTo>
                  <a:lnTo>
                    <a:pt x="497" y="1338"/>
                  </a:lnTo>
                  <a:lnTo>
                    <a:pt x="520" y="1335"/>
                  </a:lnTo>
                  <a:lnTo>
                    <a:pt x="542" y="1334"/>
                  </a:lnTo>
                  <a:lnTo>
                    <a:pt x="542" y="1334"/>
                  </a:lnTo>
                  <a:lnTo>
                    <a:pt x="570" y="1329"/>
                  </a:lnTo>
                  <a:lnTo>
                    <a:pt x="598" y="1324"/>
                  </a:lnTo>
                  <a:lnTo>
                    <a:pt x="623" y="1317"/>
                  </a:lnTo>
                  <a:lnTo>
                    <a:pt x="649" y="1310"/>
                  </a:lnTo>
                  <a:lnTo>
                    <a:pt x="673" y="1302"/>
                  </a:lnTo>
                  <a:lnTo>
                    <a:pt x="697" y="1290"/>
                  </a:lnTo>
                  <a:lnTo>
                    <a:pt x="719" y="1279"/>
                  </a:lnTo>
                  <a:lnTo>
                    <a:pt x="740" y="1267"/>
                  </a:lnTo>
                  <a:lnTo>
                    <a:pt x="761" y="1253"/>
                  </a:lnTo>
                  <a:lnTo>
                    <a:pt x="780" y="1238"/>
                  </a:lnTo>
                  <a:lnTo>
                    <a:pt x="800" y="1222"/>
                  </a:lnTo>
                  <a:lnTo>
                    <a:pt x="818" y="1204"/>
                  </a:lnTo>
                  <a:lnTo>
                    <a:pt x="834" y="1185"/>
                  </a:lnTo>
                  <a:lnTo>
                    <a:pt x="850" y="1164"/>
                  </a:lnTo>
                  <a:lnTo>
                    <a:pt x="865" y="1141"/>
                  </a:lnTo>
                  <a:lnTo>
                    <a:pt x="880" y="1118"/>
                  </a:lnTo>
                  <a:lnTo>
                    <a:pt x="880" y="1118"/>
                  </a:lnTo>
                  <a:lnTo>
                    <a:pt x="938" y="1019"/>
                  </a:lnTo>
                  <a:lnTo>
                    <a:pt x="967" y="969"/>
                  </a:lnTo>
                  <a:lnTo>
                    <a:pt x="995" y="917"/>
                  </a:lnTo>
                  <a:lnTo>
                    <a:pt x="1021" y="864"/>
                  </a:lnTo>
                  <a:lnTo>
                    <a:pt x="1034" y="838"/>
                  </a:lnTo>
                  <a:lnTo>
                    <a:pt x="1043" y="812"/>
                  </a:lnTo>
                  <a:lnTo>
                    <a:pt x="1054" y="785"/>
                  </a:lnTo>
                  <a:lnTo>
                    <a:pt x="1063" y="757"/>
                  </a:lnTo>
                  <a:lnTo>
                    <a:pt x="1071" y="729"/>
                  </a:lnTo>
                  <a:lnTo>
                    <a:pt x="1077" y="702"/>
                  </a:lnTo>
                  <a:lnTo>
                    <a:pt x="1077" y="702"/>
                  </a:lnTo>
                  <a:lnTo>
                    <a:pt x="1085" y="658"/>
                  </a:lnTo>
                  <a:lnTo>
                    <a:pt x="1091" y="612"/>
                  </a:lnTo>
                  <a:lnTo>
                    <a:pt x="1096" y="566"/>
                  </a:lnTo>
                  <a:lnTo>
                    <a:pt x="1098" y="519"/>
                  </a:lnTo>
                  <a:lnTo>
                    <a:pt x="1098" y="472"/>
                  </a:lnTo>
                  <a:lnTo>
                    <a:pt x="1096" y="424"/>
                  </a:lnTo>
                  <a:lnTo>
                    <a:pt x="1092" y="377"/>
                  </a:lnTo>
                  <a:lnTo>
                    <a:pt x="1085" y="331"/>
                  </a:lnTo>
                  <a:lnTo>
                    <a:pt x="1075" y="285"/>
                  </a:lnTo>
                  <a:lnTo>
                    <a:pt x="1063" y="239"/>
                  </a:lnTo>
                  <a:lnTo>
                    <a:pt x="1048" y="195"/>
                  </a:lnTo>
                  <a:lnTo>
                    <a:pt x="1031" y="153"/>
                  </a:lnTo>
                  <a:lnTo>
                    <a:pt x="1020" y="132"/>
                  </a:lnTo>
                  <a:lnTo>
                    <a:pt x="1010" y="111"/>
                  </a:lnTo>
                  <a:lnTo>
                    <a:pt x="997" y="92"/>
                  </a:lnTo>
                  <a:lnTo>
                    <a:pt x="985" y="72"/>
                  </a:lnTo>
                  <a:lnTo>
                    <a:pt x="972" y="53"/>
                  </a:lnTo>
                  <a:lnTo>
                    <a:pt x="958" y="35"/>
                  </a:lnTo>
                  <a:lnTo>
                    <a:pt x="943" y="17"/>
                  </a:lnTo>
                  <a:lnTo>
                    <a:pt x="928" y="0"/>
                  </a:lnTo>
                  <a:lnTo>
                    <a:pt x="928" y="0"/>
                  </a:lnTo>
                  <a:lnTo>
                    <a:pt x="942" y="4"/>
                  </a:lnTo>
                  <a:lnTo>
                    <a:pt x="972" y="10"/>
                  </a:lnTo>
                  <a:lnTo>
                    <a:pt x="972" y="10"/>
                  </a:lnTo>
                  <a:lnTo>
                    <a:pt x="996" y="15"/>
                  </a:lnTo>
                  <a:lnTo>
                    <a:pt x="1022" y="24"/>
                  </a:lnTo>
                  <a:lnTo>
                    <a:pt x="1049" y="35"/>
                  </a:lnTo>
                  <a:lnTo>
                    <a:pt x="1063" y="43"/>
                  </a:lnTo>
                  <a:lnTo>
                    <a:pt x="1077" y="53"/>
                  </a:lnTo>
                  <a:lnTo>
                    <a:pt x="1092" y="63"/>
                  </a:lnTo>
                  <a:lnTo>
                    <a:pt x="1107" y="74"/>
                  </a:lnTo>
                  <a:lnTo>
                    <a:pt x="1123" y="88"/>
                  </a:lnTo>
                  <a:lnTo>
                    <a:pt x="1139" y="103"/>
                  </a:lnTo>
                  <a:lnTo>
                    <a:pt x="1155" y="120"/>
                  </a:lnTo>
                  <a:lnTo>
                    <a:pt x="1171" y="139"/>
                  </a:lnTo>
                  <a:lnTo>
                    <a:pt x="1190" y="160"/>
                  </a:lnTo>
                  <a:lnTo>
                    <a:pt x="1206" y="182"/>
                  </a:lnTo>
                  <a:lnTo>
                    <a:pt x="1206" y="182"/>
                  </a:lnTo>
                  <a:lnTo>
                    <a:pt x="1242" y="232"/>
                  </a:lnTo>
                  <a:lnTo>
                    <a:pt x="1280" y="288"/>
                  </a:lnTo>
                  <a:lnTo>
                    <a:pt x="1359" y="406"/>
                  </a:lnTo>
                  <a:lnTo>
                    <a:pt x="1401" y="466"/>
                  </a:lnTo>
                  <a:lnTo>
                    <a:pt x="1446" y="525"/>
                  </a:lnTo>
                  <a:lnTo>
                    <a:pt x="1468" y="553"/>
                  </a:lnTo>
                  <a:lnTo>
                    <a:pt x="1492" y="580"/>
                  </a:lnTo>
                  <a:lnTo>
                    <a:pt x="1517" y="608"/>
                  </a:lnTo>
                  <a:lnTo>
                    <a:pt x="1540" y="633"/>
                  </a:lnTo>
                  <a:lnTo>
                    <a:pt x="1540" y="633"/>
                  </a:lnTo>
                  <a:lnTo>
                    <a:pt x="1566" y="657"/>
                  </a:lnTo>
                  <a:lnTo>
                    <a:pt x="1592" y="676"/>
                  </a:lnTo>
                  <a:lnTo>
                    <a:pt x="1617" y="693"/>
                  </a:lnTo>
                  <a:lnTo>
                    <a:pt x="1643" y="707"/>
                  </a:lnTo>
                  <a:lnTo>
                    <a:pt x="1670" y="717"/>
                  </a:lnTo>
                  <a:lnTo>
                    <a:pt x="1698" y="727"/>
                  </a:lnTo>
                  <a:lnTo>
                    <a:pt x="1726" y="732"/>
                  </a:lnTo>
                  <a:lnTo>
                    <a:pt x="1755" y="738"/>
                  </a:lnTo>
                  <a:lnTo>
                    <a:pt x="1784" y="742"/>
                  </a:lnTo>
                  <a:lnTo>
                    <a:pt x="1816" y="743"/>
                  </a:lnTo>
                  <a:lnTo>
                    <a:pt x="1882" y="746"/>
                  </a:lnTo>
                  <a:lnTo>
                    <a:pt x="1953" y="747"/>
                  </a:lnTo>
                  <a:lnTo>
                    <a:pt x="2031" y="750"/>
                  </a:lnTo>
                  <a:lnTo>
                    <a:pt x="2031" y="750"/>
                  </a:lnTo>
                  <a:lnTo>
                    <a:pt x="2070" y="752"/>
                  </a:lnTo>
                  <a:lnTo>
                    <a:pt x="2103" y="752"/>
                  </a:lnTo>
                  <a:lnTo>
                    <a:pt x="2131" y="752"/>
                  </a:lnTo>
                  <a:lnTo>
                    <a:pt x="2156" y="749"/>
                  </a:lnTo>
                  <a:lnTo>
                    <a:pt x="2178" y="746"/>
                  </a:lnTo>
                  <a:lnTo>
                    <a:pt x="2198" y="742"/>
                  </a:lnTo>
                  <a:lnTo>
                    <a:pt x="2214" y="738"/>
                  </a:lnTo>
                  <a:lnTo>
                    <a:pt x="2230" y="732"/>
                  </a:lnTo>
                  <a:lnTo>
                    <a:pt x="2245" y="724"/>
                  </a:lnTo>
                  <a:lnTo>
                    <a:pt x="2259" y="717"/>
                  </a:lnTo>
                  <a:lnTo>
                    <a:pt x="2290" y="697"/>
                  </a:lnTo>
                  <a:lnTo>
                    <a:pt x="2326" y="675"/>
                  </a:lnTo>
                  <a:lnTo>
                    <a:pt x="2347" y="663"/>
                  </a:lnTo>
                  <a:lnTo>
                    <a:pt x="2370" y="650"/>
                  </a:lnTo>
                  <a:lnTo>
                    <a:pt x="2370" y="650"/>
                  </a:lnTo>
                  <a:lnTo>
                    <a:pt x="2426" y="622"/>
                  </a:lnTo>
                  <a:lnTo>
                    <a:pt x="2483" y="594"/>
                  </a:lnTo>
                  <a:lnTo>
                    <a:pt x="2544" y="565"/>
                  </a:lnTo>
                  <a:lnTo>
                    <a:pt x="2604" y="539"/>
                  </a:lnTo>
                  <a:lnTo>
                    <a:pt x="2664" y="512"/>
                  </a:lnTo>
                  <a:lnTo>
                    <a:pt x="2721" y="490"/>
                  </a:lnTo>
                  <a:lnTo>
                    <a:pt x="2774" y="470"/>
                  </a:lnTo>
                  <a:lnTo>
                    <a:pt x="2822" y="455"/>
                  </a:lnTo>
                  <a:lnTo>
                    <a:pt x="2822" y="455"/>
                  </a:lnTo>
                  <a:lnTo>
                    <a:pt x="2858" y="447"/>
                  </a:lnTo>
                  <a:lnTo>
                    <a:pt x="2901" y="438"/>
                  </a:lnTo>
                  <a:lnTo>
                    <a:pt x="2901" y="438"/>
                  </a:lnTo>
                  <a:lnTo>
                    <a:pt x="2959" y="430"/>
                  </a:lnTo>
                  <a:lnTo>
                    <a:pt x="3025" y="422"/>
                  </a:lnTo>
                  <a:lnTo>
                    <a:pt x="3165" y="406"/>
                  </a:lnTo>
                  <a:lnTo>
                    <a:pt x="3235" y="399"/>
                  </a:lnTo>
                  <a:lnTo>
                    <a:pt x="3301" y="391"/>
                  </a:lnTo>
                  <a:lnTo>
                    <a:pt x="3360" y="381"/>
                  </a:lnTo>
                  <a:lnTo>
                    <a:pt x="3412" y="372"/>
                  </a:lnTo>
                  <a:lnTo>
                    <a:pt x="3412" y="372"/>
                  </a:lnTo>
                  <a:lnTo>
                    <a:pt x="3441" y="367"/>
                  </a:lnTo>
                  <a:lnTo>
                    <a:pt x="3470" y="365"/>
                  </a:lnTo>
                  <a:lnTo>
                    <a:pt x="3500" y="366"/>
                  </a:lnTo>
                  <a:lnTo>
                    <a:pt x="3530" y="370"/>
                  </a:lnTo>
                  <a:lnTo>
                    <a:pt x="3562" y="376"/>
                  </a:lnTo>
                  <a:lnTo>
                    <a:pt x="3593" y="383"/>
                  </a:lnTo>
                  <a:lnTo>
                    <a:pt x="3626" y="391"/>
                  </a:lnTo>
                  <a:lnTo>
                    <a:pt x="3658" y="402"/>
                  </a:lnTo>
                  <a:lnTo>
                    <a:pt x="3727" y="424"/>
                  </a:lnTo>
                  <a:lnTo>
                    <a:pt x="3798" y="450"/>
                  </a:lnTo>
                  <a:lnTo>
                    <a:pt x="3871" y="473"/>
                  </a:lnTo>
                  <a:lnTo>
                    <a:pt x="3909" y="484"/>
                  </a:lnTo>
                  <a:lnTo>
                    <a:pt x="3947" y="494"/>
                  </a:lnTo>
                  <a:lnTo>
                    <a:pt x="3947" y="494"/>
                  </a:lnTo>
                  <a:lnTo>
                    <a:pt x="3980" y="501"/>
                  </a:lnTo>
                  <a:lnTo>
                    <a:pt x="4012" y="505"/>
                  </a:lnTo>
                  <a:lnTo>
                    <a:pt x="4044" y="508"/>
                  </a:lnTo>
                  <a:lnTo>
                    <a:pt x="4076" y="509"/>
                  </a:lnTo>
                  <a:lnTo>
                    <a:pt x="4107" y="508"/>
                  </a:lnTo>
                  <a:lnTo>
                    <a:pt x="4137" y="507"/>
                  </a:lnTo>
                  <a:lnTo>
                    <a:pt x="4167" y="504"/>
                  </a:lnTo>
                  <a:lnTo>
                    <a:pt x="4196" y="500"/>
                  </a:lnTo>
                  <a:lnTo>
                    <a:pt x="4250" y="490"/>
                  </a:lnTo>
                  <a:lnTo>
                    <a:pt x="4300" y="477"/>
                  </a:lnTo>
                  <a:lnTo>
                    <a:pt x="4346" y="466"/>
                  </a:lnTo>
                  <a:lnTo>
                    <a:pt x="4387" y="456"/>
                  </a:lnTo>
                  <a:lnTo>
                    <a:pt x="4387" y="456"/>
                  </a:lnTo>
                  <a:lnTo>
                    <a:pt x="4403" y="483"/>
                  </a:lnTo>
                  <a:lnTo>
                    <a:pt x="4419" y="509"/>
                  </a:lnTo>
                  <a:lnTo>
                    <a:pt x="4449" y="564"/>
                  </a:lnTo>
                  <a:lnTo>
                    <a:pt x="4479" y="618"/>
                  </a:lnTo>
                  <a:lnTo>
                    <a:pt x="4506" y="674"/>
                  </a:lnTo>
                  <a:lnTo>
                    <a:pt x="4536" y="729"/>
                  </a:lnTo>
                  <a:lnTo>
                    <a:pt x="4565" y="784"/>
                  </a:lnTo>
                  <a:lnTo>
                    <a:pt x="4597" y="837"/>
                  </a:lnTo>
                  <a:lnTo>
                    <a:pt x="4614" y="863"/>
                  </a:lnTo>
                  <a:lnTo>
                    <a:pt x="4632" y="889"/>
                  </a:lnTo>
                  <a:lnTo>
                    <a:pt x="4632" y="889"/>
                  </a:lnTo>
                  <a:lnTo>
                    <a:pt x="4660" y="927"/>
                  </a:lnTo>
                  <a:lnTo>
                    <a:pt x="4689" y="963"/>
                  </a:lnTo>
                  <a:lnTo>
                    <a:pt x="4718" y="998"/>
                  </a:lnTo>
                  <a:lnTo>
                    <a:pt x="4750" y="1031"/>
                  </a:lnTo>
                  <a:lnTo>
                    <a:pt x="4782" y="1063"/>
                  </a:lnTo>
                  <a:lnTo>
                    <a:pt x="4814" y="1094"/>
                  </a:lnTo>
                  <a:lnTo>
                    <a:pt x="4849" y="1125"/>
                  </a:lnTo>
                  <a:lnTo>
                    <a:pt x="4884" y="1153"/>
                  </a:lnTo>
                  <a:lnTo>
                    <a:pt x="4921" y="1178"/>
                  </a:lnTo>
                  <a:lnTo>
                    <a:pt x="4959" y="1201"/>
                  </a:lnTo>
                  <a:lnTo>
                    <a:pt x="4998" y="1224"/>
                  </a:lnTo>
                  <a:lnTo>
                    <a:pt x="5038" y="1244"/>
                  </a:lnTo>
                  <a:lnTo>
                    <a:pt x="5080" y="1263"/>
                  </a:lnTo>
                  <a:lnTo>
                    <a:pt x="5122" y="1278"/>
                  </a:lnTo>
                  <a:lnTo>
                    <a:pt x="5167" y="1290"/>
                  </a:lnTo>
                  <a:lnTo>
                    <a:pt x="5211" y="1302"/>
                  </a:lnTo>
                  <a:lnTo>
                    <a:pt x="5211" y="1302"/>
                  </a:lnTo>
                  <a:lnTo>
                    <a:pt x="5249" y="1309"/>
                  </a:lnTo>
                  <a:lnTo>
                    <a:pt x="5286" y="1315"/>
                  </a:lnTo>
                  <a:lnTo>
                    <a:pt x="5322" y="1321"/>
                  </a:lnTo>
                  <a:lnTo>
                    <a:pt x="5360" y="1325"/>
                  </a:lnTo>
                  <a:lnTo>
                    <a:pt x="5398" y="1328"/>
                  </a:lnTo>
                  <a:lnTo>
                    <a:pt x="5434" y="1331"/>
                  </a:lnTo>
                  <a:lnTo>
                    <a:pt x="5471" y="1331"/>
                  </a:lnTo>
                  <a:lnTo>
                    <a:pt x="5508" y="1331"/>
                  </a:lnTo>
                  <a:lnTo>
                    <a:pt x="5544" y="1329"/>
                  </a:lnTo>
                  <a:lnTo>
                    <a:pt x="5580" y="1327"/>
                  </a:lnTo>
                  <a:lnTo>
                    <a:pt x="5616" y="1324"/>
                  </a:lnTo>
                  <a:lnTo>
                    <a:pt x="5651" y="1318"/>
                  </a:lnTo>
                  <a:lnTo>
                    <a:pt x="5686" y="1313"/>
                  </a:lnTo>
                  <a:lnTo>
                    <a:pt x="5721" y="1304"/>
                  </a:lnTo>
                  <a:lnTo>
                    <a:pt x="5756" y="1296"/>
                  </a:lnTo>
                  <a:lnTo>
                    <a:pt x="5789" y="1286"/>
                  </a:lnTo>
                  <a:lnTo>
                    <a:pt x="5822" y="1275"/>
                  </a:lnTo>
                  <a:lnTo>
                    <a:pt x="5854" y="1263"/>
                  </a:lnTo>
                  <a:lnTo>
                    <a:pt x="5886" y="1249"/>
                  </a:lnTo>
                  <a:lnTo>
                    <a:pt x="5917" y="1232"/>
                  </a:lnTo>
                  <a:lnTo>
                    <a:pt x="5948" y="1215"/>
                  </a:lnTo>
                  <a:lnTo>
                    <a:pt x="5977" y="1197"/>
                  </a:lnTo>
                  <a:lnTo>
                    <a:pt x="6005" y="1178"/>
                  </a:lnTo>
                  <a:lnTo>
                    <a:pt x="6033" y="1155"/>
                  </a:lnTo>
                  <a:lnTo>
                    <a:pt x="6060" y="1133"/>
                  </a:lnTo>
                  <a:lnTo>
                    <a:pt x="6086" y="1108"/>
                  </a:lnTo>
                  <a:lnTo>
                    <a:pt x="6111" y="1083"/>
                  </a:lnTo>
                  <a:lnTo>
                    <a:pt x="6136" y="1055"/>
                  </a:lnTo>
                  <a:lnTo>
                    <a:pt x="6158" y="1026"/>
                  </a:lnTo>
                  <a:lnTo>
                    <a:pt x="6180" y="995"/>
                  </a:lnTo>
                  <a:lnTo>
                    <a:pt x="6200" y="963"/>
                  </a:lnTo>
                  <a:lnTo>
                    <a:pt x="6219" y="928"/>
                  </a:lnTo>
                  <a:lnTo>
                    <a:pt x="6219" y="928"/>
                  </a:lnTo>
                  <a:lnTo>
                    <a:pt x="6265" y="838"/>
                  </a:lnTo>
                  <a:lnTo>
                    <a:pt x="6287" y="792"/>
                  </a:lnTo>
                  <a:lnTo>
                    <a:pt x="6307" y="749"/>
                  </a:lnTo>
                  <a:lnTo>
                    <a:pt x="6307" y="749"/>
                  </a:lnTo>
                  <a:lnTo>
                    <a:pt x="6257" y="731"/>
                  </a:lnTo>
                  <a:lnTo>
                    <a:pt x="6208" y="714"/>
                  </a:lnTo>
                  <a:lnTo>
                    <a:pt x="6208" y="711"/>
                  </a:lnTo>
                  <a:lnTo>
                    <a:pt x="6208" y="711"/>
                  </a:lnTo>
                  <a:lnTo>
                    <a:pt x="6240" y="700"/>
                  </a:lnTo>
                  <a:lnTo>
                    <a:pt x="6272" y="692"/>
                  </a:lnTo>
                  <a:lnTo>
                    <a:pt x="6304" y="686"/>
                  </a:lnTo>
                  <a:lnTo>
                    <a:pt x="6336" y="683"/>
                  </a:lnTo>
                  <a:lnTo>
                    <a:pt x="6368" y="683"/>
                  </a:lnTo>
                  <a:lnTo>
                    <a:pt x="6400" y="685"/>
                  </a:lnTo>
                  <a:lnTo>
                    <a:pt x="6431" y="689"/>
                  </a:lnTo>
                  <a:lnTo>
                    <a:pt x="6463" y="695"/>
                  </a:lnTo>
                  <a:lnTo>
                    <a:pt x="6495" y="700"/>
                  </a:lnTo>
                  <a:lnTo>
                    <a:pt x="6527" y="708"/>
                  </a:lnTo>
                  <a:lnTo>
                    <a:pt x="6558" y="718"/>
                  </a:lnTo>
                  <a:lnTo>
                    <a:pt x="6590" y="728"/>
                  </a:lnTo>
                  <a:lnTo>
                    <a:pt x="6651" y="750"/>
                  </a:lnTo>
                  <a:lnTo>
                    <a:pt x="6709" y="773"/>
                  </a:lnTo>
                  <a:lnTo>
                    <a:pt x="6709" y="773"/>
                  </a:lnTo>
                  <a:lnTo>
                    <a:pt x="6748" y="788"/>
                  </a:lnTo>
                  <a:lnTo>
                    <a:pt x="6787" y="802"/>
                  </a:lnTo>
                  <a:lnTo>
                    <a:pt x="6867" y="828"/>
                  </a:lnTo>
                  <a:lnTo>
                    <a:pt x="6948" y="852"/>
                  </a:lnTo>
                  <a:lnTo>
                    <a:pt x="7028" y="876"/>
                  </a:lnTo>
                  <a:lnTo>
                    <a:pt x="7109" y="898"/>
                  </a:lnTo>
                  <a:lnTo>
                    <a:pt x="7190" y="920"/>
                  </a:lnTo>
                  <a:lnTo>
                    <a:pt x="7271" y="945"/>
                  </a:lnTo>
                  <a:lnTo>
                    <a:pt x="7311" y="959"/>
                  </a:lnTo>
                  <a:lnTo>
                    <a:pt x="7350" y="973"/>
                  </a:lnTo>
                  <a:lnTo>
                    <a:pt x="7350" y="973"/>
                  </a:lnTo>
                  <a:lnTo>
                    <a:pt x="7432" y="100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E7F06237-532F-45EB-21B2-3CB08865F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4"/>
              <a:ext cx="2330" cy="2581"/>
            </a:xfrm>
            <a:custGeom>
              <a:avLst/>
              <a:gdLst>
                <a:gd name="T0" fmla="*/ 1747 w 4661"/>
                <a:gd name="T1" fmla="*/ 4384 h 5161"/>
                <a:gd name="T2" fmla="*/ 1654 w 4661"/>
                <a:gd name="T3" fmla="*/ 4565 h 5161"/>
                <a:gd name="T4" fmla="*/ 1509 w 4661"/>
                <a:gd name="T5" fmla="*/ 4611 h 5161"/>
                <a:gd name="T6" fmla="*/ 1175 w 4661"/>
                <a:gd name="T7" fmla="*/ 4668 h 5161"/>
                <a:gd name="T8" fmla="*/ 757 w 4661"/>
                <a:gd name="T9" fmla="*/ 4561 h 5161"/>
                <a:gd name="T10" fmla="*/ 459 w 4661"/>
                <a:gd name="T11" fmla="*/ 4540 h 5161"/>
                <a:gd name="T12" fmla="*/ 18 w 4661"/>
                <a:gd name="T13" fmla="*/ 4422 h 5161"/>
                <a:gd name="T14" fmla="*/ 122 w 4661"/>
                <a:gd name="T15" fmla="*/ 3970 h 5161"/>
                <a:gd name="T16" fmla="*/ 430 w 4661"/>
                <a:gd name="T17" fmla="*/ 3434 h 5161"/>
                <a:gd name="T18" fmla="*/ 485 w 4661"/>
                <a:gd name="T19" fmla="*/ 3227 h 5161"/>
                <a:gd name="T20" fmla="*/ 380 w 4661"/>
                <a:gd name="T21" fmla="*/ 2882 h 5161"/>
                <a:gd name="T22" fmla="*/ 203 w 4661"/>
                <a:gd name="T23" fmla="*/ 2389 h 5161"/>
                <a:gd name="T24" fmla="*/ 202 w 4661"/>
                <a:gd name="T25" fmla="*/ 2142 h 5161"/>
                <a:gd name="T26" fmla="*/ 383 w 4661"/>
                <a:gd name="T27" fmla="*/ 1613 h 5161"/>
                <a:gd name="T28" fmla="*/ 606 w 4661"/>
                <a:gd name="T29" fmla="*/ 1072 h 5161"/>
                <a:gd name="T30" fmla="*/ 940 w 4661"/>
                <a:gd name="T31" fmla="*/ 493 h 5161"/>
                <a:gd name="T32" fmla="*/ 1241 w 4661"/>
                <a:gd name="T33" fmla="*/ 261 h 5161"/>
                <a:gd name="T34" fmla="*/ 1825 w 4661"/>
                <a:gd name="T35" fmla="*/ 34 h 5161"/>
                <a:gd name="T36" fmla="*/ 2023 w 4661"/>
                <a:gd name="T37" fmla="*/ 59 h 5161"/>
                <a:gd name="T38" fmla="*/ 2172 w 4661"/>
                <a:gd name="T39" fmla="*/ 52 h 5161"/>
                <a:gd name="T40" fmla="*/ 2494 w 4661"/>
                <a:gd name="T41" fmla="*/ 3 h 5161"/>
                <a:gd name="T42" fmla="*/ 2910 w 4661"/>
                <a:gd name="T43" fmla="*/ 103 h 5161"/>
                <a:gd name="T44" fmla="*/ 3303 w 4661"/>
                <a:gd name="T45" fmla="*/ 259 h 5161"/>
                <a:gd name="T46" fmla="*/ 3535 w 4661"/>
                <a:gd name="T47" fmla="*/ 493 h 5161"/>
                <a:gd name="T48" fmla="*/ 3884 w 4661"/>
                <a:gd name="T49" fmla="*/ 1253 h 5161"/>
                <a:gd name="T50" fmla="*/ 4020 w 4661"/>
                <a:gd name="T51" fmla="*/ 1931 h 5161"/>
                <a:gd name="T52" fmla="*/ 4204 w 4661"/>
                <a:gd name="T53" fmla="*/ 2467 h 5161"/>
                <a:gd name="T54" fmla="*/ 4507 w 4661"/>
                <a:gd name="T55" fmla="*/ 3031 h 5161"/>
                <a:gd name="T56" fmla="*/ 4661 w 4661"/>
                <a:gd name="T57" fmla="*/ 3683 h 5161"/>
                <a:gd name="T58" fmla="*/ 4606 w 4661"/>
                <a:gd name="T59" fmla="*/ 4178 h 5161"/>
                <a:gd name="T60" fmla="*/ 4493 w 4661"/>
                <a:gd name="T61" fmla="*/ 4642 h 5161"/>
                <a:gd name="T62" fmla="*/ 4531 w 4661"/>
                <a:gd name="T63" fmla="*/ 5161 h 5161"/>
                <a:gd name="T64" fmla="*/ 3966 w 4661"/>
                <a:gd name="T65" fmla="*/ 4987 h 5161"/>
                <a:gd name="T66" fmla="*/ 3562 w 4661"/>
                <a:gd name="T67" fmla="*/ 4854 h 5161"/>
                <a:gd name="T68" fmla="*/ 3307 w 4661"/>
                <a:gd name="T69" fmla="*/ 4873 h 5161"/>
                <a:gd name="T70" fmla="*/ 3114 w 4661"/>
                <a:gd name="T71" fmla="*/ 4727 h 5161"/>
                <a:gd name="T72" fmla="*/ 2999 w 4661"/>
                <a:gd name="T73" fmla="*/ 4383 h 5161"/>
                <a:gd name="T74" fmla="*/ 2923 w 4661"/>
                <a:gd name="T75" fmla="*/ 3333 h 5161"/>
                <a:gd name="T76" fmla="*/ 3094 w 4661"/>
                <a:gd name="T77" fmla="*/ 2994 h 5161"/>
                <a:gd name="T78" fmla="*/ 3219 w 4661"/>
                <a:gd name="T79" fmla="*/ 2875 h 5161"/>
                <a:gd name="T80" fmla="*/ 3308 w 4661"/>
                <a:gd name="T81" fmla="*/ 2896 h 5161"/>
                <a:gd name="T82" fmla="*/ 3432 w 4661"/>
                <a:gd name="T83" fmla="*/ 2776 h 5161"/>
                <a:gd name="T84" fmla="*/ 3594 w 4661"/>
                <a:gd name="T85" fmla="*/ 2341 h 5161"/>
                <a:gd name="T86" fmla="*/ 3574 w 4661"/>
                <a:gd name="T87" fmla="*/ 2050 h 5161"/>
                <a:gd name="T88" fmla="*/ 3455 w 4661"/>
                <a:gd name="T89" fmla="*/ 1984 h 5161"/>
                <a:gd name="T90" fmla="*/ 3335 w 4661"/>
                <a:gd name="T91" fmla="*/ 2072 h 5161"/>
                <a:gd name="T92" fmla="*/ 3218 w 4661"/>
                <a:gd name="T93" fmla="*/ 2412 h 5161"/>
                <a:gd name="T94" fmla="*/ 3175 w 4661"/>
                <a:gd name="T95" fmla="*/ 2144 h 5161"/>
                <a:gd name="T96" fmla="*/ 2758 w 4661"/>
                <a:gd name="T97" fmla="*/ 1377 h 5161"/>
                <a:gd name="T98" fmla="*/ 2537 w 4661"/>
                <a:gd name="T99" fmla="*/ 1079 h 5161"/>
                <a:gd name="T100" fmla="*/ 2243 w 4661"/>
                <a:gd name="T101" fmla="*/ 912 h 5161"/>
                <a:gd name="T102" fmla="*/ 1885 w 4661"/>
                <a:gd name="T103" fmla="*/ 831 h 5161"/>
                <a:gd name="T104" fmla="*/ 1516 w 4661"/>
                <a:gd name="T105" fmla="*/ 866 h 5161"/>
                <a:gd name="T106" fmla="*/ 1262 w 4661"/>
                <a:gd name="T107" fmla="*/ 969 h 5161"/>
                <a:gd name="T108" fmla="*/ 955 w 4661"/>
                <a:gd name="T109" fmla="*/ 1309 h 5161"/>
                <a:gd name="T110" fmla="*/ 835 w 4661"/>
                <a:gd name="T111" fmla="*/ 1714 h 5161"/>
                <a:gd name="T112" fmla="*/ 881 w 4661"/>
                <a:gd name="T113" fmla="*/ 2311 h 5161"/>
                <a:gd name="T114" fmla="*/ 897 w 4661"/>
                <a:gd name="T115" fmla="*/ 2835 h 5161"/>
                <a:gd name="T116" fmla="*/ 1009 w 4661"/>
                <a:gd name="T117" fmla="*/ 3209 h 5161"/>
                <a:gd name="T118" fmla="*/ 1324 w 4661"/>
                <a:gd name="T119" fmla="*/ 3670 h 5161"/>
                <a:gd name="T120" fmla="*/ 1611 w 4661"/>
                <a:gd name="T121" fmla="*/ 3922 h 5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61" h="5161">
                  <a:moveTo>
                    <a:pt x="1722" y="4185"/>
                  </a:moveTo>
                  <a:lnTo>
                    <a:pt x="1722" y="4185"/>
                  </a:lnTo>
                  <a:lnTo>
                    <a:pt x="1731" y="4216"/>
                  </a:lnTo>
                  <a:lnTo>
                    <a:pt x="1736" y="4247"/>
                  </a:lnTo>
                  <a:lnTo>
                    <a:pt x="1736" y="4247"/>
                  </a:lnTo>
                  <a:lnTo>
                    <a:pt x="1743" y="4294"/>
                  </a:lnTo>
                  <a:lnTo>
                    <a:pt x="1747" y="4334"/>
                  </a:lnTo>
                  <a:lnTo>
                    <a:pt x="1749" y="4352"/>
                  </a:lnTo>
                  <a:lnTo>
                    <a:pt x="1749" y="4369"/>
                  </a:lnTo>
                  <a:lnTo>
                    <a:pt x="1747" y="4384"/>
                  </a:lnTo>
                  <a:lnTo>
                    <a:pt x="1746" y="4400"/>
                  </a:lnTo>
                  <a:lnTo>
                    <a:pt x="1743" y="4414"/>
                  </a:lnTo>
                  <a:lnTo>
                    <a:pt x="1739" y="4426"/>
                  </a:lnTo>
                  <a:lnTo>
                    <a:pt x="1735" y="4440"/>
                  </a:lnTo>
                  <a:lnTo>
                    <a:pt x="1728" y="4454"/>
                  </a:lnTo>
                  <a:lnTo>
                    <a:pt x="1713" y="4482"/>
                  </a:lnTo>
                  <a:lnTo>
                    <a:pt x="1692" y="4514"/>
                  </a:lnTo>
                  <a:lnTo>
                    <a:pt x="1692" y="4514"/>
                  </a:lnTo>
                  <a:lnTo>
                    <a:pt x="1671" y="4543"/>
                  </a:lnTo>
                  <a:lnTo>
                    <a:pt x="1654" y="4565"/>
                  </a:lnTo>
                  <a:lnTo>
                    <a:pt x="1637" y="4582"/>
                  </a:lnTo>
                  <a:lnTo>
                    <a:pt x="1631" y="4588"/>
                  </a:lnTo>
                  <a:lnTo>
                    <a:pt x="1622" y="4593"/>
                  </a:lnTo>
                  <a:lnTo>
                    <a:pt x="1614" y="4596"/>
                  </a:lnTo>
                  <a:lnTo>
                    <a:pt x="1605" y="4600"/>
                  </a:lnTo>
                  <a:lnTo>
                    <a:pt x="1585" y="4604"/>
                  </a:lnTo>
                  <a:lnTo>
                    <a:pt x="1561" y="4607"/>
                  </a:lnTo>
                  <a:lnTo>
                    <a:pt x="1530" y="4609"/>
                  </a:lnTo>
                  <a:lnTo>
                    <a:pt x="1530" y="4609"/>
                  </a:lnTo>
                  <a:lnTo>
                    <a:pt x="1509" y="4611"/>
                  </a:lnTo>
                  <a:lnTo>
                    <a:pt x="1486" y="4615"/>
                  </a:lnTo>
                  <a:lnTo>
                    <a:pt x="1486" y="4615"/>
                  </a:lnTo>
                  <a:lnTo>
                    <a:pt x="1445" y="4625"/>
                  </a:lnTo>
                  <a:lnTo>
                    <a:pt x="1399" y="4636"/>
                  </a:lnTo>
                  <a:lnTo>
                    <a:pt x="1349" y="4649"/>
                  </a:lnTo>
                  <a:lnTo>
                    <a:pt x="1295" y="4659"/>
                  </a:lnTo>
                  <a:lnTo>
                    <a:pt x="1266" y="4663"/>
                  </a:lnTo>
                  <a:lnTo>
                    <a:pt x="1236" y="4666"/>
                  </a:lnTo>
                  <a:lnTo>
                    <a:pt x="1206" y="4667"/>
                  </a:lnTo>
                  <a:lnTo>
                    <a:pt x="1175" y="4668"/>
                  </a:lnTo>
                  <a:lnTo>
                    <a:pt x="1143" y="4667"/>
                  </a:lnTo>
                  <a:lnTo>
                    <a:pt x="1111" y="4664"/>
                  </a:lnTo>
                  <a:lnTo>
                    <a:pt x="1079" y="4660"/>
                  </a:lnTo>
                  <a:lnTo>
                    <a:pt x="1046" y="4653"/>
                  </a:lnTo>
                  <a:lnTo>
                    <a:pt x="1046" y="4653"/>
                  </a:lnTo>
                  <a:lnTo>
                    <a:pt x="1008" y="4643"/>
                  </a:lnTo>
                  <a:lnTo>
                    <a:pt x="970" y="4632"/>
                  </a:lnTo>
                  <a:lnTo>
                    <a:pt x="897" y="4609"/>
                  </a:lnTo>
                  <a:lnTo>
                    <a:pt x="826" y="4583"/>
                  </a:lnTo>
                  <a:lnTo>
                    <a:pt x="757" y="4561"/>
                  </a:lnTo>
                  <a:lnTo>
                    <a:pt x="725" y="4550"/>
                  </a:lnTo>
                  <a:lnTo>
                    <a:pt x="692" y="4542"/>
                  </a:lnTo>
                  <a:lnTo>
                    <a:pt x="661" y="4535"/>
                  </a:lnTo>
                  <a:lnTo>
                    <a:pt x="629" y="4529"/>
                  </a:lnTo>
                  <a:lnTo>
                    <a:pt x="599" y="4525"/>
                  </a:lnTo>
                  <a:lnTo>
                    <a:pt x="569" y="4524"/>
                  </a:lnTo>
                  <a:lnTo>
                    <a:pt x="540" y="4526"/>
                  </a:lnTo>
                  <a:lnTo>
                    <a:pt x="511" y="4531"/>
                  </a:lnTo>
                  <a:lnTo>
                    <a:pt x="511" y="4531"/>
                  </a:lnTo>
                  <a:lnTo>
                    <a:pt x="459" y="4540"/>
                  </a:lnTo>
                  <a:lnTo>
                    <a:pt x="400" y="4550"/>
                  </a:lnTo>
                  <a:lnTo>
                    <a:pt x="334" y="4558"/>
                  </a:lnTo>
                  <a:lnTo>
                    <a:pt x="264" y="4565"/>
                  </a:lnTo>
                  <a:lnTo>
                    <a:pt x="124" y="4581"/>
                  </a:lnTo>
                  <a:lnTo>
                    <a:pt x="58" y="4589"/>
                  </a:lnTo>
                  <a:lnTo>
                    <a:pt x="0" y="4597"/>
                  </a:lnTo>
                  <a:lnTo>
                    <a:pt x="0" y="4597"/>
                  </a:lnTo>
                  <a:lnTo>
                    <a:pt x="5" y="4538"/>
                  </a:lnTo>
                  <a:lnTo>
                    <a:pt x="11" y="4486"/>
                  </a:lnTo>
                  <a:lnTo>
                    <a:pt x="18" y="4422"/>
                  </a:lnTo>
                  <a:lnTo>
                    <a:pt x="29" y="4350"/>
                  </a:lnTo>
                  <a:lnTo>
                    <a:pt x="42" y="4272"/>
                  </a:lnTo>
                  <a:lnTo>
                    <a:pt x="57" y="4188"/>
                  </a:lnTo>
                  <a:lnTo>
                    <a:pt x="77" y="4102"/>
                  </a:lnTo>
                  <a:lnTo>
                    <a:pt x="77" y="4102"/>
                  </a:lnTo>
                  <a:lnTo>
                    <a:pt x="85" y="4074"/>
                  </a:lnTo>
                  <a:lnTo>
                    <a:pt x="93" y="4047"/>
                  </a:lnTo>
                  <a:lnTo>
                    <a:pt x="102" y="4021"/>
                  </a:lnTo>
                  <a:lnTo>
                    <a:pt x="111" y="3995"/>
                  </a:lnTo>
                  <a:lnTo>
                    <a:pt x="122" y="3970"/>
                  </a:lnTo>
                  <a:lnTo>
                    <a:pt x="135" y="3944"/>
                  </a:lnTo>
                  <a:lnTo>
                    <a:pt x="160" y="3894"/>
                  </a:lnTo>
                  <a:lnTo>
                    <a:pt x="187" y="3846"/>
                  </a:lnTo>
                  <a:lnTo>
                    <a:pt x="216" y="3797"/>
                  </a:lnTo>
                  <a:lnTo>
                    <a:pt x="277" y="3702"/>
                  </a:lnTo>
                  <a:lnTo>
                    <a:pt x="337" y="3606"/>
                  </a:lnTo>
                  <a:lnTo>
                    <a:pt x="366" y="3559"/>
                  </a:lnTo>
                  <a:lnTo>
                    <a:pt x="394" y="3509"/>
                  </a:lnTo>
                  <a:lnTo>
                    <a:pt x="419" y="3460"/>
                  </a:lnTo>
                  <a:lnTo>
                    <a:pt x="430" y="3434"/>
                  </a:lnTo>
                  <a:lnTo>
                    <a:pt x="441" y="3408"/>
                  </a:lnTo>
                  <a:lnTo>
                    <a:pt x="451" y="3382"/>
                  </a:lnTo>
                  <a:lnTo>
                    <a:pt x="459" y="3356"/>
                  </a:lnTo>
                  <a:lnTo>
                    <a:pt x="468" y="3328"/>
                  </a:lnTo>
                  <a:lnTo>
                    <a:pt x="475" y="3301"/>
                  </a:lnTo>
                  <a:lnTo>
                    <a:pt x="475" y="3301"/>
                  </a:lnTo>
                  <a:lnTo>
                    <a:pt x="479" y="3282"/>
                  </a:lnTo>
                  <a:lnTo>
                    <a:pt x="482" y="3264"/>
                  </a:lnTo>
                  <a:lnTo>
                    <a:pt x="485" y="3246"/>
                  </a:lnTo>
                  <a:lnTo>
                    <a:pt x="485" y="3227"/>
                  </a:lnTo>
                  <a:lnTo>
                    <a:pt x="486" y="3209"/>
                  </a:lnTo>
                  <a:lnTo>
                    <a:pt x="485" y="3191"/>
                  </a:lnTo>
                  <a:lnTo>
                    <a:pt x="480" y="3155"/>
                  </a:lnTo>
                  <a:lnTo>
                    <a:pt x="475" y="3120"/>
                  </a:lnTo>
                  <a:lnTo>
                    <a:pt x="465" y="3085"/>
                  </a:lnTo>
                  <a:lnTo>
                    <a:pt x="454" y="3051"/>
                  </a:lnTo>
                  <a:lnTo>
                    <a:pt x="441" y="3017"/>
                  </a:lnTo>
                  <a:lnTo>
                    <a:pt x="427" y="2984"/>
                  </a:lnTo>
                  <a:lnTo>
                    <a:pt x="412" y="2949"/>
                  </a:lnTo>
                  <a:lnTo>
                    <a:pt x="380" y="2882"/>
                  </a:lnTo>
                  <a:lnTo>
                    <a:pt x="348" y="2817"/>
                  </a:lnTo>
                  <a:lnTo>
                    <a:pt x="333" y="2783"/>
                  </a:lnTo>
                  <a:lnTo>
                    <a:pt x="319" y="2750"/>
                  </a:lnTo>
                  <a:lnTo>
                    <a:pt x="319" y="2750"/>
                  </a:lnTo>
                  <a:lnTo>
                    <a:pt x="280" y="2650"/>
                  </a:lnTo>
                  <a:lnTo>
                    <a:pt x="262" y="2598"/>
                  </a:lnTo>
                  <a:lnTo>
                    <a:pt x="245" y="2547"/>
                  </a:lnTo>
                  <a:lnTo>
                    <a:pt x="228" y="2495"/>
                  </a:lnTo>
                  <a:lnTo>
                    <a:pt x="214" y="2442"/>
                  </a:lnTo>
                  <a:lnTo>
                    <a:pt x="203" y="2389"/>
                  </a:lnTo>
                  <a:lnTo>
                    <a:pt x="193" y="2336"/>
                  </a:lnTo>
                  <a:lnTo>
                    <a:pt x="193" y="2336"/>
                  </a:lnTo>
                  <a:lnTo>
                    <a:pt x="191" y="2311"/>
                  </a:lnTo>
                  <a:lnTo>
                    <a:pt x="189" y="2286"/>
                  </a:lnTo>
                  <a:lnTo>
                    <a:pt x="189" y="2263"/>
                  </a:lnTo>
                  <a:lnTo>
                    <a:pt x="189" y="2238"/>
                  </a:lnTo>
                  <a:lnTo>
                    <a:pt x="191" y="2213"/>
                  </a:lnTo>
                  <a:lnTo>
                    <a:pt x="193" y="2189"/>
                  </a:lnTo>
                  <a:lnTo>
                    <a:pt x="198" y="2165"/>
                  </a:lnTo>
                  <a:lnTo>
                    <a:pt x="202" y="2142"/>
                  </a:lnTo>
                  <a:lnTo>
                    <a:pt x="213" y="2094"/>
                  </a:lnTo>
                  <a:lnTo>
                    <a:pt x="227" y="2047"/>
                  </a:lnTo>
                  <a:lnTo>
                    <a:pt x="242" y="2001"/>
                  </a:lnTo>
                  <a:lnTo>
                    <a:pt x="259" y="1956"/>
                  </a:lnTo>
                  <a:lnTo>
                    <a:pt x="297" y="1866"/>
                  </a:lnTo>
                  <a:lnTo>
                    <a:pt x="331" y="1780"/>
                  </a:lnTo>
                  <a:lnTo>
                    <a:pt x="348" y="1736"/>
                  </a:lnTo>
                  <a:lnTo>
                    <a:pt x="362" y="1695"/>
                  </a:lnTo>
                  <a:lnTo>
                    <a:pt x="374" y="1653"/>
                  </a:lnTo>
                  <a:lnTo>
                    <a:pt x="383" y="1613"/>
                  </a:lnTo>
                  <a:lnTo>
                    <a:pt x="383" y="1613"/>
                  </a:lnTo>
                  <a:lnTo>
                    <a:pt x="388" y="1592"/>
                  </a:lnTo>
                  <a:lnTo>
                    <a:pt x="394" y="1567"/>
                  </a:lnTo>
                  <a:lnTo>
                    <a:pt x="411" y="1512"/>
                  </a:lnTo>
                  <a:lnTo>
                    <a:pt x="433" y="1451"/>
                  </a:lnTo>
                  <a:lnTo>
                    <a:pt x="461" y="1383"/>
                  </a:lnTo>
                  <a:lnTo>
                    <a:pt x="493" y="1310"/>
                  </a:lnTo>
                  <a:lnTo>
                    <a:pt x="528" y="1232"/>
                  </a:lnTo>
                  <a:lnTo>
                    <a:pt x="565" y="1153"/>
                  </a:lnTo>
                  <a:lnTo>
                    <a:pt x="606" y="1072"/>
                  </a:lnTo>
                  <a:lnTo>
                    <a:pt x="647" y="992"/>
                  </a:lnTo>
                  <a:lnTo>
                    <a:pt x="689" y="911"/>
                  </a:lnTo>
                  <a:lnTo>
                    <a:pt x="732" y="833"/>
                  </a:lnTo>
                  <a:lnTo>
                    <a:pt x="774" y="758"/>
                  </a:lnTo>
                  <a:lnTo>
                    <a:pt x="815" y="687"/>
                  </a:lnTo>
                  <a:lnTo>
                    <a:pt x="854" y="623"/>
                  </a:lnTo>
                  <a:lnTo>
                    <a:pt x="891" y="564"/>
                  </a:lnTo>
                  <a:lnTo>
                    <a:pt x="923" y="515"/>
                  </a:lnTo>
                  <a:lnTo>
                    <a:pt x="923" y="515"/>
                  </a:lnTo>
                  <a:lnTo>
                    <a:pt x="940" y="493"/>
                  </a:lnTo>
                  <a:lnTo>
                    <a:pt x="959" y="471"/>
                  </a:lnTo>
                  <a:lnTo>
                    <a:pt x="980" y="449"/>
                  </a:lnTo>
                  <a:lnTo>
                    <a:pt x="1004" y="426"/>
                  </a:lnTo>
                  <a:lnTo>
                    <a:pt x="1029" y="405"/>
                  </a:lnTo>
                  <a:lnTo>
                    <a:pt x="1055" y="383"/>
                  </a:lnTo>
                  <a:lnTo>
                    <a:pt x="1083" y="362"/>
                  </a:lnTo>
                  <a:lnTo>
                    <a:pt x="1113" y="341"/>
                  </a:lnTo>
                  <a:lnTo>
                    <a:pt x="1143" y="321"/>
                  </a:lnTo>
                  <a:lnTo>
                    <a:pt x="1175" y="300"/>
                  </a:lnTo>
                  <a:lnTo>
                    <a:pt x="1241" y="261"/>
                  </a:lnTo>
                  <a:lnTo>
                    <a:pt x="1309" y="224"/>
                  </a:lnTo>
                  <a:lnTo>
                    <a:pt x="1378" y="190"/>
                  </a:lnTo>
                  <a:lnTo>
                    <a:pt x="1450" y="158"/>
                  </a:lnTo>
                  <a:lnTo>
                    <a:pt x="1518" y="128"/>
                  </a:lnTo>
                  <a:lnTo>
                    <a:pt x="1585" y="102"/>
                  </a:lnTo>
                  <a:lnTo>
                    <a:pt x="1647" y="80"/>
                  </a:lnTo>
                  <a:lnTo>
                    <a:pt x="1706" y="62"/>
                  </a:lnTo>
                  <a:lnTo>
                    <a:pt x="1759" y="46"/>
                  </a:lnTo>
                  <a:lnTo>
                    <a:pt x="1805" y="37"/>
                  </a:lnTo>
                  <a:lnTo>
                    <a:pt x="1825" y="34"/>
                  </a:lnTo>
                  <a:lnTo>
                    <a:pt x="1842" y="31"/>
                  </a:lnTo>
                  <a:lnTo>
                    <a:pt x="1842" y="31"/>
                  </a:lnTo>
                  <a:lnTo>
                    <a:pt x="1874" y="30"/>
                  </a:lnTo>
                  <a:lnTo>
                    <a:pt x="1903" y="30"/>
                  </a:lnTo>
                  <a:lnTo>
                    <a:pt x="1930" y="31"/>
                  </a:lnTo>
                  <a:lnTo>
                    <a:pt x="1954" y="34"/>
                  </a:lnTo>
                  <a:lnTo>
                    <a:pt x="1974" y="39"/>
                  </a:lnTo>
                  <a:lnTo>
                    <a:pt x="1994" y="45"/>
                  </a:lnTo>
                  <a:lnTo>
                    <a:pt x="2009" y="52"/>
                  </a:lnTo>
                  <a:lnTo>
                    <a:pt x="2023" y="59"/>
                  </a:lnTo>
                  <a:lnTo>
                    <a:pt x="2036" y="66"/>
                  </a:lnTo>
                  <a:lnTo>
                    <a:pt x="2045" y="73"/>
                  </a:lnTo>
                  <a:lnTo>
                    <a:pt x="2061" y="85"/>
                  </a:lnTo>
                  <a:lnTo>
                    <a:pt x="2069" y="94"/>
                  </a:lnTo>
                  <a:lnTo>
                    <a:pt x="2071" y="98"/>
                  </a:lnTo>
                  <a:lnTo>
                    <a:pt x="2071" y="98"/>
                  </a:lnTo>
                  <a:lnTo>
                    <a:pt x="2083" y="91"/>
                  </a:lnTo>
                  <a:lnTo>
                    <a:pt x="2118" y="74"/>
                  </a:lnTo>
                  <a:lnTo>
                    <a:pt x="2143" y="63"/>
                  </a:lnTo>
                  <a:lnTo>
                    <a:pt x="2172" y="52"/>
                  </a:lnTo>
                  <a:lnTo>
                    <a:pt x="2206" y="41"/>
                  </a:lnTo>
                  <a:lnTo>
                    <a:pt x="2242" y="30"/>
                  </a:lnTo>
                  <a:lnTo>
                    <a:pt x="2282" y="18"/>
                  </a:lnTo>
                  <a:lnTo>
                    <a:pt x="2325" y="10"/>
                  </a:lnTo>
                  <a:lnTo>
                    <a:pt x="2371" y="5"/>
                  </a:lnTo>
                  <a:lnTo>
                    <a:pt x="2395" y="2"/>
                  </a:lnTo>
                  <a:lnTo>
                    <a:pt x="2419" y="0"/>
                  </a:lnTo>
                  <a:lnTo>
                    <a:pt x="2444" y="0"/>
                  </a:lnTo>
                  <a:lnTo>
                    <a:pt x="2469" y="2"/>
                  </a:lnTo>
                  <a:lnTo>
                    <a:pt x="2494" y="3"/>
                  </a:lnTo>
                  <a:lnTo>
                    <a:pt x="2519" y="6"/>
                  </a:lnTo>
                  <a:lnTo>
                    <a:pt x="2544" y="9"/>
                  </a:lnTo>
                  <a:lnTo>
                    <a:pt x="2570" y="14"/>
                  </a:lnTo>
                  <a:lnTo>
                    <a:pt x="2597" y="21"/>
                  </a:lnTo>
                  <a:lnTo>
                    <a:pt x="2622" y="28"/>
                  </a:lnTo>
                  <a:lnTo>
                    <a:pt x="2622" y="28"/>
                  </a:lnTo>
                  <a:lnTo>
                    <a:pt x="2676" y="45"/>
                  </a:lnTo>
                  <a:lnTo>
                    <a:pt x="2732" y="60"/>
                  </a:lnTo>
                  <a:lnTo>
                    <a:pt x="2849" y="88"/>
                  </a:lnTo>
                  <a:lnTo>
                    <a:pt x="2910" y="103"/>
                  </a:lnTo>
                  <a:lnTo>
                    <a:pt x="2970" y="119"/>
                  </a:lnTo>
                  <a:lnTo>
                    <a:pt x="3033" y="137"/>
                  </a:lnTo>
                  <a:lnTo>
                    <a:pt x="3094" y="158"/>
                  </a:lnTo>
                  <a:lnTo>
                    <a:pt x="3125" y="169"/>
                  </a:lnTo>
                  <a:lnTo>
                    <a:pt x="3155" y="181"/>
                  </a:lnTo>
                  <a:lnTo>
                    <a:pt x="3185" y="194"/>
                  </a:lnTo>
                  <a:lnTo>
                    <a:pt x="3215" y="209"/>
                  </a:lnTo>
                  <a:lnTo>
                    <a:pt x="3244" y="224"/>
                  </a:lnTo>
                  <a:lnTo>
                    <a:pt x="3274" y="241"/>
                  </a:lnTo>
                  <a:lnTo>
                    <a:pt x="3303" y="259"/>
                  </a:lnTo>
                  <a:lnTo>
                    <a:pt x="3331" y="279"/>
                  </a:lnTo>
                  <a:lnTo>
                    <a:pt x="3359" y="300"/>
                  </a:lnTo>
                  <a:lnTo>
                    <a:pt x="3386" y="322"/>
                  </a:lnTo>
                  <a:lnTo>
                    <a:pt x="3413" y="346"/>
                  </a:lnTo>
                  <a:lnTo>
                    <a:pt x="3439" y="372"/>
                  </a:lnTo>
                  <a:lnTo>
                    <a:pt x="3464" y="399"/>
                  </a:lnTo>
                  <a:lnTo>
                    <a:pt x="3490" y="428"/>
                  </a:lnTo>
                  <a:lnTo>
                    <a:pt x="3513" y="460"/>
                  </a:lnTo>
                  <a:lnTo>
                    <a:pt x="3535" y="493"/>
                  </a:lnTo>
                  <a:lnTo>
                    <a:pt x="3535" y="493"/>
                  </a:lnTo>
                  <a:lnTo>
                    <a:pt x="3580" y="563"/>
                  </a:lnTo>
                  <a:lnTo>
                    <a:pt x="3622" y="635"/>
                  </a:lnTo>
                  <a:lnTo>
                    <a:pt x="3662" y="709"/>
                  </a:lnTo>
                  <a:lnTo>
                    <a:pt x="3700" y="783"/>
                  </a:lnTo>
                  <a:lnTo>
                    <a:pt x="3736" y="859"/>
                  </a:lnTo>
                  <a:lnTo>
                    <a:pt x="3769" y="937"/>
                  </a:lnTo>
                  <a:lnTo>
                    <a:pt x="3801" y="1015"/>
                  </a:lnTo>
                  <a:lnTo>
                    <a:pt x="3831" y="1095"/>
                  </a:lnTo>
                  <a:lnTo>
                    <a:pt x="3859" y="1173"/>
                  </a:lnTo>
                  <a:lnTo>
                    <a:pt x="3884" y="1253"/>
                  </a:lnTo>
                  <a:lnTo>
                    <a:pt x="3906" y="1333"/>
                  </a:lnTo>
                  <a:lnTo>
                    <a:pt x="3927" y="1412"/>
                  </a:lnTo>
                  <a:lnTo>
                    <a:pt x="3945" y="1491"/>
                  </a:lnTo>
                  <a:lnTo>
                    <a:pt x="3962" y="1569"/>
                  </a:lnTo>
                  <a:lnTo>
                    <a:pt x="3975" y="1647"/>
                  </a:lnTo>
                  <a:lnTo>
                    <a:pt x="3987" y="1724"/>
                  </a:lnTo>
                  <a:lnTo>
                    <a:pt x="3987" y="1724"/>
                  </a:lnTo>
                  <a:lnTo>
                    <a:pt x="3998" y="1798"/>
                  </a:lnTo>
                  <a:lnTo>
                    <a:pt x="4009" y="1867"/>
                  </a:lnTo>
                  <a:lnTo>
                    <a:pt x="4020" y="1931"/>
                  </a:lnTo>
                  <a:lnTo>
                    <a:pt x="4031" y="1994"/>
                  </a:lnTo>
                  <a:lnTo>
                    <a:pt x="4044" y="2051"/>
                  </a:lnTo>
                  <a:lnTo>
                    <a:pt x="4058" y="2108"/>
                  </a:lnTo>
                  <a:lnTo>
                    <a:pt x="4073" y="2161"/>
                  </a:lnTo>
                  <a:lnTo>
                    <a:pt x="4090" y="2214"/>
                  </a:lnTo>
                  <a:lnTo>
                    <a:pt x="4108" y="2264"/>
                  </a:lnTo>
                  <a:lnTo>
                    <a:pt x="4129" y="2314"/>
                  </a:lnTo>
                  <a:lnTo>
                    <a:pt x="4151" y="2364"/>
                  </a:lnTo>
                  <a:lnTo>
                    <a:pt x="4176" y="2416"/>
                  </a:lnTo>
                  <a:lnTo>
                    <a:pt x="4204" y="2467"/>
                  </a:lnTo>
                  <a:lnTo>
                    <a:pt x="4234" y="2520"/>
                  </a:lnTo>
                  <a:lnTo>
                    <a:pt x="4268" y="2575"/>
                  </a:lnTo>
                  <a:lnTo>
                    <a:pt x="4304" y="2632"/>
                  </a:lnTo>
                  <a:lnTo>
                    <a:pt x="4304" y="2632"/>
                  </a:lnTo>
                  <a:lnTo>
                    <a:pt x="4343" y="2691"/>
                  </a:lnTo>
                  <a:lnTo>
                    <a:pt x="4379" y="2756"/>
                  </a:lnTo>
                  <a:lnTo>
                    <a:pt x="4414" y="2821"/>
                  </a:lnTo>
                  <a:lnTo>
                    <a:pt x="4448" y="2889"/>
                  </a:lnTo>
                  <a:lnTo>
                    <a:pt x="4478" y="2960"/>
                  </a:lnTo>
                  <a:lnTo>
                    <a:pt x="4507" y="3031"/>
                  </a:lnTo>
                  <a:lnTo>
                    <a:pt x="4535" y="3104"/>
                  </a:lnTo>
                  <a:lnTo>
                    <a:pt x="4560" y="3176"/>
                  </a:lnTo>
                  <a:lnTo>
                    <a:pt x="4583" y="3248"/>
                  </a:lnTo>
                  <a:lnTo>
                    <a:pt x="4602" y="3321"/>
                  </a:lnTo>
                  <a:lnTo>
                    <a:pt x="4620" y="3390"/>
                  </a:lnTo>
                  <a:lnTo>
                    <a:pt x="4634" y="3460"/>
                  </a:lnTo>
                  <a:lnTo>
                    <a:pt x="4645" y="3527"/>
                  </a:lnTo>
                  <a:lnTo>
                    <a:pt x="4654" y="3592"/>
                  </a:lnTo>
                  <a:lnTo>
                    <a:pt x="4659" y="3653"/>
                  </a:lnTo>
                  <a:lnTo>
                    <a:pt x="4661" y="3683"/>
                  </a:lnTo>
                  <a:lnTo>
                    <a:pt x="4661" y="3712"/>
                  </a:lnTo>
                  <a:lnTo>
                    <a:pt x="4661" y="3712"/>
                  </a:lnTo>
                  <a:lnTo>
                    <a:pt x="4661" y="3769"/>
                  </a:lnTo>
                  <a:lnTo>
                    <a:pt x="4656" y="3828"/>
                  </a:lnTo>
                  <a:lnTo>
                    <a:pt x="4652" y="3887"/>
                  </a:lnTo>
                  <a:lnTo>
                    <a:pt x="4645" y="3947"/>
                  </a:lnTo>
                  <a:lnTo>
                    <a:pt x="4637" y="4006"/>
                  </a:lnTo>
                  <a:lnTo>
                    <a:pt x="4627" y="4064"/>
                  </a:lnTo>
                  <a:lnTo>
                    <a:pt x="4617" y="4123"/>
                  </a:lnTo>
                  <a:lnTo>
                    <a:pt x="4606" y="4178"/>
                  </a:lnTo>
                  <a:lnTo>
                    <a:pt x="4595" y="4231"/>
                  </a:lnTo>
                  <a:lnTo>
                    <a:pt x="4583" y="4281"/>
                  </a:lnTo>
                  <a:lnTo>
                    <a:pt x="4560" y="4372"/>
                  </a:lnTo>
                  <a:lnTo>
                    <a:pt x="4539" y="4446"/>
                  </a:lnTo>
                  <a:lnTo>
                    <a:pt x="4521" y="4497"/>
                  </a:lnTo>
                  <a:lnTo>
                    <a:pt x="4521" y="4497"/>
                  </a:lnTo>
                  <a:lnTo>
                    <a:pt x="4482" y="4603"/>
                  </a:lnTo>
                  <a:lnTo>
                    <a:pt x="4482" y="4603"/>
                  </a:lnTo>
                  <a:lnTo>
                    <a:pt x="4488" y="4620"/>
                  </a:lnTo>
                  <a:lnTo>
                    <a:pt x="4493" y="4642"/>
                  </a:lnTo>
                  <a:lnTo>
                    <a:pt x="4500" y="4674"/>
                  </a:lnTo>
                  <a:lnTo>
                    <a:pt x="4509" y="4716"/>
                  </a:lnTo>
                  <a:lnTo>
                    <a:pt x="4516" y="4767"/>
                  </a:lnTo>
                  <a:lnTo>
                    <a:pt x="4523" y="4830"/>
                  </a:lnTo>
                  <a:lnTo>
                    <a:pt x="4527" y="4904"/>
                  </a:lnTo>
                  <a:lnTo>
                    <a:pt x="4527" y="4904"/>
                  </a:lnTo>
                  <a:lnTo>
                    <a:pt x="4531" y="4989"/>
                  </a:lnTo>
                  <a:lnTo>
                    <a:pt x="4532" y="5060"/>
                  </a:lnTo>
                  <a:lnTo>
                    <a:pt x="4532" y="5118"/>
                  </a:lnTo>
                  <a:lnTo>
                    <a:pt x="4531" y="5161"/>
                  </a:lnTo>
                  <a:lnTo>
                    <a:pt x="4531" y="5161"/>
                  </a:lnTo>
                  <a:lnTo>
                    <a:pt x="4449" y="5132"/>
                  </a:lnTo>
                  <a:lnTo>
                    <a:pt x="4449" y="5132"/>
                  </a:lnTo>
                  <a:lnTo>
                    <a:pt x="4410" y="5118"/>
                  </a:lnTo>
                  <a:lnTo>
                    <a:pt x="4370" y="5104"/>
                  </a:lnTo>
                  <a:lnTo>
                    <a:pt x="4289" y="5079"/>
                  </a:lnTo>
                  <a:lnTo>
                    <a:pt x="4208" y="5057"/>
                  </a:lnTo>
                  <a:lnTo>
                    <a:pt x="4127" y="5035"/>
                  </a:lnTo>
                  <a:lnTo>
                    <a:pt x="4047" y="5011"/>
                  </a:lnTo>
                  <a:lnTo>
                    <a:pt x="3966" y="4987"/>
                  </a:lnTo>
                  <a:lnTo>
                    <a:pt x="3886" y="4961"/>
                  </a:lnTo>
                  <a:lnTo>
                    <a:pt x="3847" y="4947"/>
                  </a:lnTo>
                  <a:lnTo>
                    <a:pt x="3808" y="4932"/>
                  </a:lnTo>
                  <a:lnTo>
                    <a:pt x="3808" y="4932"/>
                  </a:lnTo>
                  <a:lnTo>
                    <a:pt x="3750" y="4909"/>
                  </a:lnTo>
                  <a:lnTo>
                    <a:pt x="3689" y="4887"/>
                  </a:lnTo>
                  <a:lnTo>
                    <a:pt x="3657" y="4877"/>
                  </a:lnTo>
                  <a:lnTo>
                    <a:pt x="3626" y="4867"/>
                  </a:lnTo>
                  <a:lnTo>
                    <a:pt x="3594" y="4859"/>
                  </a:lnTo>
                  <a:lnTo>
                    <a:pt x="3562" y="4854"/>
                  </a:lnTo>
                  <a:lnTo>
                    <a:pt x="3530" y="4848"/>
                  </a:lnTo>
                  <a:lnTo>
                    <a:pt x="3499" y="4844"/>
                  </a:lnTo>
                  <a:lnTo>
                    <a:pt x="3467" y="4842"/>
                  </a:lnTo>
                  <a:lnTo>
                    <a:pt x="3435" y="4842"/>
                  </a:lnTo>
                  <a:lnTo>
                    <a:pt x="3403" y="4845"/>
                  </a:lnTo>
                  <a:lnTo>
                    <a:pt x="3371" y="4851"/>
                  </a:lnTo>
                  <a:lnTo>
                    <a:pt x="3339" y="4859"/>
                  </a:lnTo>
                  <a:lnTo>
                    <a:pt x="3307" y="4870"/>
                  </a:lnTo>
                  <a:lnTo>
                    <a:pt x="3307" y="4873"/>
                  </a:lnTo>
                  <a:lnTo>
                    <a:pt x="3307" y="4873"/>
                  </a:lnTo>
                  <a:lnTo>
                    <a:pt x="3282" y="4863"/>
                  </a:lnTo>
                  <a:lnTo>
                    <a:pt x="3258" y="4852"/>
                  </a:lnTo>
                  <a:lnTo>
                    <a:pt x="3236" y="4840"/>
                  </a:lnTo>
                  <a:lnTo>
                    <a:pt x="3214" y="4826"/>
                  </a:lnTo>
                  <a:lnTo>
                    <a:pt x="3192" y="4810"/>
                  </a:lnTo>
                  <a:lnTo>
                    <a:pt x="3169" y="4792"/>
                  </a:lnTo>
                  <a:lnTo>
                    <a:pt x="3150" y="4771"/>
                  </a:lnTo>
                  <a:lnTo>
                    <a:pt x="3129" y="4748"/>
                  </a:lnTo>
                  <a:lnTo>
                    <a:pt x="3129" y="4748"/>
                  </a:lnTo>
                  <a:lnTo>
                    <a:pt x="3114" y="4727"/>
                  </a:lnTo>
                  <a:lnTo>
                    <a:pt x="3098" y="4703"/>
                  </a:lnTo>
                  <a:lnTo>
                    <a:pt x="3086" y="4680"/>
                  </a:lnTo>
                  <a:lnTo>
                    <a:pt x="3073" y="4654"/>
                  </a:lnTo>
                  <a:lnTo>
                    <a:pt x="3062" y="4629"/>
                  </a:lnTo>
                  <a:lnTo>
                    <a:pt x="3052" y="4603"/>
                  </a:lnTo>
                  <a:lnTo>
                    <a:pt x="3043" y="4577"/>
                  </a:lnTo>
                  <a:lnTo>
                    <a:pt x="3034" y="4550"/>
                  </a:lnTo>
                  <a:lnTo>
                    <a:pt x="3020" y="4494"/>
                  </a:lnTo>
                  <a:lnTo>
                    <a:pt x="3009" y="4439"/>
                  </a:lnTo>
                  <a:lnTo>
                    <a:pt x="2999" y="4383"/>
                  </a:lnTo>
                  <a:lnTo>
                    <a:pt x="2990" y="4330"/>
                  </a:lnTo>
                  <a:lnTo>
                    <a:pt x="2990" y="4330"/>
                  </a:lnTo>
                  <a:lnTo>
                    <a:pt x="2973" y="4209"/>
                  </a:lnTo>
                  <a:lnTo>
                    <a:pt x="2958" y="4086"/>
                  </a:lnTo>
                  <a:lnTo>
                    <a:pt x="2946" y="3961"/>
                  </a:lnTo>
                  <a:lnTo>
                    <a:pt x="2937" y="3834"/>
                  </a:lnTo>
                  <a:lnTo>
                    <a:pt x="2930" y="3708"/>
                  </a:lnTo>
                  <a:lnTo>
                    <a:pt x="2924" y="3581"/>
                  </a:lnTo>
                  <a:lnTo>
                    <a:pt x="2923" y="3456"/>
                  </a:lnTo>
                  <a:lnTo>
                    <a:pt x="2923" y="3333"/>
                  </a:lnTo>
                  <a:lnTo>
                    <a:pt x="2923" y="3333"/>
                  </a:lnTo>
                  <a:lnTo>
                    <a:pt x="2951" y="3290"/>
                  </a:lnTo>
                  <a:lnTo>
                    <a:pt x="2976" y="3248"/>
                  </a:lnTo>
                  <a:lnTo>
                    <a:pt x="3001" y="3205"/>
                  </a:lnTo>
                  <a:lnTo>
                    <a:pt x="3024" y="3162"/>
                  </a:lnTo>
                  <a:lnTo>
                    <a:pt x="3045" y="3119"/>
                  </a:lnTo>
                  <a:lnTo>
                    <a:pt x="3065" y="3076"/>
                  </a:lnTo>
                  <a:lnTo>
                    <a:pt x="3080" y="3034"/>
                  </a:lnTo>
                  <a:lnTo>
                    <a:pt x="3094" y="2994"/>
                  </a:lnTo>
                  <a:lnTo>
                    <a:pt x="3094" y="2994"/>
                  </a:lnTo>
                  <a:lnTo>
                    <a:pt x="3129" y="2907"/>
                  </a:lnTo>
                  <a:lnTo>
                    <a:pt x="3148" y="2857"/>
                  </a:lnTo>
                  <a:lnTo>
                    <a:pt x="3157" y="2833"/>
                  </a:lnTo>
                  <a:lnTo>
                    <a:pt x="3162" y="2813"/>
                  </a:lnTo>
                  <a:lnTo>
                    <a:pt x="3162" y="2813"/>
                  </a:lnTo>
                  <a:lnTo>
                    <a:pt x="3172" y="2820"/>
                  </a:lnTo>
                  <a:lnTo>
                    <a:pt x="3180" y="2828"/>
                  </a:lnTo>
                  <a:lnTo>
                    <a:pt x="3194" y="2845"/>
                  </a:lnTo>
                  <a:lnTo>
                    <a:pt x="3207" y="2861"/>
                  </a:lnTo>
                  <a:lnTo>
                    <a:pt x="3219" y="2875"/>
                  </a:lnTo>
                  <a:lnTo>
                    <a:pt x="3226" y="2882"/>
                  </a:lnTo>
                  <a:lnTo>
                    <a:pt x="3233" y="2888"/>
                  </a:lnTo>
                  <a:lnTo>
                    <a:pt x="3240" y="2893"/>
                  </a:lnTo>
                  <a:lnTo>
                    <a:pt x="3249" y="2896"/>
                  </a:lnTo>
                  <a:lnTo>
                    <a:pt x="3258" y="2899"/>
                  </a:lnTo>
                  <a:lnTo>
                    <a:pt x="3269" y="2900"/>
                  </a:lnTo>
                  <a:lnTo>
                    <a:pt x="3282" y="2900"/>
                  </a:lnTo>
                  <a:lnTo>
                    <a:pt x="3296" y="2899"/>
                  </a:lnTo>
                  <a:lnTo>
                    <a:pt x="3296" y="2899"/>
                  </a:lnTo>
                  <a:lnTo>
                    <a:pt x="3308" y="2896"/>
                  </a:lnTo>
                  <a:lnTo>
                    <a:pt x="3320" y="2893"/>
                  </a:lnTo>
                  <a:lnTo>
                    <a:pt x="3331" y="2889"/>
                  </a:lnTo>
                  <a:lnTo>
                    <a:pt x="3341" y="2884"/>
                  </a:lnTo>
                  <a:lnTo>
                    <a:pt x="3350" y="2878"/>
                  </a:lnTo>
                  <a:lnTo>
                    <a:pt x="3360" y="2871"/>
                  </a:lnTo>
                  <a:lnTo>
                    <a:pt x="3378" y="2856"/>
                  </a:lnTo>
                  <a:lnTo>
                    <a:pt x="3395" y="2838"/>
                  </a:lnTo>
                  <a:lnTo>
                    <a:pt x="3409" y="2818"/>
                  </a:lnTo>
                  <a:lnTo>
                    <a:pt x="3421" y="2799"/>
                  </a:lnTo>
                  <a:lnTo>
                    <a:pt x="3432" y="2776"/>
                  </a:lnTo>
                  <a:lnTo>
                    <a:pt x="3432" y="2776"/>
                  </a:lnTo>
                  <a:lnTo>
                    <a:pt x="3455" y="2730"/>
                  </a:lnTo>
                  <a:lnTo>
                    <a:pt x="3474" y="2685"/>
                  </a:lnTo>
                  <a:lnTo>
                    <a:pt x="3494" y="2637"/>
                  </a:lnTo>
                  <a:lnTo>
                    <a:pt x="3513" y="2588"/>
                  </a:lnTo>
                  <a:lnTo>
                    <a:pt x="3548" y="2492"/>
                  </a:lnTo>
                  <a:lnTo>
                    <a:pt x="3580" y="2395"/>
                  </a:lnTo>
                  <a:lnTo>
                    <a:pt x="3580" y="2395"/>
                  </a:lnTo>
                  <a:lnTo>
                    <a:pt x="3587" y="2370"/>
                  </a:lnTo>
                  <a:lnTo>
                    <a:pt x="3594" y="2341"/>
                  </a:lnTo>
                  <a:lnTo>
                    <a:pt x="3598" y="2306"/>
                  </a:lnTo>
                  <a:lnTo>
                    <a:pt x="3602" y="2270"/>
                  </a:lnTo>
                  <a:lnTo>
                    <a:pt x="3604" y="2231"/>
                  </a:lnTo>
                  <a:lnTo>
                    <a:pt x="3602" y="2192"/>
                  </a:lnTo>
                  <a:lnTo>
                    <a:pt x="3600" y="2153"/>
                  </a:lnTo>
                  <a:lnTo>
                    <a:pt x="3594" y="2115"/>
                  </a:lnTo>
                  <a:lnTo>
                    <a:pt x="3591" y="2097"/>
                  </a:lnTo>
                  <a:lnTo>
                    <a:pt x="3586" y="2080"/>
                  </a:lnTo>
                  <a:lnTo>
                    <a:pt x="3580" y="2064"/>
                  </a:lnTo>
                  <a:lnTo>
                    <a:pt x="3574" y="2050"/>
                  </a:lnTo>
                  <a:lnTo>
                    <a:pt x="3566" y="2036"/>
                  </a:lnTo>
                  <a:lnTo>
                    <a:pt x="3559" y="2022"/>
                  </a:lnTo>
                  <a:lnTo>
                    <a:pt x="3549" y="2011"/>
                  </a:lnTo>
                  <a:lnTo>
                    <a:pt x="3540" y="2001"/>
                  </a:lnTo>
                  <a:lnTo>
                    <a:pt x="3527" y="1994"/>
                  </a:lnTo>
                  <a:lnTo>
                    <a:pt x="3516" y="1987"/>
                  </a:lnTo>
                  <a:lnTo>
                    <a:pt x="3502" y="1983"/>
                  </a:lnTo>
                  <a:lnTo>
                    <a:pt x="3487" y="1981"/>
                  </a:lnTo>
                  <a:lnTo>
                    <a:pt x="3471" y="1981"/>
                  </a:lnTo>
                  <a:lnTo>
                    <a:pt x="3455" y="1984"/>
                  </a:lnTo>
                  <a:lnTo>
                    <a:pt x="3437" y="1988"/>
                  </a:lnTo>
                  <a:lnTo>
                    <a:pt x="3416" y="1997"/>
                  </a:lnTo>
                  <a:lnTo>
                    <a:pt x="3416" y="1997"/>
                  </a:lnTo>
                  <a:lnTo>
                    <a:pt x="3403" y="2004"/>
                  </a:lnTo>
                  <a:lnTo>
                    <a:pt x="3392" y="2011"/>
                  </a:lnTo>
                  <a:lnTo>
                    <a:pt x="3381" y="2019"/>
                  </a:lnTo>
                  <a:lnTo>
                    <a:pt x="3370" y="2029"/>
                  </a:lnTo>
                  <a:lnTo>
                    <a:pt x="3360" y="2039"/>
                  </a:lnTo>
                  <a:lnTo>
                    <a:pt x="3352" y="2048"/>
                  </a:lnTo>
                  <a:lnTo>
                    <a:pt x="3335" y="2072"/>
                  </a:lnTo>
                  <a:lnTo>
                    <a:pt x="3321" y="2097"/>
                  </a:lnTo>
                  <a:lnTo>
                    <a:pt x="3308" y="2125"/>
                  </a:lnTo>
                  <a:lnTo>
                    <a:pt x="3297" y="2153"/>
                  </a:lnTo>
                  <a:lnTo>
                    <a:pt x="3288" y="2182"/>
                  </a:lnTo>
                  <a:lnTo>
                    <a:pt x="3271" y="2243"/>
                  </a:lnTo>
                  <a:lnTo>
                    <a:pt x="3256" y="2304"/>
                  </a:lnTo>
                  <a:lnTo>
                    <a:pt x="3247" y="2332"/>
                  </a:lnTo>
                  <a:lnTo>
                    <a:pt x="3239" y="2362"/>
                  </a:lnTo>
                  <a:lnTo>
                    <a:pt x="3229" y="2387"/>
                  </a:lnTo>
                  <a:lnTo>
                    <a:pt x="3218" y="2412"/>
                  </a:lnTo>
                  <a:lnTo>
                    <a:pt x="3218" y="2412"/>
                  </a:lnTo>
                  <a:lnTo>
                    <a:pt x="3218" y="2391"/>
                  </a:lnTo>
                  <a:lnTo>
                    <a:pt x="3217" y="2359"/>
                  </a:lnTo>
                  <a:lnTo>
                    <a:pt x="3214" y="2320"/>
                  </a:lnTo>
                  <a:lnTo>
                    <a:pt x="3207" y="2274"/>
                  </a:lnTo>
                  <a:lnTo>
                    <a:pt x="3203" y="2249"/>
                  </a:lnTo>
                  <a:lnTo>
                    <a:pt x="3197" y="2222"/>
                  </a:lnTo>
                  <a:lnTo>
                    <a:pt x="3192" y="2197"/>
                  </a:lnTo>
                  <a:lnTo>
                    <a:pt x="3183" y="2171"/>
                  </a:lnTo>
                  <a:lnTo>
                    <a:pt x="3175" y="2144"/>
                  </a:lnTo>
                  <a:lnTo>
                    <a:pt x="3165" y="2119"/>
                  </a:lnTo>
                  <a:lnTo>
                    <a:pt x="3154" y="2094"/>
                  </a:lnTo>
                  <a:lnTo>
                    <a:pt x="3140" y="2069"/>
                  </a:lnTo>
                  <a:lnTo>
                    <a:pt x="3140" y="2069"/>
                  </a:lnTo>
                  <a:lnTo>
                    <a:pt x="3059" y="1927"/>
                  </a:lnTo>
                  <a:lnTo>
                    <a:pt x="2980" y="1784"/>
                  </a:lnTo>
                  <a:lnTo>
                    <a:pt x="2900" y="1640"/>
                  </a:lnTo>
                  <a:lnTo>
                    <a:pt x="2823" y="1497"/>
                  </a:lnTo>
                  <a:lnTo>
                    <a:pt x="2823" y="1497"/>
                  </a:lnTo>
                  <a:lnTo>
                    <a:pt x="2758" y="1377"/>
                  </a:lnTo>
                  <a:lnTo>
                    <a:pt x="2725" y="1317"/>
                  </a:lnTo>
                  <a:lnTo>
                    <a:pt x="2708" y="1288"/>
                  </a:lnTo>
                  <a:lnTo>
                    <a:pt x="2690" y="1259"/>
                  </a:lnTo>
                  <a:lnTo>
                    <a:pt x="2672" y="1231"/>
                  </a:lnTo>
                  <a:lnTo>
                    <a:pt x="2653" y="1203"/>
                  </a:lnTo>
                  <a:lnTo>
                    <a:pt x="2632" y="1175"/>
                  </a:lnTo>
                  <a:lnTo>
                    <a:pt x="2609" y="1150"/>
                  </a:lnTo>
                  <a:lnTo>
                    <a:pt x="2587" y="1125"/>
                  </a:lnTo>
                  <a:lnTo>
                    <a:pt x="2562" y="1102"/>
                  </a:lnTo>
                  <a:lnTo>
                    <a:pt x="2537" y="1079"/>
                  </a:lnTo>
                  <a:lnTo>
                    <a:pt x="2509" y="1058"/>
                  </a:lnTo>
                  <a:lnTo>
                    <a:pt x="2509" y="1058"/>
                  </a:lnTo>
                  <a:lnTo>
                    <a:pt x="2477" y="1036"/>
                  </a:lnTo>
                  <a:lnTo>
                    <a:pt x="2445" y="1015"/>
                  </a:lnTo>
                  <a:lnTo>
                    <a:pt x="2413" y="996"/>
                  </a:lnTo>
                  <a:lnTo>
                    <a:pt x="2380" y="976"/>
                  </a:lnTo>
                  <a:lnTo>
                    <a:pt x="2346" y="960"/>
                  </a:lnTo>
                  <a:lnTo>
                    <a:pt x="2313" y="943"/>
                  </a:lnTo>
                  <a:lnTo>
                    <a:pt x="2278" y="928"/>
                  </a:lnTo>
                  <a:lnTo>
                    <a:pt x="2243" y="912"/>
                  </a:lnTo>
                  <a:lnTo>
                    <a:pt x="2208" y="900"/>
                  </a:lnTo>
                  <a:lnTo>
                    <a:pt x="2174" y="887"/>
                  </a:lnTo>
                  <a:lnTo>
                    <a:pt x="2139" y="876"/>
                  </a:lnTo>
                  <a:lnTo>
                    <a:pt x="2103" y="866"/>
                  </a:lnTo>
                  <a:lnTo>
                    <a:pt x="2066" y="858"/>
                  </a:lnTo>
                  <a:lnTo>
                    <a:pt x="2032" y="851"/>
                  </a:lnTo>
                  <a:lnTo>
                    <a:pt x="1995" y="844"/>
                  </a:lnTo>
                  <a:lnTo>
                    <a:pt x="1959" y="838"/>
                  </a:lnTo>
                  <a:lnTo>
                    <a:pt x="1922" y="834"/>
                  </a:lnTo>
                  <a:lnTo>
                    <a:pt x="1885" y="831"/>
                  </a:lnTo>
                  <a:lnTo>
                    <a:pt x="1849" y="830"/>
                  </a:lnTo>
                  <a:lnTo>
                    <a:pt x="1812" y="830"/>
                  </a:lnTo>
                  <a:lnTo>
                    <a:pt x="1775" y="830"/>
                  </a:lnTo>
                  <a:lnTo>
                    <a:pt x="1738" y="831"/>
                  </a:lnTo>
                  <a:lnTo>
                    <a:pt x="1702" y="834"/>
                  </a:lnTo>
                  <a:lnTo>
                    <a:pt x="1664" y="838"/>
                  </a:lnTo>
                  <a:lnTo>
                    <a:pt x="1628" y="844"/>
                  </a:lnTo>
                  <a:lnTo>
                    <a:pt x="1590" y="850"/>
                  </a:lnTo>
                  <a:lnTo>
                    <a:pt x="1554" y="858"/>
                  </a:lnTo>
                  <a:lnTo>
                    <a:pt x="1516" y="866"/>
                  </a:lnTo>
                  <a:lnTo>
                    <a:pt x="1480" y="876"/>
                  </a:lnTo>
                  <a:lnTo>
                    <a:pt x="1444" y="887"/>
                  </a:lnTo>
                  <a:lnTo>
                    <a:pt x="1406" y="898"/>
                  </a:lnTo>
                  <a:lnTo>
                    <a:pt x="1370" y="912"/>
                  </a:lnTo>
                  <a:lnTo>
                    <a:pt x="1370" y="912"/>
                  </a:lnTo>
                  <a:lnTo>
                    <a:pt x="1348" y="922"/>
                  </a:lnTo>
                  <a:lnTo>
                    <a:pt x="1327" y="932"/>
                  </a:lnTo>
                  <a:lnTo>
                    <a:pt x="1305" y="943"/>
                  </a:lnTo>
                  <a:lnTo>
                    <a:pt x="1282" y="955"/>
                  </a:lnTo>
                  <a:lnTo>
                    <a:pt x="1262" y="969"/>
                  </a:lnTo>
                  <a:lnTo>
                    <a:pt x="1241" y="983"/>
                  </a:lnTo>
                  <a:lnTo>
                    <a:pt x="1220" y="999"/>
                  </a:lnTo>
                  <a:lnTo>
                    <a:pt x="1199" y="1015"/>
                  </a:lnTo>
                  <a:lnTo>
                    <a:pt x="1158" y="1050"/>
                  </a:lnTo>
                  <a:lnTo>
                    <a:pt x="1119" y="1089"/>
                  </a:lnTo>
                  <a:lnTo>
                    <a:pt x="1082" y="1129"/>
                  </a:lnTo>
                  <a:lnTo>
                    <a:pt x="1047" y="1171"/>
                  </a:lnTo>
                  <a:lnTo>
                    <a:pt x="1014" y="1216"/>
                  </a:lnTo>
                  <a:lnTo>
                    <a:pt x="983" y="1262"/>
                  </a:lnTo>
                  <a:lnTo>
                    <a:pt x="955" y="1309"/>
                  </a:lnTo>
                  <a:lnTo>
                    <a:pt x="930" y="1356"/>
                  </a:lnTo>
                  <a:lnTo>
                    <a:pt x="908" y="1405"/>
                  </a:lnTo>
                  <a:lnTo>
                    <a:pt x="888" y="1452"/>
                  </a:lnTo>
                  <a:lnTo>
                    <a:pt x="874" y="1500"/>
                  </a:lnTo>
                  <a:lnTo>
                    <a:pt x="867" y="1523"/>
                  </a:lnTo>
                  <a:lnTo>
                    <a:pt x="862" y="1546"/>
                  </a:lnTo>
                  <a:lnTo>
                    <a:pt x="862" y="1546"/>
                  </a:lnTo>
                  <a:lnTo>
                    <a:pt x="852" y="1601"/>
                  </a:lnTo>
                  <a:lnTo>
                    <a:pt x="844" y="1657"/>
                  </a:lnTo>
                  <a:lnTo>
                    <a:pt x="835" y="1714"/>
                  </a:lnTo>
                  <a:lnTo>
                    <a:pt x="831" y="1771"/>
                  </a:lnTo>
                  <a:lnTo>
                    <a:pt x="828" y="1828"/>
                  </a:lnTo>
                  <a:lnTo>
                    <a:pt x="827" y="1885"/>
                  </a:lnTo>
                  <a:lnTo>
                    <a:pt x="828" y="1942"/>
                  </a:lnTo>
                  <a:lnTo>
                    <a:pt x="834" y="2000"/>
                  </a:lnTo>
                  <a:lnTo>
                    <a:pt x="834" y="2000"/>
                  </a:lnTo>
                  <a:lnTo>
                    <a:pt x="841" y="2062"/>
                  </a:lnTo>
                  <a:lnTo>
                    <a:pt x="851" y="2125"/>
                  </a:lnTo>
                  <a:lnTo>
                    <a:pt x="872" y="2250"/>
                  </a:lnTo>
                  <a:lnTo>
                    <a:pt x="881" y="2311"/>
                  </a:lnTo>
                  <a:lnTo>
                    <a:pt x="890" y="2374"/>
                  </a:lnTo>
                  <a:lnTo>
                    <a:pt x="895" y="2437"/>
                  </a:lnTo>
                  <a:lnTo>
                    <a:pt x="898" y="2469"/>
                  </a:lnTo>
                  <a:lnTo>
                    <a:pt x="898" y="2501"/>
                  </a:lnTo>
                  <a:lnTo>
                    <a:pt x="898" y="2501"/>
                  </a:lnTo>
                  <a:lnTo>
                    <a:pt x="898" y="2584"/>
                  </a:lnTo>
                  <a:lnTo>
                    <a:pt x="895" y="2668"/>
                  </a:lnTo>
                  <a:lnTo>
                    <a:pt x="894" y="2751"/>
                  </a:lnTo>
                  <a:lnTo>
                    <a:pt x="895" y="2793"/>
                  </a:lnTo>
                  <a:lnTo>
                    <a:pt x="897" y="2835"/>
                  </a:lnTo>
                  <a:lnTo>
                    <a:pt x="898" y="2875"/>
                  </a:lnTo>
                  <a:lnTo>
                    <a:pt x="904" y="2916"/>
                  </a:lnTo>
                  <a:lnTo>
                    <a:pt x="909" y="2957"/>
                  </a:lnTo>
                  <a:lnTo>
                    <a:pt x="918" y="2996"/>
                  </a:lnTo>
                  <a:lnTo>
                    <a:pt x="929" y="3037"/>
                  </a:lnTo>
                  <a:lnTo>
                    <a:pt x="943" y="3077"/>
                  </a:lnTo>
                  <a:lnTo>
                    <a:pt x="959" y="3116"/>
                  </a:lnTo>
                  <a:lnTo>
                    <a:pt x="979" y="3155"/>
                  </a:lnTo>
                  <a:lnTo>
                    <a:pt x="979" y="3155"/>
                  </a:lnTo>
                  <a:lnTo>
                    <a:pt x="1009" y="3209"/>
                  </a:lnTo>
                  <a:lnTo>
                    <a:pt x="1043" y="3272"/>
                  </a:lnTo>
                  <a:lnTo>
                    <a:pt x="1083" y="3343"/>
                  </a:lnTo>
                  <a:lnTo>
                    <a:pt x="1126" y="3418"/>
                  </a:lnTo>
                  <a:lnTo>
                    <a:pt x="1152" y="3456"/>
                  </a:lnTo>
                  <a:lnTo>
                    <a:pt x="1177" y="3493"/>
                  </a:lnTo>
                  <a:lnTo>
                    <a:pt x="1203" y="3531"/>
                  </a:lnTo>
                  <a:lnTo>
                    <a:pt x="1232" y="3567"/>
                  </a:lnTo>
                  <a:lnTo>
                    <a:pt x="1262" y="3603"/>
                  </a:lnTo>
                  <a:lnTo>
                    <a:pt x="1292" y="3638"/>
                  </a:lnTo>
                  <a:lnTo>
                    <a:pt x="1324" y="3670"/>
                  </a:lnTo>
                  <a:lnTo>
                    <a:pt x="1358" y="3701"/>
                  </a:lnTo>
                  <a:lnTo>
                    <a:pt x="1358" y="3701"/>
                  </a:lnTo>
                  <a:lnTo>
                    <a:pt x="1429" y="3761"/>
                  </a:lnTo>
                  <a:lnTo>
                    <a:pt x="1490" y="3812"/>
                  </a:lnTo>
                  <a:lnTo>
                    <a:pt x="1546" y="3857"/>
                  </a:lnTo>
                  <a:lnTo>
                    <a:pt x="1571" y="3876"/>
                  </a:lnTo>
                  <a:lnTo>
                    <a:pt x="1596" y="3893"/>
                  </a:lnTo>
                  <a:lnTo>
                    <a:pt x="1596" y="3893"/>
                  </a:lnTo>
                  <a:lnTo>
                    <a:pt x="1596" y="3893"/>
                  </a:lnTo>
                  <a:lnTo>
                    <a:pt x="1611" y="3922"/>
                  </a:lnTo>
                  <a:lnTo>
                    <a:pt x="1626" y="3953"/>
                  </a:lnTo>
                  <a:lnTo>
                    <a:pt x="1646" y="3992"/>
                  </a:lnTo>
                  <a:lnTo>
                    <a:pt x="1667" y="4036"/>
                  </a:lnTo>
                  <a:lnTo>
                    <a:pt x="1686" y="4085"/>
                  </a:lnTo>
                  <a:lnTo>
                    <a:pt x="1706" y="4135"/>
                  </a:lnTo>
                  <a:lnTo>
                    <a:pt x="1722" y="4185"/>
                  </a:lnTo>
                  <a:close/>
                </a:path>
              </a:pathLst>
            </a:custGeom>
            <a:solidFill>
              <a:srgbClr val="50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FD5F8E4D-65A0-8B76-C3FD-492D4324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4"/>
              <a:ext cx="2330" cy="2581"/>
            </a:xfrm>
            <a:custGeom>
              <a:avLst/>
              <a:gdLst>
                <a:gd name="T0" fmla="*/ 1747 w 4661"/>
                <a:gd name="T1" fmla="*/ 4384 h 5161"/>
                <a:gd name="T2" fmla="*/ 1654 w 4661"/>
                <a:gd name="T3" fmla="*/ 4565 h 5161"/>
                <a:gd name="T4" fmla="*/ 1509 w 4661"/>
                <a:gd name="T5" fmla="*/ 4611 h 5161"/>
                <a:gd name="T6" fmla="*/ 1175 w 4661"/>
                <a:gd name="T7" fmla="*/ 4668 h 5161"/>
                <a:gd name="T8" fmla="*/ 757 w 4661"/>
                <a:gd name="T9" fmla="*/ 4561 h 5161"/>
                <a:gd name="T10" fmla="*/ 459 w 4661"/>
                <a:gd name="T11" fmla="*/ 4540 h 5161"/>
                <a:gd name="T12" fmla="*/ 18 w 4661"/>
                <a:gd name="T13" fmla="*/ 4422 h 5161"/>
                <a:gd name="T14" fmla="*/ 122 w 4661"/>
                <a:gd name="T15" fmla="*/ 3970 h 5161"/>
                <a:gd name="T16" fmla="*/ 430 w 4661"/>
                <a:gd name="T17" fmla="*/ 3434 h 5161"/>
                <a:gd name="T18" fmla="*/ 485 w 4661"/>
                <a:gd name="T19" fmla="*/ 3227 h 5161"/>
                <a:gd name="T20" fmla="*/ 380 w 4661"/>
                <a:gd name="T21" fmla="*/ 2882 h 5161"/>
                <a:gd name="T22" fmla="*/ 203 w 4661"/>
                <a:gd name="T23" fmla="*/ 2389 h 5161"/>
                <a:gd name="T24" fmla="*/ 202 w 4661"/>
                <a:gd name="T25" fmla="*/ 2142 h 5161"/>
                <a:gd name="T26" fmla="*/ 383 w 4661"/>
                <a:gd name="T27" fmla="*/ 1613 h 5161"/>
                <a:gd name="T28" fmla="*/ 606 w 4661"/>
                <a:gd name="T29" fmla="*/ 1072 h 5161"/>
                <a:gd name="T30" fmla="*/ 940 w 4661"/>
                <a:gd name="T31" fmla="*/ 493 h 5161"/>
                <a:gd name="T32" fmla="*/ 1241 w 4661"/>
                <a:gd name="T33" fmla="*/ 261 h 5161"/>
                <a:gd name="T34" fmla="*/ 1825 w 4661"/>
                <a:gd name="T35" fmla="*/ 34 h 5161"/>
                <a:gd name="T36" fmla="*/ 2023 w 4661"/>
                <a:gd name="T37" fmla="*/ 59 h 5161"/>
                <a:gd name="T38" fmla="*/ 2172 w 4661"/>
                <a:gd name="T39" fmla="*/ 52 h 5161"/>
                <a:gd name="T40" fmla="*/ 2494 w 4661"/>
                <a:gd name="T41" fmla="*/ 3 h 5161"/>
                <a:gd name="T42" fmla="*/ 2910 w 4661"/>
                <a:gd name="T43" fmla="*/ 103 h 5161"/>
                <a:gd name="T44" fmla="*/ 3303 w 4661"/>
                <a:gd name="T45" fmla="*/ 259 h 5161"/>
                <a:gd name="T46" fmla="*/ 3535 w 4661"/>
                <a:gd name="T47" fmla="*/ 493 h 5161"/>
                <a:gd name="T48" fmla="*/ 3884 w 4661"/>
                <a:gd name="T49" fmla="*/ 1253 h 5161"/>
                <a:gd name="T50" fmla="*/ 4020 w 4661"/>
                <a:gd name="T51" fmla="*/ 1931 h 5161"/>
                <a:gd name="T52" fmla="*/ 4204 w 4661"/>
                <a:gd name="T53" fmla="*/ 2467 h 5161"/>
                <a:gd name="T54" fmla="*/ 4507 w 4661"/>
                <a:gd name="T55" fmla="*/ 3031 h 5161"/>
                <a:gd name="T56" fmla="*/ 4661 w 4661"/>
                <a:gd name="T57" fmla="*/ 3683 h 5161"/>
                <a:gd name="T58" fmla="*/ 4606 w 4661"/>
                <a:gd name="T59" fmla="*/ 4178 h 5161"/>
                <a:gd name="T60" fmla="*/ 4493 w 4661"/>
                <a:gd name="T61" fmla="*/ 4642 h 5161"/>
                <a:gd name="T62" fmla="*/ 4531 w 4661"/>
                <a:gd name="T63" fmla="*/ 5161 h 5161"/>
                <a:gd name="T64" fmla="*/ 3966 w 4661"/>
                <a:gd name="T65" fmla="*/ 4987 h 5161"/>
                <a:gd name="T66" fmla="*/ 3562 w 4661"/>
                <a:gd name="T67" fmla="*/ 4854 h 5161"/>
                <a:gd name="T68" fmla="*/ 3307 w 4661"/>
                <a:gd name="T69" fmla="*/ 4873 h 5161"/>
                <a:gd name="T70" fmla="*/ 3114 w 4661"/>
                <a:gd name="T71" fmla="*/ 4727 h 5161"/>
                <a:gd name="T72" fmla="*/ 2999 w 4661"/>
                <a:gd name="T73" fmla="*/ 4383 h 5161"/>
                <a:gd name="T74" fmla="*/ 2923 w 4661"/>
                <a:gd name="T75" fmla="*/ 3333 h 5161"/>
                <a:gd name="T76" fmla="*/ 3094 w 4661"/>
                <a:gd name="T77" fmla="*/ 2994 h 5161"/>
                <a:gd name="T78" fmla="*/ 3219 w 4661"/>
                <a:gd name="T79" fmla="*/ 2875 h 5161"/>
                <a:gd name="T80" fmla="*/ 3308 w 4661"/>
                <a:gd name="T81" fmla="*/ 2896 h 5161"/>
                <a:gd name="T82" fmla="*/ 3432 w 4661"/>
                <a:gd name="T83" fmla="*/ 2776 h 5161"/>
                <a:gd name="T84" fmla="*/ 3594 w 4661"/>
                <a:gd name="T85" fmla="*/ 2341 h 5161"/>
                <a:gd name="T86" fmla="*/ 3574 w 4661"/>
                <a:gd name="T87" fmla="*/ 2050 h 5161"/>
                <a:gd name="T88" fmla="*/ 3455 w 4661"/>
                <a:gd name="T89" fmla="*/ 1984 h 5161"/>
                <a:gd name="T90" fmla="*/ 3335 w 4661"/>
                <a:gd name="T91" fmla="*/ 2072 h 5161"/>
                <a:gd name="T92" fmla="*/ 3218 w 4661"/>
                <a:gd name="T93" fmla="*/ 2412 h 5161"/>
                <a:gd name="T94" fmla="*/ 3175 w 4661"/>
                <a:gd name="T95" fmla="*/ 2144 h 5161"/>
                <a:gd name="T96" fmla="*/ 2758 w 4661"/>
                <a:gd name="T97" fmla="*/ 1377 h 5161"/>
                <a:gd name="T98" fmla="*/ 2537 w 4661"/>
                <a:gd name="T99" fmla="*/ 1079 h 5161"/>
                <a:gd name="T100" fmla="*/ 2243 w 4661"/>
                <a:gd name="T101" fmla="*/ 912 h 5161"/>
                <a:gd name="T102" fmla="*/ 1885 w 4661"/>
                <a:gd name="T103" fmla="*/ 831 h 5161"/>
                <a:gd name="T104" fmla="*/ 1516 w 4661"/>
                <a:gd name="T105" fmla="*/ 866 h 5161"/>
                <a:gd name="T106" fmla="*/ 1262 w 4661"/>
                <a:gd name="T107" fmla="*/ 969 h 5161"/>
                <a:gd name="T108" fmla="*/ 955 w 4661"/>
                <a:gd name="T109" fmla="*/ 1309 h 5161"/>
                <a:gd name="T110" fmla="*/ 835 w 4661"/>
                <a:gd name="T111" fmla="*/ 1714 h 5161"/>
                <a:gd name="T112" fmla="*/ 881 w 4661"/>
                <a:gd name="T113" fmla="*/ 2311 h 5161"/>
                <a:gd name="T114" fmla="*/ 897 w 4661"/>
                <a:gd name="T115" fmla="*/ 2835 h 5161"/>
                <a:gd name="T116" fmla="*/ 1009 w 4661"/>
                <a:gd name="T117" fmla="*/ 3209 h 5161"/>
                <a:gd name="T118" fmla="*/ 1324 w 4661"/>
                <a:gd name="T119" fmla="*/ 3670 h 5161"/>
                <a:gd name="T120" fmla="*/ 1611 w 4661"/>
                <a:gd name="T121" fmla="*/ 3922 h 5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61" h="5161">
                  <a:moveTo>
                    <a:pt x="1722" y="4185"/>
                  </a:moveTo>
                  <a:lnTo>
                    <a:pt x="1722" y="4185"/>
                  </a:lnTo>
                  <a:lnTo>
                    <a:pt x="1731" y="4216"/>
                  </a:lnTo>
                  <a:lnTo>
                    <a:pt x="1736" y="4247"/>
                  </a:lnTo>
                  <a:lnTo>
                    <a:pt x="1736" y="4247"/>
                  </a:lnTo>
                  <a:lnTo>
                    <a:pt x="1743" y="4294"/>
                  </a:lnTo>
                  <a:lnTo>
                    <a:pt x="1747" y="4334"/>
                  </a:lnTo>
                  <a:lnTo>
                    <a:pt x="1749" y="4352"/>
                  </a:lnTo>
                  <a:lnTo>
                    <a:pt x="1749" y="4369"/>
                  </a:lnTo>
                  <a:lnTo>
                    <a:pt x="1747" y="4384"/>
                  </a:lnTo>
                  <a:lnTo>
                    <a:pt x="1746" y="4400"/>
                  </a:lnTo>
                  <a:lnTo>
                    <a:pt x="1743" y="4414"/>
                  </a:lnTo>
                  <a:lnTo>
                    <a:pt x="1739" y="4426"/>
                  </a:lnTo>
                  <a:lnTo>
                    <a:pt x="1735" y="4440"/>
                  </a:lnTo>
                  <a:lnTo>
                    <a:pt x="1728" y="4454"/>
                  </a:lnTo>
                  <a:lnTo>
                    <a:pt x="1713" y="4482"/>
                  </a:lnTo>
                  <a:lnTo>
                    <a:pt x="1692" y="4514"/>
                  </a:lnTo>
                  <a:lnTo>
                    <a:pt x="1692" y="4514"/>
                  </a:lnTo>
                  <a:lnTo>
                    <a:pt x="1671" y="4543"/>
                  </a:lnTo>
                  <a:lnTo>
                    <a:pt x="1654" y="4565"/>
                  </a:lnTo>
                  <a:lnTo>
                    <a:pt x="1637" y="4582"/>
                  </a:lnTo>
                  <a:lnTo>
                    <a:pt x="1631" y="4588"/>
                  </a:lnTo>
                  <a:lnTo>
                    <a:pt x="1622" y="4593"/>
                  </a:lnTo>
                  <a:lnTo>
                    <a:pt x="1614" y="4596"/>
                  </a:lnTo>
                  <a:lnTo>
                    <a:pt x="1605" y="4600"/>
                  </a:lnTo>
                  <a:lnTo>
                    <a:pt x="1585" y="4604"/>
                  </a:lnTo>
                  <a:lnTo>
                    <a:pt x="1561" y="4607"/>
                  </a:lnTo>
                  <a:lnTo>
                    <a:pt x="1530" y="4609"/>
                  </a:lnTo>
                  <a:lnTo>
                    <a:pt x="1530" y="4609"/>
                  </a:lnTo>
                  <a:lnTo>
                    <a:pt x="1509" y="4611"/>
                  </a:lnTo>
                  <a:lnTo>
                    <a:pt x="1486" y="4615"/>
                  </a:lnTo>
                  <a:lnTo>
                    <a:pt x="1486" y="4615"/>
                  </a:lnTo>
                  <a:lnTo>
                    <a:pt x="1445" y="4625"/>
                  </a:lnTo>
                  <a:lnTo>
                    <a:pt x="1399" y="4636"/>
                  </a:lnTo>
                  <a:lnTo>
                    <a:pt x="1349" y="4649"/>
                  </a:lnTo>
                  <a:lnTo>
                    <a:pt x="1295" y="4659"/>
                  </a:lnTo>
                  <a:lnTo>
                    <a:pt x="1266" y="4663"/>
                  </a:lnTo>
                  <a:lnTo>
                    <a:pt x="1236" y="4666"/>
                  </a:lnTo>
                  <a:lnTo>
                    <a:pt x="1206" y="4667"/>
                  </a:lnTo>
                  <a:lnTo>
                    <a:pt x="1175" y="4668"/>
                  </a:lnTo>
                  <a:lnTo>
                    <a:pt x="1143" y="4667"/>
                  </a:lnTo>
                  <a:lnTo>
                    <a:pt x="1111" y="4664"/>
                  </a:lnTo>
                  <a:lnTo>
                    <a:pt x="1079" y="4660"/>
                  </a:lnTo>
                  <a:lnTo>
                    <a:pt x="1046" y="4653"/>
                  </a:lnTo>
                  <a:lnTo>
                    <a:pt x="1046" y="4653"/>
                  </a:lnTo>
                  <a:lnTo>
                    <a:pt x="1008" y="4643"/>
                  </a:lnTo>
                  <a:lnTo>
                    <a:pt x="970" y="4632"/>
                  </a:lnTo>
                  <a:lnTo>
                    <a:pt x="897" y="4609"/>
                  </a:lnTo>
                  <a:lnTo>
                    <a:pt x="826" y="4583"/>
                  </a:lnTo>
                  <a:lnTo>
                    <a:pt x="757" y="4561"/>
                  </a:lnTo>
                  <a:lnTo>
                    <a:pt x="725" y="4550"/>
                  </a:lnTo>
                  <a:lnTo>
                    <a:pt x="692" y="4542"/>
                  </a:lnTo>
                  <a:lnTo>
                    <a:pt x="661" y="4535"/>
                  </a:lnTo>
                  <a:lnTo>
                    <a:pt x="629" y="4529"/>
                  </a:lnTo>
                  <a:lnTo>
                    <a:pt x="599" y="4525"/>
                  </a:lnTo>
                  <a:lnTo>
                    <a:pt x="569" y="4524"/>
                  </a:lnTo>
                  <a:lnTo>
                    <a:pt x="540" y="4526"/>
                  </a:lnTo>
                  <a:lnTo>
                    <a:pt x="511" y="4531"/>
                  </a:lnTo>
                  <a:lnTo>
                    <a:pt x="511" y="4531"/>
                  </a:lnTo>
                  <a:lnTo>
                    <a:pt x="459" y="4540"/>
                  </a:lnTo>
                  <a:lnTo>
                    <a:pt x="400" y="4550"/>
                  </a:lnTo>
                  <a:lnTo>
                    <a:pt x="334" y="4558"/>
                  </a:lnTo>
                  <a:lnTo>
                    <a:pt x="264" y="4565"/>
                  </a:lnTo>
                  <a:lnTo>
                    <a:pt x="124" y="4581"/>
                  </a:lnTo>
                  <a:lnTo>
                    <a:pt x="58" y="4589"/>
                  </a:lnTo>
                  <a:lnTo>
                    <a:pt x="0" y="4597"/>
                  </a:lnTo>
                  <a:lnTo>
                    <a:pt x="0" y="4597"/>
                  </a:lnTo>
                  <a:lnTo>
                    <a:pt x="5" y="4538"/>
                  </a:lnTo>
                  <a:lnTo>
                    <a:pt x="11" y="4486"/>
                  </a:lnTo>
                  <a:lnTo>
                    <a:pt x="18" y="4422"/>
                  </a:lnTo>
                  <a:lnTo>
                    <a:pt x="29" y="4350"/>
                  </a:lnTo>
                  <a:lnTo>
                    <a:pt x="42" y="4272"/>
                  </a:lnTo>
                  <a:lnTo>
                    <a:pt x="57" y="4188"/>
                  </a:lnTo>
                  <a:lnTo>
                    <a:pt x="77" y="4102"/>
                  </a:lnTo>
                  <a:lnTo>
                    <a:pt x="77" y="4102"/>
                  </a:lnTo>
                  <a:lnTo>
                    <a:pt x="85" y="4074"/>
                  </a:lnTo>
                  <a:lnTo>
                    <a:pt x="93" y="4047"/>
                  </a:lnTo>
                  <a:lnTo>
                    <a:pt x="102" y="4021"/>
                  </a:lnTo>
                  <a:lnTo>
                    <a:pt x="111" y="3995"/>
                  </a:lnTo>
                  <a:lnTo>
                    <a:pt x="122" y="3970"/>
                  </a:lnTo>
                  <a:lnTo>
                    <a:pt x="135" y="3944"/>
                  </a:lnTo>
                  <a:lnTo>
                    <a:pt x="160" y="3894"/>
                  </a:lnTo>
                  <a:lnTo>
                    <a:pt x="187" y="3846"/>
                  </a:lnTo>
                  <a:lnTo>
                    <a:pt x="216" y="3797"/>
                  </a:lnTo>
                  <a:lnTo>
                    <a:pt x="277" y="3702"/>
                  </a:lnTo>
                  <a:lnTo>
                    <a:pt x="337" y="3606"/>
                  </a:lnTo>
                  <a:lnTo>
                    <a:pt x="366" y="3559"/>
                  </a:lnTo>
                  <a:lnTo>
                    <a:pt x="394" y="3509"/>
                  </a:lnTo>
                  <a:lnTo>
                    <a:pt x="419" y="3460"/>
                  </a:lnTo>
                  <a:lnTo>
                    <a:pt x="430" y="3434"/>
                  </a:lnTo>
                  <a:lnTo>
                    <a:pt x="441" y="3408"/>
                  </a:lnTo>
                  <a:lnTo>
                    <a:pt x="451" y="3382"/>
                  </a:lnTo>
                  <a:lnTo>
                    <a:pt x="459" y="3356"/>
                  </a:lnTo>
                  <a:lnTo>
                    <a:pt x="468" y="3328"/>
                  </a:lnTo>
                  <a:lnTo>
                    <a:pt x="475" y="3301"/>
                  </a:lnTo>
                  <a:lnTo>
                    <a:pt x="475" y="3301"/>
                  </a:lnTo>
                  <a:lnTo>
                    <a:pt x="479" y="3282"/>
                  </a:lnTo>
                  <a:lnTo>
                    <a:pt x="482" y="3264"/>
                  </a:lnTo>
                  <a:lnTo>
                    <a:pt x="485" y="3246"/>
                  </a:lnTo>
                  <a:lnTo>
                    <a:pt x="485" y="3227"/>
                  </a:lnTo>
                  <a:lnTo>
                    <a:pt x="486" y="3209"/>
                  </a:lnTo>
                  <a:lnTo>
                    <a:pt x="485" y="3191"/>
                  </a:lnTo>
                  <a:lnTo>
                    <a:pt x="480" y="3155"/>
                  </a:lnTo>
                  <a:lnTo>
                    <a:pt x="475" y="3120"/>
                  </a:lnTo>
                  <a:lnTo>
                    <a:pt x="465" y="3085"/>
                  </a:lnTo>
                  <a:lnTo>
                    <a:pt x="454" y="3051"/>
                  </a:lnTo>
                  <a:lnTo>
                    <a:pt x="441" y="3017"/>
                  </a:lnTo>
                  <a:lnTo>
                    <a:pt x="427" y="2984"/>
                  </a:lnTo>
                  <a:lnTo>
                    <a:pt x="412" y="2949"/>
                  </a:lnTo>
                  <a:lnTo>
                    <a:pt x="380" y="2882"/>
                  </a:lnTo>
                  <a:lnTo>
                    <a:pt x="348" y="2817"/>
                  </a:lnTo>
                  <a:lnTo>
                    <a:pt x="333" y="2783"/>
                  </a:lnTo>
                  <a:lnTo>
                    <a:pt x="319" y="2750"/>
                  </a:lnTo>
                  <a:lnTo>
                    <a:pt x="319" y="2750"/>
                  </a:lnTo>
                  <a:lnTo>
                    <a:pt x="280" y="2650"/>
                  </a:lnTo>
                  <a:lnTo>
                    <a:pt x="262" y="2598"/>
                  </a:lnTo>
                  <a:lnTo>
                    <a:pt x="245" y="2547"/>
                  </a:lnTo>
                  <a:lnTo>
                    <a:pt x="228" y="2495"/>
                  </a:lnTo>
                  <a:lnTo>
                    <a:pt x="214" y="2442"/>
                  </a:lnTo>
                  <a:lnTo>
                    <a:pt x="203" y="2389"/>
                  </a:lnTo>
                  <a:lnTo>
                    <a:pt x="193" y="2336"/>
                  </a:lnTo>
                  <a:lnTo>
                    <a:pt x="193" y="2336"/>
                  </a:lnTo>
                  <a:lnTo>
                    <a:pt x="191" y="2311"/>
                  </a:lnTo>
                  <a:lnTo>
                    <a:pt x="189" y="2286"/>
                  </a:lnTo>
                  <a:lnTo>
                    <a:pt x="189" y="2263"/>
                  </a:lnTo>
                  <a:lnTo>
                    <a:pt x="189" y="2238"/>
                  </a:lnTo>
                  <a:lnTo>
                    <a:pt x="191" y="2213"/>
                  </a:lnTo>
                  <a:lnTo>
                    <a:pt x="193" y="2189"/>
                  </a:lnTo>
                  <a:lnTo>
                    <a:pt x="198" y="2165"/>
                  </a:lnTo>
                  <a:lnTo>
                    <a:pt x="202" y="2142"/>
                  </a:lnTo>
                  <a:lnTo>
                    <a:pt x="213" y="2094"/>
                  </a:lnTo>
                  <a:lnTo>
                    <a:pt x="227" y="2047"/>
                  </a:lnTo>
                  <a:lnTo>
                    <a:pt x="242" y="2001"/>
                  </a:lnTo>
                  <a:lnTo>
                    <a:pt x="259" y="1956"/>
                  </a:lnTo>
                  <a:lnTo>
                    <a:pt x="297" y="1866"/>
                  </a:lnTo>
                  <a:lnTo>
                    <a:pt x="331" y="1780"/>
                  </a:lnTo>
                  <a:lnTo>
                    <a:pt x="348" y="1736"/>
                  </a:lnTo>
                  <a:lnTo>
                    <a:pt x="362" y="1695"/>
                  </a:lnTo>
                  <a:lnTo>
                    <a:pt x="374" y="1653"/>
                  </a:lnTo>
                  <a:lnTo>
                    <a:pt x="383" y="1613"/>
                  </a:lnTo>
                  <a:lnTo>
                    <a:pt x="383" y="1613"/>
                  </a:lnTo>
                  <a:lnTo>
                    <a:pt x="388" y="1592"/>
                  </a:lnTo>
                  <a:lnTo>
                    <a:pt x="394" y="1567"/>
                  </a:lnTo>
                  <a:lnTo>
                    <a:pt x="411" y="1512"/>
                  </a:lnTo>
                  <a:lnTo>
                    <a:pt x="433" y="1451"/>
                  </a:lnTo>
                  <a:lnTo>
                    <a:pt x="461" y="1383"/>
                  </a:lnTo>
                  <a:lnTo>
                    <a:pt x="493" y="1310"/>
                  </a:lnTo>
                  <a:lnTo>
                    <a:pt x="528" y="1232"/>
                  </a:lnTo>
                  <a:lnTo>
                    <a:pt x="565" y="1153"/>
                  </a:lnTo>
                  <a:lnTo>
                    <a:pt x="606" y="1072"/>
                  </a:lnTo>
                  <a:lnTo>
                    <a:pt x="647" y="992"/>
                  </a:lnTo>
                  <a:lnTo>
                    <a:pt x="689" y="911"/>
                  </a:lnTo>
                  <a:lnTo>
                    <a:pt x="732" y="833"/>
                  </a:lnTo>
                  <a:lnTo>
                    <a:pt x="774" y="758"/>
                  </a:lnTo>
                  <a:lnTo>
                    <a:pt x="815" y="687"/>
                  </a:lnTo>
                  <a:lnTo>
                    <a:pt x="854" y="623"/>
                  </a:lnTo>
                  <a:lnTo>
                    <a:pt x="891" y="564"/>
                  </a:lnTo>
                  <a:lnTo>
                    <a:pt x="923" y="515"/>
                  </a:lnTo>
                  <a:lnTo>
                    <a:pt x="923" y="515"/>
                  </a:lnTo>
                  <a:lnTo>
                    <a:pt x="940" y="493"/>
                  </a:lnTo>
                  <a:lnTo>
                    <a:pt x="959" y="471"/>
                  </a:lnTo>
                  <a:lnTo>
                    <a:pt x="980" y="449"/>
                  </a:lnTo>
                  <a:lnTo>
                    <a:pt x="1004" y="426"/>
                  </a:lnTo>
                  <a:lnTo>
                    <a:pt x="1029" y="405"/>
                  </a:lnTo>
                  <a:lnTo>
                    <a:pt x="1055" y="383"/>
                  </a:lnTo>
                  <a:lnTo>
                    <a:pt x="1083" y="362"/>
                  </a:lnTo>
                  <a:lnTo>
                    <a:pt x="1113" y="341"/>
                  </a:lnTo>
                  <a:lnTo>
                    <a:pt x="1143" y="321"/>
                  </a:lnTo>
                  <a:lnTo>
                    <a:pt x="1175" y="300"/>
                  </a:lnTo>
                  <a:lnTo>
                    <a:pt x="1241" y="261"/>
                  </a:lnTo>
                  <a:lnTo>
                    <a:pt x="1309" y="224"/>
                  </a:lnTo>
                  <a:lnTo>
                    <a:pt x="1378" y="190"/>
                  </a:lnTo>
                  <a:lnTo>
                    <a:pt x="1450" y="158"/>
                  </a:lnTo>
                  <a:lnTo>
                    <a:pt x="1518" y="128"/>
                  </a:lnTo>
                  <a:lnTo>
                    <a:pt x="1585" y="102"/>
                  </a:lnTo>
                  <a:lnTo>
                    <a:pt x="1647" y="80"/>
                  </a:lnTo>
                  <a:lnTo>
                    <a:pt x="1706" y="62"/>
                  </a:lnTo>
                  <a:lnTo>
                    <a:pt x="1759" y="46"/>
                  </a:lnTo>
                  <a:lnTo>
                    <a:pt x="1805" y="37"/>
                  </a:lnTo>
                  <a:lnTo>
                    <a:pt x="1825" y="34"/>
                  </a:lnTo>
                  <a:lnTo>
                    <a:pt x="1842" y="31"/>
                  </a:lnTo>
                  <a:lnTo>
                    <a:pt x="1842" y="31"/>
                  </a:lnTo>
                  <a:lnTo>
                    <a:pt x="1874" y="30"/>
                  </a:lnTo>
                  <a:lnTo>
                    <a:pt x="1903" y="30"/>
                  </a:lnTo>
                  <a:lnTo>
                    <a:pt x="1930" y="31"/>
                  </a:lnTo>
                  <a:lnTo>
                    <a:pt x="1954" y="34"/>
                  </a:lnTo>
                  <a:lnTo>
                    <a:pt x="1974" y="39"/>
                  </a:lnTo>
                  <a:lnTo>
                    <a:pt x="1994" y="45"/>
                  </a:lnTo>
                  <a:lnTo>
                    <a:pt x="2009" y="52"/>
                  </a:lnTo>
                  <a:lnTo>
                    <a:pt x="2023" y="59"/>
                  </a:lnTo>
                  <a:lnTo>
                    <a:pt x="2036" y="66"/>
                  </a:lnTo>
                  <a:lnTo>
                    <a:pt x="2045" y="73"/>
                  </a:lnTo>
                  <a:lnTo>
                    <a:pt x="2061" y="85"/>
                  </a:lnTo>
                  <a:lnTo>
                    <a:pt x="2069" y="94"/>
                  </a:lnTo>
                  <a:lnTo>
                    <a:pt x="2071" y="98"/>
                  </a:lnTo>
                  <a:lnTo>
                    <a:pt x="2071" y="98"/>
                  </a:lnTo>
                  <a:lnTo>
                    <a:pt x="2083" y="91"/>
                  </a:lnTo>
                  <a:lnTo>
                    <a:pt x="2118" y="74"/>
                  </a:lnTo>
                  <a:lnTo>
                    <a:pt x="2143" y="63"/>
                  </a:lnTo>
                  <a:lnTo>
                    <a:pt x="2172" y="52"/>
                  </a:lnTo>
                  <a:lnTo>
                    <a:pt x="2206" y="41"/>
                  </a:lnTo>
                  <a:lnTo>
                    <a:pt x="2242" y="30"/>
                  </a:lnTo>
                  <a:lnTo>
                    <a:pt x="2282" y="18"/>
                  </a:lnTo>
                  <a:lnTo>
                    <a:pt x="2325" y="10"/>
                  </a:lnTo>
                  <a:lnTo>
                    <a:pt x="2371" y="5"/>
                  </a:lnTo>
                  <a:lnTo>
                    <a:pt x="2395" y="2"/>
                  </a:lnTo>
                  <a:lnTo>
                    <a:pt x="2419" y="0"/>
                  </a:lnTo>
                  <a:lnTo>
                    <a:pt x="2444" y="0"/>
                  </a:lnTo>
                  <a:lnTo>
                    <a:pt x="2469" y="2"/>
                  </a:lnTo>
                  <a:lnTo>
                    <a:pt x="2494" y="3"/>
                  </a:lnTo>
                  <a:lnTo>
                    <a:pt x="2519" y="6"/>
                  </a:lnTo>
                  <a:lnTo>
                    <a:pt x="2544" y="9"/>
                  </a:lnTo>
                  <a:lnTo>
                    <a:pt x="2570" y="14"/>
                  </a:lnTo>
                  <a:lnTo>
                    <a:pt x="2597" y="21"/>
                  </a:lnTo>
                  <a:lnTo>
                    <a:pt x="2622" y="28"/>
                  </a:lnTo>
                  <a:lnTo>
                    <a:pt x="2622" y="28"/>
                  </a:lnTo>
                  <a:lnTo>
                    <a:pt x="2676" y="45"/>
                  </a:lnTo>
                  <a:lnTo>
                    <a:pt x="2732" y="60"/>
                  </a:lnTo>
                  <a:lnTo>
                    <a:pt x="2849" y="88"/>
                  </a:lnTo>
                  <a:lnTo>
                    <a:pt x="2910" y="103"/>
                  </a:lnTo>
                  <a:lnTo>
                    <a:pt x="2970" y="119"/>
                  </a:lnTo>
                  <a:lnTo>
                    <a:pt x="3033" y="137"/>
                  </a:lnTo>
                  <a:lnTo>
                    <a:pt x="3094" y="158"/>
                  </a:lnTo>
                  <a:lnTo>
                    <a:pt x="3125" y="169"/>
                  </a:lnTo>
                  <a:lnTo>
                    <a:pt x="3155" y="181"/>
                  </a:lnTo>
                  <a:lnTo>
                    <a:pt x="3185" y="194"/>
                  </a:lnTo>
                  <a:lnTo>
                    <a:pt x="3215" y="209"/>
                  </a:lnTo>
                  <a:lnTo>
                    <a:pt x="3244" y="224"/>
                  </a:lnTo>
                  <a:lnTo>
                    <a:pt x="3274" y="241"/>
                  </a:lnTo>
                  <a:lnTo>
                    <a:pt x="3303" y="259"/>
                  </a:lnTo>
                  <a:lnTo>
                    <a:pt x="3331" y="279"/>
                  </a:lnTo>
                  <a:lnTo>
                    <a:pt x="3359" y="300"/>
                  </a:lnTo>
                  <a:lnTo>
                    <a:pt x="3386" y="322"/>
                  </a:lnTo>
                  <a:lnTo>
                    <a:pt x="3413" y="346"/>
                  </a:lnTo>
                  <a:lnTo>
                    <a:pt x="3439" y="372"/>
                  </a:lnTo>
                  <a:lnTo>
                    <a:pt x="3464" y="399"/>
                  </a:lnTo>
                  <a:lnTo>
                    <a:pt x="3490" y="428"/>
                  </a:lnTo>
                  <a:lnTo>
                    <a:pt x="3513" y="460"/>
                  </a:lnTo>
                  <a:lnTo>
                    <a:pt x="3535" y="493"/>
                  </a:lnTo>
                  <a:lnTo>
                    <a:pt x="3535" y="493"/>
                  </a:lnTo>
                  <a:lnTo>
                    <a:pt x="3580" y="563"/>
                  </a:lnTo>
                  <a:lnTo>
                    <a:pt x="3622" y="635"/>
                  </a:lnTo>
                  <a:lnTo>
                    <a:pt x="3662" y="709"/>
                  </a:lnTo>
                  <a:lnTo>
                    <a:pt x="3700" y="783"/>
                  </a:lnTo>
                  <a:lnTo>
                    <a:pt x="3736" y="859"/>
                  </a:lnTo>
                  <a:lnTo>
                    <a:pt x="3769" y="937"/>
                  </a:lnTo>
                  <a:lnTo>
                    <a:pt x="3801" y="1015"/>
                  </a:lnTo>
                  <a:lnTo>
                    <a:pt x="3831" y="1095"/>
                  </a:lnTo>
                  <a:lnTo>
                    <a:pt x="3859" y="1173"/>
                  </a:lnTo>
                  <a:lnTo>
                    <a:pt x="3884" y="1253"/>
                  </a:lnTo>
                  <a:lnTo>
                    <a:pt x="3906" y="1333"/>
                  </a:lnTo>
                  <a:lnTo>
                    <a:pt x="3927" y="1412"/>
                  </a:lnTo>
                  <a:lnTo>
                    <a:pt x="3945" y="1491"/>
                  </a:lnTo>
                  <a:lnTo>
                    <a:pt x="3962" y="1569"/>
                  </a:lnTo>
                  <a:lnTo>
                    <a:pt x="3975" y="1647"/>
                  </a:lnTo>
                  <a:lnTo>
                    <a:pt x="3987" y="1724"/>
                  </a:lnTo>
                  <a:lnTo>
                    <a:pt x="3987" y="1724"/>
                  </a:lnTo>
                  <a:lnTo>
                    <a:pt x="3998" y="1798"/>
                  </a:lnTo>
                  <a:lnTo>
                    <a:pt x="4009" y="1867"/>
                  </a:lnTo>
                  <a:lnTo>
                    <a:pt x="4020" y="1931"/>
                  </a:lnTo>
                  <a:lnTo>
                    <a:pt x="4031" y="1994"/>
                  </a:lnTo>
                  <a:lnTo>
                    <a:pt x="4044" y="2051"/>
                  </a:lnTo>
                  <a:lnTo>
                    <a:pt x="4058" y="2108"/>
                  </a:lnTo>
                  <a:lnTo>
                    <a:pt x="4073" y="2161"/>
                  </a:lnTo>
                  <a:lnTo>
                    <a:pt x="4090" y="2214"/>
                  </a:lnTo>
                  <a:lnTo>
                    <a:pt x="4108" y="2264"/>
                  </a:lnTo>
                  <a:lnTo>
                    <a:pt x="4129" y="2314"/>
                  </a:lnTo>
                  <a:lnTo>
                    <a:pt x="4151" y="2364"/>
                  </a:lnTo>
                  <a:lnTo>
                    <a:pt x="4176" y="2416"/>
                  </a:lnTo>
                  <a:lnTo>
                    <a:pt x="4204" y="2467"/>
                  </a:lnTo>
                  <a:lnTo>
                    <a:pt x="4234" y="2520"/>
                  </a:lnTo>
                  <a:lnTo>
                    <a:pt x="4268" y="2575"/>
                  </a:lnTo>
                  <a:lnTo>
                    <a:pt x="4304" y="2632"/>
                  </a:lnTo>
                  <a:lnTo>
                    <a:pt x="4304" y="2632"/>
                  </a:lnTo>
                  <a:lnTo>
                    <a:pt x="4343" y="2691"/>
                  </a:lnTo>
                  <a:lnTo>
                    <a:pt x="4379" y="2756"/>
                  </a:lnTo>
                  <a:lnTo>
                    <a:pt x="4414" y="2821"/>
                  </a:lnTo>
                  <a:lnTo>
                    <a:pt x="4448" y="2889"/>
                  </a:lnTo>
                  <a:lnTo>
                    <a:pt x="4478" y="2960"/>
                  </a:lnTo>
                  <a:lnTo>
                    <a:pt x="4507" y="3031"/>
                  </a:lnTo>
                  <a:lnTo>
                    <a:pt x="4535" y="3104"/>
                  </a:lnTo>
                  <a:lnTo>
                    <a:pt x="4560" y="3176"/>
                  </a:lnTo>
                  <a:lnTo>
                    <a:pt x="4583" y="3248"/>
                  </a:lnTo>
                  <a:lnTo>
                    <a:pt x="4602" y="3321"/>
                  </a:lnTo>
                  <a:lnTo>
                    <a:pt x="4620" y="3390"/>
                  </a:lnTo>
                  <a:lnTo>
                    <a:pt x="4634" y="3460"/>
                  </a:lnTo>
                  <a:lnTo>
                    <a:pt x="4645" y="3527"/>
                  </a:lnTo>
                  <a:lnTo>
                    <a:pt x="4654" y="3592"/>
                  </a:lnTo>
                  <a:lnTo>
                    <a:pt x="4659" y="3653"/>
                  </a:lnTo>
                  <a:lnTo>
                    <a:pt x="4661" y="3683"/>
                  </a:lnTo>
                  <a:lnTo>
                    <a:pt x="4661" y="3712"/>
                  </a:lnTo>
                  <a:lnTo>
                    <a:pt x="4661" y="3712"/>
                  </a:lnTo>
                  <a:lnTo>
                    <a:pt x="4661" y="3769"/>
                  </a:lnTo>
                  <a:lnTo>
                    <a:pt x="4656" y="3828"/>
                  </a:lnTo>
                  <a:lnTo>
                    <a:pt x="4652" y="3887"/>
                  </a:lnTo>
                  <a:lnTo>
                    <a:pt x="4645" y="3947"/>
                  </a:lnTo>
                  <a:lnTo>
                    <a:pt x="4637" y="4006"/>
                  </a:lnTo>
                  <a:lnTo>
                    <a:pt x="4627" y="4064"/>
                  </a:lnTo>
                  <a:lnTo>
                    <a:pt x="4617" y="4123"/>
                  </a:lnTo>
                  <a:lnTo>
                    <a:pt x="4606" y="4178"/>
                  </a:lnTo>
                  <a:lnTo>
                    <a:pt x="4595" y="4231"/>
                  </a:lnTo>
                  <a:lnTo>
                    <a:pt x="4583" y="4281"/>
                  </a:lnTo>
                  <a:lnTo>
                    <a:pt x="4560" y="4372"/>
                  </a:lnTo>
                  <a:lnTo>
                    <a:pt x="4539" y="4446"/>
                  </a:lnTo>
                  <a:lnTo>
                    <a:pt x="4521" y="4497"/>
                  </a:lnTo>
                  <a:lnTo>
                    <a:pt x="4521" y="4497"/>
                  </a:lnTo>
                  <a:lnTo>
                    <a:pt x="4482" y="4603"/>
                  </a:lnTo>
                  <a:lnTo>
                    <a:pt x="4482" y="4603"/>
                  </a:lnTo>
                  <a:lnTo>
                    <a:pt x="4488" y="4620"/>
                  </a:lnTo>
                  <a:lnTo>
                    <a:pt x="4493" y="4642"/>
                  </a:lnTo>
                  <a:lnTo>
                    <a:pt x="4500" y="4674"/>
                  </a:lnTo>
                  <a:lnTo>
                    <a:pt x="4509" y="4716"/>
                  </a:lnTo>
                  <a:lnTo>
                    <a:pt x="4516" y="4767"/>
                  </a:lnTo>
                  <a:lnTo>
                    <a:pt x="4523" y="4830"/>
                  </a:lnTo>
                  <a:lnTo>
                    <a:pt x="4527" y="4904"/>
                  </a:lnTo>
                  <a:lnTo>
                    <a:pt x="4527" y="4904"/>
                  </a:lnTo>
                  <a:lnTo>
                    <a:pt x="4531" y="4989"/>
                  </a:lnTo>
                  <a:lnTo>
                    <a:pt x="4532" y="5060"/>
                  </a:lnTo>
                  <a:lnTo>
                    <a:pt x="4532" y="5118"/>
                  </a:lnTo>
                  <a:lnTo>
                    <a:pt x="4531" y="5161"/>
                  </a:lnTo>
                  <a:lnTo>
                    <a:pt x="4531" y="5161"/>
                  </a:lnTo>
                  <a:lnTo>
                    <a:pt x="4449" y="5132"/>
                  </a:lnTo>
                  <a:lnTo>
                    <a:pt x="4449" y="5132"/>
                  </a:lnTo>
                  <a:lnTo>
                    <a:pt x="4410" y="5118"/>
                  </a:lnTo>
                  <a:lnTo>
                    <a:pt x="4370" y="5104"/>
                  </a:lnTo>
                  <a:lnTo>
                    <a:pt x="4289" y="5079"/>
                  </a:lnTo>
                  <a:lnTo>
                    <a:pt x="4208" y="5057"/>
                  </a:lnTo>
                  <a:lnTo>
                    <a:pt x="4127" y="5035"/>
                  </a:lnTo>
                  <a:lnTo>
                    <a:pt x="4047" y="5011"/>
                  </a:lnTo>
                  <a:lnTo>
                    <a:pt x="3966" y="4987"/>
                  </a:lnTo>
                  <a:lnTo>
                    <a:pt x="3886" y="4961"/>
                  </a:lnTo>
                  <a:lnTo>
                    <a:pt x="3847" y="4947"/>
                  </a:lnTo>
                  <a:lnTo>
                    <a:pt x="3808" y="4932"/>
                  </a:lnTo>
                  <a:lnTo>
                    <a:pt x="3808" y="4932"/>
                  </a:lnTo>
                  <a:lnTo>
                    <a:pt x="3750" y="4909"/>
                  </a:lnTo>
                  <a:lnTo>
                    <a:pt x="3689" y="4887"/>
                  </a:lnTo>
                  <a:lnTo>
                    <a:pt x="3657" y="4877"/>
                  </a:lnTo>
                  <a:lnTo>
                    <a:pt x="3626" y="4867"/>
                  </a:lnTo>
                  <a:lnTo>
                    <a:pt x="3594" y="4859"/>
                  </a:lnTo>
                  <a:lnTo>
                    <a:pt x="3562" y="4854"/>
                  </a:lnTo>
                  <a:lnTo>
                    <a:pt x="3530" y="4848"/>
                  </a:lnTo>
                  <a:lnTo>
                    <a:pt x="3499" y="4844"/>
                  </a:lnTo>
                  <a:lnTo>
                    <a:pt x="3467" y="4842"/>
                  </a:lnTo>
                  <a:lnTo>
                    <a:pt x="3435" y="4842"/>
                  </a:lnTo>
                  <a:lnTo>
                    <a:pt x="3403" y="4845"/>
                  </a:lnTo>
                  <a:lnTo>
                    <a:pt x="3371" y="4851"/>
                  </a:lnTo>
                  <a:lnTo>
                    <a:pt x="3339" y="4859"/>
                  </a:lnTo>
                  <a:lnTo>
                    <a:pt x="3307" y="4870"/>
                  </a:lnTo>
                  <a:lnTo>
                    <a:pt x="3307" y="4873"/>
                  </a:lnTo>
                  <a:lnTo>
                    <a:pt x="3307" y="4873"/>
                  </a:lnTo>
                  <a:lnTo>
                    <a:pt x="3282" y="4863"/>
                  </a:lnTo>
                  <a:lnTo>
                    <a:pt x="3258" y="4852"/>
                  </a:lnTo>
                  <a:lnTo>
                    <a:pt x="3236" y="4840"/>
                  </a:lnTo>
                  <a:lnTo>
                    <a:pt x="3214" y="4826"/>
                  </a:lnTo>
                  <a:lnTo>
                    <a:pt x="3192" y="4810"/>
                  </a:lnTo>
                  <a:lnTo>
                    <a:pt x="3169" y="4792"/>
                  </a:lnTo>
                  <a:lnTo>
                    <a:pt x="3150" y="4771"/>
                  </a:lnTo>
                  <a:lnTo>
                    <a:pt x="3129" y="4748"/>
                  </a:lnTo>
                  <a:lnTo>
                    <a:pt x="3129" y="4748"/>
                  </a:lnTo>
                  <a:lnTo>
                    <a:pt x="3114" y="4727"/>
                  </a:lnTo>
                  <a:lnTo>
                    <a:pt x="3098" y="4703"/>
                  </a:lnTo>
                  <a:lnTo>
                    <a:pt x="3086" y="4680"/>
                  </a:lnTo>
                  <a:lnTo>
                    <a:pt x="3073" y="4654"/>
                  </a:lnTo>
                  <a:lnTo>
                    <a:pt x="3062" y="4629"/>
                  </a:lnTo>
                  <a:lnTo>
                    <a:pt x="3052" y="4603"/>
                  </a:lnTo>
                  <a:lnTo>
                    <a:pt x="3043" y="4577"/>
                  </a:lnTo>
                  <a:lnTo>
                    <a:pt x="3034" y="4550"/>
                  </a:lnTo>
                  <a:lnTo>
                    <a:pt x="3020" y="4494"/>
                  </a:lnTo>
                  <a:lnTo>
                    <a:pt x="3009" y="4439"/>
                  </a:lnTo>
                  <a:lnTo>
                    <a:pt x="2999" y="4383"/>
                  </a:lnTo>
                  <a:lnTo>
                    <a:pt x="2990" y="4330"/>
                  </a:lnTo>
                  <a:lnTo>
                    <a:pt x="2990" y="4330"/>
                  </a:lnTo>
                  <a:lnTo>
                    <a:pt x="2973" y="4209"/>
                  </a:lnTo>
                  <a:lnTo>
                    <a:pt x="2958" y="4086"/>
                  </a:lnTo>
                  <a:lnTo>
                    <a:pt x="2946" y="3961"/>
                  </a:lnTo>
                  <a:lnTo>
                    <a:pt x="2937" y="3834"/>
                  </a:lnTo>
                  <a:lnTo>
                    <a:pt x="2930" y="3708"/>
                  </a:lnTo>
                  <a:lnTo>
                    <a:pt x="2924" y="3581"/>
                  </a:lnTo>
                  <a:lnTo>
                    <a:pt x="2923" y="3456"/>
                  </a:lnTo>
                  <a:lnTo>
                    <a:pt x="2923" y="3333"/>
                  </a:lnTo>
                  <a:lnTo>
                    <a:pt x="2923" y="3333"/>
                  </a:lnTo>
                  <a:lnTo>
                    <a:pt x="2951" y="3290"/>
                  </a:lnTo>
                  <a:lnTo>
                    <a:pt x="2976" y="3248"/>
                  </a:lnTo>
                  <a:lnTo>
                    <a:pt x="3001" y="3205"/>
                  </a:lnTo>
                  <a:lnTo>
                    <a:pt x="3024" y="3162"/>
                  </a:lnTo>
                  <a:lnTo>
                    <a:pt x="3045" y="3119"/>
                  </a:lnTo>
                  <a:lnTo>
                    <a:pt x="3065" y="3076"/>
                  </a:lnTo>
                  <a:lnTo>
                    <a:pt x="3080" y="3034"/>
                  </a:lnTo>
                  <a:lnTo>
                    <a:pt x="3094" y="2994"/>
                  </a:lnTo>
                  <a:lnTo>
                    <a:pt x="3094" y="2994"/>
                  </a:lnTo>
                  <a:lnTo>
                    <a:pt x="3129" y="2907"/>
                  </a:lnTo>
                  <a:lnTo>
                    <a:pt x="3148" y="2857"/>
                  </a:lnTo>
                  <a:lnTo>
                    <a:pt x="3157" y="2833"/>
                  </a:lnTo>
                  <a:lnTo>
                    <a:pt x="3162" y="2813"/>
                  </a:lnTo>
                  <a:lnTo>
                    <a:pt x="3162" y="2813"/>
                  </a:lnTo>
                  <a:lnTo>
                    <a:pt x="3172" y="2820"/>
                  </a:lnTo>
                  <a:lnTo>
                    <a:pt x="3180" y="2828"/>
                  </a:lnTo>
                  <a:lnTo>
                    <a:pt x="3194" y="2845"/>
                  </a:lnTo>
                  <a:lnTo>
                    <a:pt x="3207" y="2861"/>
                  </a:lnTo>
                  <a:lnTo>
                    <a:pt x="3219" y="2875"/>
                  </a:lnTo>
                  <a:lnTo>
                    <a:pt x="3226" y="2882"/>
                  </a:lnTo>
                  <a:lnTo>
                    <a:pt x="3233" y="2888"/>
                  </a:lnTo>
                  <a:lnTo>
                    <a:pt x="3240" y="2893"/>
                  </a:lnTo>
                  <a:lnTo>
                    <a:pt x="3249" y="2896"/>
                  </a:lnTo>
                  <a:lnTo>
                    <a:pt x="3258" y="2899"/>
                  </a:lnTo>
                  <a:lnTo>
                    <a:pt x="3269" y="2900"/>
                  </a:lnTo>
                  <a:lnTo>
                    <a:pt x="3282" y="2900"/>
                  </a:lnTo>
                  <a:lnTo>
                    <a:pt x="3296" y="2899"/>
                  </a:lnTo>
                  <a:lnTo>
                    <a:pt x="3296" y="2899"/>
                  </a:lnTo>
                  <a:lnTo>
                    <a:pt x="3308" y="2896"/>
                  </a:lnTo>
                  <a:lnTo>
                    <a:pt x="3320" y="2893"/>
                  </a:lnTo>
                  <a:lnTo>
                    <a:pt x="3331" y="2889"/>
                  </a:lnTo>
                  <a:lnTo>
                    <a:pt x="3341" y="2884"/>
                  </a:lnTo>
                  <a:lnTo>
                    <a:pt x="3350" y="2878"/>
                  </a:lnTo>
                  <a:lnTo>
                    <a:pt x="3360" y="2871"/>
                  </a:lnTo>
                  <a:lnTo>
                    <a:pt x="3378" y="2856"/>
                  </a:lnTo>
                  <a:lnTo>
                    <a:pt x="3395" y="2838"/>
                  </a:lnTo>
                  <a:lnTo>
                    <a:pt x="3409" y="2818"/>
                  </a:lnTo>
                  <a:lnTo>
                    <a:pt x="3421" y="2799"/>
                  </a:lnTo>
                  <a:lnTo>
                    <a:pt x="3432" y="2776"/>
                  </a:lnTo>
                  <a:lnTo>
                    <a:pt x="3432" y="2776"/>
                  </a:lnTo>
                  <a:lnTo>
                    <a:pt x="3455" y="2730"/>
                  </a:lnTo>
                  <a:lnTo>
                    <a:pt x="3474" y="2685"/>
                  </a:lnTo>
                  <a:lnTo>
                    <a:pt x="3494" y="2637"/>
                  </a:lnTo>
                  <a:lnTo>
                    <a:pt x="3513" y="2588"/>
                  </a:lnTo>
                  <a:lnTo>
                    <a:pt x="3548" y="2492"/>
                  </a:lnTo>
                  <a:lnTo>
                    <a:pt x="3580" y="2395"/>
                  </a:lnTo>
                  <a:lnTo>
                    <a:pt x="3580" y="2395"/>
                  </a:lnTo>
                  <a:lnTo>
                    <a:pt x="3587" y="2370"/>
                  </a:lnTo>
                  <a:lnTo>
                    <a:pt x="3594" y="2341"/>
                  </a:lnTo>
                  <a:lnTo>
                    <a:pt x="3598" y="2306"/>
                  </a:lnTo>
                  <a:lnTo>
                    <a:pt x="3602" y="2270"/>
                  </a:lnTo>
                  <a:lnTo>
                    <a:pt x="3604" y="2231"/>
                  </a:lnTo>
                  <a:lnTo>
                    <a:pt x="3602" y="2192"/>
                  </a:lnTo>
                  <a:lnTo>
                    <a:pt x="3600" y="2153"/>
                  </a:lnTo>
                  <a:lnTo>
                    <a:pt x="3594" y="2115"/>
                  </a:lnTo>
                  <a:lnTo>
                    <a:pt x="3591" y="2097"/>
                  </a:lnTo>
                  <a:lnTo>
                    <a:pt x="3586" y="2080"/>
                  </a:lnTo>
                  <a:lnTo>
                    <a:pt x="3580" y="2064"/>
                  </a:lnTo>
                  <a:lnTo>
                    <a:pt x="3574" y="2050"/>
                  </a:lnTo>
                  <a:lnTo>
                    <a:pt x="3566" y="2036"/>
                  </a:lnTo>
                  <a:lnTo>
                    <a:pt x="3559" y="2022"/>
                  </a:lnTo>
                  <a:lnTo>
                    <a:pt x="3549" y="2011"/>
                  </a:lnTo>
                  <a:lnTo>
                    <a:pt x="3540" y="2001"/>
                  </a:lnTo>
                  <a:lnTo>
                    <a:pt x="3527" y="1994"/>
                  </a:lnTo>
                  <a:lnTo>
                    <a:pt x="3516" y="1987"/>
                  </a:lnTo>
                  <a:lnTo>
                    <a:pt x="3502" y="1983"/>
                  </a:lnTo>
                  <a:lnTo>
                    <a:pt x="3487" y="1981"/>
                  </a:lnTo>
                  <a:lnTo>
                    <a:pt x="3471" y="1981"/>
                  </a:lnTo>
                  <a:lnTo>
                    <a:pt x="3455" y="1984"/>
                  </a:lnTo>
                  <a:lnTo>
                    <a:pt x="3437" y="1988"/>
                  </a:lnTo>
                  <a:lnTo>
                    <a:pt x="3416" y="1997"/>
                  </a:lnTo>
                  <a:lnTo>
                    <a:pt x="3416" y="1997"/>
                  </a:lnTo>
                  <a:lnTo>
                    <a:pt x="3403" y="2004"/>
                  </a:lnTo>
                  <a:lnTo>
                    <a:pt x="3392" y="2011"/>
                  </a:lnTo>
                  <a:lnTo>
                    <a:pt x="3381" y="2019"/>
                  </a:lnTo>
                  <a:lnTo>
                    <a:pt x="3370" y="2029"/>
                  </a:lnTo>
                  <a:lnTo>
                    <a:pt x="3360" y="2039"/>
                  </a:lnTo>
                  <a:lnTo>
                    <a:pt x="3352" y="2048"/>
                  </a:lnTo>
                  <a:lnTo>
                    <a:pt x="3335" y="2072"/>
                  </a:lnTo>
                  <a:lnTo>
                    <a:pt x="3321" y="2097"/>
                  </a:lnTo>
                  <a:lnTo>
                    <a:pt x="3308" y="2125"/>
                  </a:lnTo>
                  <a:lnTo>
                    <a:pt x="3297" y="2153"/>
                  </a:lnTo>
                  <a:lnTo>
                    <a:pt x="3288" y="2182"/>
                  </a:lnTo>
                  <a:lnTo>
                    <a:pt x="3271" y="2243"/>
                  </a:lnTo>
                  <a:lnTo>
                    <a:pt x="3256" y="2304"/>
                  </a:lnTo>
                  <a:lnTo>
                    <a:pt x="3247" y="2332"/>
                  </a:lnTo>
                  <a:lnTo>
                    <a:pt x="3239" y="2362"/>
                  </a:lnTo>
                  <a:lnTo>
                    <a:pt x="3229" y="2387"/>
                  </a:lnTo>
                  <a:lnTo>
                    <a:pt x="3218" y="2412"/>
                  </a:lnTo>
                  <a:lnTo>
                    <a:pt x="3218" y="2412"/>
                  </a:lnTo>
                  <a:lnTo>
                    <a:pt x="3218" y="2391"/>
                  </a:lnTo>
                  <a:lnTo>
                    <a:pt x="3217" y="2359"/>
                  </a:lnTo>
                  <a:lnTo>
                    <a:pt x="3214" y="2320"/>
                  </a:lnTo>
                  <a:lnTo>
                    <a:pt x="3207" y="2274"/>
                  </a:lnTo>
                  <a:lnTo>
                    <a:pt x="3203" y="2249"/>
                  </a:lnTo>
                  <a:lnTo>
                    <a:pt x="3197" y="2222"/>
                  </a:lnTo>
                  <a:lnTo>
                    <a:pt x="3192" y="2197"/>
                  </a:lnTo>
                  <a:lnTo>
                    <a:pt x="3183" y="2171"/>
                  </a:lnTo>
                  <a:lnTo>
                    <a:pt x="3175" y="2144"/>
                  </a:lnTo>
                  <a:lnTo>
                    <a:pt x="3165" y="2119"/>
                  </a:lnTo>
                  <a:lnTo>
                    <a:pt x="3154" y="2094"/>
                  </a:lnTo>
                  <a:lnTo>
                    <a:pt x="3140" y="2069"/>
                  </a:lnTo>
                  <a:lnTo>
                    <a:pt x="3140" y="2069"/>
                  </a:lnTo>
                  <a:lnTo>
                    <a:pt x="3059" y="1927"/>
                  </a:lnTo>
                  <a:lnTo>
                    <a:pt x="2980" y="1784"/>
                  </a:lnTo>
                  <a:lnTo>
                    <a:pt x="2900" y="1640"/>
                  </a:lnTo>
                  <a:lnTo>
                    <a:pt x="2823" y="1497"/>
                  </a:lnTo>
                  <a:lnTo>
                    <a:pt x="2823" y="1497"/>
                  </a:lnTo>
                  <a:lnTo>
                    <a:pt x="2758" y="1377"/>
                  </a:lnTo>
                  <a:lnTo>
                    <a:pt x="2725" y="1317"/>
                  </a:lnTo>
                  <a:lnTo>
                    <a:pt x="2708" y="1288"/>
                  </a:lnTo>
                  <a:lnTo>
                    <a:pt x="2690" y="1259"/>
                  </a:lnTo>
                  <a:lnTo>
                    <a:pt x="2672" y="1231"/>
                  </a:lnTo>
                  <a:lnTo>
                    <a:pt x="2653" y="1203"/>
                  </a:lnTo>
                  <a:lnTo>
                    <a:pt x="2632" y="1175"/>
                  </a:lnTo>
                  <a:lnTo>
                    <a:pt x="2609" y="1150"/>
                  </a:lnTo>
                  <a:lnTo>
                    <a:pt x="2587" y="1125"/>
                  </a:lnTo>
                  <a:lnTo>
                    <a:pt x="2562" y="1102"/>
                  </a:lnTo>
                  <a:lnTo>
                    <a:pt x="2537" y="1079"/>
                  </a:lnTo>
                  <a:lnTo>
                    <a:pt x="2509" y="1058"/>
                  </a:lnTo>
                  <a:lnTo>
                    <a:pt x="2509" y="1058"/>
                  </a:lnTo>
                  <a:lnTo>
                    <a:pt x="2477" y="1036"/>
                  </a:lnTo>
                  <a:lnTo>
                    <a:pt x="2445" y="1015"/>
                  </a:lnTo>
                  <a:lnTo>
                    <a:pt x="2413" y="996"/>
                  </a:lnTo>
                  <a:lnTo>
                    <a:pt x="2380" y="976"/>
                  </a:lnTo>
                  <a:lnTo>
                    <a:pt x="2346" y="960"/>
                  </a:lnTo>
                  <a:lnTo>
                    <a:pt x="2313" y="943"/>
                  </a:lnTo>
                  <a:lnTo>
                    <a:pt x="2278" y="928"/>
                  </a:lnTo>
                  <a:lnTo>
                    <a:pt x="2243" y="912"/>
                  </a:lnTo>
                  <a:lnTo>
                    <a:pt x="2208" y="900"/>
                  </a:lnTo>
                  <a:lnTo>
                    <a:pt x="2174" y="887"/>
                  </a:lnTo>
                  <a:lnTo>
                    <a:pt x="2139" y="876"/>
                  </a:lnTo>
                  <a:lnTo>
                    <a:pt x="2103" y="866"/>
                  </a:lnTo>
                  <a:lnTo>
                    <a:pt x="2066" y="858"/>
                  </a:lnTo>
                  <a:lnTo>
                    <a:pt x="2032" y="851"/>
                  </a:lnTo>
                  <a:lnTo>
                    <a:pt x="1995" y="844"/>
                  </a:lnTo>
                  <a:lnTo>
                    <a:pt x="1959" y="838"/>
                  </a:lnTo>
                  <a:lnTo>
                    <a:pt x="1922" y="834"/>
                  </a:lnTo>
                  <a:lnTo>
                    <a:pt x="1885" y="831"/>
                  </a:lnTo>
                  <a:lnTo>
                    <a:pt x="1849" y="830"/>
                  </a:lnTo>
                  <a:lnTo>
                    <a:pt x="1812" y="830"/>
                  </a:lnTo>
                  <a:lnTo>
                    <a:pt x="1775" y="830"/>
                  </a:lnTo>
                  <a:lnTo>
                    <a:pt x="1738" y="831"/>
                  </a:lnTo>
                  <a:lnTo>
                    <a:pt x="1702" y="834"/>
                  </a:lnTo>
                  <a:lnTo>
                    <a:pt x="1664" y="838"/>
                  </a:lnTo>
                  <a:lnTo>
                    <a:pt x="1628" y="844"/>
                  </a:lnTo>
                  <a:lnTo>
                    <a:pt x="1590" y="850"/>
                  </a:lnTo>
                  <a:lnTo>
                    <a:pt x="1554" y="858"/>
                  </a:lnTo>
                  <a:lnTo>
                    <a:pt x="1516" y="866"/>
                  </a:lnTo>
                  <a:lnTo>
                    <a:pt x="1480" y="876"/>
                  </a:lnTo>
                  <a:lnTo>
                    <a:pt x="1444" y="887"/>
                  </a:lnTo>
                  <a:lnTo>
                    <a:pt x="1406" y="898"/>
                  </a:lnTo>
                  <a:lnTo>
                    <a:pt x="1370" y="912"/>
                  </a:lnTo>
                  <a:lnTo>
                    <a:pt x="1370" y="912"/>
                  </a:lnTo>
                  <a:lnTo>
                    <a:pt x="1348" y="922"/>
                  </a:lnTo>
                  <a:lnTo>
                    <a:pt x="1327" y="932"/>
                  </a:lnTo>
                  <a:lnTo>
                    <a:pt x="1305" y="943"/>
                  </a:lnTo>
                  <a:lnTo>
                    <a:pt x="1282" y="955"/>
                  </a:lnTo>
                  <a:lnTo>
                    <a:pt x="1262" y="969"/>
                  </a:lnTo>
                  <a:lnTo>
                    <a:pt x="1241" y="983"/>
                  </a:lnTo>
                  <a:lnTo>
                    <a:pt x="1220" y="999"/>
                  </a:lnTo>
                  <a:lnTo>
                    <a:pt x="1199" y="1015"/>
                  </a:lnTo>
                  <a:lnTo>
                    <a:pt x="1158" y="1050"/>
                  </a:lnTo>
                  <a:lnTo>
                    <a:pt x="1119" y="1089"/>
                  </a:lnTo>
                  <a:lnTo>
                    <a:pt x="1082" y="1129"/>
                  </a:lnTo>
                  <a:lnTo>
                    <a:pt x="1047" y="1171"/>
                  </a:lnTo>
                  <a:lnTo>
                    <a:pt x="1014" y="1216"/>
                  </a:lnTo>
                  <a:lnTo>
                    <a:pt x="983" y="1262"/>
                  </a:lnTo>
                  <a:lnTo>
                    <a:pt x="955" y="1309"/>
                  </a:lnTo>
                  <a:lnTo>
                    <a:pt x="930" y="1356"/>
                  </a:lnTo>
                  <a:lnTo>
                    <a:pt x="908" y="1405"/>
                  </a:lnTo>
                  <a:lnTo>
                    <a:pt x="888" y="1452"/>
                  </a:lnTo>
                  <a:lnTo>
                    <a:pt x="874" y="1500"/>
                  </a:lnTo>
                  <a:lnTo>
                    <a:pt x="867" y="1523"/>
                  </a:lnTo>
                  <a:lnTo>
                    <a:pt x="862" y="1546"/>
                  </a:lnTo>
                  <a:lnTo>
                    <a:pt x="862" y="1546"/>
                  </a:lnTo>
                  <a:lnTo>
                    <a:pt x="852" y="1601"/>
                  </a:lnTo>
                  <a:lnTo>
                    <a:pt x="844" y="1657"/>
                  </a:lnTo>
                  <a:lnTo>
                    <a:pt x="835" y="1714"/>
                  </a:lnTo>
                  <a:lnTo>
                    <a:pt x="831" y="1771"/>
                  </a:lnTo>
                  <a:lnTo>
                    <a:pt x="828" y="1828"/>
                  </a:lnTo>
                  <a:lnTo>
                    <a:pt x="827" y="1885"/>
                  </a:lnTo>
                  <a:lnTo>
                    <a:pt x="828" y="1942"/>
                  </a:lnTo>
                  <a:lnTo>
                    <a:pt x="834" y="2000"/>
                  </a:lnTo>
                  <a:lnTo>
                    <a:pt x="834" y="2000"/>
                  </a:lnTo>
                  <a:lnTo>
                    <a:pt x="841" y="2062"/>
                  </a:lnTo>
                  <a:lnTo>
                    <a:pt x="851" y="2125"/>
                  </a:lnTo>
                  <a:lnTo>
                    <a:pt x="872" y="2250"/>
                  </a:lnTo>
                  <a:lnTo>
                    <a:pt x="881" y="2311"/>
                  </a:lnTo>
                  <a:lnTo>
                    <a:pt x="890" y="2374"/>
                  </a:lnTo>
                  <a:lnTo>
                    <a:pt x="895" y="2437"/>
                  </a:lnTo>
                  <a:lnTo>
                    <a:pt x="898" y="2469"/>
                  </a:lnTo>
                  <a:lnTo>
                    <a:pt x="898" y="2501"/>
                  </a:lnTo>
                  <a:lnTo>
                    <a:pt x="898" y="2501"/>
                  </a:lnTo>
                  <a:lnTo>
                    <a:pt x="898" y="2584"/>
                  </a:lnTo>
                  <a:lnTo>
                    <a:pt x="895" y="2668"/>
                  </a:lnTo>
                  <a:lnTo>
                    <a:pt x="894" y="2751"/>
                  </a:lnTo>
                  <a:lnTo>
                    <a:pt x="895" y="2793"/>
                  </a:lnTo>
                  <a:lnTo>
                    <a:pt x="897" y="2835"/>
                  </a:lnTo>
                  <a:lnTo>
                    <a:pt x="898" y="2875"/>
                  </a:lnTo>
                  <a:lnTo>
                    <a:pt x="904" y="2916"/>
                  </a:lnTo>
                  <a:lnTo>
                    <a:pt x="909" y="2957"/>
                  </a:lnTo>
                  <a:lnTo>
                    <a:pt x="918" y="2996"/>
                  </a:lnTo>
                  <a:lnTo>
                    <a:pt x="929" y="3037"/>
                  </a:lnTo>
                  <a:lnTo>
                    <a:pt x="943" y="3077"/>
                  </a:lnTo>
                  <a:lnTo>
                    <a:pt x="959" y="3116"/>
                  </a:lnTo>
                  <a:lnTo>
                    <a:pt x="979" y="3155"/>
                  </a:lnTo>
                  <a:lnTo>
                    <a:pt x="979" y="3155"/>
                  </a:lnTo>
                  <a:lnTo>
                    <a:pt x="1009" y="3209"/>
                  </a:lnTo>
                  <a:lnTo>
                    <a:pt x="1043" y="3272"/>
                  </a:lnTo>
                  <a:lnTo>
                    <a:pt x="1083" y="3343"/>
                  </a:lnTo>
                  <a:lnTo>
                    <a:pt x="1126" y="3418"/>
                  </a:lnTo>
                  <a:lnTo>
                    <a:pt x="1152" y="3456"/>
                  </a:lnTo>
                  <a:lnTo>
                    <a:pt x="1177" y="3493"/>
                  </a:lnTo>
                  <a:lnTo>
                    <a:pt x="1203" y="3531"/>
                  </a:lnTo>
                  <a:lnTo>
                    <a:pt x="1232" y="3567"/>
                  </a:lnTo>
                  <a:lnTo>
                    <a:pt x="1262" y="3603"/>
                  </a:lnTo>
                  <a:lnTo>
                    <a:pt x="1292" y="3638"/>
                  </a:lnTo>
                  <a:lnTo>
                    <a:pt x="1324" y="3670"/>
                  </a:lnTo>
                  <a:lnTo>
                    <a:pt x="1358" y="3701"/>
                  </a:lnTo>
                  <a:lnTo>
                    <a:pt x="1358" y="3701"/>
                  </a:lnTo>
                  <a:lnTo>
                    <a:pt x="1429" y="3761"/>
                  </a:lnTo>
                  <a:lnTo>
                    <a:pt x="1490" y="3812"/>
                  </a:lnTo>
                  <a:lnTo>
                    <a:pt x="1546" y="3857"/>
                  </a:lnTo>
                  <a:lnTo>
                    <a:pt x="1571" y="3876"/>
                  </a:lnTo>
                  <a:lnTo>
                    <a:pt x="1596" y="3893"/>
                  </a:lnTo>
                  <a:lnTo>
                    <a:pt x="1596" y="3893"/>
                  </a:lnTo>
                  <a:lnTo>
                    <a:pt x="1596" y="3893"/>
                  </a:lnTo>
                  <a:lnTo>
                    <a:pt x="1611" y="3922"/>
                  </a:lnTo>
                  <a:lnTo>
                    <a:pt x="1626" y="3953"/>
                  </a:lnTo>
                  <a:lnTo>
                    <a:pt x="1646" y="3992"/>
                  </a:lnTo>
                  <a:lnTo>
                    <a:pt x="1667" y="4036"/>
                  </a:lnTo>
                  <a:lnTo>
                    <a:pt x="1686" y="4085"/>
                  </a:lnTo>
                  <a:lnTo>
                    <a:pt x="1706" y="4135"/>
                  </a:lnTo>
                  <a:lnTo>
                    <a:pt x="1722" y="4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4E9D3D61-5057-8D48-F78A-A64140CE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419"/>
              <a:ext cx="1388" cy="1584"/>
            </a:xfrm>
            <a:custGeom>
              <a:avLst/>
              <a:gdLst>
                <a:gd name="T0" fmla="*/ 2420 w 2777"/>
                <a:gd name="T1" fmla="*/ 1502 h 3167"/>
                <a:gd name="T2" fmla="*/ 2481 w 2777"/>
                <a:gd name="T3" fmla="*/ 1295 h 3167"/>
                <a:gd name="T4" fmla="*/ 2543 w 2777"/>
                <a:gd name="T5" fmla="*/ 1199 h 3167"/>
                <a:gd name="T6" fmla="*/ 2589 w 2777"/>
                <a:gd name="T7" fmla="*/ 1167 h 3167"/>
                <a:gd name="T8" fmla="*/ 2675 w 2777"/>
                <a:gd name="T9" fmla="*/ 1153 h 3167"/>
                <a:gd name="T10" fmla="*/ 2732 w 2777"/>
                <a:gd name="T11" fmla="*/ 1192 h 3167"/>
                <a:gd name="T12" fmla="*/ 2764 w 2777"/>
                <a:gd name="T13" fmla="*/ 1267 h 3167"/>
                <a:gd name="T14" fmla="*/ 2775 w 2777"/>
                <a:gd name="T15" fmla="*/ 1440 h 3167"/>
                <a:gd name="T16" fmla="*/ 2753 w 2777"/>
                <a:gd name="T17" fmla="*/ 1565 h 3167"/>
                <a:gd name="T18" fmla="*/ 2628 w 2777"/>
                <a:gd name="T19" fmla="*/ 1900 h 3167"/>
                <a:gd name="T20" fmla="*/ 2568 w 2777"/>
                <a:gd name="T21" fmla="*/ 2008 h 3167"/>
                <a:gd name="T22" fmla="*/ 2504 w 2777"/>
                <a:gd name="T23" fmla="*/ 2059 h 3167"/>
                <a:gd name="T24" fmla="*/ 2455 w 2777"/>
                <a:gd name="T25" fmla="*/ 2070 h 3167"/>
                <a:gd name="T26" fmla="*/ 2406 w 2777"/>
                <a:gd name="T27" fmla="*/ 2058 h 3167"/>
                <a:gd name="T28" fmla="*/ 2353 w 2777"/>
                <a:gd name="T29" fmla="*/ 1998 h 3167"/>
                <a:gd name="T30" fmla="*/ 2321 w 2777"/>
                <a:gd name="T31" fmla="*/ 2027 h 3167"/>
                <a:gd name="T32" fmla="*/ 2238 w 2777"/>
                <a:gd name="T33" fmla="*/ 2246 h 3167"/>
                <a:gd name="T34" fmla="*/ 2124 w 2777"/>
                <a:gd name="T35" fmla="*/ 2460 h 3167"/>
                <a:gd name="T36" fmla="*/ 2018 w 2777"/>
                <a:gd name="T37" fmla="*/ 2613 h 3167"/>
                <a:gd name="T38" fmla="*/ 1890 w 2777"/>
                <a:gd name="T39" fmla="*/ 2765 h 3167"/>
                <a:gd name="T40" fmla="*/ 1773 w 2777"/>
                <a:gd name="T41" fmla="*/ 2867 h 3167"/>
                <a:gd name="T42" fmla="*/ 1518 w 2777"/>
                <a:gd name="T43" fmla="*/ 3027 h 3167"/>
                <a:gd name="T44" fmla="*/ 1288 w 2777"/>
                <a:gd name="T45" fmla="*/ 3133 h 3167"/>
                <a:gd name="T46" fmla="*/ 1174 w 2777"/>
                <a:gd name="T47" fmla="*/ 3165 h 3167"/>
                <a:gd name="T48" fmla="*/ 1067 w 2777"/>
                <a:gd name="T49" fmla="*/ 3163 h 3167"/>
                <a:gd name="T50" fmla="*/ 926 w 2777"/>
                <a:gd name="T51" fmla="*/ 3133 h 3167"/>
                <a:gd name="T52" fmla="*/ 827 w 2777"/>
                <a:gd name="T53" fmla="*/ 3099 h 3167"/>
                <a:gd name="T54" fmla="*/ 769 w 2777"/>
                <a:gd name="T55" fmla="*/ 3063 h 3167"/>
                <a:gd name="T56" fmla="*/ 531 w 2777"/>
                <a:gd name="T57" fmla="*/ 2871 h 3167"/>
                <a:gd name="T58" fmla="*/ 405 w 2777"/>
                <a:gd name="T59" fmla="*/ 2737 h 3167"/>
                <a:gd name="T60" fmla="*/ 256 w 2777"/>
                <a:gd name="T61" fmla="*/ 2513 h 3167"/>
                <a:gd name="T62" fmla="*/ 132 w 2777"/>
                <a:gd name="T63" fmla="*/ 2286 h 3167"/>
                <a:gd name="T64" fmla="*/ 77 w 2777"/>
                <a:gd name="T65" fmla="*/ 2086 h 3167"/>
                <a:gd name="T66" fmla="*/ 68 w 2777"/>
                <a:gd name="T67" fmla="*/ 1838 h 3167"/>
                <a:gd name="T68" fmla="*/ 68 w 2777"/>
                <a:gd name="T69" fmla="*/ 1607 h 3167"/>
                <a:gd name="T70" fmla="*/ 14 w 2777"/>
                <a:gd name="T71" fmla="*/ 1232 h 3167"/>
                <a:gd name="T72" fmla="*/ 1 w 2777"/>
                <a:gd name="T73" fmla="*/ 998 h 3167"/>
                <a:gd name="T74" fmla="*/ 35 w 2777"/>
                <a:gd name="T75" fmla="*/ 716 h 3167"/>
                <a:gd name="T76" fmla="*/ 81 w 2777"/>
                <a:gd name="T77" fmla="*/ 575 h 3167"/>
                <a:gd name="T78" fmla="*/ 220 w 2777"/>
                <a:gd name="T79" fmla="*/ 341 h 3167"/>
                <a:gd name="T80" fmla="*/ 393 w 2777"/>
                <a:gd name="T81" fmla="*/ 169 h 3167"/>
                <a:gd name="T82" fmla="*/ 500 w 2777"/>
                <a:gd name="T83" fmla="*/ 102 h 3167"/>
                <a:gd name="T84" fmla="*/ 617 w 2777"/>
                <a:gd name="T85" fmla="*/ 57 h 3167"/>
                <a:gd name="T86" fmla="*/ 801 w 2777"/>
                <a:gd name="T87" fmla="*/ 14 h 3167"/>
                <a:gd name="T88" fmla="*/ 985 w 2777"/>
                <a:gd name="T89" fmla="*/ 0 h 3167"/>
                <a:gd name="T90" fmla="*/ 1168 w 2777"/>
                <a:gd name="T91" fmla="*/ 14 h 3167"/>
                <a:gd name="T92" fmla="*/ 1347 w 2777"/>
                <a:gd name="T93" fmla="*/ 57 h 3167"/>
                <a:gd name="T94" fmla="*/ 1519 w 2777"/>
                <a:gd name="T95" fmla="*/ 130 h 3167"/>
                <a:gd name="T96" fmla="*/ 1682 w 2777"/>
                <a:gd name="T97" fmla="*/ 228 h 3167"/>
                <a:gd name="T98" fmla="*/ 1782 w 2777"/>
                <a:gd name="T99" fmla="*/ 320 h 3167"/>
                <a:gd name="T100" fmla="*/ 1881 w 2777"/>
                <a:gd name="T101" fmla="*/ 458 h 3167"/>
                <a:gd name="T102" fmla="*/ 2073 w 2777"/>
                <a:gd name="T103" fmla="*/ 810 h 3167"/>
                <a:gd name="T104" fmla="*/ 2327 w 2777"/>
                <a:gd name="T105" fmla="*/ 1264 h 3167"/>
                <a:gd name="T106" fmla="*/ 2370 w 2777"/>
                <a:gd name="T107" fmla="*/ 1392 h 3167"/>
                <a:gd name="T108" fmla="*/ 2391 w 2777"/>
                <a:gd name="T109" fmla="*/ 1561 h 3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77" h="3167">
                  <a:moveTo>
                    <a:pt x="2391" y="1582"/>
                  </a:moveTo>
                  <a:lnTo>
                    <a:pt x="2391" y="1582"/>
                  </a:lnTo>
                  <a:lnTo>
                    <a:pt x="2402" y="1557"/>
                  </a:lnTo>
                  <a:lnTo>
                    <a:pt x="2412" y="1532"/>
                  </a:lnTo>
                  <a:lnTo>
                    <a:pt x="2420" y="1502"/>
                  </a:lnTo>
                  <a:lnTo>
                    <a:pt x="2429" y="1474"/>
                  </a:lnTo>
                  <a:lnTo>
                    <a:pt x="2444" y="1413"/>
                  </a:lnTo>
                  <a:lnTo>
                    <a:pt x="2461" y="1352"/>
                  </a:lnTo>
                  <a:lnTo>
                    <a:pt x="2470" y="1323"/>
                  </a:lnTo>
                  <a:lnTo>
                    <a:pt x="2481" y="1295"/>
                  </a:lnTo>
                  <a:lnTo>
                    <a:pt x="2494" y="1267"/>
                  </a:lnTo>
                  <a:lnTo>
                    <a:pt x="2508" y="1242"/>
                  </a:lnTo>
                  <a:lnTo>
                    <a:pt x="2525" y="1218"/>
                  </a:lnTo>
                  <a:lnTo>
                    <a:pt x="2533" y="1209"/>
                  </a:lnTo>
                  <a:lnTo>
                    <a:pt x="2543" y="1199"/>
                  </a:lnTo>
                  <a:lnTo>
                    <a:pt x="2554" y="1189"/>
                  </a:lnTo>
                  <a:lnTo>
                    <a:pt x="2565" y="1181"/>
                  </a:lnTo>
                  <a:lnTo>
                    <a:pt x="2576" y="1174"/>
                  </a:lnTo>
                  <a:lnTo>
                    <a:pt x="2589" y="1167"/>
                  </a:lnTo>
                  <a:lnTo>
                    <a:pt x="2589" y="1167"/>
                  </a:lnTo>
                  <a:lnTo>
                    <a:pt x="2610" y="1158"/>
                  </a:lnTo>
                  <a:lnTo>
                    <a:pt x="2628" y="1154"/>
                  </a:lnTo>
                  <a:lnTo>
                    <a:pt x="2644" y="1151"/>
                  </a:lnTo>
                  <a:lnTo>
                    <a:pt x="2660" y="1151"/>
                  </a:lnTo>
                  <a:lnTo>
                    <a:pt x="2675" y="1153"/>
                  </a:lnTo>
                  <a:lnTo>
                    <a:pt x="2689" y="1157"/>
                  </a:lnTo>
                  <a:lnTo>
                    <a:pt x="2700" y="1164"/>
                  </a:lnTo>
                  <a:lnTo>
                    <a:pt x="2713" y="1171"/>
                  </a:lnTo>
                  <a:lnTo>
                    <a:pt x="2722" y="1181"/>
                  </a:lnTo>
                  <a:lnTo>
                    <a:pt x="2732" y="1192"/>
                  </a:lnTo>
                  <a:lnTo>
                    <a:pt x="2739" y="1206"/>
                  </a:lnTo>
                  <a:lnTo>
                    <a:pt x="2747" y="1220"/>
                  </a:lnTo>
                  <a:lnTo>
                    <a:pt x="2753" y="1234"/>
                  </a:lnTo>
                  <a:lnTo>
                    <a:pt x="2759" y="1250"/>
                  </a:lnTo>
                  <a:lnTo>
                    <a:pt x="2764" y="1267"/>
                  </a:lnTo>
                  <a:lnTo>
                    <a:pt x="2767" y="1285"/>
                  </a:lnTo>
                  <a:lnTo>
                    <a:pt x="2773" y="1323"/>
                  </a:lnTo>
                  <a:lnTo>
                    <a:pt x="2775" y="1362"/>
                  </a:lnTo>
                  <a:lnTo>
                    <a:pt x="2777" y="1401"/>
                  </a:lnTo>
                  <a:lnTo>
                    <a:pt x="2775" y="1440"/>
                  </a:lnTo>
                  <a:lnTo>
                    <a:pt x="2771" y="1476"/>
                  </a:lnTo>
                  <a:lnTo>
                    <a:pt x="2767" y="1511"/>
                  </a:lnTo>
                  <a:lnTo>
                    <a:pt x="2760" y="1540"/>
                  </a:lnTo>
                  <a:lnTo>
                    <a:pt x="2753" y="1565"/>
                  </a:lnTo>
                  <a:lnTo>
                    <a:pt x="2753" y="1565"/>
                  </a:lnTo>
                  <a:lnTo>
                    <a:pt x="2721" y="1662"/>
                  </a:lnTo>
                  <a:lnTo>
                    <a:pt x="2686" y="1758"/>
                  </a:lnTo>
                  <a:lnTo>
                    <a:pt x="2667" y="1807"/>
                  </a:lnTo>
                  <a:lnTo>
                    <a:pt x="2647" y="1855"/>
                  </a:lnTo>
                  <a:lnTo>
                    <a:pt x="2628" y="1900"/>
                  </a:lnTo>
                  <a:lnTo>
                    <a:pt x="2605" y="1946"/>
                  </a:lnTo>
                  <a:lnTo>
                    <a:pt x="2605" y="1946"/>
                  </a:lnTo>
                  <a:lnTo>
                    <a:pt x="2594" y="1969"/>
                  </a:lnTo>
                  <a:lnTo>
                    <a:pt x="2582" y="1988"/>
                  </a:lnTo>
                  <a:lnTo>
                    <a:pt x="2568" y="2008"/>
                  </a:lnTo>
                  <a:lnTo>
                    <a:pt x="2551" y="2026"/>
                  </a:lnTo>
                  <a:lnTo>
                    <a:pt x="2533" y="2041"/>
                  </a:lnTo>
                  <a:lnTo>
                    <a:pt x="2523" y="2048"/>
                  </a:lnTo>
                  <a:lnTo>
                    <a:pt x="2514" y="2054"/>
                  </a:lnTo>
                  <a:lnTo>
                    <a:pt x="2504" y="2059"/>
                  </a:lnTo>
                  <a:lnTo>
                    <a:pt x="2493" y="2063"/>
                  </a:lnTo>
                  <a:lnTo>
                    <a:pt x="2481" y="2066"/>
                  </a:lnTo>
                  <a:lnTo>
                    <a:pt x="2469" y="2069"/>
                  </a:lnTo>
                  <a:lnTo>
                    <a:pt x="2469" y="2069"/>
                  </a:lnTo>
                  <a:lnTo>
                    <a:pt x="2455" y="2070"/>
                  </a:lnTo>
                  <a:lnTo>
                    <a:pt x="2442" y="2070"/>
                  </a:lnTo>
                  <a:lnTo>
                    <a:pt x="2431" y="2069"/>
                  </a:lnTo>
                  <a:lnTo>
                    <a:pt x="2422" y="2066"/>
                  </a:lnTo>
                  <a:lnTo>
                    <a:pt x="2413" y="2063"/>
                  </a:lnTo>
                  <a:lnTo>
                    <a:pt x="2406" y="2058"/>
                  </a:lnTo>
                  <a:lnTo>
                    <a:pt x="2399" y="2052"/>
                  </a:lnTo>
                  <a:lnTo>
                    <a:pt x="2392" y="2045"/>
                  </a:lnTo>
                  <a:lnTo>
                    <a:pt x="2380" y="2031"/>
                  </a:lnTo>
                  <a:lnTo>
                    <a:pt x="2367" y="2015"/>
                  </a:lnTo>
                  <a:lnTo>
                    <a:pt x="2353" y="1998"/>
                  </a:lnTo>
                  <a:lnTo>
                    <a:pt x="2345" y="1990"/>
                  </a:lnTo>
                  <a:lnTo>
                    <a:pt x="2335" y="1983"/>
                  </a:lnTo>
                  <a:lnTo>
                    <a:pt x="2335" y="1983"/>
                  </a:lnTo>
                  <a:lnTo>
                    <a:pt x="2330" y="2003"/>
                  </a:lnTo>
                  <a:lnTo>
                    <a:pt x="2321" y="2027"/>
                  </a:lnTo>
                  <a:lnTo>
                    <a:pt x="2302" y="2077"/>
                  </a:lnTo>
                  <a:lnTo>
                    <a:pt x="2267" y="2164"/>
                  </a:lnTo>
                  <a:lnTo>
                    <a:pt x="2267" y="2164"/>
                  </a:lnTo>
                  <a:lnTo>
                    <a:pt x="2253" y="2204"/>
                  </a:lnTo>
                  <a:lnTo>
                    <a:pt x="2238" y="2246"/>
                  </a:lnTo>
                  <a:lnTo>
                    <a:pt x="2218" y="2289"/>
                  </a:lnTo>
                  <a:lnTo>
                    <a:pt x="2197" y="2332"/>
                  </a:lnTo>
                  <a:lnTo>
                    <a:pt x="2174" y="2375"/>
                  </a:lnTo>
                  <a:lnTo>
                    <a:pt x="2149" y="2418"/>
                  </a:lnTo>
                  <a:lnTo>
                    <a:pt x="2124" y="2460"/>
                  </a:lnTo>
                  <a:lnTo>
                    <a:pt x="2096" y="2503"/>
                  </a:lnTo>
                  <a:lnTo>
                    <a:pt x="2096" y="2503"/>
                  </a:lnTo>
                  <a:lnTo>
                    <a:pt x="2071" y="2541"/>
                  </a:lnTo>
                  <a:lnTo>
                    <a:pt x="2044" y="2577"/>
                  </a:lnTo>
                  <a:lnTo>
                    <a:pt x="2018" y="2613"/>
                  </a:lnTo>
                  <a:lnTo>
                    <a:pt x="1991" y="2648"/>
                  </a:lnTo>
                  <a:lnTo>
                    <a:pt x="1965" y="2680"/>
                  </a:lnTo>
                  <a:lnTo>
                    <a:pt x="1940" y="2711"/>
                  </a:lnTo>
                  <a:lnTo>
                    <a:pt x="1915" y="2739"/>
                  </a:lnTo>
                  <a:lnTo>
                    <a:pt x="1890" y="2765"/>
                  </a:lnTo>
                  <a:lnTo>
                    <a:pt x="1890" y="2765"/>
                  </a:lnTo>
                  <a:lnTo>
                    <a:pt x="1874" y="2782"/>
                  </a:lnTo>
                  <a:lnTo>
                    <a:pt x="1856" y="2798"/>
                  </a:lnTo>
                  <a:lnTo>
                    <a:pt x="1816" y="2832"/>
                  </a:lnTo>
                  <a:lnTo>
                    <a:pt x="1773" y="2867"/>
                  </a:lnTo>
                  <a:lnTo>
                    <a:pt x="1725" y="2900"/>
                  </a:lnTo>
                  <a:lnTo>
                    <a:pt x="1675" y="2933"/>
                  </a:lnTo>
                  <a:lnTo>
                    <a:pt x="1624" y="2965"/>
                  </a:lnTo>
                  <a:lnTo>
                    <a:pt x="1571" y="2996"/>
                  </a:lnTo>
                  <a:lnTo>
                    <a:pt x="1518" y="3027"/>
                  </a:lnTo>
                  <a:lnTo>
                    <a:pt x="1518" y="3027"/>
                  </a:lnTo>
                  <a:lnTo>
                    <a:pt x="1457" y="3057"/>
                  </a:lnTo>
                  <a:lnTo>
                    <a:pt x="1397" y="3087"/>
                  </a:lnTo>
                  <a:lnTo>
                    <a:pt x="1341" y="3112"/>
                  </a:lnTo>
                  <a:lnTo>
                    <a:pt x="1288" y="3133"/>
                  </a:lnTo>
                  <a:lnTo>
                    <a:pt x="1288" y="3133"/>
                  </a:lnTo>
                  <a:lnTo>
                    <a:pt x="1256" y="3144"/>
                  </a:lnTo>
                  <a:lnTo>
                    <a:pt x="1227" y="3152"/>
                  </a:lnTo>
                  <a:lnTo>
                    <a:pt x="1199" y="3159"/>
                  </a:lnTo>
                  <a:lnTo>
                    <a:pt x="1174" y="3165"/>
                  </a:lnTo>
                  <a:lnTo>
                    <a:pt x="1150" y="3166"/>
                  </a:lnTo>
                  <a:lnTo>
                    <a:pt x="1128" y="3167"/>
                  </a:lnTo>
                  <a:lnTo>
                    <a:pt x="1107" y="3167"/>
                  </a:lnTo>
                  <a:lnTo>
                    <a:pt x="1086" y="3166"/>
                  </a:lnTo>
                  <a:lnTo>
                    <a:pt x="1067" y="3163"/>
                  </a:lnTo>
                  <a:lnTo>
                    <a:pt x="1049" y="3160"/>
                  </a:lnTo>
                  <a:lnTo>
                    <a:pt x="1010" y="3152"/>
                  </a:lnTo>
                  <a:lnTo>
                    <a:pt x="971" y="3142"/>
                  </a:lnTo>
                  <a:lnTo>
                    <a:pt x="926" y="3133"/>
                  </a:lnTo>
                  <a:lnTo>
                    <a:pt x="926" y="3133"/>
                  </a:lnTo>
                  <a:lnTo>
                    <a:pt x="907" y="3128"/>
                  </a:lnTo>
                  <a:lnTo>
                    <a:pt x="886" y="3123"/>
                  </a:lnTo>
                  <a:lnTo>
                    <a:pt x="866" y="3116"/>
                  </a:lnTo>
                  <a:lnTo>
                    <a:pt x="847" y="3107"/>
                  </a:lnTo>
                  <a:lnTo>
                    <a:pt x="827" y="3099"/>
                  </a:lnTo>
                  <a:lnTo>
                    <a:pt x="808" y="3088"/>
                  </a:lnTo>
                  <a:lnTo>
                    <a:pt x="788" y="3077"/>
                  </a:lnTo>
                  <a:lnTo>
                    <a:pt x="769" y="3063"/>
                  </a:lnTo>
                  <a:lnTo>
                    <a:pt x="769" y="3063"/>
                  </a:lnTo>
                  <a:lnTo>
                    <a:pt x="769" y="3063"/>
                  </a:lnTo>
                  <a:lnTo>
                    <a:pt x="744" y="3046"/>
                  </a:lnTo>
                  <a:lnTo>
                    <a:pt x="719" y="3027"/>
                  </a:lnTo>
                  <a:lnTo>
                    <a:pt x="663" y="2982"/>
                  </a:lnTo>
                  <a:lnTo>
                    <a:pt x="602" y="2931"/>
                  </a:lnTo>
                  <a:lnTo>
                    <a:pt x="531" y="2871"/>
                  </a:lnTo>
                  <a:lnTo>
                    <a:pt x="531" y="2871"/>
                  </a:lnTo>
                  <a:lnTo>
                    <a:pt x="497" y="2840"/>
                  </a:lnTo>
                  <a:lnTo>
                    <a:pt x="465" y="2808"/>
                  </a:lnTo>
                  <a:lnTo>
                    <a:pt x="435" y="2773"/>
                  </a:lnTo>
                  <a:lnTo>
                    <a:pt x="405" y="2737"/>
                  </a:lnTo>
                  <a:lnTo>
                    <a:pt x="376" y="2701"/>
                  </a:lnTo>
                  <a:lnTo>
                    <a:pt x="350" y="2663"/>
                  </a:lnTo>
                  <a:lnTo>
                    <a:pt x="325" y="2626"/>
                  </a:lnTo>
                  <a:lnTo>
                    <a:pt x="299" y="2588"/>
                  </a:lnTo>
                  <a:lnTo>
                    <a:pt x="256" y="2513"/>
                  </a:lnTo>
                  <a:lnTo>
                    <a:pt x="216" y="2442"/>
                  </a:lnTo>
                  <a:lnTo>
                    <a:pt x="182" y="2379"/>
                  </a:lnTo>
                  <a:lnTo>
                    <a:pt x="152" y="2325"/>
                  </a:lnTo>
                  <a:lnTo>
                    <a:pt x="152" y="2325"/>
                  </a:lnTo>
                  <a:lnTo>
                    <a:pt x="132" y="2286"/>
                  </a:lnTo>
                  <a:lnTo>
                    <a:pt x="116" y="2247"/>
                  </a:lnTo>
                  <a:lnTo>
                    <a:pt x="102" y="2207"/>
                  </a:lnTo>
                  <a:lnTo>
                    <a:pt x="91" y="2166"/>
                  </a:lnTo>
                  <a:lnTo>
                    <a:pt x="82" y="2127"/>
                  </a:lnTo>
                  <a:lnTo>
                    <a:pt x="77" y="2086"/>
                  </a:lnTo>
                  <a:lnTo>
                    <a:pt x="71" y="2045"/>
                  </a:lnTo>
                  <a:lnTo>
                    <a:pt x="70" y="2005"/>
                  </a:lnTo>
                  <a:lnTo>
                    <a:pt x="68" y="1963"/>
                  </a:lnTo>
                  <a:lnTo>
                    <a:pt x="67" y="1921"/>
                  </a:lnTo>
                  <a:lnTo>
                    <a:pt x="68" y="1838"/>
                  </a:lnTo>
                  <a:lnTo>
                    <a:pt x="71" y="1754"/>
                  </a:lnTo>
                  <a:lnTo>
                    <a:pt x="71" y="1671"/>
                  </a:lnTo>
                  <a:lnTo>
                    <a:pt x="71" y="1671"/>
                  </a:lnTo>
                  <a:lnTo>
                    <a:pt x="71" y="1639"/>
                  </a:lnTo>
                  <a:lnTo>
                    <a:pt x="68" y="1607"/>
                  </a:lnTo>
                  <a:lnTo>
                    <a:pt x="63" y="1544"/>
                  </a:lnTo>
                  <a:lnTo>
                    <a:pt x="54" y="1481"/>
                  </a:lnTo>
                  <a:lnTo>
                    <a:pt x="45" y="1420"/>
                  </a:lnTo>
                  <a:lnTo>
                    <a:pt x="24" y="1295"/>
                  </a:lnTo>
                  <a:lnTo>
                    <a:pt x="14" y="1232"/>
                  </a:lnTo>
                  <a:lnTo>
                    <a:pt x="7" y="1170"/>
                  </a:lnTo>
                  <a:lnTo>
                    <a:pt x="7" y="1170"/>
                  </a:lnTo>
                  <a:lnTo>
                    <a:pt x="1" y="1112"/>
                  </a:lnTo>
                  <a:lnTo>
                    <a:pt x="0" y="1055"/>
                  </a:lnTo>
                  <a:lnTo>
                    <a:pt x="1" y="998"/>
                  </a:lnTo>
                  <a:lnTo>
                    <a:pt x="4" y="941"/>
                  </a:lnTo>
                  <a:lnTo>
                    <a:pt x="8" y="884"/>
                  </a:lnTo>
                  <a:lnTo>
                    <a:pt x="17" y="827"/>
                  </a:lnTo>
                  <a:lnTo>
                    <a:pt x="25" y="771"/>
                  </a:lnTo>
                  <a:lnTo>
                    <a:pt x="35" y="716"/>
                  </a:lnTo>
                  <a:lnTo>
                    <a:pt x="35" y="716"/>
                  </a:lnTo>
                  <a:lnTo>
                    <a:pt x="40" y="693"/>
                  </a:lnTo>
                  <a:lnTo>
                    <a:pt x="47" y="670"/>
                  </a:lnTo>
                  <a:lnTo>
                    <a:pt x="61" y="622"/>
                  </a:lnTo>
                  <a:lnTo>
                    <a:pt x="81" y="575"/>
                  </a:lnTo>
                  <a:lnTo>
                    <a:pt x="103" y="526"/>
                  </a:lnTo>
                  <a:lnTo>
                    <a:pt x="128" y="479"/>
                  </a:lnTo>
                  <a:lnTo>
                    <a:pt x="156" y="432"/>
                  </a:lnTo>
                  <a:lnTo>
                    <a:pt x="187" y="386"/>
                  </a:lnTo>
                  <a:lnTo>
                    <a:pt x="220" y="341"/>
                  </a:lnTo>
                  <a:lnTo>
                    <a:pt x="255" y="299"/>
                  </a:lnTo>
                  <a:lnTo>
                    <a:pt x="292" y="259"/>
                  </a:lnTo>
                  <a:lnTo>
                    <a:pt x="331" y="220"/>
                  </a:lnTo>
                  <a:lnTo>
                    <a:pt x="372" y="185"/>
                  </a:lnTo>
                  <a:lnTo>
                    <a:pt x="393" y="169"/>
                  </a:lnTo>
                  <a:lnTo>
                    <a:pt x="414" y="153"/>
                  </a:lnTo>
                  <a:lnTo>
                    <a:pt x="435" y="139"/>
                  </a:lnTo>
                  <a:lnTo>
                    <a:pt x="455" y="125"/>
                  </a:lnTo>
                  <a:lnTo>
                    <a:pt x="478" y="113"/>
                  </a:lnTo>
                  <a:lnTo>
                    <a:pt x="500" y="102"/>
                  </a:lnTo>
                  <a:lnTo>
                    <a:pt x="521" y="9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79" y="68"/>
                  </a:lnTo>
                  <a:lnTo>
                    <a:pt x="617" y="57"/>
                  </a:lnTo>
                  <a:lnTo>
                    <a:pt x="653" y="46"/>
                  </a:lnTo>
                  <a:lnTo>
                    <a:pt x="689" y="36"/>
                  </a:lnTo>
                  <a:lnTo>
                    <a:pt x="727" y="28"/>
                  </a:lnTo>
                  <a:lnTo>
                    <a:pt x="763" y="20"/>
                  </a:lnTo>
                  <a:lnTo>
                    <a:pt x="801" y="14"/>
                  </a:lnTo>
                  <a:lnTo>
                    <a:pt x="837" y="8"/>
                  </a:lnTo>
                  <a:lnTo>
                    <a:pt x="875" y="4"/>
                  </a:lnTo>
                  <a:lnTo>
                    <a:pt x="911" y="1"/>
                  </a:lnTo>
                  <a:lnTo>
                    <a:pt x="948" y="0"/>
                  </a:lnTo>
                  <a:lnTo>
                    <a:pt x="985" y="0"/>
                  </a:lnTo>
                  <a:lnTo>
                    <a:pt x="1022" y="0"/>
                  </a:lnTo>
                  <a:lnTo>
                    <a:pt x="1058" y="1"/>
                  </a:lnTo>
                  <a:lnTo>
                    <a:pt x="1095" y="4"/>
                  </a:lnTo>
                  <a:lnTo>
                    <a:pt x="1132" y="8"/>
                  </a:lnTo>
                  <a:lnTo>
                    <a:pt x="1168" y="14"/>
                  </a:lnTo>
                  <a:lnTo>
                    <a:pt x="1205" y="21"/>
                  </a:lnTo>
                  <a:lnTo>
                    <a:pt x="1239" y="28"/>
                  </a:lnTo>
                  <a:lnTo>
                    <a:pt x="1276" y="36"/>
                  </a:lnTo>
                  <a:lnTo>
                    <a:pt x="1312" y="46"/>
                  </a:lnTo>
                  <a:lnTo>
                    <a:pt x="1347" y="57"/>
                  </a:lnTo>
                  <a:lnTo>
                    <a:pt x="1381" y="70"/>
                  </a:lnTo>
                  <a:lnTo>
                    <a:pt x="1416" y="82"/>
                  </a:lnTo>
                  <a:lnTo>
                    <a:pt x="1451" y="98"/>
                  </a:lnTo>
                  <a:lnTo>
                    <a:pt x="1486" y="113"/>
                  </a:lnTo>
                  <a:lnTo>
                    <a:pt x="1519" y="130"/>
                  </a:lnTo>
                  <a:lnTo>
                    <a:pt x="1553" y="146"/>
                  </a:lnTo>
                  <a:lnTo>
                    <a:pt x="1586" y="166"/>
                  </a:lnTo>
                  <a:lnTo>
                    <a:pt x="1618" y="185"/>
                  </a:lnTo>
                  <a:lnTo>
                    <a:pt x="1650" y="206"/>
                  </a:lnTo>
                  <a:lnTo>
                    <a:pt x="1682" y="228"/>
                  </a:lnTo>
                  <a:lnTo>
                    <a:pt x="1682" y="228"/>
                  </a:lnTo>
                  <a:lnTo>
                    <a:pt x="1710" y="249"/>
                  </a:lnTo>
                  <a:lnTo>
                    <a:pt x="1735" y="272"/>
                  </a:lnTo>
                  <a:lnTo>
                    <a:pt x="1760" y="295"/>
                  </a:lnTo>
                  <a:lnTo>
                    <a:pt x="1782" y="320"/>
                  </a:lnTo>
                  <a:lnTo>
                    <a:pt x="1805" y="345"/>
                  </a:lnTo>
                  <a:lnTo>
                    <a:pt x="1826" y="373"/>
                  </a:lnTo>
                  <a:lnTo>
                    <a:pt x="1845" y="401"/>
                  </a:lnTo>
                  <a:lnTo>
                    <a:pt x="1863" y="429"/>
                  </a:lnTo>
                  <a:lnTo>
                    <a:pt x="1881" y="458"/>
                  </a:lnTo>
                  <a:lnTo>
                    <a:pt x="1898" y="487"/>
                  </a:lnTo>
                  <a:lnTo>
                    <a:pt x="1931" y="547"/>
                  </a:lnTo>
                  <a:lnTo>
                    <a:pt x="1996" y="667"/>
                  </a:lnTo>
                  <a:lnTo>
                    <a:pt x="1996" y="667"/>
                  </a:lnTo>
                  <a:lnTo>
                    <a:pt x="2073" y="810"/>
                  </a:lnTo>
                  <a:lnTo>
                    <a:pt x="2153" y="954"/>
                  </a:lnTo>
                  <a:lnTo>
                    <a:pt x="2232" y="1097"/>
                  </a:lnTo>
                  <a:lnTo>
                    <a:pt x="2313" y="1239"/>
                  </a:lnTo>
                  <a:lnTo>
                    <a:pt x="2313" y="1239"/>
                  </a:lnTo>
                  <a:lnTo>
                    <a:pt x="2327" y="1264"/>
                  </a:lnTo>
                  <a:lnTo>
                    <a:pt x="2338" y="1289"/>
                  </a:lnTo>
                  <a:lnTo>
                    <a:pt x="2348" y="1314"/>
                  </a:lnTo>
                  <a:lnTo>
                    <a:pt x="2356" y="1341"/>
                  </a:lnTo>
                  <a:lnTo>
                    <a:pt x="2365" y="1367"/>
                  </a:lnTo>
                  <a:lnTo>
                    <a:pt x="2370" y="1392"/>
                  </a:lnTo>
                  <a:lnTo>
                    <a:pt x="2376" y="1419"/>
                  </a:lnTo>
                  <a:lnTo>
                    <a:pt x="2380" y="1444"/>
                  </a:lnTo>
                  <a:lnTo>
                    <a:pt x="2387" y="1490"/>
                  </a:lnTo>
                  <a:lnTo>
                    <a:pt x="2390" y="1529"/>
                  </a:lnTo>
                  <a:lnTo>
                    <a:pt x="2391" y="1561"/>
                  </a:lnTo>
                  <a:lnTo>
                    <a:pt x="2391" y="1582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DE1ADF9E-1AAE-9AC1-67FA-DE57F772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419"/>
              <a:ext cx="1388" cy="1584"/>
            </a:xfrm>
            <a:custGeom>
              <a:avLst/>
              <a:gdLst>
                <a:gd name="T0" fmla="*/ 2420 w 2777"/>
                <a:gd name="T1" fmla="*/ 1502 h 3167"/>
                <a:gd name="T2" fmla="*/ 2481 w 2777"/>
                <a:gd name="T3" fmla="*/ 1295 h 3167"/>
                <a:gd name="T4" fmla="*/ 2543 w 2777"/>
                <a:gd name="T5" fmla="*/ 1199 h 3167"/>
                <a:gd name="T6" fmla="*/ 2589 w 2777"/>
                <a:gd name="T7" fmla="*/ 1167 h 3167"/>
                <a:gd name="T8" fmla="*/ 2675 w 2777"/>
                <a:gd name="T9" fmla="*/ 1153 h 3167"/>
                <a:gd name="T10" fmla="*/ 2732 w 2777"/>
                <a:gd name="T11" fmla="*/ 1192 h 3167"/>
                <a:gd name="T12" fmla="*/ 2764 w 2777"/>
                <a:gd name="T13" fmla="*/ 1267 h 3167"/>
                <a:gd name="T14" fmla="*/ 2775 w 2777"/>
                <a:gd name="T15" fmla="*/ 1440 h 3167"/>
                <a:gd name="T16" fmla="*/ 2753 w 2777"/>
                <a:gd name="T17" fmla="*/ 1565 h 3167"/>
                <a:gd name="T18" fmla="*/ 2628 w 2777"/>
                <a:gd name="T19" fmla="*/ 1900 h 3167"/>
                <a:gd name="T20" fmla="*/ 2568 w 2777"/>
                <a:gd name="T21" fmla="*/ 2008 h 3167"/>
                <a:gd name="T22" fmla="*/ 2504 w 2777"/>
                <a:gd name="T23" fmla="*/ 2059 h 3167"/>
                <a:gd name="T24" fmla="*/ 2455 w 2777"/>
                <a:gd name="T25" fmla="*/ 2070 h 3167"/>
                <a:gd name="T26" fmla="*/ 2406 w 2777"/>
                <a:gd name="T27" fmla="*/ 2058 h 3167"/>
                <a:gd name="T28" fmla="*/ 2353 w 2777"/>
                <a:gd name="T29" fmla="*/ 1998 h 3167"/>
                <a:gd name="T30" fmla="*/ 2321 w 2777"/>
                <a:gd name="T31" fmla="*/ 2027 h 3167"/>
                <a:gd name="T32" fmla="*/ 2238 w 2777"/>
                <a:gd name="T33" fmla="*/ 2246 h 3167"/>
                <a:gd name="T34" fmla="*/ 2124 w 2777"/>
                <a:gd name="T35" fmla="*/ 2460 h 3167"/>
                <a:gd name="T36" fmla="*/ 2018 w 2777"/>
                <a:gd name="T37" fmla="*/ 2613 h 3167"/>
                <a:gd name="T38" fmla="*/ 1890 w 2777"/>
                <a:gd name="T39" fmla="*/ 2765 h 3167"/>
                <a:gd name="T40" fmla="*/ 1773 w 2777"/>
                <a:gd name="T41" fmla="*/ 2867 h 3167"/>
                <a:gd name="T42" fmla="*/ 1518 w 2777"/>
                <a:gd name="T43" fmla="*/ 3027 h 3167"/>
                <a:gd name="T44" fmla="*/ 1288 w 2777"/>
                <a:gd name="T45" fmla="*/ 3133 h 3167"/>
                <a:gd name="T46" fmla="*/ 1174 w 2777"/>
                <a:gd name="T47" fmla="*/ 3165 h 3167"/>
                <a:gd name="T48" fmla="*/ 1067 w 2777"/>
                <a:gd name="T49" fmla="*/ 3163 h 3167"/>
                <a:gd name="T50" fmla="*/ 926 w 2777"/>
                <a:gd name="T51" fmla="*/ 3133 h 3167"/>
                <a:gd name="T52" fmla="*/ 827 w 2777"/>
                <a:gd name="T53" fmla="*/ 3099 h 3167"/>
                <a:gd name="T54" fmla="*/ 769 w 2777"/>
                <a:gd name="T55" fmla="*/ 3063 h 3167"/>
                <a:gd name="T56" fmla="*/ 531 w 2777"/>
                <a:gd name="T57" fmla="*/ 2871 h 3167"/>
                <a:gd name="T58" fmla="*/ 405 w 2777"/>
                <a:gd name="T59" fmla="*/ 2737 h 3167"/>
                <a:gd name="T60" fmla="*/ 256 w 2777"/>
                <a:gd name="T61" fmla="*/ 2513 h 3167"/>
                <a:gd name="T62" fmla="*/ 132 w 2777"/>
                <a:gd name="T63" fmla="*/ 2286 h 3167"/>
                <a:gd name="T64" fmla="*/ 77 w 2777"/>
                <a:gd name="T65" fmla="*/ 2086 h 3167"/>
                <a:gd name="T66" fmla="*/ 68 w 2777"/>
                <a:gd name="T67" fmla="*/ 1838 h 3167"/>
                <a:gd name="T68" fmla="*/ 68 w 2777"/>
                <a:gd name="T69" fmla="*/ 1607 h 3167"/>
                <a:gd name="T70" fmla="*/ 14 w 2777"/>
                <a:gd name="T71" fmla="*/ 1232 h 3167"/>
                <a:gd name="T72" fmla="*/ 1 w 2777"/>
                <a:gd name="T73" fmla="*/ 998 h 3167"/>
                <a:gd name="T74" fmla="*/ 35 w 2777"/>
                <a:gd name="T75" fmla="*/ 716 h 3167"/>
                <a:gd name="T76" fmla="*/ 81 w 2777"/>
                <a:gd name="T77" fmla="*/ 575 h 3167"/>
                <a:gd name="T78" fmla="*/ 220 w 2777"/>
                <a:gd name="T79" fmla="*/ 341 h 3167"/>
                <a:gd name="T80" fmla="*/ 393 w 2777"/>
                <a:gd name="T81" fmla="*/ 169 h 3167"/>
                <a:gd name="T82" fmla="*/ 500 w 2777"/>
                <a:gd name="T83" fmla="*/ 102 h 3167"/>
                <a:gd name="T84" fmla="*/ 617 w 2777"/>
                <a:gd name="T85" fmla="*/ 57 h 3167"/>
                <a:gd name="T86" fmla="*/ 801 w 2777"/>
                <a:gd name="T87" fmla="*/ 14 h 3167"/>
                <a:gd name="T88" fmla="*/ 985 w 2777"/>
                <a:gd name="T89" fmla="*/ 0 h 3167"/>
                <a:gd name="T90" fmla="*/ 1168 w 2777"/>
                <a:gd name="T91" fmla="*/ 14 h 3167"/>
                <a:gd name="T92" fmla="*/ 1347 w 2777"/>
                <a:gd name="T93" fmla="*/ 57 h 3167"/>
                <a:gd name="T94" fmla="*/ 1519 w 2777"/>
                <a:gd name="T95" fmla="*/ 130 h 3167"/>
                <a:gd name="T96" fmla="*/ 1682 w 2777"/>
                <a:gd name="T97" fmla="*/ 228 h 3167"/>
                <a:gd name="T98" fmla="*/ 1782 w 2777"/>
                <a:gd name="T99" fmla="*/ 320 h 3167"/>
                <a:gd name="T100" fmla="*/ 1881 w 2777"/>
                <a:gd name="T101" fmla="*/ 458 h 3167"/>
                <a:gd name="T102" fmla="*/ 2073 w 2777"/>
                <a:gd name="T103" fmla="*/ 810 h 3167"/>
                <a:gd name="T104" fmla="*/ 2327 w 2777"/>
                <a:gd name="T105" fmla="*/ 1264 h 3167"/>
                <a:gd name="T106" fmla="*/ 2370 w 2777"/>
                <a:gd name="T107" fmla="*/ 1392 h 3167"/>
                <a:gd name="T108" fmla="*/ 2391 w 2777"/>
                <a:gd name="T109" fmla="*/ 1561 h 3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77" h="3167">
                  <a:moveTo>
                    <a:pt x="2391" y="1582"/>
                  </a:moveTo>
                  <a:lnTo>
                    <a:pt x="2391" y="1582"/>
                  </a:lnTo>
                  <a:lnTo>
                    <a:pt x="2402" y="1557"/>
                  </a:lnTo>
                  <a:lnTo>
                    <a:pt x="2412" y="1532"/>
                  </a:lnTo>
                  <a:lnTo>
                    <a:pt x="2420" y="1502"/>
                  </a:lnTo>
                  <a:lnTo>
                    <a:pt x="2429" y="1474"/>
                  </a:lnTo>
                  <a:lnTo>
                    <a:pt x="2444" y="1413"/>
                  </a:lnTo>
                  <a:lnTo>
                    <a:pt x="2461" y="1352"/>
                  </a:lnTo>
                  <a:lnTo>
                    <a:pt x="2470" y="1323"/>
                  </a:lnTo>
                  <a:lnTo>
                    <a:pt x="2481" y="1295"/>
                  </a:lnTo>
                  <a:lnTo>
                    <a:pt x="2494" y="1267"/>
                  </a:lnTo>
                  <a:lnTo>
                    <a:pt x="2508" y="1242"/>
                  </a:lnTo>
                  <a:lnTo>
                    <a:pt x="2525" y="1218"/>
                  </a:lnTo>
                  <a:lnTo>
                    <a:pt x="2533" y="1209"/>
                  </a:lnTo>
                  <a:lnTo>
                    <a:pt x="2543" y="1199"/>
                  </a:lnTo>
                  <a:lnTo>
                    <a:pt x="2554" y="1189"/>
                  </a:lnTo>
                  <a:lnTo>
                    <a:pt x="2565" y="1181"/>
                  </a:lnTo>
                  <a:lnTo>
                    <a:pt x="2576" y="1174"/>
                  </a:lnTo>
                  <a:lnTo>
                    <a:pt x="2589" y="1167"/>
                  </a:lnTo>
                  <a:lnTo>
                    <a:pt x="2589" y="1167"/>
                  </a:lnTo>
                  <a:lnTo>
                    <a:pt x="2610" y="1158"/>
                  </a:lnTo>
                  <a:lnTo>
                    <a:pt x="2628" y="1154"/>
                  </a:lnTo>
                  <a:lnTo>
                    <a:pt x="2644" y="1151"/>
                  </a:lnTo>
                  <a:lnTo>
                    <a:pt x="2660" y="1151"/>
                  </a:lnTo>
                  <a:lnTo>
                    <a:pt x="2675" y="1153"/>
                  </a:lnTo>
                  <a:lnTo>
                    <a:pt x="2689" y="1157"/>
                  </a:lnTo>
                  <a:lnTo>
                    <a:pt x="2700" y="1164"/>
                  </a:lnTo>
                  <a:lnTo>
                    <a:pt x="2713" y="1171"/>
                  </a:lnTo>
                  <a:lnTo>
                    <a:pt x="2722" y="1181"/>
                  </a:lnTo>
                  <a:lnTo>
                    <a:pt x="2732" y="1192"/>
                  </a:lnTo>
                  <a:lnTo>
                    <a:pt x="2739" y="1206"/>
                  </a:lnTo>
                  <a:lnTo>
                    <a:pt x="2747" y="1220"/>
                  </a:lnTo>
                  <a:lnTo>
                    <a:pt x="2753" y="1234"/>
                  </a:lnTo>
                  <a:lnTo>
                    <a:pt x="2759" y="1250"/>
                  </a:lnTo>
                  <a:lnTo>
                    <a:pt x="2764" y="1267"/>
                  </a:lnTo>
                  <a:lnTo>
                    <a:pt x="2767" y="1285"/>
                  </a:lnTo>
                  <a:lnTo>
                    <a:pt x="2773" y="1323"/>
                  </a:lnTo>
                  <a:lnTo>
                    <a:pt x="2775" y="1362"/>
                  </a:lnTo>
                  <a:lnTo>
                    <a:pt x="2777" y="1401"/>
                  </a:lnTo>
                  <a:lnTo>
                    <a:pt x="2775" y="1440"/>
                  </a:lnTo>
                  <a:lnTo>
                    <a:pt x="2771" y="1476"/>
                  </a:lnTo>
                  <a:lnTo>
                    <a:pt x="2767" y="1511"/>
                  </a:lnTo>
                  <a:lnTo>
                    <a:pt x="2760" y="1540"/>
                  </a:lnTo>
                  <a:lnTo>
                    <a:pt x="2753" y="1565"/>
                  </a:lnTo>
                  <a:lnTo>
                    <a:pt x="2753" y="1565"/>
                  </a:lnTo>
                  <a:lnTo>
                    <a:pt x="2721" y="1662"/>
                  </a:lnTo>
                  <a:lnTo>
                    <a:pt x="2686" y="1758"/>
                  </a:lnTo>
                  <a:lnTo>
                    <a:pt x="2667" y="1807"/>
                  </a:lnTo>
                  <a:lnTo>
                    <a:pt x="2647" y="1855"/>
                  </a:lnTo>
                  <a:lnTo>
                    <a:pt x="2628" y="1900"/>
                  </a:lnTo>
                  <a:lnTo>
                    <a:pt x="2605" y="1946"/>
                  </a:lnTo>
                  <a:lnTo>
                    <a:pt x="2605" y="1946"/>
                  </a:lnTo>
                  <a:lnTo>
                    <a:pt x="2594" y="1969"/>
                  </a:lnTo>
                  <a:lnTo>
                    <a:pt x="2582" y="1988"/>
                  </a:lnTo>
                  <a:lnTo>
                    <a:pt x="2568" y="2008"/>
                  </a:lnTo>
                  <a:lnTo>
                    <a:pt x="2551" y="2026"/>
                  </a:lnTo>
                  <a:lnTo>
                    <a:pt x="2533" y="2041"/>
                  </a:lnTo>
                  <a:lnTo>
                    <a:pt x="2523" y="2048"/>
                  </a:lnTo>
                  <a:lnTo>
                    <a:pt x="2514" y="2054"/>
                  </a:lnTo>
                  <a:lnTo>
                    <a:pt x="2504" y="2059"/>
                  </a:lnTo>
                  <a:lnTo>
                    <a:pt x="2493" y="2063"/>
                  </a:lnTo>
                  <a:lnTo>
                    <a:pt x="2481" y="2066"/>
                  </a:lnTo>
                  <a:lnTo>
                    <a:pt x="2469" y="2069"/>
                  </a:lnTo>
                  <a:lnTo>
                    <a:pt x="2469" y="2069"/>
                  </a:lnTo>
                  <a:lnTo>
                    <a:pt x="2455" y="2070"/>
                  </a:lnTo>
                  <a:lnTo>
                    <a:pt x="2442" y="2070"/>
                  </a:lnTo>
                  <a:lnTo>
                    <a:pt x="2431" y="2069"/>
                  </a:lnTo>
                  <a:lnTo>
                    <a:pt x="2422" y="2066"/>
                  </a:lnTo>
                  <a:lnTo>
                    <a:pt x="2413" y="2063"/>
                  </a:lnTo>
                  <a:lnTo>
                    <a:pt x="2406" y="2058"/>
                  </a:lnTo>
                  <a:lnTo>
                    <a:pt x="2399" y="2052"/>
                  </a:lnTo>
                  <a:lnTo>
                    <a:pt x="2392" y="2045"/>
                  </a:lnTo>
                  <a:lnTo>
                    <a:pt x="2380" y="2031"/>
                  </a:lnTo>
                  <a:lnTo>
                    <a:pt x="2367" y="2015"/>
                  </a:lnTo>
                  <a:lnTo>
                    <a:pt x="2353" y="1998"/>
                  </a:lnTo>
                  <a:lnTo>
                    <a:pt x="2345" y="1990"/>
                  </a:lnTo>
                  <a:lnTo>
                    <a:pt x="2335" y="1983"/>
                  </a:lnTo>
                  <a:lnTo>
                    <a:pt x="2335" y="1983"/>
                  </a:lnTo>
                  <a:lnTo>
                    <a:pt x="2330" y="2003"/>
                  </a:lnTo>
                  <a:lnTo>
                    <a:pt x="2321" y="2027"/>
                  </a:lnTo>
                  <a:lnTo>
                    <a:pt x="2302" y="2077"/>
                  </a:lnTo>
                  <a:lnTo>
                    <a:pt x="2267" y="2164"/>
                  </a:lnTo>
                  <a:lnTo>
                    <a:pt x="2267" y="2164"/>
                  </a:lnTo>
                  <a:lnTo>
                    <a:pt x="2253" y="2204"/>
                  </a:lnTo>
                  <a:lnTo>
                    <a:pt x="2238" y="2246"/>
                  </a:lnTo>
                  <a:lnTo>
                    <a:pt x="2218" y="2289"/>
                  </a:lnTo>
                  <a:lnTo>
                    <a:pt x="2197" y="2332"/>
                  </a:lnTo>
                  <a:lnTo>
                    <a:pt x="2174" y="2375"/>
                  </a:lnTo>
                  <a:lnTo>
                    <a:pt x="2149" y="2418"/>
                  </a:lnTo>
                  <a:lnTo>
                    <a:pt x="2124" y="2460"/>
                  </a:lnTo>
                  <a:lnTo>
                    <a:pt x="2096" y="2503"/>
                  </a:lnTo>
                  <a:lnTo>
                    <a:pt x="2096" y="2503"/>
                  </a:lnTo>
                  <a:lnTo>
                    <a:pt x="2071" y="2541"/>
                  </a:lnTo>
                  <a:lnTo>
                    <a:pt x="2044" y="2577"/>
                  </a:lnTo>
                  <a:lnTo>
                    <a:pt x="2018" y="2613"/>
                  </a:lnTo>
                  <a:lnTo>
                    <a:pt x="1991" y="2648"/>
                  </a:lnTo>
                  <a:lnTo>
                    <a:pt x="1965" y="2680"/>
                  </a:lnTo>
                  <a:lnTo>
                    <a:pt x="1940" y="2711"/>
                  </a:lnTo>
                  <a:lnTo>
                    <a:pt x="1915" y="2739"/>
                  </a:lnTo>
                  <a:lnTo>
                    <a:pt x="1890" y="2765"/>
                  </a:lnTo>
                  <a:lnTo>
                    <a:pt x="1890" y="2765"/>
                  </a:lnTo>
                  <a:lnTo>
                    <a:pt x="1874" y="2782"/>
                  </a:lnTo>
                  <a:lnTo>
                    <a:pt x="1856" y="2798"/>
                  </a:lnTo>
                  <a:lnTo>
                    <a:pt x="1816" y="2832"/>
                  </a:lnTo>
                  <a:lnTo>
                    <a:pt x="1773" y="2867"/>
                  </a:lnTo>
                  <a:lnTo>
                    <a:pt x="1725" y="2900"/>
                  </a:lnTo>
                  <a:lnTo>
                    <a:pt x="1675" y="2933"/>
                  </a:lnTo>
                  <a:lnTo>
                    <a:pt x="1624" y="2965"/>
                  </a:lnTo>
                  <a:lnTo>
                    <a:pt x="1571" y="2996"/>
                  </a:lnTo>
                  <a:lnTo>
                    <a:pt x="1518" y="3027"/>
                  </a:lnTo>
                  <a:lnTo>
                    <a:pt x="1518" y="3027"/>
                  </a:lnTo>
                  <a:lnTo>
                    <a:pt x="1457" y="3057"/>
                  </a:lnTo>
                  <a:lnTo>
                    <a:pt x="1397" y="3087"/>
                  </a:lnTo>
                  <a:lnTo>
                    <a:pt x="1341" y="3112"/>
                  </a:lnTo>
                  <a:lnTo>
                    <a:pt x="1288" y="3133"/>
                  </a:lnTo>
                  <a:lnTo>
                    <a:pt x="1288" y="3133"/>
                  </a:lnTo>
                  <a:lnTo>
                    <a:pt x="1256" y="3144"/>
                  </a:lnTo>
                  <a:lnTo>
                    <a:pt x="1227" y="3152"/>
                  </a:lnTo>
                  <a:lnTo>
                    <a:pt x="1199" y="3159"/>
                  </a:lnTo>
                  <a:lnTo>
                    <a:pt x="1174" y="3165"/>
                  </a:lnTo>
                  <a:lnTo>
                    <a:pt x="1150" y="3166"/>
                  </a:lnTo>
                  <a:lnTo>
                    <a:pt x="1128" y="3167"/>
                  </a:lnTo>
                  <a:lnTo>
                    <a:pt x="1107" y="3167"/>
                  </a:lnTo>
                  <a:lnTo>
                    <a:pt x="1086" y="3166"/>
                  </a:lnTo>
                  <a:lnTo>
                    <a:pt x="1067" y="3163"/>
                  </a:lnTo>
                  <a:lnTo>
                    <a:pt x="1049" y="3160"/>
                  </a:lnTo>
                  <a:lnTo>
                    <a:pt x="1010" y="3152"/>
                  </a:lnTo>
                  <a:lnTo>
                    <a:pt x="971" y="3142"/>
                  </a:lnTo>
                  <a:lnTo>
                    <a:pt x="926" y="3133"/>
                  </a:lnTo>
                  <a:lnTo>
                    <a:pt x="926" y="3133"/>
                  </a:lnTo>
                  <a:lnTo>
                    <a:pt x="907" y="3128"/>
                  </a:lnTo>
                  <a:lnTo>
                    <a:pt x="886" y="3123"/>
                  </a:lnTo>
                  <a:lnTo>
                    <a:pt x="866" y="3116"/>
                  </a:lnTo>
                  <a:lnTo>
                    <a:pt x="847" y="3107"/>
                  </a:lnTo>
                  <a:lnTo>
                    <a:pt x="827" y="3099"/>
                  </a:lnTo>
                  <a:lnTo>
                    <a:pt x="808" y="3088"/>
                  </a:lnTo>
                  <a:lnTo>
                    <a:pt x="788" y="3077"/>
                  </a:lnTo>
                  <a:lnTo>
                    <a:pt x="769" y="3063"/>
                  </a:lnTo>
                  <a:lnTo>
                    <a:pt x="769" y="3063"/>
                  </a:lnTo>
                  <a:lnTo>
                    <a:pt x="769" y="3063"/>
                  </a:lnTo>
                  <a:lnTo>
                    <a:pt x="744" y="3046"/>
                  </a:lnTo>
                  <a:lnTo>
                    <a:pt x="719" y="3027"/>
                  </a:lnTo>
                  <a:lnTo>
                    <a:pt x="663" y="2982"/>
                  </a:lnTo>
                  <a:lnTo>
                    <a:pt x="602" y="2931"/>
                  </a:lnTo>
                  <a:lnTo>
                    <a:pt x="531" y="2871"/>
                  </a:lnTo>
                  <a:lnTo>
                    <a:pt x="531" y="2871"/>
                  </a:lnTo>
                  <a:lnTo>
                    <a:pt x="497" y="2840"/>
                  </a:lnTo>
                  <a:lnTo>
                    <a:pt x="465" y="2808"/>
                  </a:lnTo>
                  <a:lnTo>
                    <a:pt x="435" y="2773"/>
                  </a:lnTo>
                  <a:lnTo>
                    <a:pt x="405" y="2737"/>
                  </a:lnTo>
                  <a:lnTo>
                    <a:pt x="376" y="2701"/>
                  </a:lnTo>
                  <a:lnTo>
                    <a:pt x="350" y="2663"/>
                  </a:lnTo>
                  <a:lnTo>
                    <a:pt x="325" y="2626"/>
                  </a:lnTo>
                  <a:lnTo>
                    <a:pt x="299" y="2588"/>
                  </a:lnTo>
                  <a:lnTo>
                    <a:pt x="256" y="2513"/>
                  </a:lnTo>
                  <a:lnTo>
                    <a:pt x="216" y="2442"/>
                  </a:lnTo>
                  <a:lnTo>
                    <a:pt x="182" y="2379"/>
                  </a:lnTo>
                  <a:lnTo>
                    <a:pt x="152" y="2325"/>
                  </a:lnTo>
                  <a:lnTo>
                    <a:pt x="152" y="2325"/>
                  </a:lnTo>
                  <a:lnTo>
                    <a:pt x="132" y="2286"/>
                  </a:lnTo>
                  <a:lnTo>
                    <a:pt x="116" y="2247"/>
                  </a:lnTo>
                  <a:lnTo>
                    <a:pt x="102" y="2207"/>
                  </a:lnTo>
                  <a:lnTo>
                    <a:pt x="91" y="2166"/>
                  </a:lnTo>
                  <a:lnTo>
                    <a:pt x="82" y="2127"/>
                  </a:lnTo>
                  <a:lnTo>
                    <a:pt x="77" y="2086"/>
                  </a:lnTo>
                  <a:lnTo>
                    <a:pt x="71" y="2045"/>
                  </a:lnTo>
                  <a:lnTo>
                    <a:pt x="70" y="2005"/>
                  </a:lnTo>
                  <a:lnTo>
                    <a:pt x="68" y="1963"/>
                  </a:lnTo>
                  <a:lnTo>
                    <a:pt x="67" y="1921"/>
                  </a:lnTo>
                  <a:lnTo>
                    <a:pt x="68" y="1838"/>
                  </a:lnTo>
                  <a:lnTo>
                    <a:pt x="71" y="1754"/>
                  </a:lnTo>
                  <a:lnTo>
                    <a:pt x="71" y="1671"/>
                  </a:lnTo>
                  <a:lnTo>
                    <a:pt x="71" y="1671"/>
                  </a:lnTo>
                  <a:lnTo>
                    <a:pt x="71" y="1639"/>
                  </a:lnTo>
                  <a:lnTo>
                    <a:pt x="68" y="1607"/>
                  </a:lnTo>
                  <a:lnTo>
                    <a:pt x="63" y="1544"/>
                  </a:lnTo>
                  <a:lnTo>
                    <a:pt x="54" y="1481"/>
                  </a:lnTo>
                  <a:lnTo>
                    <a:pt x="45" y="1420"/>
                  </a:lnTo>
                  <a:lnTo>
                    <a:pt x="24" y="1295"/>
                  </a:lnTo>
                  <a:lnTo>
                    <a:pt x="14" y="1232"/>
                  </a:lnTo>
                  <a:lnTo>
                    <a:pt x="7" y="1170"/>
                  </a:lnTo>
                  <a:lnTo>
                    <a:pt x="7" y="1170"/>
                  </a:lnTo>
                  <a:lnTo>
                    <a:pt x="1" y="1112"/>
                  </a:lnTo>
                  <a:lnTo>
                    <a:pt x="0" y="1055"/>
                  </a:lnTo>
                  <a:lnTo>
                    <a:pt x="1" y="998"/>
                  </a:lnTo>
                  <a:lnTo>
                    <a:pt x="4" y="941"/>
                  </a:lnTo>
                  <a:lnTo>
                    <a:pt x="8" y="884"/>
                  </a:lnTo>
                  <a:lnTo>
                    <a:pt x="17" y="827"/>
                  </a:lnTo>
                  <a:lnTo>
                    <a:pt x="25" y="771"/>
                  </a:lnTo>
                  <a:lnTo>
                    <a:pt x="35" y="716"/>
                  </a:lnTo>
                  <a:lnTo>
                    <a:pt x="35" y="716"/>
                  </a:lnTo>
                  <a:lnTo>
                    <a:pt x="40" y="693"/>
                  </a:lnTo>
                  <a:lnTo>
                    <a:pt x="47" y="670"/>
                  </a:lnTo>
                  <a:lnTo>
                    <a:pt x="61" y="622"/>
                  </a:lnTo>
                  <a:lnTo>
                    <a:pt x="81" y="575"/>
                  </a:lnTo>
                  <a:lnTo>
                    <a:pt x="103" y="526"/>
                  </a:lnTo>
                  <a:lnTo>
                    <a:pt x="128" y="479"/>
                  </a:lnTo>
                  <a:lnTo>
                    <a:pt x="156" y="432"/>
                  </a:lnTo>
                  <a:lnTo>
                    <a:pt x="187" y="386"/>
                  </a:lnTo>
                  <a:lnTo>
                    <a:pt x="220" y="341"/>
                  </a:lnTo>
                  <a:lnTo>
                    <a:pt x="255" y="299"/>
                  </a:lnTo>
                  <a:lnTo>
                    <a:pt x="292" y="259"/>
                  </a:lnTo>
                  <a:lnTo>
                    <a:pt x="331" y="220"/>
                  </a:lnTo>
                  <a:lnTo>
                    <a:pt x="372" y="185"/>
                  </a:lnTo>
                  <a:lnTo>
                    <a:pt x="393" y="169"/>
                  </a:lnTo>
                  <a:lnTo>
                    <a:pt x="414" y="153"/>
                  </a:lnTo>
                  <a:lnTo>
                    <a:pt x="435" y="139"/>
                  </a:lnTo>
                  <a:lnTo>
                    <a:pt x="455" y="125"/>
                  </a:lnTo>
                  <a:lnTo>
                    <a:pt x="478" y="113"/>
                  </a:lnTo>
                  <a:lnTo>
                    <a:pt x="500" y="102"/>
                  </a:lnTo>
                  <a:lnTo>
                    <a:pt x="521" y="9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79" y="68"/>
                  </a:lnTo>
                  <a:lnTo>
                    <a:pt x="617" y="57"/>
                  </a:lnTo>
                  <a:lnTo>
                    <a:pt x="653" y="46"/>
                  </a:lnTo>
                  <a:lnTo>
                    <a:pt x="689" y="36"/>
                  </a:lnTo>
                  <a:lnTo>
                    <a:pt x="727" y="28"/>
                  </a:lnTo>
                  <a:lnTo>
                    <a:pt x="763" y="20"/>
                  </a:lnTo>
                  <a:lnTo>
                    <a:pt x="801" y="14"/>
                  </a:lnTo>
                  <a:lnTo>
                    <a:pt x="837" y="8"/>
                  </a:lnTo>
                  <a:lnTo>
                    <a:pt x="875" y="4"/>
                  </a:lnTo>
                  <a:lnTo>
                    <a:pt x="911" y="1"/>
                  </a:lnTo>
                  <a:lnTo>
                    <a:pt x="948" y="0"/>
                  </a:lnTo>
                  <a:lnTo>
                    <a:pt x="985" y="0"/>
                  </a:lnTo>
                  <a:lnTo>
                    <a:pt x="1022" y="0"/>
                  </a:lnTo>
                  <a:lnTo>
                    <a:pt x="1058" y="1"/>
                  </a:lnTo>
                  <a:lnTo>
                    <a:pt x="1095" y="4"/>
                  </a:lnTo>
                  <a:lnTo>
                    <a:pt x="1132" y="8"/>
                  </a:lnTo>
                  <a:lnTo>
                    <a:pt x="1168" y="14"/>
                  </a:lnTo>
                  <a:lnTo>
                    <a:pt x="1205" y="21"/>
                  </a:lnTo>
                  <a:lnTo>
                    <a:pt x="1239" y="28"/>
                  </a:lnTo>
                  <a:lnTo>
                    <a:pt x="1276" y="36"/>
                  </a:lnTo>
                  <a:lnTo>
                    <a:pt x="1312" y="46"/>
                  </a:lnTo>
                  <a:lnTo>
                    <a:pt x="1347" y="57"/>
                  </a:lnTo>
                  <a:lnTo>
                    <a:pt x="1381" y="70"/>
                  </a:lnTo>
                  <a:lnTo>
                    <a:pt x="1416" y="82"/>
                  </a:lnTo>
                  <a:lnTo>
                    <a:pt x="1451" y="98"/>
                  </a:lnTo>
                  <a:lnTo>
                    <a:pt x="1486" y="113"/>
                  </a:lnTo>
                  <a:lnTo>
                    <a:pt x="1519" y="130"/>
                  </a:lnTo>
                  <a:lnTo>
                    <a:pt x="1553" y="146"/>
                  </a:lnTo>
                  <a:lnTo>
                    <a:pt x="1586" y="166"/>
                  </a:lnTo>
                  <a:lnTo>
                    <a:pt x="1618" y="185"/>
                  </a:lnTo>
                  <a:lnTo>
                    <a:pt x="1650" y="206"/>
                  </a:lnTo>
                  <a:lnTo>
                    <a:pt x="1682" y="228"/>
                  </a:lnTo>
                  <a:lnTo>
                    <a:pt x="1682" y="228"/>
                  </a:lnTo>
                  <a:lnTo>
                    <a:pt x="1710" y="249"/>
                  </a:lnTo>
                  <a:lnTo>
                    <a:pt x="1735" y="272"/>
                  </a:lnTo>
                  <a:lnTo>
                    <a:pt x="1760" y="295"/>
                  </a:lnTo>
                  <a:lnTo>
                    <a:pt x="1782" y="320"/>
                  </a:lnTo>
                  <a:lnTo>
                    <a:pt x="1805" y="345"/>
                  </a:lnTo>
                  <a:lnTo>
                    <a:pt x="1826" y="373"/>
                  </a:lnTo>
                  <a:lnTo>
                    <a:pt x="1845" y="401"/>
                  </a:lnTo>
                  <a:lnTo>
                    <a:pt x="1863" y="429"/>
                  </a:lnTo>
                  <a:lnTo>
                    <a:pt x="1881" y="458"/>
                  </a:lnTo>
                  <a:lnTo>
                    <a:pt x="1898" y="487"/>
                  </a:lnTo>
                  <a:lnTo>
                    <a:pt x="1931" y="547"/>
                  </a:lnTo>
                  <a:lnTo>
                    <a:pt x="1996" y="667"/>
                  </a:lnTo>
                  <a:lnTo>
                    <a:pt x="1996" y="667"/>
                  </a:lnTo>
                  <a:lnTo>
                    <a:pt x="2073" y="810"/>
                  </a:lnTo>
                  <a:lnTo>
                    <a:pt x="2153" y="954"/>
                  </a:lnTo>
                  <a:lnTo>
                    <a:pt x="2232" y="1097"/>
                  </a:lnTo>
                  <a:lnTo>
                    <a:pt x="2313" y="1239"/>
                  </a:lnTo>
                  <a:lnTo>
                    <a:pt x="2313" y="1239"/>
                  </a:lnTo>
                  <a:lnTo>
                    <a:pt x="2327" y="1264"/>
                  </a:lnTo>
                  <a:lnTo>
                    <a:pt x="2338" y="1289"/>
                  </a:lnTo>
                  <a:lnTo>
                    <a:pt x="2348" y="1314"/>
                  </a:lnTo>
                  <a:lnTo>
                    <a:pt x="2356" y="1341"/>
                  </a:lnTo>
                  <a:lnTo>
                    <a:pt x="2365" y="1367"/>
                  </a:lnTo>
                  <a:lnTo>
                    <a:pt x="2370" y="1392"/>
                  </a:lnTo>
                  <a:lnTo>
                    <a:pt x="2376" y="1419"/>
                  </a:lnTo>
                  <a:lnTo>
                    <a:pt x="2380" y="1444"/>
                  </a:lnTo>
                  <a:lnTo>
                    <a:pt x="2387" y="1490"/>
                  </a:lnTo>
                  <a:lnTo>
                    <a:pt x="2390" y="1529"/>
                  </a:lnTo>
                  <a:lnTo>
                    <a:pt x="2391" y="1561"/>
                  </a:lnTo>
                  <a:lnTo>
                    <a:pt x="2391" y="15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EAF278E7-0B98-BE37-DBBB-4D6149875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671"/>
              <a:ext cx="960" cy="1078"/>
            </a:xfrm>
            <a:custGeom>
              <a:avLst/>
              <a:gdLst>
                <a:gd name="T0" fmla="*/ 1900 w 1920"/>
                <a:gd name="T1" fmla="*/ 1618 h 2157"/>
                <a:gd name="T2" fmla="*/ 1832 w 1920"/>
                <a:gd name="T3" fmla="*/ 1754 h 2157"/>
                <a:gd name="T4" fmla="*/ 1771 w 1920"/>
                <a:gd name="T5" fmla="*/ 1852 h 2157"/>
                <a:gd name="T6" fmla="*/ 1699 w 1920"/>
                <a:gd name="T7" fmla="*/ 1934 h 2157"/>
                <a:gd name="T8" fmla="*/ 1618 w 1920"/>
                <a:gd name="T9" fmla="*/ 2004 h 2157"/>
                <a:gd name="T10" fmla="*/ 1530 w 1920"/>
                <a:gd name="T11" fmla="*/ 2058 h 2157"/>
                <a:gd name="T12" fmla="*/ 1435 w 1920"/>
                <a:gd name="T13" fmla="*/ 2101 h 2157"/>
                <a:gd name="T14" fmla="*/ 1334 w 1920"/>
                <a:gd name="T15" fmla="*/ 2130 h 2157"/>
                <a:gd name="T16" fmla="*/ 1229 w 1920"/>
                <a:gd name="T17" fmla="*/ 2150 h 2157"/>
                <a:gd name="T18" fmla="*/ 1121 w 1920"/>
                <a:gd name="T19" fmla="*/ 2157 h 2157"/>
                <a:gd name="T20" fmla="*/ 1011 w 1920"/>
                <a:gd name="T21" fmla="*/ 2154 h 2157"/>
                <a:gd name="T22" fmla="*/ 899 w 1920"/>
                <a:gd name="T23" fmla="*/ 2141 h 2157"/>
                <a:gd name="T24" fmla="*/ 824 w 1920"/>
                <a:gd name="T25" fmla="*/ 2128 h 2157"/>
                <a:gd name="T26" fmla="*/ 693 w 1920"/>
                <a:gd name="T27" fmla="*/ 2089 h 2157"/>
                <a:gd name="T28" fmla="*/ 572 w 1920"/>
                <a:gd name="T29" fmla="*/ 2027 h 2157"/>
                <a:gd name="T30" fmla="*/ 462 w 1920"/>
                <a:gd name="T31" fmla="*/ 1951 h 2157"/>
                <a:gd name="T32" fmla="*/ 363 w 1920"/>
                <a:gd name="T33" fmla="*/ 1857 h 2157"/>
                <a:gd name="T34" fmla="*/ 273 w 1920"/>
                <a:gd name="T35" fmla="*/ 1753 h 2157"/>
                <a:gd name="T36" fmla="*/ 227 w 1920"/>
                <a:gd name="T37" fmla="*/ 1689 h 2157"/>
                <a:gd name="T38" fmla="*/ 149 w 1920"/>
                <a:gd name="T39" fmla="*/ 1555 h 2157"/>
                <a:gd name="T40" fmla="*/ 62 w 1920"/>
                <a:gd name="T41" fmla="*/ 1390 h 2157"/>
                <a:gd name="T42" fmla="*/ 0 w 1920"/>
                <a:gd name="T43" fmla="*/ 1282 h 2157"/>
                <a:gd name="T44" fmla="*/ 44 w 1920"/>
                <a:gd name="T45" fmla="*/ 1276 h 2157"/>
                <a:gd name="T46" fmla="*/ 99 w 1920"/>
                <a:gd name="T47" fmla="*/ 1271 h 2157"/>
                <a:gd name="T48" fmla="*/ 136 w 1920"/>
                <a:gd name="T49" fmla="*/ 1260 h 2157"/>
                <a:gd name="T50" fmla="*/ 168 w 1920"/>
                <a:gd name="T51" fmla="*/ 1232 h 2157"/>
                <a:gd name="T52" fmla="*/ 206 w 1920"/>
                <a:gd name="T53" fmla="*/ 1181 h 2157"/>
                <a:gd name="T54" fmla="*/ 249 w 1920"/>
                <a:gd name="T55" fmla="*/ 1107 h 2157"/>
                <a:gd name="T56" fmla="*/ 260 w 1920"/>
                <a:gd name="T57" fmla="*/ 1067 h 2157"/>
                <a:gd name="T58" fmla="*/ 263 w 1920"/>
                <a:gd name="T59" fmla="*/ 1019 h 2157"/>
                <a:gd name="T60" fmla="*/ 250 w 1920"/>
                <a:gd name="T61" fmla="*/ 914 h 2157"/>
                <a:gd name="T62" fmla="*/ 236 w 1920"/>
                <a:gd name="T63" fmla="*/ 852 h 2157"/>
                <a:gd name="T64" fmla="*/ 330 w 1920"/>
                <a:gd name="T65" fmla="*/ 841 h 2157"/>
                <a:gd name="T66" fmla="*/ 462 w 1920"/>
                <a:gd name="T67" fmla="*/ 811 h 2157"/>
                <a:gd name="T68" fmla="*/ 587 w 1920"/>
                <a:gd name="T69" fmla="*/ 762 h 2157"/>
                <a:gd name="T70" fmla="*/ 700 w 1920"/>
                <a:gd name="T71" fmla="*/ 692 h 2157"/>
                <a:gd name="T72" fmla="*/ 800 w 1920"/>
                <a:gd name="T73" fmla="*/ 600 h 2157"/>
                <a:gd name="T74" fmla="*/ 859 w 1920"/>
                <a:gd name="T75" fmla="*/ 524 h 2157"/>
                <a:gd name="T76" fmla="*/ 965 w 1920"/>
                <a:gd name="T77" fmla="*/ 462 h 2157"/>
                <a:gd name="T78" fmla="*/ 1114 w 1920"/>
                <a:gd name="T79" fmla="*/ 364 h 2157"/>
                <a:gd name="T80" fmla="*/ 1215 w 1920"/>
                <a:gd name="T81" fmla="*/ 279 h 2157"/>
                <a:gd name="T82" fmla="*/ 1256 w 1920"/>
                <a:gd name="T83" fmla="*/ 236 h 2157"/>
                <a:gd name="T84" fmla="*/ 1332 w 1920"/>
                <a:gd name="T85" fmla="*/ 145 h 2157"/>
                <a:gd name="T86" fmla="*/ 1412 w 1920"/>
                <a:gd name="T87" fmla="*/ 38 h 2157"/>
                <a:gd name="T88" fmla="*/ 1437 w 1920"/>
                <a:gd name="T89" fmla="*/ 123 h 2157"/>
                <a:gd name="T90" fmla="*/ 1451 w 1920"/>
                <a:gd name="T91" fmla="*/ 501 h 2157"/>
                <a:gd name="T92" fmla="*/ 1487 w 1920"/>
                <a:gd name="T93" fmla="*/ 876 h 2157"/>
                <a:gd name="T94" fmla="*/ 1513 w 1920"/>
                <a:gd name="T95" fmla="*/ 1050 h 2157"/>
                <a:gd name="T96" fmla="*/ 1548 w 1920"/>
                <a:gd name="T97" fmla="*/ 1217 h 2157"/>
                <a:gd name="T98" fmla="*/ 1576 w 1920"/>
                <a:gd name="T99" fmla="*/ 1296 h 2157"/>
                <a:gd name="T100" fmla="*/ 1612 w 1920"/>
                <a:gd name="T101" fmla="*/ 1370 h 2157"/>
                <a:gd name="T102" fmla="*/ 1643 w 1920"/>
                <a:gd name="T103" fmla="*/ 1415 h 2157"/>
                <a:gd name="T104" fmla="*/ 1706 w 1920"/>
                <a:gd name="T105" fmla="*/ 1477 h 2157"/>
                <a:gd name="T106" fmla="*/ 1772 w 1920"/>
                <a:gd name="T107" fmla="*/ 1519 h 2157"/>
                <a:gd name="T108" fmla="*/ 1821 w 1920"/>
                <a:gd name="T109" fmla="*/ 1540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20" h="2157">
                  <a:moveTo>
                    <a:pt x="1920" y="1575"/>
                  </a:moveTo>
                  <a:lnTo>
                    <a:pt x="1920" y="1575"/>
                  </a:lnTo>
                  <a:lnTo>
                    <a:pt x="1900" y="1618"/>
                  </a:lnTo>
                  <a:lnTo>
                    <a:pt x="1878" y="1664"/>
                  </a:lnTo>
                  <a:lnTo>
                    <a:pt x="1832" y="1754"/>
                  </a:lnTo>
                  <a:lnTo>
                    <a:pt x="1832" y="1754"/>
                  </a:lnTo>
                  <a:lnTo>
                    <a:pt x="1813" y="1789"/>
                  </a:lnTo>
                  <a:lnTo>
                    <a:pt x="1793" y="1821"/>
                  </a:lnTo>
                  <a:lnTo>
                    <a:pt x="1771" y="1852"/>
                  </a:lnTo>
                  <a:lnTo>
                    <a:pt x="1749" y="1881"/>
                  </a:lnTo>
                  <a:lnTo>
                    <a:pt x="1724" y="1909"/>
                  </a:lnTo>
                  <a:lnTo>
                    <a:pt x="1699" y="1934"/>
                  </a:lnTo>
                  <a:lnTo>
                    <a:pt x="1673" y="1959"/>
                  </a:lnTo>
                  <a:lnTo>
                    <a:pt x="1646" y="1981"/>
                  </a:lnTo>
                  <a:lnTo>
                    <a:pt x="1618" y="2004"/>
                  </a:lnTo>
                  <a:lnTo>
                    <a:pt x="1590" y="2023"/>
                  </a:lnTo>
                  <a:lnTo>
                    <a:pt x="1561" y="2041"/>
                  </a:lnTo>
                  <a:lnTo>
                    <a:pt x="1530" y="2058"/>
                  </a:lnTo>
                  <a:lnTo>
                    <a:pt x="1499" y="2075"/>
                  </a:lnTo>
                  <a:lnTo>
                    <a:pt x="1467" y="2089"/>
                  </a:lnTo>
                  <a:lnTo>
                    <a:pt x="1435" y="2101"/>
                  </a:lnTo>
                  <a:lnTo>
                    <a:pt x="1402" y="2112"/>
                  </a:lnTo>
                  <a:lnTo>
                    <a:pt x="1369" y="2122"/>
                  </a:lnTo>
                  <a:lnTo>
                    <a:pt x="1334" y="2130"/>
                  </a:lnTo>
                  <a:lnTo>
                    <a:pt x="1299" y="2139"/>
                  </a:lnTo>
                  <a:lnTo>
                    <a:pt x="1264" y="2144"/>
                  </a:lnTo>
                  <a:lnTo>
                    <a:pt x="1229" y="2150"/>
                  </a:lnTo>
                  <a:lnTo>
                    <a:pt x="1193" y="2153"/>
                  </a:lnTo>
                  <a:lnTo>
                    <a:pt x="1157" y="2155"/>
                  </a:lnTo>
                  <a:lnTo>
                    <a:pt x="1121" y="2157"/>
                  </a:lnTo>
                  <a:lnTo>
                    <a:pt x="1084" y="2157"/>
                  </a:lnTo>
                  <a:lnTo>
                    <a:pt x="1047" y="2157"/>
                  </a:lnTo>
                  <a:lnTo>
                    <a:pt x="1011" y="2154"/>
                  </a:lnTo>
                  <a:lnTo>
                    <a:pt x="973" y="2151"/>
                  </a:lnTo>
                  <a:lnTo>
                    <a:pt x="935" y="2147"/>
                  </a:lnTo>
                  <a:lnTo>
                    <a:pt x="899" y="2141"/>
                  </a:lnTo>
                  <a:lnTo>
                    <a:pt x="862" y="2135"/>
                  </a:lnTo>
                  <a:lnTo>
                    <a:pt x="824" y="2128"/>
                  </a:lnTo>
                  <a:lnTo>
                    <a:pt x="824" y="2128"/>
                  </a:lnTo>
                  <a:lnTo>
                    <a:pt x="780" y="2116"/>
                  </a:lnTo>
                  <a:lnTo>
                    <a:pt x="735" y="2104"/>
                  </a:lnTo>
                  <a:lnTo>
                    <a:pt x="693" y="2089"/>
                  </a:lnTo>
                  <a:lnTo>
                    <a:pt x="651" y="2070"/>
                  </a:lnTo>
                  <a:lnTo>
                    <a:pt x="611" y="2050"/>
                  </a:lnTo>
                  <a:lnTo>
                    <a:pt x="572" y="2027"/>
                  </a:lnTo>
                  <a:lnTo>
                    <a:pt x="534" y="2004"/>
                  </a:lnTo>
                  <a:lnTo>
                    <a:pt x="497" y="1979"/>
                  </a:lnTo>
                  <a:lnTo>
                    <a:pt x="462" y="1951"/>
                  </a:lnTo>
                  <a:lnTo>
                    <a:pt x="427" y="1920"/>
                  </a:lnTo>
                  <a:lnTo>
                    <a:pt x="395" y="1889"/>
                  </a:lnTo>
                  <a:lnTo>
                    <a:pt x="363" y="1857"/>
                  </a:lnTo>
                  <a:lnTo>
                    <a:pt x="331" y="1824"/>
                  </a:lnTo>
                  <a:lnTo>
                    <a:pt x="302" y="1789"/>
                  </a:lnTo>
                  <a:lnTo>
                    <a:pt x="273" y="1753"/>
                  </a:lnTo>
                  <a:lnTo>
                    <a:pt x="245" y="1715"/>
                  </a:lnTo>
                  <a:lnTo>
                    <a:pt x="245" y="1715"/>
                  </a:lnTo>
                  <a:lnTo>
                    <a:pt x="227" y="1689"/>
                  </a:lnTo>
                  <a:lnTo>
                    <a:pt x="210" y="1663"/>
                  </a:lnTo>
                  <a:lnTo>
                    <a:pt x="178" y="1610"/>
                  </a:lnTo>
                  <a:lnTo>
                    <a:pt x="149" y="1555"/>
                  </a:lnTo>
                  <a:lnTo>
                    <a:pt x="119" y="1500"/>
                  </a:lnTo>
                  <a:lnTo>
                    <a:pt x="92" y="1444"/>
                  </a:lnTo>
                  <a:lnTo>
                    <a:pt x="62" y="1390"/>
                  </a:lnTo>
                  <a:lnTo>
                    <a:pt x="32" y="1335"/>
                  </a:lnTo>
                  <a:lnTo>
                    <a:pt x="16" y="1309"/>
                  </a:lnTo>
                  <a:lnTo>
                    <a:pt x="0" y="1282"/>
                  </a:lnTo>
                  <a:lnTo>
                    <a:pt x="0" y="1282"/>
                  </a:lnTo>
                  <a:lnTo>
                    <a:pt x="23" y="1278"/>
                  </a:lnTo>
                  <a:lnTo>
                    <a:pt x="44" y="1276"/>
                  </a:lnTo>
                  <a:lnTo>
                    <a:pt x="44" y="1276"/>
                  </a:lnTo>
                  <a:lnTo>
                    <a:pt x="75" y="1274"/>
                  </a:lnTo>
                  <a:lnTo>
                    <a:pt x="99" y="1271"/>
                  </a:lnTo>
                  <a:lnTo>
                    <a:pt x="119" y="1267"/>
                  </a:lnTo>
                  <a:lnTo>
                    <a:pt x="128" y="1263"/>
                  </a:lnTo>
                  <a:lnTo>
                    <a:pt x="136" y="1260"/>
                  </a:lnTo>
                  <a:lnTo>
                    <a:pt x="145" y="1255"/>
                  </a:lnTo>
                  <a:lnTo>
                    <a:pt x="151" y="1249"/>
                  </a:lnTo>
                  <a:lnTo>
                    <a:pt x="168" y="1232"/>
                  </a:lnTo>
                  <a:lnTo>
                    <a:pt x="185" y="1210"/>
                  </a:lnTo>
                  <a:lnTo>
                    <a:pt x="206" y="1181"/>
                  </a:lnTo>
                  <a:lnTo>
                    <a:pt x="206" y="1181"/>
                  </a:lnTo>
                  <a:lnTo>
                    <a:pt x="227" y="1149"/>
                  </a:lnTo>
                  <a:lnTo>
                    <a:pt x="242" y="1121"/>
                  </a:lnTo>
                  <a:lnTo>
                    <a:pt x="249" y="1107"/>
                  </a:lnTo>
                  <a:lnTo>
                    <a:pt x="253" y="1093"/>
                  </a:lnTo>
                  <a:lnTo>
                    <a:pt x="257" y="1081"/>
                  </a:lnTo>
                  <a:lnTo>
                    <a:pt x="260" y="1067"/>
                  </a:lnTo>
                  <a:lnTo>
                    <a:pt x="261" y="1051"/>
                  </a:lnTo>
                  <a:lnTo>
                    <a:pt x="263" y="1036"/>
                  </a:lnTo>
                  <a:lnTo>
                    <a:pt x="263" y="1019"/>
                  </a:lnTo>
                  <a:lnTo>
                    <a:pt x="261" y="1001"/>
                  </a:lnTo>
                  <a:lnTo>
                    <a:pt x="257" y="961"/>
                  </a:lnTo>
                  <a:lnTo>
                    <a:pt x="250" y="914"/>
                  </a:lnTo>
                  <a:lnTo>
                    <a:pt x="250" y="914"/>
                  </a:lnTo>
                  <a:lnTo>
                    <a:pt x="245" y="883"/>
                  </a:lnTo>
                  <a:lnTo>
                    <a:pt x="236" y="852"/>
                  </a:lnTo>
                  <a:lnTo>
                    <a:pt x="236" y="852"/>
                  </a:lnTo>
                  <a:lnTo>
                    <a:pt x="284" y="848"/>
                  </a:lnTo>
                  <a:lnTo>
                    <a:pt x="330" y="841"/>
                  </a:lnTo>
                  <a:lnTo>
                    <a:pt x="374" y="833"/>
                  </a:lnTo>
                  <a:lnTo>
                    <a:pt x="419" y="823"/>
                  </a:lnTo>
                  <a:lnTo>
                    <a:pt x="462" y="811"/>
                  </a:lnTo>
                  <a:lnTo>
                    <a:pt x="505" y="797"/>
                  </a:lnTo>
                  <a:lnTo>
                    <a:pt x="547" y="780"/>
                  </a:lnTo>
                  <a:lnTo>
                    <a:pt x="587" y="762"/>
                  </a:lnTo>
                  <a:lnTo>
                    <a:pt x="626" y="741"/>
                  </a:lnTo>
                  <a:lnTo>
                    <a:pt x="664" y="717"/>
                  </a:lnTo>
                  <a:lnTo>
                    <a:pt x="700" y="692"/>
                  </a:lnTo>
                  <a:lnTo>
                    <a:pt x="735" y="664"/>
                  </a:lnTo>
                  <a:lnTo>
                    <a:pt x="768" y="634"/>
                  </a:lnTo>
                  <a:lnTo>
                    <a:pt x="800" y="600"/>
                  </a:lnTo>
                  <a:lnTo>
                    <a:pt x="831" y="564"/>
                  </a:lnTo>
                  <a:lnTo>
                    <a:pt x="860" y="525"/>
                  </a:lnTo>
                  <a:lnTo>
                    <a:pt x="859" y="524"/>
                  </a:lnTo>
                  <a:lnTo>
                    <a:pt x="859" y="524"/>
                  </a:lnTo>
                  <a:lnTo>
                    <a:pt x="912" y="493"/>
                  </a:lnTo>
                  <a:lnTo>
                    <a:pt x="965" y="462"/>
                  </a:lnTo>
                  <a:lnTo>
                    <a:pt x="1016" y="430"/>
                  </a:lnTo>
                  <a:lnTo>
                    <a:pt x="1066" y="397"/>
                  </a:lnTo>
                  <a:lnTo>
                    <a:pt x="1114" y="364"/>
                  </a:lnTo>
                  <a:lnTo>
                    <a:pt x="1157" y="329"/>
                  </a:lnTo>
                  <a:lnTo>
                    <a:pt x="1197" y="295"/>
                  </a:lnTo>
                  <a:lnTo>
                    <a:pt x="1215" y="279"/>
                  </a:lnTo>
                  <a:lnTo>
                    <a:pt x="1231" y="262"/>
                  </a:lnTo>
                  <a:lnTo>
                    <a:pt x="1231" y="262"/>
                  </a:lnTo>
                  <a:lnTo>
                    <a:pt x="1256" y="236"/>
                  </a:lnTo>
                  <a:lnTo>
                    <a:pt x="1281" y="208"/>
                  </a:lnTo>
                  <a:lnTo>
                    <a:pt x="1306" y="177"/>
                  </a:lnTo>
                  <a:lnTo>
                    <a:pt x="1332" y="145"/>
                  </a:lnTo>
                  <a:lnTo>
                    <a:pt x="1359" y="110"/>
                  </a:lnTo>
                  <a:lnTo>
                    <a:pt x="1385" y="74"/>
                  </a:lnTo>
                  <a:lnTo>
                    <a:pt x="1412" y="38"/>
                  </a:lnTo>
                  <a:lnTo>
                    <a:pt x="1437" y="0"/>
                  </a:lnTo>
                  <a:lnTo>
                    <a:pt x="1437" y="0"/>
                  </a:lnTo>
                  <a:lnTo>
                    <a:pt x="1437" y="123"/>
                  </a:lnTo>
                  <a:lnTo>
                    <a:pt x="1438" y="248"/>
                  </a:lnTo>
                  <a:lnTo>
                    <a:pt x="1444" y="375"/>
                  </a:lnTo>
                  <a:lnTo>
                    <a:pt x="1451" y="501"/>
                  </a:lnTo>
                  <a:lnTo>
                    <a:pt x="1460" y="628"/>
                  </a:lnTo>
                  <a:lnTo>
                    <a:pt x="1472" y="753"/>
                  </a:lnTo>
                  <a:lnTo>
                    <a:pt x="1487" y="876"/>
                  </a:lnTo>
                  <a:lnTo>
                    <a:pt x="1504" y="997"/>
                  </a:lnTo>
                  <a:lnTo>
                    <a:pt x="1504" y="997"/>
                  </a:lnTo>
                  <a:lnTo>
                    <a:pt x="1513" y="1050"/>
                  </a:lnTo>
                  <a:lnTo>
                    <a:pt x="1523" y="1106"/>
                  </a:lnTo>
                  <a:lnTo>
                    <a:pt x="1534" y="1161"/>
                  </a:lnTo>
                  <a:lnTo>
                    <a:pt x="1548" y="1217"/>
                  </a:lnTo>
                  <a:lnTo>
                    <a:pt x="1557" y="1244"/>
                  </a:lnTo>
                  <a:lnTo>
                    <a:pt x="1566" y="1270"/>
                  </a:lnTo>
                  <a:lnTo>
                    <a:pt x="1576" y="1296"/>
                  </a:lnTo>
                  <a:lnTo>
                    <a:pt x="1587" y="1321"/>
                  </a:lnTo>
                  <a:lnTo>
                    <a:pt x="1600" y="1347"/>
                  </a:lnTo>
                  <a:lnTo>
                    <a:pt x="1612" y="1370"/>
                  </a:lnTo>
                  <a:lnTo>
                    <a:pt x="1628" y="1394"/>
                  </a:lnTo>
                  <a:lnTo>
                    <a:pt x="1643" y="1415"/>
                  </a:lnTo>
                  <a:lnTo>
                    <a:pt x="1643" y="1415"/>
                  </a:lnTo>
                  <a:lnTo>
                    <a:pt x="1664" y="1438"/>
                  </a:lnTo>
                  <a:lnTo>
                    <a:pt x="1683" y="1459"/>
                  </a:lnTo>
                  <a:lnTo>
                    <a:pt x="1706" y="1477"/>
                  </a:lnTo>
                  <a:lnTo>
                    <a:pt x="1728" y="1493"/>
                  </a:lnTo>
                  <a:lnTo>
                    <a:pt x="1750" y="1507"/>
                  </a:lnTo>
                  <a:lnTo>
                    <a:pt x="1772" y="1519"/>
                  </a:lnTo>
                  <a:lnTo>
                    <a:pt x="1796" y="1530"/>
                  </a:lnTo>
                  <a:lnTo>
                    <a:pt x="1821" y="1540"/>
                  </a:lnTo>
                  <a:lnTo>
                    <a:pt x="1821" y="1540"/>
                  </a:lnTo>
                  <a:lnTo>
                    <a:pt x="1870" y="1557"/>
                  </a:lnTo>
                  <a:lnTo>
                    <a:pt x="1920" y="157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7D749756-7A21-521C-5DD0-EF0D09455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671"/>
              <a:ext cx="960" cy="1078"/>
            </a:xfrm>
            <a:custGeom>
              <a:avLst/>
              <a:gdLst>
                <a:gd name="T0" fmla="*/ 1900 w 1920"/>
                <a:gd name="T1" fmla="*/ 1618 h 2157"/>
                <a:gd name="T2" fmla="*/ 1832 w 1920"/>
                <a:gd name="T3" fmla="*/ 1754 h 2157"/>
                <a:gd name="T4" fmla="*/ 1771 w 1920"/>
                <a:gd name="T5" fmla="*/ 1852 h 2157"/>
                <a:gd name="T6" fmla="*/ 1699 w 1920"/>
                <a:gd name="T7" fmla="*/ 1934 h 2157"/>
                <a:gd name="T8" fmla="*/ 1618 w 1920"/>
                <a:gd name="T9" fmla="*/ 2004 h 2157"/>
                <a:gd name="T10" fmla="*/ 1530 w 1920"/>
                <a:gd name="T11" fmla="*/ 2058 h 2157"/>
                <a:gd name="T12" fmla="*/ 1435 w 1920"/>
                <a:gd name="T13" fmla="*/ 2101 h 2157"/>
                <a:gd name="T14" fmla="*/ 1334 w 1920"/>
                <a:gd name="T15" fmla="*/ 2130 h 2157"/>
                <a:gd name="T16" fmla="*/ 1229 w 1920"/>
                <a:gd name="T17" fmla="*/ 2150 h 2157"/>
                <a:gd name="T18" fmla="*/ 1121 w 1920"/>
                <a:gd name="T19" fmla="*/ 2157 h 2157"/>
                <a:gd name="T20" fmla="*/ 1011 w 1920"/>
                <a:gd name="T21" fmla="*/ 2154 h 2157"/>
                <a:gd name="T22" fmla="*/ 899 w 1920"/>
                <a:gd name="T23" fmla="*/ 2141 h 2157"/>
                <a:gd name="T24" fmla="*/ 824 w 1920"/>
                <a:gd name="T25" fmla="*/ 2128 h 2157"/>
                <a:gd name="T26" fmla="*/ 693 w 1920"/>
                <a:gd name="T27" fmla="*/ 2089 h 2157"/>
                <a:gd name="T28" fmla="*/ 572 w 1920"/>
                <a:gd name="T29" fmla="*/ 2027 h 2157"/>
                <a:gd name="T30" fmla="*/ 462 w 1920"/>
                <a:gd name="T31" fmla="*/ 1951 h 2157"/>
                <a:gd name="T32" fmla="*/ 363 w 1920"/>
                <a:gd name="T33" fmla="*/ 1857 h 2157"/>
                <a:gd name="T34" fmla="*/ 273 w 1920"/>
                <a:gd name="T35" fmla="*/ 1753 h 2157"/>
                <a:gd name="T36" fmla="*/ 227 w 1920"/>
                <a:gd name="T37" fmla="*/ 1689 h 2157"/>
                <a:gd name="T38" fmla="*/ 149 w 1920"/>
                <a:gd name="T39" fmla="*/ 1555 h 2157"/>
                <a:gd name="T40" fmla="*/ 62 w 1920"/>
                <a:gd name="T41" fmla="*/ 1390 h 2157"/>
                <a:gd name="T42" fmla="*/ 0 w 1920"/>
                <a:gd name="T43" fmla="*/ 1282 h 2157"/>
                <a:gd name="T44" fmla="*/ 44 w 1920"/>
                <a:gd name="T45" fmla="*/ 1276 h 2157"/>
                <a:gd name="T46" fmla="*/ 99 w 1920"/>
                <a:gd name="T47" fmla="*/ 1271 h 2157"/>
                <a:gd name="T48" fmla="*/ 136 w 1920"/>
                <a:gd name="T49" fmla="*/ 1260 h 2157"/>
                <a:gd name="T50" fmla="*/ 168 w 1920"/>
                <a:gd name="T51" fmla="*/ 1232 h 2157"/>
                <a:gd name="T52" fmla="*/ 206 w 1920"/>
                <a:gd name="T53" fmla="*/ 1181 h 2157"/>
                <a:gd name="T54" fmla="*/ 249 w 1920"/>
                <a:gd name="T55" fmla="*/ 1107 h 2157"/>
                <a:gd name="T56" fmla="*/ 260 w 1920"/>
                <a:gd name="T57" fmla="*/ 1067 h 2157"/>
                <a:gd name="T58" fmla="*/ 263 w 1920"/>
                <a:gd name="T59" fmla="*/ 1019 h 2157"/>
                <a:gd name="T60" fmla="*/ 250 w 1920"/>
                <a:gd name="T61" fmla="*/ 914 h 2157"/>
                <a:gd name="T62" fmla="*/ 236 w 1920"/>
                <a:gd name="T63" fmla="*/ 852 h 2157"/>
                <a:gd name="T64" fmla="*/ 330 w 1920"/>
                <a:gd name="T65" fmla="*/ 841 h 2157"/>
                <a:gd name="T66" fmla="*/ 462 w 1920"/>
                <a:gd name="T67" fmla="*/ 811 h 2157"/>
                <a:gd name="T68" fmla="*/ 587 w 1920"/>
                <a:gd name="T69" fmla="*/ 762 h 2157"/>
                <a:gd name="T70" fmla="*/ 700 w 1920"/>
                <a:gd name="T71" fmla="*/ 692 h 2157"/>
                <a:gd name="T72" fmla="*/ 800 w 1920"/>
                <a:gd name="T73" fmla="*/ 600 h 2157"/>
                <a:gd name="T74" fmla="*/ 859 w 1920"/>
                <a:gd name="T75" fmla="*/ 524 h 2157"/>
                <a:gd name="T76" fmla="*/ 965 w 1920"/>
                <a:gd name="T77" fmla="*/ 462 h 2157"/>
                <a:gd name="T78" fmla="*/ 1114 w 1920"/>
                <a:gd name="T79" fmla="*/ 364 h 2157"/>
                <a:gd name="T80" fmla="*/ 1215 w 1920"/>
                <a:gd name="T81" fmla="*/ 279 h 2157"/>
                <a:gd name="T82" fmla="*/ 1256 w 1920"/>
                <a:gd name="T83" fmla="*/ 236 h 2157"/>
                <a:gd name="T84" fmla="*/ 1332 w 1920"/>
                <a:gd name="T85" fmla="*/ 145 h 2157"/>
                <a:gd name="T86" fmla="*/ 1412 w 1920"/>
                <a:gd name="T87" fmla="*/ 38 h 2157"/>
                <a:gd name="T88" fmla="*/ 1437 w 1920"/>
                <a:gd name="T89" fmla="*/ 123 h 2157"/>
                <a:gd name="T90" fmla="*/ 1451 w 1920"/>
                <a:gd name="T91" fmla="*/ 501 h 2157"/>
                <a:gd name="T92" fmla="*/ 1487 w 1920"/>
                <a:gd name="T93" fmla="*/ 876 h 2157"/>
                <a:gd name="T94" fmla="*/ 1513 w 1920"/>
                <a:gd name="T95" fmla="*/ 1050 h 2157"/>
                <a:gd name="T96" fmla="*/ 1548 w 1920"/>
                <a:gd name="T97" fmla="*/ 1217 h 2157"/>
                <a:gd name="T98" fmla="*/ 1576 w 1920"/>
                <a:gd name="T99" fmla="*/ 1296 h 2157"/>
                <a:gd name="T100" fmla="*/ 1612 w 1920"/>
                <a:gd name="T101" fmla="*/ 1370 h 2157"/>
                <a:gd name="T102" fmla="*/ 1643 w 1920"/>
                <a:gd name="T103" fmla="*/ 1415 h 2157"/>
                <a:gd name="T104" fmla="*/ 1706 w 1920"/>
                <a:gd name="T105" fmla="*/ 1477 h 2157"/>
                <a:gd name="T106" fmla="*/ 1772 w 1920"/>
                <a:gd name="T107" fmla="*/ 1519 h 2157"/>
                <a:gd name="T108" fmla="*/ 1821 w 1920"/>
                <a:gd name="T109" fmla="*/ 1540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20" h="2157">
                  <a:moveTo>
                    <a:pt x="1920" y="1575"/>
                  </a:moveTo>
                  <a:lnTo>
                    <a:pt x="1920" y="1575"/>
                  </a:lnTo>
                  <a:lnTo>
                    <a:pt x="1900" y="1618"/>
                  </a:lnTo>
                  <a:lnTo>
                    <a:pt x="1878" y="1664"/>
                  </a:lnTo>
                  <a:lnTo>
                    <a:pt x="1832" y="1754"/>
                  </a:lnTo>
                  <a:lnTo>
                    <a:pt x="1832" y="1754"/>
                  </a:lnTo>
                  <a:lnTo>
                    <a:pt x="1813" y="1789"/>
                  </a:lnTo>
                  <a:lnTo>
                    <a:pt x="1793" y="1821"/>
                  </a:lnTo>
                  <a:lnTo>
                    <a:pt x="1771" y="1852"/>
                  </a:lnTo>
                  <a:lnTo>
                    <a:pt x="1749" y="1881"/>
                  </a:lnTo>
                  <a:lnTo>
                    <a:pt x="1724" y="1909"/>
                  </a:lnTo>
                  <a:lnTo>
                    <a:pt x="1699" y="1934"/>
                  </a:lnTo>
                  <a:lnTo>
                    <a:pt x="1673" y="1959"/>
                  </a:lnTo>
                  <a:lnTo>
                    <a:pt x="1646" y="1981"/>
                  </a:lnTo>
                  <a:lnTo>
                    <a:pt x="1618" y="2004"/>
                  </a:lnTo>
                  <a:lnTo>
                    <a:pt x="1590" y="2023"/>
                  </a:lnTo>
                  <a:lnTo>
                    <a:pt x="1561" y="2041"/>
                  </a:lnTo>
                  <a:lnTo>
                    <a:pt x="1530" y="2058"/>
                  </a:lnTo>
                  <a:lnTo>
                    <a:pt x="1499" y="2075"/>
                  </a:lnTo>
                  <a:lnTo>
                    <a:pt x="1467" y="2089"/>
                  </a:lnTo>
                  <a:lnTo>
                    <a:pt x="1435" y="2101"/>
                  </a:lnTo>
                  <a:lnTo>
                    <a:pt x="1402" y="2112"/>
                  </a:lnTo>
                  <a:lnTo>
                    <a:pt x="1369" y="2122"/>
                  </a:lnTo>
                  <a:lnTo>
                    <a:pt x="1334" y="2130"/>
                  </a:lnTo>
                  <a:lnTo>
                    <a:pt x="1299" y="2139"/>
                  </a:lnTo>
                  <a:lnTo>
                    <a:pt x="1264" y="2144"/>
                  </a:lnTo>
                  <a:lnTo>
                    <a:pt x="1229" y="2150"/>
                  </a:lnTo>
                  <a:lnTo>
                    <a:pt x="1193" y="2153"/>
                  </a:lnTo>
                  <a:lnTo>
                    <a:pt x="1157" y="2155"/>
                  </a:lnTo>
                  <a:lnTo>
                    <a:pt x="1121" y="2157"/>
                  </a:lnTo>
                  <a:lnTo>
                    <a:pt x="1084" y="2157"/>
                  </a:lnTo>
                  <a:lnTo>
                    <a:pt x="1047" y="2157"/>
                  </a:lnTo>
                  <a:lnTo>
                    <a:pt x="1011" y="2154"/>
                  </a:lnTo>
                  <a:lnTo>
                    <a:pt x="973" y="2151"/>
                  </a:lnTo>
                  <a:lnTo>
                    <a:pt x="935" y="2147"/>
                  </a:lnTo>
                  <a:lnTo>
                    <a:pt x="899" y="2141"/>
                  </a:lnTo>
                  <a:lnTo>
                    <a:pt x="862" y="2135"/>
                  </a:lnTo>
                  <a:lnTo>
                    <a:pt x="824" y="2128"/>
                  </a:lnTo>
                  <a:lnTo>
                    <a:pt x="824" y="2128"/>
                  </a:lnTo>
                  <a:lnTo>
                    <a:pt x="780" y="2116"/>
                  </a:lnTo>
                  <a:lnTo>
                    <a:pt x="735" y="2104"/>
                  </a:lnTo>
                  <a:lnTo>
                    <a:pt x="693" y="2089"/>
                  </a:lnTo>
                  <a:lnTo>
                    <a:pt x="651" y="2070"/>
                  </a:lnTo>
                  <a:lnTo>
                    <a:pt x="611" y="2050"/>
                  </a:lnTo>
                  <a:lnTo>
                    <a:pt x="572" y="2027"/>
                  </a:lnTo>
                  <a:lnTo>
                    <a:pt x="534" y="2004"/>
                  </a:lnTo>
                  <a:lnTo>
                    <a:pt x="497" y="1979"/>
                  </a:lnTo>
                  <a:lnTo>
                    <a:pt x="462" y="1951"/>
                  </a:lnTo>
                  <a:lnTo>
                    <a:pt x="427" y="1920"/>
                  </a:lnTo>
                  <a:lnTo>
                    <a:pt x="395" y="1889"/>
                  </a:lnTo>
                  <a:lnTo>
                    <a:pt x="363" y="1857"/>
                  </a:lnTo>
                  <a:lnTo>
                    <a:pt x="331" y="1824"/>
                  </a:lnTo>
                  <a:lnTo>
                    <a:pt x="302" y="1789"/>
                  </a:lnTo>
                  <a:lnTo>
                    <a:pt x="273" y="1753"/>
                  </a:lnTo>
                  <a:lnTo>
                    <a:pt x="245" y="1715"/>
                  </a:lnTo>
                  <a:lnTo>
                    <a:pt x="245" y="1715"/>
                  </a:lnTo>
                  <a:lnTo>
                    <a:pt x="227" y="1689"/>
                  </a:lnTo>
                  <a:lnTo>
                    <a:pt x="210" y="1663"/>
                  </a:lnTo>
                  <a:lnTo>
                    <a:pt x="178" y="1610"/>
                  </a:lnTo>
                  <a:lnTo>
                    <a:pt x="149" y="1555"/>
                  </a:lnTo>
                  <a:lnTo>
                    <a:pt x="119" y="1500"/>
                  </a:lnTo>
                  <a:lnTo>
                    <a:pt x="92" y="1444"/>
                  </a:lnTo>
                  <a:lnTo>
                    <a:pt x="62" y="1390"/>
                  </a:lnTo>
                  <a:lnTo>
                    <a:pt x="32" y="1335"/>
                  </a:lnTo>
                  <a:lnTo>
                    <a:pt x="16" y="1309"/>
                  </a:lnTo>
                  <a:lnTo>
                    <a:pt x="0" y="1282"/>
                  </a:lnTo>
                  <a:lnTo>
                    <a:pt x="0" y="1282"/>
                  </a:lnTo>
                  <a:lnTo>
                    <a:pt x="23" y="1278"/>
                  </a:lnTo>
                  <a:lnTo>
                    <a:pt x="44" y="1276"/>
                  </a:lnTo>
                  <a:lnTo>
                    <a:pt x="44" y="1276"/>
                  </a:lnTo>
                  <a:lnTo>
                    <a:pt x="75" y="1274"/>
                  </a:lnTo>
                  <a:lnTo>
                    <a:pt x="99" y="1271"/>
                  </a:lnTo>
                  <a:lnTo>
                    <a:pt x="119" y="1267"/>
                  </a:lnTo>
                  <a:lnTo>
                    <a:pt x="128" y="1263"/>
                  </a:lnTo>
                  <a:lnTo>
                    <a:pt x="136" y="1260"/>
                  </a:lnTo>
                  <a:lnTo>
                    <a:pt x="145" y="1255"/>
                  </a:lnTo>
                  <a:lnTo>
                    <a:pt x="151" y="1249"/>
                  </a:lnTo>
                  <a:lnTo>
                    <a:pt x="168" y="1232"/>
                  </a:lnTo>
                  <a:lnTo>
                    <a:pt x="185" y="1210"/>
                  </a:lnTo>
                  <a:lnTo>
                    <a:pt x="206" y="1181"/>
                  </a:lnTo>
                  <a:lnTo>
                    <a:pt x="206" y="1181"/>
                  </a:lnTo>
                  <a:lnTo>
                    <a:pt x="227" y="1149"/>
                  </a:lnTo>
                  <a:lnTo>
                    <a:pt x="242" y="1121"/>
                  </a:lnTo>
                  <a:lnTo>
                    <a:pt x="249" y="1107"/>
                  </a:lnTo>
                  <a:lnTo>
                    <a:pt x="253" y="1093"/>
                  </a:lnTo>
                  <a:lnTo>
                    <a:pt x="257" y="1081"/>
                  </a:lnTo>
                  <a:lnTo>
                    <a:pt x="260" y="1067"/>
                  </a:lnTo>
                  <a:lnTo>
                    <a:pt x="261" y="1051"/>
                  </a:lnTo>
                  <a:lnTo>
                    <a:pt x="263" y="1036"/>
                  </a:lnTo>
                  <a:lnTo>
                    <a:pt x="263" y="1019"/>
                  </a:lnTo>
                  <a:lnTo>
                    <a:pt x="261" y="1001"/>
                  </a:lnTo>
                  <a:lnTo>
                    <a:pt x="257" y="961"/>
                  </a:lnTo>
                  <a:lnTo>
                    <a:pt x="250" y="914"/>
                  </a:lnTo>
                  <a:lnTo>
                    <a:pt x="250" y="914"/>
                  </a:lnTo>
                  <a:lnTo>
                    <a:pt x="245" y="883"/>
                  </a:lnTo>
                  <a:lnTo>
                    <a:pt x="236" y="852"/>
                  </a:lnTo>
                  <a:lnTo>
                    <a:pt x="236" y="852"/>
                  </a:lnTo>
                  <a:lnTo>
                    <a:pt x="284" y="848"/>
                  </a:lnTo>
                  <a:lnTo>
                    <a:pt x="330" y="841"/>
                  </a:lnTo>
                  <a:lnTo>
                    <a:pt x="374" y="833"/>
                  </a:lnTo>
                  <a:lnTo>
                    <a:pt x="419" y="823"/>
                  </a:lnTo>
                  <a:lnTo>
                    <a:pt x="462" y="811"/>
                  </a:lnTo>
                  <a:lnTo>
                    <a:pt x="505" y="797"/>
                  </a:lnTo>
                  <a:lnTo>
                    <a:pt x="547" y="780"/>
                  </a:lnTo>
                  <a:lnTo>
                    <a:pt x="587" y="762"/>
                  </a:lnTo>
                  <a:lnTo>
                    <a:pt x="626" y="741"/>
                  </a:lnTo>
                  <a:lnTo>
                    <a:pt x="664" y="717"/>
                  </a:lnTo>
                  <a:lnTo>
                    <a:pt x="700" y="692"/>
                  </a:lnTo>
                  <a:lnTo>
                    <a:pt x="735" y="664"/>
                  </a:lnTo>
                  <a:lnTo>
                    <a:pt x="768" y="634"/>
                  </a:lnTo>
                  <a:lnTo>
                    <a:pt x="800" y="600"/>
                  </a:lnTo>
                  <a:lnTo>
                    <a:pt x="831" y="564"/>
                  </a:lnTo>
                  <a:lnTo>
                    <a:pt x="860" y="525"/>
                  </a:lnTo>
                  <a:lnTo>
                    <a:pt x="859" y="524"/>
                  </a:lnTo>
                  <a:lnTo>
                    <a:pt x="859" y="524"/>
                  </a:lnTo>
                  <a:lnTo>
                    <a:pt x="912" y="493"/>
                  </a:lnTo>
                  <a:lnTo>
                    <a:pt x="965" y="462"/>
                  </a:lnTo>
                  <a:lnTo>
                    <a:pt x="1016" y="430"/>
                  </a:lnTo>
                  <a:lnTo>
                    <a:pt x="1066" y="397"/>
                  </a:lnTo>
                  <a:lnTo>
                    <a:pt x="1114" y="364"/>
                  </a:lnTo>
                  <a:lnTo>
                    <a:pt x="1157" y="329"/>
                  </a:lnTo>
                  <a:lnTo>
                    <a:pt x="1197" y="295"/>
                  </a:lnTo>
                  <a:lnTo>
                    <a:pt x="1215" y="279"/>
                  </a:lnTo>
                  <a:lnTo>
                    <a:pt x="1231" y="262"/>
                  </a:lnTo>
                  <a:lnTo>
                    <a:pt x="1231" y="262"/>
                  </a:lnTo>
                  <a:lnTo>
                    <a:pt x="1256" y="236"/>
                  </a:lnTo>
                  <a:lnTo>
                    <a:pt x="1281" y="208"/>
                  </a:lnTo>
                  <a:lnTo>
                    <a:pt x="1306" y="177"/>
                  </a:lnTo>
                  <a:lnTo>
                    <a:pt x="1332" y="145"/>
                  </a:lnTo>
                  <a:lnTo>
                    <a:pt x="1359" y="110"/>
                  </a:lnTo>
                  <a:lnTo>
                    <a:pt x="1385" y="74"/>
                  </a:lnTo>
                  <a:lnTo>
                    <a:pt x="1412" y="38"/>
                  </a:lnTo>
                  <a:lnTo>
                    <a:pt x="1437" y="0"/>
                  </a:lnTo>
                  <a:lnTo>
                    <a:pt x="1437" y="0"/>
                  </a:lnTo>
                  <a:lnTo>
                    <a:pt x="1437" y="123"/>
                  </a:lnTo>
                  <a:lnTo>
                    <a:pt x="1438" y="248"/>
                  </a:lnTo>
                  <a:lnTo>
                    <a:pt x="1444" y="375"/>
                  </a:lnTo>
                  <a:lnTo>
                    <a:pt x="1451" y="501"/>
                  </a:lnTo>
                  <a:lnTo>
                    <a:pt x="1460" y="628"/>
                  </a:lnTo>
                  <a:lnTo>
                    <a:pt x="1472" y="753"/>
                  </a:lnTo>
                  <a:lnTo>
                    <a:pt x="1487" y="876"/>
                  </a:lnTo>
                  <a:lnTo>
                    <a:pt x="1504" y="997"/>
                  </a:lnTo>
                  <a:lnTo>
                    <a:pt x="1504" y="997"/>
                  </a:lnTo>
                  <a:lnTo>
                    <a:pt x="1513" y="1050"/>
                  </a:lnTo>
                  <a:lnTo>
                    <a:pt x="1523" y="1106"/>
                  </a:lnTo>
                  <a:lnTo>
                    <a:pt x="1534" y="1161"/>
                  </a:lnTo>
                  <a:lnTo>
                    <a:pt x="1548" y="1217"/>
                  </a:lnTo>
                  <a:lnTo>
                    <a:pt x="1557" y="1244"/>
                  </a:lnTo>
                  <a:lnTo>
                    <a:pt x="1566" y="1270"/>
                  </a:lnTo>
                  <a:lnTo>
                    <a:pt x="1576" y="1296"/>
                  </a:lnTo>
                  <a:lnTo>
                    <a:pt x="1587" y="1321"/>
                  </a:lnTo>
                  <a:lnTo>
                    <a:pt x="1600" y="1347"/>
                  </a:lnTo>
                  <a:lnTo>
                    <a:pt x="1612" y="1370"/>
                  </a:lnTo>
                  <a:lnTo>
                    <a:pt x="1628" y="1394"/>
                  </a:lnTo>
                  <a:lnTo>
                    <a:pt x="1643" y="1415"/>
                  </a:lnTo>
                  <a:lnTo>
                    <a:pt x="1643" y="1415"/>
                  </a:lnTo>
                  <a:lnTo>
                    <a:pt x="1664" y="1438"/>
                  </a:lnTo>
                  <a:lnTo>
                    <a:pt x="1683" y="1459"/>
                  </a:lnTo>
                  <a:lnTo>
                    <a:pt x="1706" y="1477"/>
                  </a:lnTo>
                  <a:lnTo>
                    <a:pt x="1728" y="1493"/>
                  </a:lnTo>
                  <a:lnTo>
                    <a:pt x="1750" y="1507"/>
                  </a:lnTo>
                  <a:lnTo>
                    <a:pt x="1772" y="1519"/>
                  </a:lnTo>
                  <a:lnTo>
                    <a:pt x="1796" y="1530"/>
                  </a:lnTo>
                  <a:lnTo>
                    <a:pt x="1821" y="1540"/>
                  </a:lnTo>
                  <a:lnTo>
                    <a:pt x="1821" y="1540"/>
                  </a:lnTo>
                  <a:lnTo>
                    <a:pt x="1870" y="1557"/>
                  </a:lnTo>
                  <a:lnTo>
                    <a:pt x="1920" y="15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782C1481-5E44-181C-D178-305D6043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32"/>
              <a:ext cx="375" cy="165"/>
            </a:xfrm>
            <a:custGeom>
              <a:avLst/>
              <a:gdLst>
                <a:gd name="T0" fmla="*/ 749 w 750"/>
                <a:gd name="T1" fmla="*/ 0 h 328"/>
                <a:gd name="T2" fmla="*/ 750 w 750"/>
                <a:gd name="T3" fmla="*/ 1 h 328"/>
                <a:gd name="T4" fmla="*/ 750 w 750"/>
                <a:gd name="T5" fmla="*/ 1 h 328"/>
                <a:gd name="T6" fmla="*/ 721 w 750"/>
                <a:gd name="T7" fmla="*/ 40 h 328"/>
                <a:gd name="T8" fmla="*/ 690 w 750"/>
                <a:gd name="T9" fmla="*/ 76 h 328"/>
                <a:gd name="T10" fmla="*/ 658 w 750"/>
                <a:gd name="T11" fmla="*/ 110 h 328"/>
                <a:gd name="T12" fmla="*/ 625 w 750"/>
                <a:gd name="T13" fmla="*/ 140 h 328"/>
                <a:gd name="T14" fmla="*/ 590 w 750"/>
                <a:gd name="T15" fmla="*/ 168 h 328"/>
                <a:gd name="T16" fmla="*/ 554 w 750"/>
                <a:gd name="T17" fmla="*/ 193 h 328"/>
                <a:gd name="T18" fmla="*/ 516 w 750"/>
                <a:gd name="T19" fmla="*/ 217 h 328"/>
                <a:gd name="T20" fmla="*/ 477 w 750"/>
                <a:gd name="T21" fmla="*/ 238 h 328"/>
                <a:gd name="T22" fmla="*/ 437 w 750"/>
                <a:gd name="T23" fmla="*/ 256 h 328"/>
                <a:gd name="T24" fmla="*/ 395 w 750"/>
                <a:gd name="T25" fmla="*/ 273 h 328"/>
                <a:gd name="T26" fmla="*/ 352 w 750"/>
                <a:gd name="T27" fmla="*/ 287 h 328"/>
                <a:gd name="T28" fmla="*/ 309 w 750"/>
                <a:gd name="T29" fmla="*/ 299 h 328"/>
                <a:gd name="T30" fmla="*/ 264 w 750"/>
                <a:gd name="T31" fmla="*/ 309 h 328"/>
                <a:gd name="T32" fmla="*/ 220 w 750"/>
                <a:gd name="T33" fmla="*/ 317 h 328"/>
                <a:gd name="T34" fmla="*/ 174 w 750"/>
                <a:gd name="T35" fmla="*/ 324 h 328"/>
                <a:gd name="T36" fmla="*/ 126 w 750"/>
                <a:gd name="T37" fmla="*/ 328 h 328"/>
                <a:gd name="T38" fmla="*/ 126 w 750"/>
                <a:gd name="T39" fmla="*/ 328 h 328"/>
                <a:gd name="T40" fmla="*/ 110 w 750"/>
                <a:gd name="T41" fmla="*/ 278 h 328"/>
                <a:gd name="T42" fmla="*/ 90 w 750"/>
                <a:gd name="T43" fmla="*/ 228 h 328"/>
                <a:gd name="T44" fmla="*/ 71 w 750"/>
                <a:gd name="T45" fmla="*/ 179 h 328"/>
                <a:gd name="T46" fmla="*/ 50 w 750"/>
                <a:gd name="T47" fmla="*/ 135 h 328"/>
                <a:gd name="T48" fmla="*/ 30 w 750"/>
                <a:gd name="T49" fmla="*/ 96 h 328"/>
                <a:gd name="T50" fmla="*/ 15 w 750"/>
                <a:gd name="T51" fmla="*/ 65 h 328"/>
                <a:gd name="T52" fmla="*/ 0 w 750"/>
                <a:gd name="T53" fmla="*/ 36 h 328"/>
                <a:gd name="T54" fmla="*/ 0 w 750"/>
                <a:gd name="T55" fmla="*/ 36 h 328"/>
                <a:gd name="T56" fmla="*/ 19 w 750"/>
                <a:gd name="T57" fmla="*/ 50 h 328"/>
                <a:gd name="T58" fmla="*/ 39 w 750"/>
                <a:gd name="T59" fmla="*/ 61 h 328"/>
                <a:gd name="T60" fmla="*/ 58 w 750"/>
                <a:gd name="T61" fmla="*/ 72 h 328"/>
                <a:gd name="T62" fmla="*/ 78 w 750"/>
                <a:gd name="T63" fmla="*/ 80 h 328"/>
                <a:gd name="T64" fmla="*/ 97 w 750"/>
                <a:gd name="T65" fmla="*/ 89 h 328"/>
                <a:gd name="T66" fmla="*/ 117 w 750"/>
                <a:gd name="T67" fmla="*/ 96 h 328"/>
                <a:gd name="T68" fmla="*/ 138 w 750"/>
                <a:gd name="T69" fmla="*/ 101 h 328"/>
                <a:gd name="T70" fmla="*/ 157 w 750"/>
                <a:gd name="T71" fmla="*/ 106 h 328"/>
                <a:gd name="T72" fmla="*/ 157 w 750"/>
                <a:gd name="T73" fmla="*/ 106 h 328"/>
                <a:gd name="T74" fmla="*/ 202 w 750"/>
                <a:gd name="T75" fmla="*/ 115 h 328"/>
                <a:gd name="T76" fmla="*/ 241 w 750"/>
                <a:gd name="T77" fmla="*/ 125 h 328"/>
                <a:gd name="T78" fmla="*/ 280 w 750"/>
                <a:gd name="T79" fmla="*/ 133 h 328"/>
                <a:gd name="T80" fmla="*/ 298 w 750"/>
                <a:gd name="T81" fmla="*/ 136 h 328"/>
                <a:gd name="T82" fmla="*/ 317 w 750"/>
                <a:gd name="T83" fmla="*/ 139 h 328"/>
                <a:gd name="T84" fmla="*/ 338 w 750"/>
                <a:gd name="T85" fmla="*/ 140 h 328"/>
                <a:gd name="T86" fmla="*/ 359 w 750"/>
                <a:gd name="T87" fmla="*/ 140 h 328"/>
                <a:gd name="T88" fmla="*/ 381 w 750"/>
                <a:gd name="T89" fmla="*/ 139 h 328"/>
                <a:gd name="T90" fmla="*/ 405 w 750"/>
                <a:gd name="T91" fmla="*/ 138 h 328"/>
                <a:gd name="T92" fmla="*/ 430 w 750"/>
                <a:gd name="T93" fmla="*/ 132 h 328"/>
                <a:gd name="T94" fmla="*/ 458 w 750"/>
                <a:gd name="T95" fmla="*/ 125 h 328"/>
                <a:gd name="T96" fmla="*/ 487 w 750"/>
                <a:gd name="T97" fmla="*/ 117 h 328"/>
                <a:gd name="T98" fmla="*/ 519 w 750"/>
                <a:gd name="T99" fmla="*/ 106 h 328"/>
                <a:gd name="T100" fmla="*/ 519 w 750"/>
                <a:gd name="T101" fmla="*/ 106 h 328"/>
                <a:gd name="T102" fmla="*/ 572 w 750"/>
                <a:gd name="T103" fmla="*/ 85 h 328"/>
                <a:gd name="T104" fmla="*/ 628 w 750"/>
                <a:gd name="T105" fmla="*/ 60 h 328"/>
                <a:gd name="T106" fmla="*/ 688 w 750"/>
                <a:gd name="T107" fmla="*/ 30 h 328"/>
                <a:gd name="T108" fmla="*/ 749 w 750"/>
                <a:gd name="T10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0" h="328">
                  <a:moveTo>
                    <a:pt x="749" y="0"/>
                  </a:moveTo>
                  <a:lnTo>
                    <a:pt x="750" y="1"/>
                  </a:lnTo>
                  <a:lnTo>
                    <a:pt x="750" y="1"/>
                  </a:lnTo>
                  <a:lnTo>
                    <a:pt x="721" y="40"/>
                  </a:lnTo>
                  <a:lnTo>
                    <a:pt x="690" y="76"/>
                  </a:lnTo>
                  <a:lnTo>
                    <a:pt x="658" y="110"/>
                  </a:lnTo>
                  <a:lnTo>
                    <a:pt x="625" y="140"/>
                  </a:lnTo>
                  <a:lnTo>
                    <a:pt x="590" y="168"/>
                  </a:lnTo>
                  <a:lnTo>
                    <a:pt x="554" y="193"/>
                  </a:lnTo>
                  <a:lnTo>
                    <a:pt x="516" y="217"/>
                  </a:lnTo>
                  <a:lnTo>
                    <a:pt x="477" y="238"/>
                  </a:lnTo>
                  <a:lnTo>
                    <a:pt x="437" y="256"/>
                  </a:lnTo>
                  <a:lnTo>
                    <a:pt x="395" y="273"/>
                  </a:lnTo>
                  <a:lnTo>
                    <a:pt x="352" y="287"/>
                  </a:lnTo>
                  <a:lnTo>
                    <a:pt x="309" y="299"/>
                  </a:lnTo>
                  <a:lnTo>
                    <a:pt x="264" y="309"/>
                  </a:lnTo>
                  <a:lnTo>
                    <a:pt x="220" y="317"/>
                  </a:lnTo>
                  <a:lnTo>
                    <a:pt x="174" y="324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10" y="278"/>
                  </a:lnTo>
                  <a:lnTo>
                    <a:pt x="90" y="228"/>
                  </a:lnTo>
                  <a:lnTo>
                    <a:pt x="71" y="179"/>
                  </a:lnTo>
                  <a:lnTo>
                    <a:pt x="50" y="135"/>
                  </a:lnTo>
                  <a:lnTo>
                    <a:pt x="30" y="96"/>
                  </a:lnTo>
                  <a:lnTo>
                    <a:pt x="15" y="65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19" y="50"/>
                  </a:lnTo>
                  <a:lnTo>
                    <a:pt x="39" y="61"/>
                  </a:lnTo>
                  <a:lnTo>
                    <a:pt x="58" y="72"/>
                  </a:lnTo>
                  <a:lnTo>
                    <a:pt x="78" y="80"/>
                  </a:lnTo>
                  <a:lnTo>
                    <a:pt x="97" y="89"/>
                  </a:lnTo>
                  <a:lnTo>
                    <a:pt x="117" y="96"/>
                  </a:lnTo>
                  <a:lnTo>
                    <a:pt x="138" y="101"/>
                  </a:lnTo>
                  <a:lnTo>
                    <a:pt x="157" y="106"/>
                  </a:lnTo>
                  <a:lnTo>
                    <a:pt x="157" y="106"/>
                  </a:lnTo>
                  <a:lnTo>
                    <a:pt x="202" y="115"/>
                  </a:lnTo>
                  <a:lnTo>
                    <a:pt x="241" y="125"/>
                  </a:lnTo>
                  <a:lnTo>
                    <a:pt x="280" y="133"/>
                  </a:lnTo>
                  <a:lnTo>
                    <a:pt x="298" y="136"/>
                  </a:lnTo>
                  <a:lnTo>
                    <a:pt x="317" y="139"/>
                  </a:lnTo>
                  <a:lnTo>
                    <a:pt x="338" y="140"/>
                  </a:lnTo>
                  <a:lnTo>
                    <a:pt x="359" y="140"/>
                  </a:lnTo>
                  <a:lnTo>
                    <a:pt x="381" y="139"/>
                  </a:lnTo>
                  <a:lnTo>
                    <a:pt x="405" y="138"/>
                  </a:lnTo>
                  <a:lnTo>
                    <a:pt x="430" y="132"/>
                  </a:lnTo>
                  <a:lnTo>
                    <a:pt x="458" y="125"/>
                  </a:lnTo>
                  <a:lnTo>
                    <a:pt x="487" y="117"/>
                  </a:lnTo>
                  <a:lnTo>
                    <a:pt x="519" y="106"/>
                  </a:lnTo>
                  <a:lnTo>
                    <a:pt x="519" y="106"/>
                  </a:lnTo>
                  <a:lnTo>
                    <a:pt x="572" y="85"/>
                  </a:lnTo>
                  <a:lnTo>
                    <a:pt x="628" y="60"/>
                  </a:lnTo>
                  <a:lnTo>
                    <a:pt x="688" y="3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6A4AA1AE-6518-525C-66EF-8E9FC4C2A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32"/>
              <a:ext cx="375" cy="165"/>
            </a:xfrm>
            <a:custGeom>
              <a:avLst/>
              <a:gdLst>
                <a:gd name="T0" fmla="*/ 749 w 750"/>
                <a:gd name="T1" fmla="*/ 0 h 328"/>
                <a:gd name="T2" fmla="*/ 750 w 750"/>
                <a:gd name="T3" fmla="*/ 1 h 328"/>
                <a:gd name="T4" fmla="*/ 750 w 750"/>
                <a:gd name="T5" fmla="*/ 1 h 328"/>
                <a:gd name="T6" fmla="*/ 721 w 750"/>
                <a:gd name="T7" fmla="*/ 40 h 328"/>
                <a:gd name="T8" fmla="*/ 690 w 750"/>
                <a:gd name="T9" fmla="*/ 76 h 328"/>
                <a:gd name="T10" fmla="*/ 658 w 750"/>
                <a:gd name="T11" fmla="*/ 110 h 328"/>
                <a:gd name="T12" fmla="*/ 625 w 750"/>
                <a:gd name="T13" fmla="*/ 140 h 328"/>
                <a:gd name="T14" fmla="*/ 590 w 750"/>
                <a:gd name="T15" fmla="*/ 168 h 328"/>
                <a:gd name="T16" fmla="*/ 554 w 750"/>
                <a:gd name="T17" fmla="*/ 193 h 328"/>
                <a:gd name="T18" fmla="*/ 516 w 750"/>
                <a:gd name="T19" fmla="*/ 217 h 328"/>
                <a:gd name="T20" fmla="*/ 477 w 750"/>
                <a:gd name="T21" fmla="*/ 238 h 328"/>
                <a:gd name="T22" fmla="*/ 437 w 750"/>
                <a:gd name="T23" fmla="*/ 256 h 328"/>
                <a:gd name="T24" fmla="*/ 395 w 750"/>
                <a:gd name="T25" fmla="*/ 273 h 328"/>
                <a:gd name="T26" fmla="*/ 352 w 750"/>
                <a:gd name="T27" fmla="*/ 287 h 328"/>
                <a:gd name="T28" fmla="*/ 309 w 750"/>
                <a:gd name="T29" fmla="*/ 299 h 328"/>
                <a:gd name="T30" fmla="*/ 264 w 750"/>
                <a:gd name="T31" fmla="*/ 309 h 328"/>
                <a:gd name="T32" fmla="*/ 220 w 750"/>
                <a:gd name="T33" fmla="*/ 317 h 328"/>
                <a:gd name="T34" fmla="*/ 174 w 750"/>
                <a:gd name="T35" fmla="*/ 324 h 328"/>
                <a:gd name="T36" fmla="*/ 126 w 750"/>
                <a:gd name="T37" fmla="*/ 328 h 328"/>
                <a:gd name="T38" fmla="*/ 126 w 750"/>
                <a:gd name="T39" fmla="*/ 328 h 328"/>
                <a:gd name="T40" fmla="*/ 110 w 750"/>
                <a:gd name="T41" fmla="*/ 278 h 328"/>
                <a:gd name="T42" fmla="*/ 90 w 750"/>
                <a:gd name="T43" fmla="*/ 228 h 328"/>
                <a:gd name="T44" fmla="*/ 71 w 750"/>
                <a:gd name="T45" fmla="*/ 179 h 328"/>
                <a:gd name="T46" fmla="*/ 50 w 750"/>
                <a:gd name="T47" fmla="*/ 135 h 328"/>
                <a:gd name="T48" fmla="*/ 30 w 750"/>
                <a:gd name="T49" fmla="*/ 96 h 328"/>
                <a:gd name="T50" fmla="*/ 15 w 750"/>
                <a:gd name="T51" fmla="*/ 65 h 328"/>
                <a:gd name="T52" fmla="*/ 0 w 750"/>
                <a:gd name="T53" fmla="*/ 36 h 328"/>
                <a:gd name="T54" fmla="*/ 0 w 750"/>
                <a:gd name="T55" fmla="*/ 36 h 328"/>
                <a:gd name="T56" fmla="*/ 19 w 750"/>
                <a:gd name="T57" fmla="*/ 50 h 328"/>
                <a:gd name="T58" fmla="*/ 39 w 750"/>
                <a:gd name="T59" fmla="*/ 61 h 328"/>
                <a:gd name="T60" fmla="*/ 58 w 750"/>
                <a:gd name="T61" fmla="*/ 72 h 328"/>
                <a:gd name="T62" fmla="*/ 78 w 750"/>
                <a:gd name="T63" fmla="*/ 80 h 328"/>
                <a:gd name="T64" fmla="*/ 97 w 750"/>
                <a:gd name="T65" fmla="*/ 89 h 328"/>
                <a:gd name="T66" fmla="*/ 117 w 750"/>
                <a:gd name="T67" fmla="*/ 96 h 328"/>
                <a:gd name="T68" fmla="*/ 138 w 750"/>
                <a:gd name="T69" fmla="*/ 101 h 328"/>
                <a:gd name="T70" fmla="*/ 157 w 750"/>
                <a:gd name="T71" fmla="*/ 106 h 328"/>
                <a:gd name="T72" fmla="*/ 157 w 750"/>
                <a:gd name="T73" fmla="*/ 106 h 328"/>
                <a:gd name="T74" fmla="*/ 202 w 750"/>
                <a:gd name="T75" fmla="*/ 115 h 328"/>
                <a:gd name="T76" fmla="*/ 241 w 750"/>
                <a:gd name="T77" fmla="*/ 125 h 328"/>
                <a:gd name="T78" fmla="*/ 280 w 750"/>
                <a:gd name="T79" fmla="*/ 133 h 328"/>
                <a:gd name="T80" fmla="*/ 298 w 750"/>
                <a:gd name="T81" fmla="*/ 136 h 328"/>
                <a:gd name="T82" fmla="*/ 317 w 750"/>
                <a:gd name="T83" fmla="*/ 139 h 328"/>
                <a:gd name="T84" fmla="*/ 338 w 750"/>
                <a:gd name="T85" fmla="*/ 140 h 328"/>
                <a:gd name="T86" fmla="*/ 359 w 750"/>
                <a:gd name="T87" fmla="*/ 140 h 328"/>
                <a:gd name="T88" fmla="*/ 381 w 750"/>
                <a:gd name="T89" fmla="*/ 139 h 328"/>
                <a:gd name="T90" fmla="*/ 405 w 750"/>
                <a:gd name="T91" fmla="*/ 138 h 328"/>
                <a:gd name="T92" fmla="*/ 430 w 750"/>
                <a:gd name="T93" fmla="*/ 132 h 328"/>
                <a:gd name="T94" fmla="*/ 458 w 750"/>
                <a:gd name="T95" fmla="*/ 125 h 328"/>
                <a:gd name="T96" fmla="*/ 487 w 750"/>
                <a:gd name="T97" fmla="*/ 117 h 328"/>
                <a:gd name="T98" fmla="*/ 519 w 750"/>
                <a:gd name="T99" fmla="*/ 106 h 328"/>
                <a:gd name="T100" fmla="*/ 519 w 750"/>
                <a:gd name="T101" fmla="*/ 106 h 328"/>
                <a:gd name="T102" fmla="*/ 572 w 750"/>
                <a:gd name="T103" fmla="*/ 85 h 328"/>
                <a:gd name="T104" fmla="*/ 628 w 750"/>
                <a:gd name="T105" fmla="*/ 60 h 328"/>
                <a:gd name="T106" fmla="*/ 688 w 750"/>
                <a:gd name="T107" fmla="*/ 30 h 328"/>
                <a:gd name="T108" fmla="*/ 749 w 750"/>
                <a:gd name="T10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0" h="328">
                  <a:moveTo>
                    <a:pt x="749" y="0"/>
                  </a:moveTo>
                  <a:lnTo>
                    <a:pt x="750" y="1"/>
                  </a:lnTo>
                  <a:lnTo>
                    <a:pt x="750" y="1"/>
                  </a:lnTo>
                  <a:lnTo>
                    <a:pt x="721" y="40"/>
                  </a:lnTo>
                  <a:lnTo>
                    <a:pt x="690" y="76"/>
                  </a:lnTo>
                  <a:lnTo>
                    <a:pt x="658" y="110"/>
                  </a:lnTo>
                  <a:lnTo>
                    <a:pt x="625" y="140"/>
                  </a:lnTo>
                  <a:lnTo>
                    <a:pt x="590" y="168"/>
                  </a:lnTo>
                  <a:lnTo>
                    <a:pt x="554" y="193"/>
                  </a:lnTo>
                  <a:lnTo>
                    <a:pt x="516" y="217"/>
                  </a:lnTo>
                  <a:lnTo>
                    <a:pt x="477" y="238"/>
                  </a:lnTo>
                  <a:lnTo>
                    <a:pt x="437" y="256"/>
                  </a:lnTo>
                  <a:lnTo>
                    <a:pt x="395" y="273"/>
                  </a:lnTo>
                  <a:lnTo>
                    <a:pt x="352" y="287"/>
                  </a:lnTo>
                  <a:lnTo>
                    <a:pt x="309" y="299"/>
                  </a:lnTo>
                  <a:lnTo>
                    <a:pt x="264" y="309"/>
                  </a:lnTo>
                  <a:lnTo>
                    <a:pt x="220" y="317"/>
                  </a:lnTo>
                  <a:lnTo>
                    <a:pt x="174" y="324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10" y="278"/>
                  </a:lnTo>
                  <a:lnTo>
                    <a:pt x="90" y="228"/>
                  </a:lnTo>
                  <a:lnTo>
                    <a:pt x="71" y="179"/>
                  </a:lnTo>
                  <a:lnTo>
                    <a:pt x="50" y="135"/>
                  </a:lnTo>
                  <a:lnTo>
                    <a:pt x="30" y="96"/>
                  </a:lnTo>
                  <a:lnTo>
                    <a:pt x="15" y="65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19" y="50"/>
                  </a:lnTo>
                  <a:lnTo>
                    <a:pt x="39" y="61"/>
                  </a:lnTo>
                  <a:lnTo>
                    <a:pt x="58" y="72"/>
                  </a:lnTo>
                  <a:lnTo>
                    <a:pt x="78" y="80"/>
                  </a:lnTo>
                  <a:lnTo>
                    <a:pt x="97" y="89"/>
                  </a:lnTo>
                  <a:lnTo>
                    <a:pt x="117" y="96"/>
                  </a:lnTo>
                  <a:lnTo>
                    <a:pt x="138" y="101"/>
                  </a:lnTo>
                  <a:lnTo>
                    <a:pt x="157" y="106"/>
                  </a:lnTo>
                  <a:lnTo>
                    <a:pt x="157" y="106"/>
                  </a:lnTo>
                  <a:lnTo>
                    <a:pt x="202" y="115"/>
                  </a:lnTo>
                  <a:lnTo>
                    <a:pt x="241" y="125"/>
                  </a:lnTo>
                  <a:lnTo>
                    <a:pt x="280" y="133"/>
                  </a:lnTo>
                  <a:lnTo>
                    <a:pt x="298" y="136"/>
                  </a:lnTo>
                  <a:lnTo>
                    <a:pt x="317" y="139"/>
                  </a:lnTo>
                  <a:lnTo>
                    <a:pt x="338" y="140"/>
                  </a:lnTo>
                  <a:lnTo>
                    <a:pt x="359" y="140"/>
                  </a:lnTo>
                  <a:lnTo>
                    <a:pt x="381" y="139"/>
                  </a:lnTo>
                  <a:lnTo>
                    <a:pt x="405" y="138"/>
                  </a:lnTo>
                  <a:lnTo>
                    <a:pt x="430" y="132"/>
                  </a:lnTo>
                  <a:lnTo>
                    <a:pt x="458" y="125"/>
                  </a:lnTo>
                  <a:lnTo>
                    <a:pt x="487" y="117"/>
                  </a:lnTo>
                  <a:lnTo>
                    <a:pt x="519" y="106"/>
                  </a:lnTo>
                  <a:lnTo>
                    <a:pt x="519" y="106"/>
                  </a:lnTo>
                  <a:lnTo>
                    <a:pt x="572" y="85"/>
                  </a:lnTo>
                  <a:lnTo>
                    <a:pt x="628" y="60"/>
                  </a:lnTo>
                  <a:lnTo>
                    <a:pt x="688" y="30"/>
                  </a:lnTo>
                  <a:lnTo>
                    <a:pt x="7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1EA48BCC-9A8A-7FB3-C66F-BC389B33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819"/>
              <a:ext cx="1162" cy="1933"/>
            </a:xfrm>
            <a:custGeom>
              <a:avLst/>
              <a:gdLst>
                <a:gd name="T0" fmla="*/ 1739 w 2324"/>
                <a:gd name="T1" fmla="*/ 81 h 3868"/>
                <a:gd name="T2" fmla="*/ 1811 w 2324"/>
                <a:gd name="T3" fmla="*/ 29 h 3868"/>
                <a:gd name="T4" fmla="*/ 1917 w 2324"/>
                <a:gd name="T5" fmla="*/ 0 h 3868"/>
                <a:gd name="T6" fmla="*/ 1994 w 2324"/>
                <a:gd name="T7" fmla="*/ 16 h 3868"/>
                <a:gd name="T8" fmla="*/ 2027 w 2324"/>
                <a:gd name="T9" fmla="*/ 49 h 3868"/>
                <a:gd name="T10" fmla="*/ 2042 w 2324"/>
                <a:gd name="T11" fmla="*/ 95 h 3868"/>
                <a:gd name="T12" fmla="*/ 2042 w 2324"/>
                <a:gd name="T13" fmla="*/ 286 h 3868"/>
                <a:gd name="T14" fmla="*/ 2042 w 2324"/>
                <a:gd name="T15" fmla="*/ 425 h 3868"/>
                <a:gd name="T16" fmla="*/ 2073 w 2324"/>
                <a:gd name="T17" fmla="*/ 641 h 3868"/>
                <a:gd name="T18" fmla="*/ 2070 w 2324"/>
                <a:gd name="T19" fmla="*/ 802 h 3868"/>
                <a:gd name="T20" fmla="*/ 2037 w 2324"/>
                <a:gd name="T21" fmla="*/ 1032 h 3868"/>
                <a:gd name="T22" fmla="*/ 2042 w 2324"/>
                <a:gd name="T23" fmla="*/ 1164 h 3868"/>
                <a:gd name="T24" fmla="*/ 2116 w 2324"/>
                <a:gd name="T25" fmla="*/ 1632 h 3868"/>
                <a:gd name="T26" fmla="*/ 2119 w 2324"/>
                <a:gd name="T27" fmla="*/ 1841 h 3868"/>
                <a:gd name="T28" fmla="*/ 2092 w 2324"/>
                <a:gd name="T29" fmla="*/ 2006 h 3868"/>
                <a:gd name="T30" fmla="*/ 2031 w 2324"/>
                <a:gd name="T31" fmla="*/ 2158 h 3868"/>
                <a:gd name="T32" fmla="*/ 2021 w 2324"/>
                <a:gd name="T33" fmla="*/ 2243 h 3868"/>
                <a:gd name="T34" fmla="*/ 2090 w 2324"/>
                <a:gd name="T35" fmla="*/ 2359 h 3868"/>
                <a:gd name="T36" fmla="*/ 2151 w 2324"/>
                <a:gd name="T37" fmla="*/ 2527 h 3868"/>
                <a:gd name="T38" fmla="*/ 2154 w 2324"/>
                <a:gd name="T39" fmla="*/ 2530 h 3868"/>
                <a:gd name="T40" fmla="*/ 2211 w 2324"/>
                <a:gd name="T41" fmla="*/ 2602 h 3868"/>
                <a:gd name="T42" fmla="*/ 2274 w 2324"/>
                <a:gd name="T43" fmla="*/ 2725 h 3868"/>
                <a:gd name="T44" fmla="*/ 2322 w 2324"/>
                <a:gd name="T45" fmla="*/ 2954 h 3868"/>
                <a:gd name="T46" fmla="*/ 2311 w 2324"/>
                <a:gd name="T47" fmla="*/ 3188 h 3868"/>
                <a:gd name="T48" fmla="*/ 2280 w 2324"/>
                <a:gd name="T49" fmla="*/ 3315 h 3868"/>
                <a:gd name="T50" fmla="*/ 2193 w 2324"/>
                <a:gd name="T51" fmla="*/ 3499 h 3868"/>
                <a:gd name="T52" fmla="*/ 2076 w 2324"/>
                <a:gd name="T53" fmla="*/ 3694 h 3868"/>
                <a:gd name="T54" fmla="*/ 1987 w 2324"/>
                <a:gd name="T55" fmla="*/ 3783 h 3868"/>
                <a:gd name="T56" fmla="*/ 1875 w 2324"/>
                <a:gd name="T57" fmla="*/ 3840 h 3868"/>
                <a:gd name="T58" fmla="*/ 1768 w 2324"/>
                <a:gd name="T59" fmla="*/ 3864 h 3868"/>
                <a:gd name="T60" fmla="*/ 1675 w 2324"/>
                <a:gd name="T61" fmla="*/ 3866 h 3868"/>
                <a:gd name="T62" fmla="*/ 1541 w 2324"/>
                <a:gd name="T63" fmla="*/ 3697 h 3868"/>
                <a:gd name="T64" fmla="*/ 1295 w 2324"/>
                <a:gd name="T65" fmla="*/ 3421 h 3868"/>
                <a:gd name="T66" fmla="*/ 1175 w 2324"/>
                <a:gd name="T67" fmla="*/ 3301 h 3868"/>
                <a:gd name="T68" fmla="*/ 1084 w 2324"/>
                <a:gd name="T69" fmla="*/ 3232 h 3868"/>
                <a:gd name="T70" fmla="*/ 1023 w 2324"/>
                <a:gd name="T71" fmla="*/ 3212 h 3868"/>
                <a:gd name="T72" fmla="*/ 793 w 2324"/>
                <a:gd name="T73" fmla="*/ 3174 h 3868"/>
                <a:gd name="T74" fmla="*/ 561 w 2324"/>
                <a:gd name="T75" fmla="*/ 3116 h 3868"/>
                <a:gd name="T76" fmla="*/ 391 w 2324"/>
                <a:gd name="T77" fmla="*/ 3042 h 3868"/>
                <a:gd name="T78" fmla="*/ 231 w 2324"/>
                <a:gd name="T79" fmla="*/ 2968 h 3868"/>
                <a:gd name="T80" fmla="*/ 62 w 2324"/>
                <a:gd name="T81" fmla="*/ 2865 h 3868"/>
                <a:gd name="T82" fmla="*/ 1462 w 2324"/>
                <a:gd name="T83" fmla="*/ 2818 h 3868"/>
                <a:gd name="T84" fmla="*/ 1548 w 2324"/>
                <a:gd name="T85" fmla="*/ 2794 h 3868"/>
                <a:gd name="T86" fmla="*/ 1639 w 2324"/>
                <a:gd name="T87" fmla="*/ 2719 h 3868"/>
                <a:gd name="T88" fmla="*/ 1671 w 2324"/>
                <a:gd name="T89" fmla="*/ 2651 h 3868"/>
                <a:gd name="T90" fmla="*/ 1686 w 2324"/>
                <a:gd name="T91" fmla="*/ 2499 h 3868"/>
                <a:gd name="T92" fmla="*/ 1696 w 2324"/>
                <a:gd name="T93" fmla="*/ 1344 h 3868"/>
                <a:gd name="T94" fmla="*/ 1669 w 2324"/>
                <a:gd name="T95" fmla="*/ 581 h 3868"/>
                <a:gd name="T96" fmla="*/ 1643 w 2324"/>
                <a:gd name="T97" fmla="*/ 432 h 3868"/>
                <a:gd name="T98" fmla="*/ 1641 w 2324"/>
                <a:gd name="T99" fmla="*/ 307 h 3868"/>
                <a:gd name="T100" fmla="*/ 1672 w 2324"/>
                <a:gd name="T101" fmla="*/ 183 h 3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4" h="3868">
                  <a:moveTo>
                    <a:pt x="1690" y="145"/>
                  </a:moveTo>
                  <a:lnTo>
                    <a:pt x="1690" y="145"/>
                  </a:lnTo>
                  <a:lnTo>
                    <a:pt x="1704" y="123"/>
                  </a:lnTo>
                  <a:lnTo>
                    <a:pt x="1721" y="100"/>
                  </a:lnTo>
                  <a:lnTo>
                    <a:pt x="1739" y="81"/>
                  </a:lnTo>
                  <a:lnTo>
                    <a:pt x="1761" y="61"/>
                  </a:lnTo>
                  <a:lnTo>
                    <a:pt x="1761" y="61"/>
                  </a:lnTo>
                  <a:lnTo>
                    <a:pt x="1776" y="50"/>
                  </a:lnTo>
                  <a:lnTo>
                    <a:pt x="1793" y="39"/>
                  </a:lnTo>
                  <a:lnTo>
                    <a:pt x="1811" y="29"/>
                  </a:lnTo>
                  <a:lnTo>
                    <a:pt x="1831" y="20"/>
                  </a:lnTo>
                  <a:lnTo>
                    <a:pt x="1852" y="13"/>
                  </a:lnTo>
                  <a:lnTo>
                    <a:pt x="1874" y="6"/>
                  </a:lnTo>
                  <a:lnTo>
                    <a:pt x="1895" y="2"/>
                  </a:lnTo>
                  <a:lnTo>
                    <a:pt x="1917" y="0"/>
                  </a:lnTo>
                  <a:lnTo>
                    <a:pt x="1938" y="0"/>
                  </a:lnTo>
                  <a:lnTo>
                    <a:pt x="1957" y="2"/>
                  </a:lnTo>
                  <a:lnTo>
                    <a:pt x="1977" y="7"/>
                  </a:lnTo>
                  <a:lnTo>
                    <a:pt x="1985" y="11"/>
                  </a:lnTo>
                  <a:lnTo>
                    <a:pt x="1994" y="16"/>
                  </a:lnTo>
                  <a:lnTo>
                    <a:pt x="2002" y="20"/>
                  </a:lnTo>
                  <a:lnTo>
                    <a:pt x="2009" y="27"/>
                  </a:lnTo>
                  <a:lnTo>
                    <a:pt x="2016" y="32"/>
                  </a:lnTo>
                  <a:lnTo>
                    <a:pt x="2021" y="41"/>
                  </a:lnTo>
                  <a:lnTo>
                    <a:pt x="2027" y="49"/>
                  </a:lnTo>
                  <a:lnTo>
                    <a:pt x="2033" y="59"/>
                  </a:lnTo>
                  <a:lnTo>
                    <a:pt x="2035" y="68"/>
                  </a:lnTo>
                  <a:lnTo>
                    <a:pt x="2040" y="80"/>
                  </a:lnTo>
                  <a:lnTo>
                    <a:pt x="2040" y="80"/>
                  </a:lnTo>
                  <a:lnTo>
                    <a:pt x="2042" y="95"/>
                  </a:lnTo>
                  <a:lnTo>
                    <a:pt x="2045" y="110"/>
                  </a:lnTo>
                  <a:lnTo>
                    <a:pt x="2047" y="144"/>
                  </a:lnTo>
                  <a:lnTo>
                    <a:pt x="2048" y="178"/>
                  </a:lnTo>
                  <a:lnTo>
                    <a:pt x="2047" y="215"/>
                  </a:lnTo>
                  <a:lnTo>
                    <a:pt x="2042" y="286"/>
                  </a:lnTo>
                  <a:lnTo>
                    <a:pt x="2040" y="319"/>
                  </a:lnTo>
                  <a:lnTo>
                    <a:pt x="2040" y="351"/>
                  </a:lnTo>
                  <a:lnTo>
                    <a:pt x="2040" y="351"/>
                  </a:lnTo>
                  <a:lnTo>
                    <a:pt x="2040" y="389"/>
                  </a:lnTo>
                  <a:lnTo>
                    <a:pt x="2042" y="425"/>
                  </a:lnTo>
                  <a:lnTo>
                    <a:pt x="2045" y="460"/>
                  </a:lnTo>
                  <a:lnTo>
                    <a:pt x="2051" y="496"/>
                  </a:lnTo>
                  <a:lnTo>
                    <a:pt x="2060" y="567"/>
                  </a:lnTo>
                  <a:lnTo>
                    <a:pt x="2073" y="641"/>
                  </a:lnTo>
                  <a:lnTo>
                    <a:pt x="2073" y="641"/>
                  </a:lnTo>
                  <a:lnTo>
                    <a:pt x="2076" y="673"/>
                  </a:lnTo>
                  <a:lnTo>
                    <a:pt x="2077" y="705"/>
                  </a:lnTo>
                  <a:lnTo>
                    <a:pt x="2077" y="737"/>
                  </a:lnTo>
                  <a:lnTo>
                    <a:pt x="2074" y="770"/>
                  </a:lnTo>
                  <a:lnTo>
                    <a:pt x="2070" y="802"/>
                  </a:lnTo>
                  <a:lnTo>
                    <a:pt x="2066" y="834"/>
                  </a:lnTo>
                  <a:lnTo>
                    <a:pt x="2055" y="900"/>
                  </a:lnTo>
                  <a:lnTo>
                    <a:pt x="2045" y="965"/>
                  </a:lnTo>
                  <a:lnTo>
                    <a:pt x="2040" y="998"/>
                  </a:lnTo>
                  <a:lnTo>
                    <a:pt x="2037" y="1032"/>
                  </a:lnTo>
                  <a:lnTo>
                    <a:pt x="2035" y="1064"/>
                  </a:lnTo>
                  <a:lnTo>
                    <a:pt x="2035" y="1097"/>
                  </a:lnTo>
                  <a:lnTo>
                    <a:pt x="2038" y="1131"/>
                  </a:lnTo>
                  <a:lnTo>
                    <a:pt x="2042" y="1164"/>
                  </a:lnTo>
                  <a:lnTo>
                    <a:pt x="2042" y="1164"/>
                  </a:lnTo>
                  <a:lnTo>
                    <a:pt x="2066" y="1291"/>
                  </a:lnTo>
                  <a:lnTo>
                    <a:pt x="2090" y="1424"/>
                  </a:lnTo>
                  <a:lnTo>
                    <a:pt x="2099" y="1493"/>
                  </a:lnTo>
                  <a:lnTo>
                    <a:pt x="2109" y="1562"/>
                  </a:lnTo>
                  <a:lnTo>
                    <a:pt x="2116" y="1632"/>
                  </a:lnTo>
                  <a:lnTo>
                    <a:pt x="2120" y="1701"/>
                  </a:lnTo>
                  <a:lnTo>
                    <a:pt x="2122" y="1736"/>
                  </a:lnTo>
                  <a:lnTo>
                    <a:pt x="2122" y="1771"/>
                  </a:lnTo>
                  <a:lnTo>
                    <a:pt x="2120" y="1806"/>
                  </a:lnTo>
                  <a:lnTo>
                    <a:pt x="2119" y="1841"/>
                  </a:lnTo>
                  <a:lnTo>
                    <a:pt x="2116" y="1874"/>
                  </a:lnTo>
                  <a:lnTo>
                    <a:pt x="2112" y="1908"/>
                  </a:lnTo>
                  <a:lnTo>
                    <a:pt x="2108" y="1941"/>
                  </a:lnTo>
                  <a:lnTo>
                    <a:pt x="2101" y="1974"/>
                  </a:lnTo>
                  <a:lnTo>
                    <a:pt x="2092" y="2006"/>
                  </a:lnTo>
                  <a:lnTo>
                    <a:pt x="2084" y="2038"/>
                  </a:lnTo>
                  <a:lnTo>
                    <a:pt x="2073" y="2069"/>
                  </a:lnTo>
                  <a:lnTo>
                    <a:pt x="2060" y="2100"/>
                  </a:lnTo>
                  <a:lnTo>
                    <a:pt x="2047" y="2130"/>
                  </a:lnTo>
                  <a:lnTo>
                    <a:pt x="2031" y="2158"/>
                  </a:lnTo>
                  <a:lnTo>
                    <a:pt x="2015" y="2187"/>
                  </a:lnTo>
                  <a:lnTo>
                    <a:pt x="1995" y="2215"/>
                  </a:lnTo>
                  <a:lnTo>
                    <a:pt x="1995" y="2215"/>
                  </a:lnTo>
                  <a:lnTo>
                    <a:pt x="2009" y="2228"/>
                  </a:lnTo>
                  <a:lnTo>
                    <a:pt x="2021" y="2243"/>
                  </a:lnTo>
                  <a:lnTo>
                    <a:pt x="2034" y="2260"/>
                  </a:lnTo>
                  <a:lnTo>
                    <a:pt x="2047" y="2278"/>
                  </a:lnTo>
                  <a:lnTo>
                    <a:pt x="2058" y="2297"/>
                  </a:lnTo>
                  <a:lnTo>
                    <a:pt x="2069" y="2317"/>
                  </a:lnTo>
                  <a:lnTo>
                    <a:pt x="2090" y="2359"/>
                  </a:lnTo>
                  <a:lnTo>
                    <a:pt x="2108" y="2402"/>
                  </a:lnTo>
                  <a:lnTo>
                    <a:pt x="2125" y="2445"/>
                  </a:lnTo>
                  <a:lnTo>
                    <a:pt x="2138" y="2485"/>
                  </a:lnTo>
                  <a:lnTo>
                    <a:pt x="2151" y="2523"/>
                  </a:lnTo>
                  <a:lnTo>
                    <a:pt x="2151" y="2527"/>
                  </a:lnTo>
                  <a:lnTo>
                    <a:pt x="2151" y="2527"/>
                  </a:lnTo>
                  <a:lnTo>
                    <a:pt x="2152" y="2528"/>
                  </a:lnTo>
                  <a:lnTo>
                    <a:pt x="2152" y="2528"/>
                  </a:lnTo>
                  <a:lnTo>
                    <a:pt x="2151" y="2528"/>
                  </a:lnTo>
                  <a:lnTo>
                    <a:pt x="2154" y="2530"/>
                  </a:lnTo>
                  <a:lnTo>
                    <a:pt x="2154" y="2530"/>
                  </a:lnTo>
                  <a:lnTo>
                    <a:pt x="2169" y="2547"/>
                  </a:lnTo>
                  <a:lnTo>
                    <a:pt x="2184" y="2565"/>
                  </a:lnTo>
                  <a:lnTo>
                    <a:pt x="2198" y="2583"/>
                  </a:lnTo>
                  <a:lnTo>
                    <a:pt x="2211" y="2602"/>
                  </a:lnTo>
                  <a:lnTo>
                    <a:pt x="2223" y="2622"/>
                  </a:lnTo>
                  <a:lnTo>
                    <a:pt x="2236" y="2641"/>
                  </a:lnTo>
                  <a:lnTo>
                    <a:pt x="2246" y="2662"/>
                  </a:lnTo>
                  <a:lnTo>
                    <a:pt x="2257" y="2683"/>
                  </a:lnTo>
                  <a:lnTo>
                    <a:pt x="2274" y="2725"/>
                  </a:lnTo>
                  <a:lnTo>
                    <a:pt x="2289" y="2769"/>
                  </a:lnTo>
                  <a:lnTo>
                    <a:pt x="2301" y="2815"/>
                  </a:lnTo>
                  <a:lnTo>
                    <a:pt x="2311" y="2861"/>
                  </a:lnTo>
                  <a:lnTo>
                    <a:pt x="2318" y="2907"/>
                  </a:lnTo>
                  <a:lnTo>
                    <a:pt x="2322" y="2954"/>
                  </a:lnTo>
                  <a:lnTo>
                    <a:pt x="2324" y="3002"/>
                  </a:lnTo>
                  <a:lnTo>
                    <a:pt x="2324" y="3049"/>
                  </a:lnTo>
                  <a:lnTo>
                    <a:pt x="2322" y="3096"/>
                  </a:lnTo>
                  <a:lnTo>
                    <a:pt x="2317" y="3142"/>
                  </a:lnTo>
                  <a:lnTo>
                    <a:pt x="2311" y="3188"/>
                  </a:lnTo>
                  <a:lnTo>
                    <a:pt x="2303" y="3232"/>
                  </a:lnTo>
                  <a:lnTo>
                    <a:pt x="2303" y="3232"/>
                  </a:lnTo>
                  <a:lnTo>
                    <a:pt x="2297" y="3259"/>
                  </a:lnTo>
                  <a:lnTo>
                    <a:pt x="2289" y="3287"/>
                  </a:lnTo>
                  <a:lnTo>
                    <a:pt x="2280" y="3315"/>
                  </a:lnTo>
                  <a:lnTo>
                    <a:pt x="2269" y="3342"/>
                  </a:lnTo>
                  <a:lnTo>
                    <a:pt x="2260" y="3368"/>
                  </a:lnTo>
                  <a:lnTo>
                    <a:pt x="2247" y="3394"/>
                  </a:lnTo>
                  <a:lnTo>
                    <a:pt x="2221" y="3447"/>
                  </a:lnTo>
                  <a:lnTo>
                    <a:pt x="2193" y="3499"/>
                  </a:lnTo>
                  <a:lnTo>
                    <a:pt x="2164" y="3549"/>
                  </a:lnTo>
                  <a:lnTo>
                    <a:pt x="2106" y="3648"/>
                  </a:lnTo>
                  <a:lnTo>
                    <a:pt x="2106" y="3648"/>
                  </a:lnTo>
                  <a:lnTo>
                    <a:pt x="2091" y="3671"/>
                  </a:lnTo>
                  <a:lnTo>
                    <a:pt x="2076" y="3694"/>
                  </a:lnTo>
                  <a:lnTo>
                    <a:pt x="2060" y="3715"/>
                  </a:lnTo>
                  <a:lnTo>
                    <a:pt x="2044" y="3734"/>
                  </a:lnTo>
                  <a:lnTo>
                    <a:pt x="2026" y="3752"/>
                  </a:lnTo>
                  <a:lnTo>
                    <a:pt x="2006" y="3768"/>
                  </a:lnTo>
                  <a:lnTo>
                    <a:pt x="1987" y="3783"/>
                  </a:lnTo>
                  <a:lnTo>
                    <a:pt x="1966" y="3797"/>
                  </a:lnTo>
                  <a:lnTo>
                    <a:pt x="1945" y="3809"/>
                  </a:lnTo>
                  <a:lnTo>
                    <a:pt x="1923" y="3820"/>
                  </a:lnTo>
                  <a:lnTo>
                    <a:pt x="1899" y="3832"/>
                  </a:lnTo>
                  <a:lnTo>
                    <a:pt x="1875" y="3840"/>
                  </a:lnTo>
                  <a:lnTo>
                    <a:pt x="1849" y="3847"/>
                  </a:lnTo>
                  <a:lnTo>
                    <a:pt x="1824" y="3854"/>
                  </a:lnTo>
                  <a:lnTo>
                    <a:pt x="1796" y="3859"/>
                  </a:lnTo>
                  <a:lnTo>
                    <a:pt x="1768" y="3864"/>
                  </a:lnTo>
                  <a:lnTo>
                    <a:pt x="1768" y="3864"/>
                  </a:lnTo>
                  <a:lnTo>
                    <a:pt x="1746" y="3865"/>
                  </a:lnTo>
                  <a:lnTo>
                    <a:pt x="1723" y="3868"/>
                  </a:lnTo>
                  <a:lnTo>
                    <a:pt x="1700" y="3868"/>
                  </a:lnTo>
                  <a:lnTo>
                    <a:pt x="1675" y="3868"/>
                  </a:lnTo>
                  <a:lnTo>
                    <a:pt x="1675" y="3866"/>
                  </a:lnTo>
                  <a:lnTo>
                    <a:pt x="1675" y="3866"/>
                  </a:lnTo>
                  <a:lnTo>
                    <a:pt x="1644" y="3823"/>
                  </a:lnTo>
                  <a:lnTo>
                    <a:pt x="1612" y="3780"/>
                  </a:lnTo>
                  <a:lnTo>
                    <a:pt x="1577" y="3737"/>
                  </a:lnTo>
                  <a:lnTo>
                    <a:pt x="1541" y="3697"/>
                  </a:lnTo>
                  <a:lnTo>
                    <a:pt x="1469" y="3616"/>
                  </a:lnTo>
                  <a:lnTo>
                    <a:pt x="1396" y="3536"/>
                  </a:lnTo>
                  <a:lnTo>
                    <a:pt x="1396" y="3536"/>
                  </a:lnTo>
                  <a:lnTo>
                    <a:pt x="1329" y="3458"/>
                  </a:lnTo>
                  <a:lnTo>
                    <a:pt x="1295" y="3421"/>
                  </a:lnTo>
                  <a:lnTo>
                    <a:pt x="1260" y="3382"/>
                  </a:lnTo>
                  <a:lnTo>
                    <a:pt x="1258" y="3382"/>
                  </a:lnTo>
                  <a:lnTo>
                    <a:pt x="1258" y="3382"/>
                  </a:lnTo>
                  <a:lnTo>
                    <a:pt x="1218" y="3340"/>
                  </a:lnTo>
                  <a:lnTo>
                    <a:pt x="1175" y="3301"/>
                  </a:lnTo>
                  <a:lnTo>
                    <a:pt x="1154" y="3283"/>
                  </a:lnTo>
                  <a:lnTo>
                    <a:pt x="1130" y="3265"/>
                  </a:lnTo>
                  <a:lnTo>
                    <a:pt x="1108" y="3248"/>
                  </a:lnTo>
                  <a:lnTo>
                    <a:pt x="1084" y="3232"/>
                  </a:lnTo>
                  <a:lnTo>
                    <a:pt x="1084" y="3232"/>
                  </a:lnTo>
                  <a:lnTo>
                    <a:pt x="1070" y="3225"/>
                  </a:lnTo>
                  <a:lnTo>
                    <a:pt x="1055" y="3219"/>
                  </a:lnTo>
                  <a:lnTo>
                    <a:pt x="1038" y="3215"/>
                  </a:lnTo>
                  <a:lnTo>
                    <a:pt x="1023" y="3212"/>
                  </a:lnTo>
                  <a:lnTo>
                    <a:pt x="1023" y="3212"/>
                  </a:lnTo>
                  <a:lnTo>
                    <a:pt x="990" y="3208"/>
                  </a:lnTo>
                  <a:lnTo>
                    <a:pt x="955" y="3204"/>
                  </a:lnTo>
                  <a:lnTo>
                    <a:pt x="888" y="3193"/>
                  </a:lnTo>
                  <a:lnTo>
                    <a:pt x="888" y="3193"/>
                  </a:lnTo>
                  <a:lnTo>
                    <a:pt x="793" y="3174"/>
                  </a:lnTo>
                  <a:lnTo>
                    <a:pt x="746" y="3165"/>
                  </a:lnTo>
                  <a:lnTo>
                    <a:pt x="700" y="3155"/>
                  </a:lnTo>
                  <a:lnTo>
                    <a:pt x="653" y="3144"/>
                  </a:lnTo>
                  <a:lnTo>
                    <a:pt x="607" y="3131"/>
                  </a:lnTo>
                  <a:lnTo>
                    <a:pt x="561" y="3116"/>
                  </a:lnTo>
                  <a:lnTo>
                    <a:pt x="515" y="3101"/>
                  </a:lnTo>
                  <a:lnTo>
                    <a:pt x="515" y="3101"/>
                  </a:lnTo>
                  <a:lnTo>
                    <a:pt x="483" y="3087"/>
                  </a:lnTo>
                  <a:lnTo>
                    <a:pt x="452" y="3073"/>
                  </a:lnTo>
                  <a:lnTo>
                    <a:pt x="391" y="3042"/>
                  </a:lnTo>
                  <a:lnTo>
                    <a:pt x="331" y="3013"/>
                  </a:lnTo>
                  <a:lnTo>
                    <a:pt x="299" y="2998"/>
                  </a:lnTo>
                  <a:lnTo>
                    <a:pt x="268" y="2985"/>
                  </a:lnTo>
                  <a:lnTo>
                    <a:pt x="268" y="2985"/>
                  </a:lnTo>
                  <a:lnTo>
                    <a:pt x="231" y="2968"/>
                  </a:lnTo>
                  <a:lnTo>
                    <a:pt x="196" y="2950"/>
                  </a:lnTo>
                  <a:lnTo>
                    <a:pt x="161" y="2932"/>
                  </a:lnTo>
                  <a:lnTo>
                    <a:pt x="128" y="2911"/>
                  </a:lnTo>
                  <a:lnTo>
                    <a:pt x="94" y="2889"/>
                  </a:lnTo>
                  <a:lnTo>
                    <a:pt x="62" y="2865"/>
                  </a:lnTo>
                  <a:lnTo>
                    <a:pt x="0" y="2818"/>
                  </a:lnTo>
                  <a:lnTo>
                    <a:pt x="0" y="2818"/>
                  </a:lnTo>
                  <a:lnTo>
                    <a:pt x="1453" y="2818"/>
                  </a:lnTo>
                  <a:lnTo>
                    <a:pt x="1453" y="2818"/>
                  </a:lnTo>
                  <a:lnTo>
                    <a:pt x="1462" y="2818"/>
                  </a:lnTo>
                  <a:lnTo>
                    <a:pt x="1483" y="2815"/>
                  </a:lnTo>
                  <a:lnTo>
                    <a:pt x="1496" y="2812"/>
                  </a:lnTo>
                  <a:lnTo>
                    <a:pt x="1512" y="2808"/>
                  </a:lnTo>
                  <a:lnTo>
                    <a:pt x="1530" y="2803"/>
                  </a:lnTo>
                  <a:lnTo>
                    <a:pt x="1548" y="2794"/>
                  </a:lnTo>
                  <a:lnTo>
                    <a:pt x="1566" y="2785"/>
                  </a:lnTo>
                  <a:lnTo>
                    <a:pt x="1586" y="2773"/>
                  </a:lnTo>
                  <a:lnTo>
                    <a:pt x="1604" y="2758"/>
                  </a:lnTo>
                  <a:lnTo>
                    <a:pt x="1622" y="2740"/>
                  </a:lnTo>
                  <a:lnTo>
                    <a:pt x="1639" y="2719"/>
                  </a:lnTo>
                  <a:lnTo>
                    <a:pt x="1645" y="2708"/>
                  </a:lnTo>
                  <a:lnTo>
                    <a:pt x="1652" y="2696"/>
                  </a:lnTo>
                  <a:lnTo>
                    <a:pt x="1659" y="2682"/>
                  </a:lnTo>
                  <a:lnTo>
                    <a:pt x="1665" y="2666"/>
                  </a:lnTo>
                  <a:lnTo>
                    <a:pt x="1671" y="2651"/>
                  </a:lnTo>
                  <a:lnTo>
                    <a:pt x="1675" y="2634"/>
                  </a:lnTo>
                  <a:lnTo>
                    <a:pt x="1675" y="2634"/>
                  </a:lnTo>
                  <a:lnTo>
                    <a:pt x="1679" y="2608"/>
                  </a:lnTo>
                  <a:lnTo>
                    <a:pt x="1683" y="2562"/>
                  </a:lnTo>
                  <a:lnTo>
                    <a:pt x="1686" y="2499"/>
                  </a:lnTo>
                  <a:lnTo>
                    <a:pt x="1689" y="2420"/>
                  </a:lnTo>
                  <a:lnTo>
                    <a:pt x="1691" y="2217"/>
                  </a:lnTo>
                  <a:lnTo>
                    <a:pt x="1694" y="1963"/>
                  </a:lnTo>
                  <a:lnTo>
                    <a:pt x="1696" y="1668"/>
                  </a:lnTo>
                  <a:lnTo>
                    <a:pt x="1696" y="1344"/>
                  </a:lnTo>
                  <a:lnTo>
                    <a:pt x="1693" y="645"/>
                  </a:lnTo>
                  <a:lnTo>
                    <a:pt x="1693" y="645"/>
                  </a:lnTo>
                  <a:lnTo>
                    <a:pt x="1684" y="625"/>
                  </a:lnTo>
                  <a:lnTo>
                    <a:pt x="1676" y="604"/>
                  </a:lnTo>
                  <a:lnTo>
                    <a:pt x="1669" y="581"/>
                  </a:lnTo>
                  <a:lnTo>
                    <a:pt x="1664" y="556"/>
                  </a:lnTo>
                  <a:lnTo>
                    <a:pt x="1664" y="556"/>
                  </a:lnTo>
                  <a:lnTo>
                    <a:pt x="1652" y="494"/>
                  </a:lnTo>
                  <a:lnTo>
                    <a:pt x="1648" y="464"/>
                  </a:lnTo>
                  <a:lnTo>
                    <a:pt x="1643" y="432"/>
                  </a:lnTo>
                  <a:lnTo>
                    <a:pt x="1640" y="401"/>
                  </a:lnTo>
                  <a:lnTo>
                    <a:pt x="1639" y="371"/>
                  </a:lnTo>
                  <a:lnTo>
                    <a:pt x="1639" y="339"/>
                  </a:lnTo>
                  <a:lnTo>
                    <a:pt x="1641" y="307"/>
                  </a:lnTo>
                  <a:lnTo>
                    <a:pt x="1641" y="307"/>
                  </a:lnTo>
                  <a:lnTo>
                    <a:pt x="1648" y="263"/>
                  </a:lnTo>
                  <a:lnTo>
                    <a:pt x="1652" y="242"/>
                  </a:lnTo>
                  <a:lnTo>
                    <a:pt x="1658" y="222"/>
                  </a:lnTo>
                  <a:lnTo>
                    <a:pt x="1664" y="202"/>
                  </a:lnTo>
                  <a:lnTo>
                    <a:pt x="1672" y="183"/>
                  </a:lnTo>
                  <a:lnTo>
                    <a:pt x="1680" y="163"/>
                  </a:lnTo>
                  <a:lnTo>
                    <a:pt x="1690" y="145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9167DB0A-651F-DCF1-1460-193B9400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819"/>
              <a:ext cx="1162" cy="1933"/>
            </a:xfrm>
            <a:custGeom>
              <a:avLst/>
              <a:gdLst>
                <a:gd name="T0" fmla="*/ 1739 w 2324"/>
                <a:gd name="T1" fmla="*/ 81 h 3868"/>
                <a:gd name="T2" fmla="*/ 1811 w 2324"/>
                <a:gd name="T3" fmla="*/ 29 h 3868"/>
                <a:gd name="T4" fmla="*/ 1917 w 2324"/>
                <a:gd name="T5" fmla="*/ 0 h 3868"/>
                <a:gd name="T6" fmla="*/ 1994 w 2324"/>
                <a:gd name="T7" fmla="*/ 16 h 3868"/>
                <a:gd name="T8" fmla="*/ 2027 w 2324"/>
                <a:gd name="T9" fmla="*/ 49 h 3868"/>
                <a:gd name="T10" fmla="*/ 2042 w 2324"/>
                <a:gd name="T11" fmla="*/ 95 h 3868"/>
                <a:gd name="T12" fmla="*/ 2042 w 2324"/>
                <a:gd name="T13" fmla="*/ 286 h 3868"/>
                <a:gd name="T14" fmla="*/ 2042 w 2324"/>
                <a:gd name="T15" fmla="*/ 425 h 3868"/>
                <a:gd name="T16" fmla="*/ 2073 w 2324"/>
                <a:gd name="T17" fmla="*/ 641 h 3868"/>
                <a:gd name="T18" fmla="*/ 2070 w 2324"/>
                <a:gd name="T19" fmla="*/ 802 h 3868"/>
                <a:gd name="T20" fmla="*/ 2037 w 2324"/>
                <a:gd name="T21" fmla="*/ 1032 h 3868"/>
                <a:gd name="T22" fmla="*/ 2042 w 2324"/>
                <a:gd name="T23" fmla="*/ 1164 h 3868"/>
                <a:gd name="T24" fmla="*/ 2116 w 2324"/>
                <a:gd name="T25" fmla="*/ 1632 h 3868"/>
                <a:gd name="T26" fmla="*/ 2119 w 2324"/>
                <a:gd name="T27" fmla="*/ 1841 h 3868"/>
                <a:gd name="T28" fmla="*/ 2092 w 2324"/>
                <a:gd name="T29" fmla="*/ 2006 h 3868"/>
                <a:gd name="T30" fmla="*/ 2031 w 2324"/>
                <a:gd name="T31" fmla="*/ 2158 h 3868"/>
                <a:gd name="T32" fmla="*/ 2021 w 2324"/>
                <a:gd name="T33" fmla="*/ 2243 h 3868"/>
                <a:gd name="T34" fmla="*/ 2090 w 2324"/>
                <a:gd name="T35" fmla="*/ 2359 h 3868"/>
                <a:gd name="T36" fmla="*/ 2151 w 2324"/>
                <a:gd name="T37" fmla="*/ 2527 h 3868"/>
                <a:gd name="T38" fmla="*/ 2154 w 2324"/>
                <a:gd name="T39" fmla="*/ 2530 h 3868"/>
                <a:gd name="T40" fmla="*/ 2211 w 2324"/>
                <a:gd name="T41" fmla="*/ 2602 h 3868"/>
                <a:gd name="T42" fmla="*/ 2274 w 2324"/>
                <a:gd name="T43" fmla="*/ 2725 h 3868"/>
                <a:gd name="T44" fmla="*/ 2322 w 2324"/>
                <a:gd name="T45" fmla="*/ 2954 h 3868"/>
                <a:gd name="T46" fmla="*/ 2311 w 2324"/>
                <a:gd name="T47" fmla="*/ 3188 h 3868"/>
                <a:gd name="T48" fmla="*/ 2280 w 2324"/>
                <a:gd name="T49" fmla="*/ 3315 h 3868"/>
                <a:gd name="T50" fmla="*/ 2193 w 2324"/>
                <a:gd name="T51" fmla="*/ 3499 h 3868"/>
                <a:gd name="T52" fmla="*/ 2076 w 2324"/>
                <a:gd name="T53" fmla="*/ 3694 h 3868"/>
                <a:gd name="T54" fmla="*/ 1987 w 2324"/>
                <a:gd name="T55" fmla="*/ 3783 h 3868"/>
                <a:gd name="T56" fmla="*/ 1875 w 2324"/>
                <a:gd name="T57" fmla="*/ 3840 h 3868"/>
                <a:gd name="T58" fmla="*/ 1768 w 2324"/>
                <a:gd name="T59" fmla="*/ 3864 h 3868"/>
                <a:gd name="T60" fmla="*/ 1675 w 2324"/>
                <a:gd name="T61" fmla="*/ 3866 h 3868"/>
                <a:gd name="T62" fmla="*/ 1541 w 2324"/>
                <a:gd name="T63" fmla="*/ 3697 h 3868"/>
                <a:gd name="T64" fmla="*/ 1295 w 2324"/>
                <a:gd name="T65" fmla="*/ 3421 h 3868"/>
                <a:gd name="T66" fmla="*/ 1175 w 2324"/>
                <a:gd name="T67" fmla="*/ 3301 h 3868"/>
                <a:gd name="T68" fmla="*/ 1084 w 2324"/>
                <a:gd name="T69" fmla="*/ 3232 h 3868"/>
                <a:gd name="T70" fmla="*/ 1023 w 2324"/>
                <a:gd name="T71" fmla="*/ 3212 h 3868"/>
                <a:gd name="T72" fmla="*/ 793 w 2324"/>
                <a:gd name="T73" fmla="*/ 3174 h 3868"/>
                <a:gd name="T74" fmla="*/ 561 w 2324"/>
                <a:gd name="T75" fmla="*/ 3116 h 3868"/>
                <a:gd name="T76" fmla="*/ 391 w 2324"/>
                <a:gd name="T77" fmla="*/ 3042 h 3868"/>
                <a:gd name="T78" fmla="*/ 231 w 2324"/>
                <a:gd name="T79" fmla="*/ 2968 h 3868"/>
                <a:gd name="T80" fmla="*/ 62 w 2324"/>
                <a:gd name="T81" fmla="*/ 2865 h 3868"/>
                <a:gd name="T82" fmla="*/ 1462 w 2324"/>
                <a:gd name="T83" fmla="*/ 2818 h 3868"/>
                <a:gd name="T84" fmla="*/ 1548 w 2324"/>
                <a:gd name="T85" fmla="*/ 2794 h 3868"/>
                <a:gd name="T86" fmla="*/ 1639 w 2324"/>
                <a:gd name="T87" fmla="*/ 2719 h 3868"/>
                <a:gd name="T88" fmla="*/ 1671 w 2324"/>
                <a:gd name="T89" fmla="*/ 2651 h 3868"/>
                <a:gd name="T90" fmla="*/ 1686 w 2324"/>
                <a:gd name="T91" fmla="*/ 2499 h 3868"/>
                <a:gd name="T92" fmla="*/ 1696 w 2324"/>
                <a:gd name="T93" fmla="*/ 1344 h 3868"/>
                <a:gd name="T94" fmla="*/ 1669 w 2324"/>
                <a:gd name="T95" fmla="*/ 581 h 3868"/>
                <a:gd name="T96" fmla="*/ 1643 w 2324"/>
                <a:gd name="T97" fmla="*/ 432 h 3868"/>
                <a:gd name="T98" fmla="*/ 1641 w 2324"/>
                <a:gd name="T99" fmla="*/ 307 h 3868"/>
                <a:gd name="T100" fmla="*/ 1672 w 2324"/>
                <a:gd name="T101" fmla="*/ 183 h 3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4" h="3868">
                  <a:moveTo>
                    <a:pt x="1690" y="145"/>
                  </a:moveTo>
                  <a:lnTo>
                    <a:pt x="1690" y="145"/>
                  </a:lnTo>
                  <a:lnTo>
                    <a:pt x="1704" y="123"/>
                  </a:lnTo>
                  <a:lnTo>
                    <a:pt x="1721" y="100"/>
                  </a:lnTo>
                  <a:lnTo>
                    <a:pt x="1739" y="81"/>
                  </a:lnTo>
                  <a:lnTo>
                    <a:pt x="1761" y="61"/>
                  </a:lnTo>
                  <a:lnTo>
                    <a:pt x="1761" y="61"/>
                  </a:lnTo>
                  <a:lnTo>
                    <a:pt x="1776" y="50"/>
                  </a:lnTo>
                  <a:lnTo>
                    <a:pt x="1793" y="39"/>
                  </a:lnTo>
                  <a:lnTo>
                    <a:pt x="1811" y="29"/>
                  </a:lnTo>
                  <a:lnTo>
                    <a:pt x="1831" y="20"/>
                  </a:lnTo>
                  <a:lnTo>
                    <a:pt x="1852" y="13"/>
                  </a:lnTo>
                  <a:lnTo>
                    <a:pt x="1874" y="6"/>
                  </a:lnTo>
                  <a:lnTo>
                    <a:pt x="1895" y="2"/>
                  </a:lnTo>
                  <a:lnTo>
                    <a:pt x="1917" y="0"/>
                  </a:lnTo>
                  <a:lnTo>
                    <a:pt x="1938" y="0"/>
                  </a:lnTo>
                  <a:lnTo>
                    <a:pt x="1957" y="2"/>
                  </a:lnTo>
                  <a:lnTo>
                    <a:pt x="1977" y="7"/>
                  </a:lnTo>
                  <a:lnTo>
                    <a:pt x="1985" y="11"/>
                  </a:lnTo>
                  <a:lnTo>
                    <a:pt x="1994" y="16"/>
                  </a:lnTo>
                  <a:lnTo>
                    <a:pt x="2002" y="20"/>
                  </a:lnTo>
                  <a:lnTo>
                    <a:pt x="2009" y="27"/>
                  </a:lnTo>
                  <a:lnTo>
                    <a:pt x="2016" y="32"/>
                  </a:lnTo>
                  <a:lnTo>
                    <a:pt x="2021" y="41"/>
                  </a:lnTo>
                  <a:lnTo>
                    <a:pt x="2027" y="49"/>
                  </a:lnTo>
                  <a:lnTo>
                    <a:pt x="2033" y="59"/>
                  </a:lnTo>
                  <a:lnTo>
                    <a:pt x="2035" y="68"/>
                  </a:lnTo>
                  <a:lnTo>
                    <a:pt x="2040" y="80"/>
                  </a:lnTo>
                  <a:lnTo>
                    <a:pt x="2040" y="80"/>
                  </a:lnTo>
                  <a:lnTo>
                    <a:pt x="2042" y="95"/>
                  </a:lnTo>
                  <a:lnTo>
                    <a:pt x="2045" y="110"/>
                  </a:lnTo>
                  <a:lnTo>
                    <a:pt x="2047" y="144"/>
                  </a:lnTo>
                  <a:lnTo>
                    <a:pt x="2048" y="178"/>
                  </a:lnTo>
                  <a:lnTo>
                    <a:pt x="2047" y="215"/>
                  </a:lnTo>
                  <a:lnTo>
                    <a:pt x="2042" y="286"/>
                  </a:lnTo>
                  <a:lnTo>
                    <a:pt x="2040" y="319"/>
                  </a:lnTo>
                  <a:lnTo>
                    <a:pt x="2040" y="351"/>
                  </a:lnTo>
                  <a:lnTo>
                    <a:pt x="2040" y="351"/>
                  </a:lnTo>
                  <a:lnTo>
                    <a:pt x="2040" y="389"/>
                  </a:lnTo>
                  <a:lnTo>
                    <a:pt x="2042" y="425"/>
                  </a:lnTo>
                  <a:lnTo>
                    <a:pt x="2045" y="460"/>
                  </a:lnTo>
                  <a:lnTo>
                    <a:pt x="2051" y="496"/>
                  </a:lnTo>
                  <a:lnTo>
                    <a:pt x="2060" y="567"/>
                  </a:lnTo>
                  <a:lnTo>
                    <a:pt x="2073" y="641"/>
                  </a:lnTo>
                  <a:lnTo>
                    <a:pt x="2073" y="641"/>
                  </a:lnTo>
                  <a:lnTo>
                    <a:pt x="2076" y="673"/>
                  </a:lnTo>
                  <a:lnTo>
                    <a:pt x="2077" y="705"/>
                  </a:lnTo>
                  <a:lnTo>
                    <a:pt x="2077" y="737"/>
                  </a:lnTo>
                  <a:lnTo>
                    <a:pt x="2074" y="770"/>
                  </a:lnTo>
                  <a:lnTo>
                    <a:pt x="2070" y="802"/>
                  </a:lnTo>
                  <a:lnTo>
                    <a:pt x="2066" y="834"/>
                  </a:lnTo>
                  <a:lnTo>
                    <a:pt x="2055" y="900"/>
                  </a:lnTo>
                  <a:lnTo>
                    <a:pt x="2045" y="965"/>
                  </a:lnTo>
                  <a:lnTo>
                    <a:pt x="2040" y="998"/>
                  </a:lnTo>
                  <a:lnTo>
                    <a:pt x="2037" y="1032"/>
                  </a:lnTo>
                  <a:lnTo>
                    <a:pt x="2035" y="1064"/>
                  </a:lnTo>
                  <a:lnTo>
                    <a:pt x="2035" y="1097"/>
                  </a:lnTo>
                  <a:lnTo>
                    <a:pt x="2038" y="1131"/>
                  </a:lnTo>
                  <a:lnTo>
                    <a:pt x="2042" y="1164"/>
                  </a:lnTo>
                  <a:lnTo>
                    <a:pt x="2042" y="1164"/>
                  </a:lnTo>
                  <a:lnTo>
                    <a:pt x="2066" y="1291"/>
                  </a:lnTo>
                  <a:lnTo>
                    <a:pt x="2090" y="1424"/>
                  </a:lnTo>
                  <a:lnTo>
                    <a:pt x="2099" y="1493"/>
                  </a:lnTo>
                  <a:lnTo>
                    <a:pt x="2109" y="1562"/>
                  </a:lnTo>
                  <a:lnTo>
                    <a:pt x="2116" y="1632"/>
                  </a:lnTo>
                  <a:lnTo>
                    <a:pt x="2120" y="1701"/>
                  </a:lnTo>
                  <a:lnTo>
                    <a:pt x="2122" y="1736"/>
                  </a:lnTo>
                  <a:lnTo>
                    <a:pt x="2122" y="1771"/>
                  </a:lnTo>
                  <a:lnTo>
                    <a:pt x="2120" y="1806"/>
                  </a:lnTo>
                  <a:lnTo>
                    <a:pt x="2119" y="1841"/>
                  </a:lnTo>
                  <a:lnTo>
                    <a:pt x="2116" y="1874"/>
                  </a:lnTo>
                  <a:lnTo>
                    <a:pt x="2112" y="1908"/>
                  </a:lnTo>
                  <a:lnTo>
                    <a:pt x="2108" y="1941"/>
                  </a:lnTo>
                  <a:lnTo>
                    <a:pt x="2101" y="1974"/>
                  </a:lnTo>
                  <a:lnTo>
                    <a:pt x="2092" y="2006"/>
                  </a:lnTo>
                  <a:lnTo>
                    <a:pt x="2084" y="2038"/>
                  </a:lnTo>
                  <a:lnTo>
                    <a:pt x="2073" y="2069"/>
                  </a:lnTo>
                  <a:lnTo>
                    <a:pt x="2060" y="2100"/>
                  </a:lnTo>
                  <a:lnTo>
                    <a:pt x="2047" y="2130"/>
                  </a:lnTo>
                  <a:lnTo>
                    <a:pt x="2031" y="2158"/>
                  </a:lnTo>
                  <a:lnTo>
                    <a:pt x="2015" y="2187"/>
                  </a:lnTo>
                  <a:lnTo>
                    <a:pt x="1995" y="2215"/>
                  </a:lnTo>
                  <a:lnTo>
                    <a:pt x="1995" y="2215"/>
                  </a:lnTo>
                  <a:lnTo>
                    <a:pt x="2009" y="2228"/>
                  </a:lnTo>
                  <a:lnTo>
                    <a:pt x="2021" y="2243"/>
                  </a:lnTo>
                  <a:lnTo>
                    <a:pt x="2034" y="2260"/>
                  </a:lnTo>
                  <a:lnTo>
                    <a:pt x="2047" y="2278"/>
                  </a:lnTo>
                  <a:lnTo>
                    <a:pt x="2058" y="2297"/>
                  </a:lnTo>
                  <a:lnTo>
                    <a:pt x="2069" y="2317"/>
                  </a:lnTo>
                  <a:lnTo>
                    <a:pt x="2090" y="2359"/>
                  </a:lnTo>
                  <a:lnTo>
                    <a:pt x="2108" y="2402"/>
                  </a:lnTo>
                  <a:lnTo>
                    <a:pt x="2125" y="2445"/>
                  </a:lnTo>
                  <a:lnTo>
                    <a:pt x="2138" y="2485"/>
                  </a:lnTo>
                  <a:lnTo>
                    <a:pt x="2151" y="2523"/>
                  </a:lnTo>
                  <a:lnTo>
                    <a:pt x="2151" y="2527"/>
                  </a:lnTo>
                  <a:lnTo>
                    <a:pt x="2151" y="2527"/>
                  </a:lnTo>
                  <a:lnTo>
                    <a:pt x="2152" y="2528"/>
                  </a:lnTo>
                  <a:lnTo>
                    <a:pt x="2152" y="2528"/>
                  </a:lnTo>
                  <a:lnTo>
                    <a:pt x="2151" y="2528"/>
                  </a:lnTo>
                  <a:lnTo>
                    <a:pt x="2154" y="2530"/>
                  </a:lnTo>
                  <a:lnTo>
                    <a:pt x="2154" y="2530"/>
                  </a:lnTo>
                  <a:lnTo>
                    <a:pt x="2169" y="2547"/>
                  </a:lnTo>
                  <a:lnTo>
                    <a:pt x="2184" y="2565"/>
                  </a:lnTo>
                  <a:lnTo>
                    <a:pt x="2198" y="2583"/>
                  </a:lnTo>
                  <a:lnTo>
                    <a:pt x="2211" y="2602"/>
                  </a:lnTo>
                  <a:lnTo>
                    <a:pt x="2223" y="2622"/>
                  </a:lnTo>
                  <a:lnTo>
                    <a:pt x="2236" y="2641"/>
                  </a:lnTo>
                  <a:lnTo>
                    <a:pt x="2246" y="2662"/>
                  </a:lnTo>
                  <a:lnTo>
                    <a:pt x="2257" y="2683"/>
                  </a:lnTo>
                  <a:lnTo>
                    <a:pt x="2274" y="2725"/>
                  </a:lnTo>
                  <a:lnTo>
                    <a:pt x="2289" y="2769"/>
                  </a:lnTo>
                  <a:lnTo>
                    <a:pt x="2301" y="2815"/>
                  </a:lnTo>
                  <a:lnTo>
                    <a:pt x="2311" y="2861"/>
                  </a:lnTo>
                  <a:lnTo>
                    <a:pt x="2318" y="2907"/>
                  </a:lnTo>
                  <a:lnTo>
                    <a:pt x="2322" y="2954"/>
                  </a:lnTo>
                  <a:lnTo>
                    <a:pt x="2324" y="3002"/>
                  </a:lnTo>
                  <a:lnTo>
                    <a:pt x="2324" y="3049"/>
                  </a:lnTo>
                  <a:lnTo>
                    <a:pt x="2322" y="3096"/>
                  </a:lnTo>
                  <a:lnTo>
                    <a:pt x="2317" y="3142"/>
                  </a:lnTo>
                  <a:lnTo>
                    <a:pt x="2311" y="3188"/>
                  </a:lnTo>
                  <a:lnTo>
                    <a:pt x="2303" y="3232"/>
                  </a:lnTo>
                  <a:lnTo>
                    <a:pt x="2303" y="3232"/>
                  </a:lnTo>
                  <a:lnTo>
                    <a:pt x="2297" y="3259"/>
                  </a:lnTo>
                  <a:lnTo>
                    <a:pt x="2289" y="3287"/>
                  </a:lnTo>
                  <a:lnTo>
                    <a:pt x="2280" y="3315"/>
                  </a:lnTo>
                  <a:lnTo>
                    <a:pt x="2269" y="3342"/>
                  </a:lnTo>
                  <a:lnTo>
                    <a:pt x="2260" y="3368"/>
                  </a:lnTo>
                  <a:lnTo>
                    <a:pt x="2247" y="3394"/>
                  </a:lnTo>
                  <a:lnTo>
                    <a:pt x="2221" y="3447"/>
                  </a:lnTo>
                  <a:lnTo>
                    <a:pt x="2193" y="3499"/>
                  </a:lnTo>
                  <a:lnTo>
                    <a:pt x="2164" y="3549"/>
                  </a:lnTo>
                  <a:lnTo>
                    <a:pt x="2106" y="3648"/>
                  </a:lnTo>
                  <a:lnTo>
                    <a:pt x="2106" y="3648"/>
                  </a:lnTo>
                  <a:lnTo>
                    <a:pt x="2091" y="3671"/>
                  </a:lnTo>
                  <a:lnTo>
                    <a:pt x="2076" y="3694"/>
                  </a:lnTo>
                  <a:lnTo>
                    <a:pt x="2060" y="3715"/>
                  </a:lnTo>
                  <a:lnTo>
                    <a:pt x="2044" y="3734"/>
                  </a:lnTo>
                  <a:lnTo>
                    <a:pt x="2026" y="3752"/>
                  </a:lnTo>
                  <a:lnTo>
                    <a:pt x="2006" y="3768"/>
                  </a:lnTo>
                  <a:lnTo>
                    <a:pt x="1987" y="3783"/>
                  </a:lnTo>
                  <a:lnTo>
                    <a:pt x="1966" y="3797"/>
                  </a:lnTo>
                  <a:lnTo>
                    <a:pt x="1945" y="3809"/>
                  </a:lnTo>
                  <a:lnTo>
                    <a:pt x="1923" y="3820"/>
                  </a:lnTo>
                  <a:lnTo>
                    <a:pt x="1899" y="3832"/>
                  </a:lnTo>
                  <a:lnTo>
                    <a:pt x="1875" y="3840"/>
                  </a:lnTo>
                  <a:lnTo>
                    <a:pt x="1849" y="3847"/>
                  </a:lnTo>
                  <a:lnTo>
                    <a:pt x="1824" y="3854"/>
                  </a:lnTo>
                  <a:lnTo>
                    <a:pt x="1796" y="3859"/>
                  </a:lnTo>
                  <a:lnTo>
                    <a:pt x="1768" y="3864"/>
                  </a:lnTo>
                  <a:lnTo>
                    <a:pt x="1768" y="3864"/>
                  </a:lnTo>
                  <a:lnTo>
                    <a:pt x="1746" y="3865"/>
                  </a:lnTo>
                  <a:lnTo>
                    <a:pt x="1723" y="3868"/>
                  </a:lnTo>
                  <a:lnTo>
                    <a:pt x="1700" y="3868"/>
                  </a:lnTo>
                  <a:lnTo>
                    <a:pt x="1675" y="3868"/>
                  </a:lnTo>
                  <a:lnTo>
                    <a:pt x="1675" y="3866"/>
                  </a:lnTo>
                  <a:lnTo>
                    <a:pt x="1675" y="3866"/>
                  </a:lnTo>
                  <a:lnTo>
                    <a:pt x="1644" y="3823"/>
                  </a:lnTo>
                  <a:lnTo>
                    <a:pt x="1612" y="3780"/>
                  </a:lnTo>
                  <a:lnTo>
                    <a:pt x="1577" y="3737"/>
                  </a:lnTo>
                  <a:lnTo>
                    <a:pt x="1541" y="3697"/>
                  </a:lnTo>
                  <a:lnTo>
                    <a:pt x="1469" y="3616"/>
                  </a:lnTo>
                  <a:lnTo>
                    <a:pt x="1396" y="3536"/>
                  </a:lnTo>
                  <a:lnTo>
                    <a:pt x="1396" y="3536"/>
                  </a:lnTo>
                  <a:lnTo>
                    <a:pt x="1329" y="3458"/>
                  </a:lnTo>
                  <a:lnTo>
                    <a:pt x="1295" y="3421"/>
                  </a:lnTo>
                  <a:lnTo>
                    <a:pt x="1260" y="3382"/>
                  </a:lnTo>
                  <a:lnTo>
                    <a:pt x="1258" y="3382"/>
                  </a:lnTo>
                  <a:lnTo>
                    <a:pt x="1258" y="3382"/>
                  </a:lnTo>
                  <a:lnTo>
                    <a:pt x="1218" y="3340"/>
                  </a:lnTo>
                  <a:lnTo>
                    <a:pt x="1175" y="3301"/>
                  </a:lnTo>
                  <a:lnTo>
                    <a:pt x="1154" y="3283"/>
                  </a:lnTo>
                  <a:lnTo>
                    <a:pt x="1130" y="3265"/>
                  </a:lnTo>
                  <a:lnTo>
                    <a:pt x="1108" y="3248"/>
                  </a:lnTo>
                  <a:lnTo>
                    <a:pt x="1084" y="3232"/>
                  </a:lnTo>
                  <a:lnTo>
                    <a:pt x="1084" y="3232"/>
                  </a:lnTo>
                  <a:lnTo>
                    <a:pt x="1070" y="3225"/>
                  </a:lnTo>
                  <a:lnTo>
                    <a:pt x="1055" y="3219"/>
                  </a:lnTo>
                  <a:lnTo>
                    <a:pt x="1038" y="3215"/>
                  </a:lnTo>
                  <a:lnTo>
                    <a:pt x="1023" y="3212"/>
                  </a:lnTo>
                  <a:lnTo>
                    <a:pt x="1023" y="3212"/>
                  </a:lnTo>
                  <a:lnTo>
                    <a:pt x="990" y="3208"/>
                  </a:lnTo>
                  <a:lnTo>
                    <a:pt x="955" y="3204"/>
                  </a:lnTo>
                  <a:lnTo>
                    <a:pt x="888" y="3193"/>
                  </a:lnTo>
                  <a:lnTo>
                    <a:pt x="888" y="3193"/>
                  </a:lnTo>
                  <a:lnTo>
                    <a:pt x="793" y="3174"/>
                  </a:lnTo>
                  <a:lnTo>
                    <a:pt x="746" y="3165"/>
                  </a:lnTo>
                  <a:lnTo>
                    <a:pt x="700" y="3155"/>
                  </a:lnTo>
                  <a:lnTo>
                    <a:pt x="653" y="3144"/>
                  </a:lnTo>
                  <a:lnTo>
                    <a:pt x="607" y="3131"/>
                  </a:lnTo>
                  <a:lnTo>
                    <a:pt x="561" y="3116"/>
                  </a:lnTo>
                  <a:lnTo>
                    <a:pt x="515" y="3101"/>
                  </a:lnTo>
                  <a:lnTo>
                    <a:pt x="515" y="3101"/>
                  </a:lnTo>
                  <a:lnTo>
                    <a:pt x="483" y="3087"/>
                  </a:lnTo>
                  <a:lnTo>
                    <a:pt x="452" y="3073"/>
                  </a:lnTo>
                  <a:lnTo>
                    <a:pt x="391" y="3042"/>
                  </a:lnTo>
                  <a:lnTo>
                    <a:pt x="331" y="3013"/>
                  </a:lnTo>
                  <a:lnTo>
                    <a:pt x="299" y="2998"/>
                  </a:lnTo>
                  <a:lnTo>
                    <a:pt x="268" y="2985"/>
                  </a:lnTo>
                  <a:lnTo>
                    <a:pt x="268" y="2985"/>
                  </a:lnTo>
                  <a:lnTo>
                    <a:pt x="231" y="2968"/>
                  </a:lnTo>
                  <a:lnTo>
                    <a:pt x="196" y="2950"/>
                  </a:lnTo>
                  <a:lnTo>
                    <a:pt x="161" y="2932"/>
                  </a:lnTo>
                  <a:lnTo>
                    <a:pt x="128" y="2911"/>
                  </a:lnTo>
                  <a:lnTo>
                    <a:pt x="94" y="2889"/>
                  </a:lnTo>
                  <a:lnTo>
                    <a:pt x="62" y="2865"/>
                  </a:lnTo>
                  <a:lnTo>
                    <a:pt x="0" y="2818"/>
                  </a:lnTo>
                  <a:lnTo>
                    <a:pt x="0" y="2818"/>
                  </a:lnTo>
                  <a:lnTo>
                    <a:pt x="1453" y="2818"/>
                  </a:lnTo>
                  <a:lnTo>
                    <a:pt x="1453" y="2818"/>
                  </a:lnTo>
                  <a:lnTo>
                    <a:pt x="1462" y="2818"/>
                  </a:lnTo>
                  <a:lnTo>
                    <a:pt x="1483" y="2815"/>
                  </a:lnTo>
                  <a:lnTo>
                    <a:pt x="1496" y="2812"/>
                  </a:lnTo>
                  <a:lnTo>
                    <a:pt x="1512" y="2808"/>
                  </a:lnTo>
                  <a:lnTo>
                    <a:pt x="1530" y="2803"/>
                  </a:lnTo>
                  <a:lnTo>
                    <a:pt x="1548" y="2794"/>
                  </a:lnTo>
                  <a:lnTo>
                    <a:pt x="1566" y="2785"/>
                  </a:lnTo>
                  <a:lnTo>
                    <a:pt x="1586" y="2773"/>
                  </a:lnTo>
                  <a:lnTo>
                    <a:pt x="1604" y="2758"/>
                  </a:lnTo>
                  <a:lnTo>
                    <a:pt x="1622" y="2740"/>
                  </a:lnTo>
                  <a:lnTo>
                    <a:pt x="1639" y="2719"/>
                  </a:lnTo>
                  <a:lnTo>
                    <a:pt x="1645" y="2708"/>
                  </a:lnTo>
                  <a:lnTo>
                    <a:pt x="1652" y="2696"/>
                  </a:lnTo>
                  <a:lnTo>
                    <a:pt x="1659" y="2682"/>
                  </a:lnTo>
                  <a:lnTo>
                    <a:pt x="1665" y="2666"/>
                  </a:lnTo>
                  <a:lnTo>
                    <a:pt x="1671" y="2651"/>
                  </a:lnTo>
                  <a:lnTo>
                    <a:pt x="1675" y="2634"/>
                  </a:lnTo>
                  <a:lnTo>
                    <a:pt x="1675" y="2634"/>
                  </a:lnTo>
                  <a:lnTo>
                    <a:pt x="1679" y="2608"/>
                  </a:lnTo>
                  <a:lnTo>
                    <a:pt x="1683" y="2562"/>
                  </a:lnTo>
                  <a:lnTo>
                    <a:pt x="1686" y="2499"/>
                  </a:lnTo>
                  <a:lnTo>
                    <a:pt x="1689" y="2420"/>
                  </a:lnTo>
                  <a:lnTo>
                    <a:pt x="1691" y="2217"/>
                  </a:lnTo>
                  <a:lnTo>
                    <a:pt x="1694" y="1963"/>
                  </a:lnTo>
                  <a:lnTo>
                    <a:pt x="1696" y="1668"/>
                  </a:lnTo>
                  <a:lnTo>
                    <a:pt x="1696" y="1344"/>
                  </a:lnTo>
                  <a:lnTo>
                    <a:pt x="1693" y="645"/>
                  </a:lnTo>
                  <a:lnTo>
                    <a:pt x="1693" y="645"/>
                  </a:lnTo>
                  <a:lnTo>
                    <a:pt x="1684" y="625"/>
                  </a:lnTo>
                  <a:lnTo>
                    <a:pt x="1676" y="604"/>
                  </a:lnTo>
                  <a:lnTo>
                    <a:pt x="1669" y="581"/>
                  </a:lnTo>
                  <a:lnTo>
                    <a:pt x="1664" y="556"/>
                  </a:lnTo>
                  <a:lnTo>
                    <a:pt x="1664" y="556"/>
                  </a:lnTo>
                  <a:lnTo>
                    <a:pt x="1652" y="494"/>
                  </a:lnTo>
                  <a:lnTo>
                    <a:pt x="1648" y="464"/>
                  </a:lnTo>
                  <a:lnTo>
                    <a:pt x="1643" y="432"/>
                  </a:lnTo>
                  <a:lnTo>
                    <a:pt x="1640" y="401"/>
                  </a:lnTo>
                  <a:lnTo>
                    <a:pt x="1639" y="371"/>
                  </a:lnTo>
                  <a:lnTo>
                    <a:pt x="1639" y="339"/>
                  </a:lnTo>
                  <a:lnTo>
                    <a:pt x="1641" y="307"/>
                  </a:lnTo>
                  <a:lnTo>
                    <a:pt x="1641" y="307"/>
                  </a:lnTo>
                  <a:lnTo>
                    <a:pt x="1648" y="263"/>
                  </a:lnTo>
                  <a:lnTo>
                    <a:pt x="1652" y="242"/>
                  </a:lnTo>
                  <a:lnTo>
                    <a:pt x="1658" y="222"/>
                  </a:lnTo>
                  <a:lnTo>
                    <a:pt x="1664" y="202"/>
                  </a:lnTo>
                  <a:lnTo>
                    <a:pt x="1672" y="183"/>
                  </a:lnTo>
                  <a:lnTo>
                    <a:pt x="1680" y="163"/>
                  </a:lnTo>
                  <a:lnTo>
                    <a:pt x="1690" y="1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D35E08FE-C439-EAA5-3EFE-F6B5384E9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9"/>
              <a:ext cx="1121" cy="2199"/>
            </a:xfrm>
            <a:custGeom>
              <a:avLst/>
              <a:gdLst>
                <a:gd name="T0" fmla="*/ 202 w 2244"/>
                <a:gd name="T1" fmla="*/ 4397 h 4397"/>
                <a:gd name="T2" fmla="*/ 78 w 2244"/>
                <a:gd name="T3" fmla="*/ 4375 h 4397"/>
                <a:gd name="T4" fmla="*/ 32 w 2244"/>
                <a:gd name="T5" fmla="*/ 4336 h 4397"/>
                <a:gd name="T6" fmla="*/ 4 w 2244"/>
                <a:gd name="T7" fmla="*/ 4254 h 4397"/>
                <a:gd name="T8" fmla="*/ 0 w 2244"/>
                <a:gd name="T9" fmla="*/ 4173 h 4397"/>
                <a:gd name="T10" fmla="*/ 80 w 2244"/>
                <a:gd name="T11" fmla="*/ 4055 h 4397"/>
                <a:gd name="T12" fmla="*/ 195 w 2244"/>
                <a:gd name="T13" fmla="*/ 4003 h 4397"/>
                <a:gd name="T14" fmla="*/ 225 w 2244"/>
                <a:gd name="T15" fmla="*/ 3968 h 4397"/>
                <a:gd name="T16" fmla="*/ 244 w 2244"/>
                <a:gd name="T17" fmla="*/ 3875 h 4397"/>
                <a:gd name="T18" fmla="*/ 234 w 2244"/>
                <a:gd name="T19" fmla="*/ 3801 h 4397"/>
                <a:gd name="T20" fmla="*/ 202 w 2244"/>
                <a:gd name="T21" fmla="*/ 3750 h 4397"/>
                <a:gd name="T22" fmla="*/ 149 w 2244"/>
                <a:gd name="T23" fmla="*/ 3718 h 4397"/>
                <a:gd name="T24" fmla="*/ 99 w 2244"/>
                <a:gd name="T25" fmla="*/ 3707 h 4397"/>
                <a:gd name="T26" fmla="*/ 2 w 2244"/>
                <a:gd name="T27" fmla="*/ 3688 h 4397"/>
                <a:gd name="T28" fmla="*/ 17 w 2244"/>
                <a:gd name="T29" fmla="*/ 3377 h 4397"/>
                <a:gd name="T30" fmla="*/ 103 w 2244"/>
                <a:gd name="T31" fmla="*/ 3379 h 4397"/>
                <a:gd name="T32" fmla="*/ 183 w 2244"/>
                <a:gd name="T33" fmla="*/ 3350 h 4397"/>
                <a:gd name="T34" fmla="*/ 223 w 2244"/>
                <a:gd name="T35" fmla="*/ 3304 h 4397"/>
                <a:gd name="T36" fmla="*/ 257 w 2244"/>
                <a:gd name="T37" fmla="*/ 3239 h 4397"/>
                <a:gd name="T38" fmla="*/ 258 w 2244"/>
                <a:gd name="T39" fmla="*/ 3162 h 4397"/>
                <a:gd name="T40" fmla="*/ 220 w 2244"/>
                <a:gd name="T41" fmla="*/ 3073 h 4397"/>
                <a:gd name="T42" fmla="*/ 163 w 2244"/>
                <a:gd name="T43" fmla="*/ 3006 h 4397"/>
                <a:gd name="T44" fmla="*/ 50 w 2244"/>
                <a:gd name="T45" fmla="*/ 2921 h 4397"/>
                <a:gd name="T46" fmla="*/ 4 w 2244"/>
                <a:gd name="T47" fmla="*/ 2694 h 4397"/>
                <a:gd name="T48" fmla="*/ 59 w 2244"/>
                <a:gd name="T49" fmla="*/ 2703 h 4397"/>
                <a:gd name="T50" fmla="*/ 166 w 2244"/>
                <a:gd name="T51" fmla="*/ 2682 h 4397"/>
                <a:gd name="T52" fmla="*/ 198 w 2244"/>
                <a:gd name="T53" fmla="*/ 2658 h 4397"/>
                <a:gd name="T54" fmla="*/ 245 w 2244"/>
                <a:gd name="T55" fmla="*/ 2593 h 4397"/>
                <a:gd name="T56" fmla="*/ 261 w 2244"/>
                <a:gd name="T57" fmla="*/ 2522 h 4397"/>
                <a:gd name="T58" fmla="*/ 240 w 2244"/>
                <a:gd name="T59" fmla="*/ 2428 h 4397"/>
                <a:gd name="T60" fmla="*/ 194 w 2244"/>
                <a:gd name="T61" fmla="*/ 2357 h 4397"/>
                <a:gd name="T62" fmla="*/ 94 w 2244"/>
                <a:gd name="T63" fmla="*/ 2273 h 4397"/>
                <a:gd name="T64" fmla="*/ 6 w 2244"/>
                <a:gd name="T65" fmla="*/ 1973 h 4397"/>
                <a:gd name="T66" fmla="*/ 6 w 2244"/>
                <a:gd name="T67" fmla="*/ 497 h 4397"/>
                <a:gd name="T68" fmla="*/ 2 w 2244"/>
                <a:gd name="T69" fmla="*/ 251 h 4397"/>
                <a:gd name="T70" fmla="*/ 38 w 2244"/>
                <a:gd name="T71" fmla="*/ 112 h 4397"/>
                <a:gd name="T72" fmla="*/ 76 w 2244"/>
                <a:gd name="T73" fmla="*/ 65 h 4397"/>
                <a:gd name="T74" fmla="*/ 166 w 2244"/>
                <a:gd name="T75" fmla="*/ 17 h 4397"/>
                <a:gd name="T76" fmla="*/ 1365 w 2244"/>
                <a:gd name="T77" fmla="*/ 5 h 4397"/>
                <a:gd name="T78" fmla="*/ 1990 w 2244"/>
                <a:gd name="T79" fmla="*/ 5 h 4397"/>
                <a:gd name="T80" fmla="*/ 2090 w 2244"/>
                <a:gd name="T81" fmla="*/ 19 h 4397"/>
                <a:gd name="T82" fmla="*/ 2160 w 2244"/>
                <a:gd name="T83" fmla="*/ 71 h 4397"/>
                <a:gd name="T84" fmla="*/ 2207 w 2244"/>
                <a:gd name="T85" fmla="*/ 161 h 4397"/>
                <a:gd name="T86" fmla="*/ 2228 w 2244"/>
                <a:gd name="T87" fmla="*/ 669 h 4397"/>
                <a:gd name="T88" fmla="*/ 2220 w 2244"/>
                <a:gd name="T89" fmla="*/ 1762 h 4397"/>
                <a:gd name="T90" fmla="*/ 2189 w 2244"/>
                <a:gd name="T91" fmla="*/ 1886 h 4397"/>
                <a:gd name="T92" fmla="*/ 2191 w 2244"/>
                <a:gd name="T93" fmla="*/ 2011 h 4397"/>
                <a:gd name="T94" fmla="*/ 2217 w 2244"/>
                <a:gd name="T95" fmla="*/ 2160 h 4397"/>
                <a:gd name="T96" fmla="*/ 2244 w 2244"/>
                <a:gd name="T97" fmla="*/ 2923 h 4397"/>
                <a:gd name="T98" fmla="*/ 2234 w 2244"/>
                <a:gd name="T99" fmla="*/ 4078 h 4397"/>
                <a:gd name="T100" fmla="*/ 2219 w 2244"/>
                <a:gd name="T101" fmla="*/ 4230 h 4397"/>
                <a:gd name="T102" fmla="*/ 2187 w 2244"/>
                <a:gd name="T103" fmla="*/ 4298 h 4397"/>
                <a:gd name="T104" fmla="*/ 2096 w 2244"/>
                <a:gd name="T105" fmla="*/ 4373 h 4397"/>
                <a:gd name="T106" fmla="*/ 2010 w 2244"/>
                <a:gd name="T107" fmla="*/ 4397 h 4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44" h="4397">
                  <a:moveTo>
                    <a:pt x="548" y="4397"/>
                  </a:moveTo>
                  <a:lnTo>
                    <a:pt x="548" y="4397"/>
                  </a:lnTo>
                  <a:lnTo>
                    <a:pt x="244" y="4397"/>
                  </a:lnTo>
                  <a:lnTo>
                    <a:pt x="244" y="4397"/>
                  </a:lnTo>
                  <a:lnTo>
                    <a:pt x="202" y="4397"/>
                  </a:lnTo>
                  <a:lnTo>
                    <a:pt x="167" y="4396"/>
                  </a:lnTo>
                  <a:lnTo>
                    <a:pt x="140" y="4393"/>
                  </a:lnTo>
                  <a:lnTo>
                    <a:pt x="116" y="4389"/>
                  </a:lnTo>
                  <a:lnTo>
                    <a:pt x="95" y="4383"/>
                  </a:lnTo>
                  <a:lnTo>
                    <a:pt x="78" y="4375"/>
                  </a:lnTo>
                  <a:lnTo>
                    <a:pt x="62" y="4365"/>
                  </a:lnTo>
                  <a:lnTo>
                    <a:pt x="46" y="4352"/>
                  </a:lnTo>
                  <a:lnTo>
                    <a:pt x="46" y="4352"/>
                  </a:lnTo>
                  <a:lnTo>
                    <a:pt x="39" y="4344"/>
                  </a:lnTo>
                  <a:lnTo>
                    <a:pt x="32" y="4336"/>
                  </a:lnTo>
                  <a:lnTo>
                    <a:pt x="27" y="4326"/>
                  </a:lnTo>
                  <a:lnTo>
                    <a:pt x="21" y="4316"/>
                  </a:lnTo>
                  <a:lnTo>
                    <a:pt x="13" y="4295"/>
                  </a:lnTo>
                  <a:lnTo>
                    <a:pt x="7" y="4273"/>
                  </a:lnTo>
                  <a:lnTo>
                    <a:pt x="4" y="4254"/>
                  </a:lnTo>
                  <a:lnTo>
                    <a:pt x="2" y="4237"/>
                  </a:lnTo>
                  <a:lnTo>
                    <a:pt x="0" y="4222"/>
                  </a:lnTo>
                  <a:lnTo>
                    <a:pt x="0" y="4222"/>
                  </a:lnTo>
                  <a:lnTo>
                    <a:pt x="0" y="4173"/>
                  </a:lnTo>
                  <a:lnTo>
                    <a:pt x="0" y="4173"/>
                  </a:lnTo>
                  <a:lnTo>
                    <a:pt x="0" y="4063"/>
                  </a:lnTo>
                  <a:lnTo>
                    <a:pt x="0" y="4063"/>
                  </a:lnTo>
                  <a:lnTo>
                    <a:pt x="27" y="4062"/>
                  </a:lnTo>
                  <a:lnTo>
                    <a:pt x="53" y="4060"/>
                  </a:lnTo>
                  <a:lnTo>
                    <a:pt x="80" y="4055"/>
                  </a:lnTo>
                  <a:lnTo>
                    <a:pt x="105" y="4049"/>
                  </a:lnTo>
                  <a:lnTo>
                    <a:pt x="128" y="4041"/>
                  </a:lnTo>
                  <a:lnTo>
                    <a:pt x="152" y="4031"/>
                  </a:lnTo>
                  <a:lnTo>
                    <a:pt x="174" y="4018"/>
                  </a:lnTo>
                  <a:lnTo>
                    <a:pt x="195" y="4003"/>
                  </a:lnTo>
                  <a:lnTo>
                    <a:pt x="195" y="4003"/>
                  </a:lnTo>
                  <a:lnTo>
                    <a:pt x="205" y="3996"/>
                  </a:lnTo>
                  <a:lnTo>
                    <a:pt x="212" y="3988"/>
                  </a:lnTo>
                  <a:lnTo>
                    <a:pt x="219" y="3978"/>
                  </a:lnTo>
                  <a:lnTo>
                    <a:pt x="225" y="3968"/>
                  </a:lnTo>
                  <a:lnTo>
                    <a:pt x="230" y="3959"/>
                  </a:lnTo>
                  <a:lnTo>
                    <a:pt x="234" y="3947"/>
                  </a:lnTo>
                  <a:lnTo>
                    <a:pt x="240" y="3924"/>
                  </a:lnTo>
                  <a:lnTo>
                    <a:pt x="243" y="3899"/>
                  </a:lnTo>
                  <a:lnTo>
                    <a:pt x="244" y="3875"/>
                  </a:lnTo>
                  <a:lnTo>
                    <a:pt x="243" y="3850"/>
                  </a:lnTo>
                  <a:lnTo>
                    <a:pt x="240" y="3828"/>
                  </a:lnTo>
                  <a:lnTo>
                    <a:pt x="240" y="3828"/>
                  </a:lnTo>
                  <a:lnTo>
                    <a:pt x="238" y="3814"/>
                  </a:lnTo>
                  <a:lnTo>
                    <a:pt x="234" y="3801"/>
                  </a:lnTo>
                  <a:lnTo>
                    <a:pt x="230" y="3789"/>
                  </a:lnTo>
                  <a:lnTo>
                    <a:pt x="225" y="3778"/>
                  </a:lnTo>
                  <a:lnTo>
                    <a:pt x="218" y="3768"/>
                  </a:lnTo>
                  <a:lnTo>
                    <a:pt x="211" y="3758"/>
                  </a:lnTo>
                  <a:lnTo>
                    <a:pt x="202" y="3750"/>
                  </a:lnTo>
                  <a:lnTo>
                    <a:pt x="192" y="3741"/>
                  </a:lnTo>
                  <a:lnTo>
                    <a:pt x="183" y="3734"/>
                  </a:lnTo>
                  <a:lnTo>
                    <a:pt x="173" y="3727"/>
                  </a:lnTo>
                  <a:lnTo>
                    <a:pt x="162" y="3722"/>
                  </a:lnTo>
                  <a:lnTo>
                    <a:pt x="149" y="3718"/>
                  </a:lnTo>
                  <a:lnTo>
                    <a:pt x="138" y="3713"/>
                  </a:lnTo>
                  <a:lnTo>
                    <a:pt x="126" y="3711"/>
                  </a:lnTo>
                  <a:lnTo>
                    <a:pt x="112" y="3708"/>
                  </a:lnTo>
                  <a:lnTo>
                    <a:pt x="99" y="3707"/>
                  </a:lnTo>
                  <a:lnTo>
                    <a:pt x="99" y="3707"/>
                  </a:lnTo>
                  <a:lnTo>
                    <a:pt x="73" y="3704"/>
                  </a:lnTo>
                  <a:lnTo>
                    <a:pt x="49" y="3700"/>
                  </a:lnTo>
                  <a:lnTo>
                    <a:pt x="25" y="3694"/>
                  </a:lnTo>
                  <a:lnTo>
                    <a:pt x="2" y="3688"/>
                  </a:lnTo>
                  <a:lnTo>
                    <a:pt x="2" y="3688"/>
                  </a:lnTo>
                  <a:lnTo>
                    <a:pt x="3" y="3499"/>
                  </a:lnTo>
                  <a:lnTo>
                    <a:pt x="3" y="3499"/>
                  </a:lnTo>
                  <a:lnTo>
                    <a:pt x="3" y="3374"/>
                  </a:lnTo>
                  <a:lnTo>
                    <a:pt x="3" y="3374"/>
                  </a:lnTo>
                  <a:lnTo>
                    <a:pt x="17" y="3377"/>
                  </a:lnTo>
                  <a:lnTo>
                    <a:pt x="17" y="3377"/>
                  </a:lnTo>
                  <a:lnTo>
                    <a:pt x="38" y="3379"/>
                  </a:lnTo>
                  <a:lnTo>
                    <a:pt x="59" y="3382"/>
                  </a:lnTo>
                  <a:lnTo>
                    <a:pt x="81" y="3382"/>
                  </a:lnTo>
                  <a:lnTo>
                    <a:pt x="103" y="3379"/>
                  </a:lnTo>
                  <a:lnTo>
                    <a:pt x="126" y="3375"/>
                  </a:lnTo>
                  <a:lnTo>
                    <a:pt x="147" y="3370"/>
                  </a:lnTo>
                  <a:lnTo>
                    <a:pt x="166" y="3361"/>
                  </a:lnTo>
                  <a:lnTo>
                    <a:pt x="174" y="3356"/>
                  </a:lnTo>
                  <a:lnTo>
                    <a:pt x="183" y="3350"/>
                  </a:lnTo>
                  <a:lnTo>
                    <a:pt x="183" y="3350"/>
                  </a:lnTo>
                  <a:lnTo>
                    <a:pt x="191" y="3345"/>
                  </a:lnTo>
                  <a:lnTo>
                    <a:pt x="198" y="3338"/>
                  </a:lnTo>
                  <a:lnTo>
                    <a:pt x="212" y="3321"/>
                  </a:lnTo>
                  <a:lnTo>
                    <a:pt x="223" y="3304"/>
                  </a:lnTo>
                  <a:lnTo>
                    <a:pt x="234" y="3287"/>
                  </a:lnTo>
                  <a:lnTo>
                    <a:pt x="234" y="3287"/>
                  </a:lnTo>
                  <a:lnTo>
                    <a:pt x="245" y="3272"/>
                  </a:lnTo>
                  <a:lnTo>
                    <a:pt x="252" y="3257"/>
                  </a:lnTo>
                  <a:lnTo>
                    <a:pt x="257" y="3239"/>
                  </a:lnTo>
                  <a:lnTo>
                    <a:pt x="259" y="3221"/>
                  </a:lnTo>
                  <a:lnTo>
                    <a:pt x="259" y="3221"/>
                  </a:lnTo>
                  <a:lnTo>
                    <a:pt x="261" y="3201"/>
                  </a:lnTo>
                  <a:lnTo>
                    <a:pt x="261" y="3180"/>
                  </a:lnTo>
                  <a:lnTo>
                    <a:pt x="258" y="3162"/>
                  </a:lnTo>
                  <a:lnTo>
                    <a:pt x="254" y="3143"/>
                  </a:lnTo>
                  <a:lnTo>
                    <a:pt x="248" y="3125"/>
                  </a:lnTo>
                  <a:lnTo>
                    <a:pt x="240" y="3108"/>
                  </a:lnTo>
                  <a:lnTo>
                    <a:pt x="231" y="3090"/>
                  </a:lnTo>
                  <a:lnTo>
                    <a:pt x="220" y="3073"/>
                  </a:lnTo>
                  <a:lnTo>
                    <a:pt x="220" y="3073"/>
                  </a:lnTo>
                  <a:lnTo>
                    <a:pt x="208" y="3055"/>
                  </a:lnTo>
                  <a:lnTo>
                    <a:pt x="194" y="3037"/>
                  </a:lnTo>
                  <a:lnTo>
                    <a:pt x="179" y="3022"/>
                  </a:lnTo>
                  <a:lnTo>
                    <a:pt x="163" y="3006"/>
                  </a:lnTo>
                  <a:lnTo>
                    <a:pt x="147" y="2992"/>
                  </a:lnTo>
                  <a:lnTo>
                    <a:pt x="130" y="2978"/>
                  </a:lnTo>
                  <a:lnTo>
                    <a:pt x="94" y="2952"/>
                  </a:lnTo>
                  <a:lnTo>
                    <a:pt x="94" y="2952"/>
                  </a:lnTo>
                  <a:lnTo>
                    <a:pt x="50" y="2921"/>
                  </a:lnTo>
                  <a:lnTo>
                    <a:pt x="4" y="2892"/>
                  </a:lnTo>
                  <a:lnTo>
                    <a:pt x="4" y="2892"/>
                  </a:lnTo>
                  <a:lnTo>
                    <a:pt x="4" y="2827"/>
                  </a:lnTo>
                  <a:lnTo>
                    <a:pt x="4" y="2827"/>
                  </a:lnTo>
                  <a:lnTo>
                    <a:pt x="4" y="2694"/>
                  </a:lnTo>
                  <a:lnTo>
                    <a:pt x="4" y="2694"/>
                  </a:lnTo>
                  <a:lnTo>
                    <a:pt x="17" y="2697"/>
                  </a:lnTo>
                  <a:lnTo>
                    <a:pt x="17" y="2697"/>
                  </a:lnTo>
                  <a:lnTo>
                    <a:pt x="38" y="2700"/>
                  </a:lnTo>
                  <a:lnTo>
                    <a:pt x="59" y="2703"/>
                  </a:lnTo>
                  <a:lnTo>
                    <a:pt x="81" y="2703"/>
                  </a:lnTo>
                  <a:lnTo>
                    <a:pt x="103" y="2700"/>
                  </a:lnTo>
                  <a:lnTo>
                    <a:pt x="126" y="2696"/>
                  </a:lnTo>
                  <a:lnTo>
                    <a:pt x="147" y="2690"/>
                  </a:lnTo>
                  <a:lnTo>
                    <a:pt x="166" y="2682"/>
                  </a:lnTo>
                  <a:lnTo>
                    <a:pt x="174" y="2676"/>
                  </a:lnTo>
                  <a:lnTo>
                    <a:pt x="183" y="2671"/>
                  </a:lnTo>
                  <a:lnTo>
                    <a:pt x="183" y="2671"/>
                  </a:lnTo>
                  <a:lnTo>
                    <a:pt x="191" y="2665"/>
                  </a:lnTo>
                  <a:lnTo>
                    <a:pt x="198" y="2658"/>
                  </a:lnTo>
                  <a:lnTo>
                    <a:pt x="212" y="2641"/>
                  </a:lnTo>
                  <a:lnTo>
                    <a:pt x="223" y="2625"/>
                  </a:lnTo>
                  <a:lnTo>
                    <a:pt x="234" y="2608"/>
                  </a:lnTo>
                  <a:lnTo>
                    <a:pt x="234" y="2608"/>
                  </a:lnTo>
                  <a:lnTo>
                    <a:pt x="245" y="2593"/>
                  </a:lnTo>
                  <a:lnTo>
                    <a:pt x="252" y="2577"/>
                  </a:lnTo>
                  <a:lnTo>
                    <a:pt x="257" y="2559"/>
                  </a:lnTo>
                  <a:lnTo>
                    <a:pt x="259" y="2541"/>
                  </a:lnTo>
                  <a:lnTo>
                    <a:pt x="259" y="2541"/>
                  </a:lnTo>
                  <a:lnTo>
                    <a:pt x="261" y="2522"/>
                  </a:lnTo>
                  <a:lnTo>
                    <a:pt x="261" y="2501"/>
                  </a:lnTo>
                  <a:lnTo>
                    <a:pt x="258" y="2483"/>
                  </a:lnTo>
                  <a:lnTo>
                    <a:pt x="254" y="2463"/>
                  </a:lnTo>
                  <a:lnTo>
                    <a:pt x="248" y="2445"/>
                  </a:lnTo>
                  <a:lnTo>
                    <a:pt x="240" y="2428"/>
                  </a:lnTo>
                  <a:lnTo>
                    <a:pt x="231" y="2410"/>
                  </a:lnTo>
                  <a:lnTo>
                    <a:pt x="220" y="2394"/>
                  </a:lnTo>
                  <a:lnTo>
                    <a:pt x="220" y="2394"/>
                  </a:lnTo>
                  <a:lnTo>
                    <a:pt x="208" y="2376"/>
                  </a:lnTo>
                  <a:lnTo>
                    <a:pt x="194" y="2357"/>
                  </a:lnTo>
                  <a:lnTo>
                    <a:pt x="179" y="2342"/>
                  </a:lnTo>
                  <a:lnTo>
                    <a:pt x="163" y="2327"/>
                  </a:lnTo>
                  <a:lnTo>
                    <a:pt x="147" y="2313"/>
                  </a:lnTo>
                  <a:lnTo>
                    <a:pt x="130" y="2299"/>
                  </a:lnTo>
                  <a:lnTo>
                    <a:pt x="94" y="2273"/>
                  </a:lnTo>
                  <a:lnTo>
                    <a:pt x="94" y="2273"/>
                  </a:lnTo>
                  <a:lnTo>
                    <a:pt x="50" y="2242"/>
                  </a:lnTo>
                  <a:lnTo>
                    <a:pt x="6" y="2213"/>
                  </a:lnTo>
                  <a:lnTo>
                    <a:pt x="6" y="2213"/>
                  </a:lnTo>
                  <a:lnTo>
                    <a:pt x="6" y="1973"/>
                  </a:lnTo>
                  <a:lnTo>
                    <a:pt x="6" y="1973"/>
                  </a:lnTo>
                  <a:lnTo>
                    <a:pt x="7" y="1457"/>
                  </a:lnTo>
                  <a:lnTo>
                    <a:pt x="7" y="1457"/>
                  </a:lnTo>
                  <a:lnTo>
                    <a:pt x="7" y="729"/>
                  </a:lnTo>
                  <a:lnTo>
                    <a:pt x="6" y="497"/>
                  </a:lnTo>
                  <a:lnTo>
                    <a:pt x="3" y="388"/>
                  </a:lnTo>
                  <a:lnTo>
                    <a:pt x="3" y="388"/>
                  </a:lnTo>
                  <a:lnTo>
                    <a:pt x="2" y="333"/>
                  </a:lnTo>
                  <a:lnTo>
                    <a:pt x="0" y="289"/>
                  </a:lnTo>
                  <a:lnTo>
                    <a:pt x="2" y="251"/>
                  </a:lnTo>
                  <a:lnTo>
                    <a:pt x="4" y="219"/>
                  </a:lnTo>
                  <a:lnTo>
                    <a:pt x="10" y="191"/>
                  </a:lnTo>
                  <a:lnTo>
                    <a:pt x="17" y="165"/>
                  </a:lnTo>
                  <a:lnTo>
                    <a:pt x="27" y="140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5" y="99"/>
                  </a:lnTo>
                  <a:lnTo>
                    <a:pt x="53" y="87"/>
                  </a:lnTo>
                  <a:lnTo>
                    <a:pt x="64" y="76"/>
                  </a:lnTo>
                  <a:lnTo>
                    <a:pt x="76" y="65"/>
                  </a:lnTo>
                  <a:lnTo>
                    <a:pt x="87" y="56"/>
                  </a:lnTo>
                  <a:lnTo>
                    <a:pt x="99" y="48"/>
                  </a:lnTo>
                  <a:lnTo>
                    <a:pt x="124" y="34"/>
                  </a:lnTo>
                  <a:lnTo>
                    <a:pt x="147" y="24"/>
                  </a:lnTo>
                  <a:lnTo>
                    <a:pt x="166" y="17"/>
                  </a:lnTo>
                  <a:lnTo>
                    <a:pt x="184" y="12"/>
                  </a:lnTo>
                  <a:lnTo>
                    <a:pt x="1086" y="12"/>
                  </a:lnTo>
                  <a:lnTo>
                    <a:pt x="1086" y="12"/>
                  </a:lnTo>
                  <a:lnTo>
                    <a:pt x="1223" y="9"/>
                  </a:lnTo>
                  <a:lnTo>
                    <a:pt x="1365" y="5"/>
                  </a:lnTo>
                  <a:lnTo>
                    <a:pt x="1531" y="2"/>
                  </a:lnTo>
                  <a:lnTo>
                    <a:pt x="1702" y="0"/>
                  </a:lnTo>
                  <a:lnTo>
                    <a:pt x="1862" y="2"/>
                  </a:lnTo>
                  <a:lnTo>
                    <a:pt x="1930" y="2"/>
                  </a:lnTo>
                  <a:lnTo>
                    <a:pt x="1990" y="5"/>
                  </a:lnTo>
                  <a:lnTo>
                    <a:pt x="2036" y="7"/>
                  </a:lnTo>
                  <a:lnTo>
                    <a:pt x="2068" y="12"/>
                  </a:lnTo>
                  <a:lnTo>
                    <a:pt x="2068" y="12"/>
                  </a:lnTo>
                  <a:lnTo>
                    <a:pt x="2079" y="14"/>
                  </a:lnTo>
                  <a:lnTo>
                    <a:pt x="2090" y="19"/>
                  </a:lnTo>
                  <a:lnTo>
                    <a:pt x="2100" y="23"/>
                  </a:lnTo>
                  <a:lnTo>
                    <a:pt x="2111" y="27"/>
                  </a:lnTo>
                  <a:lnTo>
                    <a:pt x="2129" y="39"/>
                  </a:lnTo>
                  <a:lnTo>
                    <a:pt x="2145" y="55"/>
                  </a:lnTo>
                  <a:lnTo>
                    <a:pt x="2160" y="71"/>
                  </a:lnTo>
                  <a:lnTo>
                    <a:pt x="2173" y="88"/>
                  </a:lnTo>
                  <a:lnTo>
                    <a:pt x="2184" y="106"/>
                  </a:lnTo>
                  <a:lnTo>
                    <a:pt x="2192" y="126"/>
                  </a:lnTo>
                  <a:lnTo>
                    <a:pt x="2200" y="144"/>
                  </a:lnTo>
                  <a:lnTo>
                    <a:pt x="2207" y="161"/>
                  </a:lnTo>
                  <a:lnTo>
                    <a:pt x="2217" y="191"/>
                  </a:lnTo>
                  <a:lnTo>
                    <a:pt x="2221" y="213"/>
                  </a:lnTo>
                  <a:lnTo>
                    <a:pt x="2223" y="220"/>
                  </a:lnTo>
                  <a:lnTo>
                    <a:pt x="2223" y="220"/>
                  </a:lnTo>
                  <a:lnTo>
                    <a:pt x="2228" y="669"/>
                  </a:lnTo>
                  <a:lnTo>
                    <a:pt x="2232" y="1148"/>
                  </a:lnTo>
                  <a:lnTo>
                    <a:pt x="2238" y="1724"/>
                  </a:lnTo>
                  <a:lnTo>
                    <a:pt x="2238" y="1724"/>
                  </a:lnTo>
                  <a:lnTo>
                    <a:pt x="2228" y="1742"/>
                  </a:lnTo>
                  <a:lnTo>
                    <a:pt x="2220" y="1762"/>
                  </a:lnTo>
                  <a:lnTo>
                    <a:pt x="2212" y="1781"/>
                  </a:lnTo>
                  <a:lnTo>
                    <a:pt x="2206" y="1801"/>
                  </a:lnTo>
                  <a:lnTo>
                    <a:pt x="2200" y="1821"/>
                  </a:lnTo>
                  <a:lnTo>
                    <a:pt x="2196" y="1842"/>
                  </a:lnTo>
                  <a:lnTo>
                    <a:pt x="2189" y="1886"/>
                  </a:lnTo>
                  <a:lnTo>
                    <a:pt x="2189" y="1886"/>
                  </a:lnTo>
                  <a:lnTo>
                    <a:pt x="2187" y="1918"/>
                  </a:lnTo>
                  <a:lnTo>
                    <a:pt x="2187" y="1950"/>
                  </a:lnTo>
                  <a:lnTo>
                    <a:pt x="2188" y="1980"/>
                  </a:lnTo>
                  <a:lnTo>
                    <a:pt x="2191" y="2011"/>
                  </a:lnTo>
                  <a:lnTo>
                    <a:pt x="2196" y="2043"/>
                  </a:lnTo>
                  <a:lnTo>
                    <a:pt x="2200" y="2073"/>
                  </a:lnTo>
                  <a:lnTo>
                    <a:pt x="2212" y="2135"/>
                  </a:lnTo>
                  <a:lnTo>
                    <a:pt x="2212" y="2135"/>
                  </a:lnTo>
                  <a:lnTo>
                    <a:pt x="2217" y="2160"/>
                  </a:lnTo>
                  <a:lnTo>
                    <a:pt x="2224" y="2183"/>
                  </a:lnTo>
                  <a:lnTo>
                    <a:pt x="2232" y="2204"/>
                  </a:lnTo>
                  <a:lnTo>
                    <a:pt x="2241" y="2224"/>
                  </a:lnTo>
                  <a:lnTo>
                    <a:pt x="2241" y="2224"/>
                  </a:lnTo>
                  <a:lnTo>
                    <a:pt x="2244" y="2923"/>
                  </a:lnTo>
                  <a:lnTo>
                    <a:pt x="2244" y="3247"/>
                  </a:lnTo>
                  <a:lnTo>
                    <a:pt x="2242" y="3542"/>
                  </a:lnTo>
                  <a:lnTo>
                    <a:pt x="2239" y="3796"/>
                  </a:lnTo>
                  <a:lnTo>
                    <a:pt x="2237" y="3999"/>
                  </a:lnTo>
                  <a:lnTo>
                    <a:pt x="2234" y="4078"/>
                  </a:lnTo>
                  <a:lnTo>
                    <a:pt x="2231" y="4141"/>
                  </a:lnTo>
                  <a:lnTo>
                    <a:pt x="2227" y="4187"/>
                  </a:lnTo>
                  <a:lnTo>
                    <a:pt x="2223" y="4213"/>
                  </a:lnTo>
                  <a:lnTo>
                    <a:pt x="2223" y="4213"/>
                  </a:lnTo>
                  <a:lnTo>
                    <a:pt x="2219" y="4230"/>
                  </a:lnTo>
                  <a:lnTo>
                    <a:pt x="2213" y="4245"/>
                  </a:lnTo>
                  <a:lnTo>
                    <a:pt x="2207" y="4261"/>
                  </a:lnTo>
                  <a:lnTo>
                    <a:pt x="2200" y="4275"/>
                  </a:lnTo>
                  <a:lnTo>
                    <a:pt x="2193" y="4287"/>
                  </a:lnTo>
                  <a:lnTo>
                    <a:pt x="2187" y="4298"/>
                  </a:lnTo>
                  <a:lnTo>
                    <a:pt x="2170" y="4319"/>
                  </a:lnTo>
                  <a:lnTo>
                    <a:pt x="2152" y="4337"/>
                  </a:lnTo>
                  <a:lnTo>
                    <a:pt x="2134" y="4352"/>
                  </a:lnTo>
                  <a:lnTo>
                    <a:pt x="2114" y="4364"/>
                  </a:lnTo>
                  <a:lnTo>
                    <a:pt x="2096" y="4373"/>
                  </a:lnTo>
                  <a:lnTo>
                    <a:pt x="2078" y="4382"/>
                  </a:lnTo>
                  <a:lnTo>
                    <a:pt x="2060" y="4387"/>
                  </a:lnTo>
                  <a:lnTo>
                    <a:pt x="2044" y="4391"/>
                  </a:lnTo>
                  <a:lnTo>
                    <a:pt x="2031" y="4394"/>
                  </a:lnTo>
                  <a:lnTo>
                    <a:pt x="2010" y="4397"/>
                  </a:lnTo>
                  <a:lnTo>
                    <a:pt x="2001" y="4397"/>
                  </a:lnTo>
                  <a:lnTo>
                    <a:pt x="2001" y="4397"/>
                  </a:lnTo>
                  <a:lnTo>
                    <a:pt x="548" y="43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6436D7E3-33EB-97E1-A26C-0B98B24B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9"/>
              <a:ext cx="1121" cy="2199"/>
            </a:xfrm>
            <a:custGeom>
              <a:avLst/>
              <a:gdLst>
                <a:gd name="T0" fmla="*/ 202 w 2244"/>
                <a:gd name="T1" fmla="*/ 4397 h 4397"/>
                <a:gd name="T2" fmla="*/ 78 w 2244"/>
                <a:gd name="T3" fmla="*/ 4375 h 4397"/>
                <a:gd name="T4" fmla="*/ 32 w 2244"/>
                <a:gd name="T5" fmla="*/ 4336 h 4397"/>
                <a:gd name="T6" fmla="*/ 4 w 2244"/>
                <a:gd name="T7" fmla="*/ 4254 h 4397"/>
                <a:gd name="T8" fmla="*/ 0 w 2244"/>
                <a:gd name="T9" fmla="*/ 4173 h 4397"/>
                <a:gd name="T10" fmla="*/ 80 w 2244"/>
                <a:gd name="T11" fmla="*/ 4055 h 4397"/>
                <a:gd name="T12" fmla="*/ 195 w 2244"/>
                <a:gd name="T13" fmla="*/ 4003 h 4397"/>
                <a:gd name="T14" fmla="*/ 225 w 2244"/>
                <a:gd name="T15" fmla="*/ 3968 h 4397"/>
                <a:gd name="T16" fmla="*/ 244 w 2244"/>
                <a:gd name="T17" fmla="*/ 3875 h 4397"/>
                <a:gd name="T18" fmla="*/ 234 w 2244"/>
                <a:gd name="T19" fmla="*/ 3801 h 4397"/>
                <a:gd name="T20" fmla="*/ 202 w 2244"/>
                <a:gd name="T21" fmla="*/ 3750 h 4397"/>
                <a:gd name="T22" fmla="*/ 149 w 2244"/>
                <a:gd name="T23" fmla="*/ 3718 h 4397"/>
                <a:gd name="T24" fmla="*/ 99 w 2244"/>
                <a:gd name="T25" fmla="*/ 3707 h 4397"/>
                <a:gd name="T26" fmla="*/ 2 w 2244"/>
                <a:gd name="T27" fmla="*/ 3688 h 4397"/>
                <a:gd name="T28" fmla="*/ 17 w 2244"/>
                <a:gd name="T29" fmla="*/ 3377 h 4397"/>
                <a:gd name="T30" fmla="*/ 103 w 2244"/>
                <a:gd name="T31" fmla="*/ 3379 h 4397"/>
                <a:gd name="T32" fmla="*/ 183 w 2244"/>
                <a:gd name="T33" fmla="*/ 3350 h 4397"/>
                <a:gd name="T34" fmla="*/ 223 w 2244"/>
                <a:gd name="T35" fmla="*/ 3304 h 4397"/>
                <a:gd name="T36" fmla="*/ 257 w 2244"/>
                <a:gd name="T37" fmla="*/ 3239 h 4397"/>
                <a:gd name="T38" fmla="*/ 258 w 2244"/>
                <a:gd name="T39" fmla="*/ 3162 h 4397"/>
                <a:gd name="T40" fmla="*/ 220 w 2244"/>
                <a:gd name="T41" fmla="*/ 3073 h 4397"/>
                <a:gd name="T42" fmla="*/ 163 w 2244"/>
                <a:gd name="T43" fmla="*/ 3006 h 4397"/>
                <a:gd name="T44" fmla="*/ 50 w 2244"/>
                <a:gd name="T45" fmla="*/ 2921 h 4397"/>
                <a:gd name="T46" fmla="*/ 4 w 2244"/>
                <a:gd name="T47" fmla="*/ 2694 h 4397"/>
                <a:gd name="T48" fmla="*/ 59 w 2244"/>
                <a:gd name="T49" fmla="*/ 2703 h 4397"/>
                <a:gd name="T50" fmla="*/ 166 w 2244"/>
                <a:gd name="T51" fmla="*/ 2682 h 4397"/>
                <a:gd name="T52" fmla="*/ 198 w 2244"/>
                <a:gd name="T53" fmla="*/ 2658 h 4397"/>
                <a:gd name="T54" fmla="*/ 245 w 2244"/>
                <a:gd name="T55" fmla="*/ 2593 h 4397"/>
                <a:gd name="T56" fmla="*/ 261 w 2244"/>
                <a:gd name="T57" fmla="*/ 2522 h 4397"/>
                <a:gd name="T58" fmla="*/ 240 w 2244"/>
                <a:gd name="T59" fmla="*/ 2428 h 4397"/>
                <a:gd name="T60" fmla="*/ 194 w 2244"/>
                <a:gd name="T61" fmla="*/ 2357 h 4397"/>
                <a:gd name="T62" fmla="*/ 94 w 2244"/>
                <a:gd name="T63" fmla="*/ 2273 h 4397"/>
                <a:gd name="T64" fmla="*/ 6 w 2244"/>
                <a:gd name="T65" fmla="*/ 1973 h 4397"/>
                <a:gd name="T66" fmla="*/ 6 w 2244"/>
                <a:gd name="T67" fmla="*/ 497 h 4397"/>
                <a:gd name="T68" fmla="*/ 2 w 2244"/>
                <a:gd name="T69" fmla="*/ 251 h 4397"/>
                <a:gd name="T70" fmla="*/ 38 w 2244"/>
                <a:gd name="T71" fmla="*/ 112 h 4397"/>
                <a:gd name="T72" fmla="*/ 76 w 2244"/>
                <a:gd name="T73" fmla="*/ 65 h 4397"/>
                <a:gd name="T74" fmla="*/ 166 w 2244"/>
                <a:gd name="T75" fmla="*/ 17 h 4397"/>
                <a:gd name="T76" fmla="*/ 1365 w 2244"/>
                <a:gd name="T77" fmla="*/ 5 h 4397"/>
                <a:gd name="T78" fmla="*/ 1990 w 2244"/>
                <a:gd name="T79" fmla="*/ 5 h 4397"/>
                <a:gd name="T80" fmla="*/ 2090 w 2244"/>
                <a:gd name="T81" fmla="*/ 19 h 4397"/>
                <a:gd name="T82" fmla="*/ 2160 w 2244"/>
                <a:gd name="T83" fmla="*/ 71 h 4397"/>
                <a:gd name="T84" fmla="*/ 2207 w 2244"/>
                <a:gd name="T85" fmla="*/ 161 h 4397"/>
                <a:gd name="T86" fmla="*/ 2228 w 2244"/>
                <a:gd name="T87" fmla="*/ 669 h 4397"/>
                <a:gd name="T88" fmla="*/ 2220 w 2244"/>
                <a:gd name="T89" fmla="*/ 1762 h 4397"/>
                <a:gd name="T90" fmla="*/ 2189 w 2244"/>
                <a:gd name="T91" fmla="*/ 1886 h 4397"/>
                <a:gd name="T92" fmla="*/ 2191 w 2244"/>
                <a:gd name="T93" fmla="*/ 2011 h 4397"/>
                <a:gd name="T94" fmla="*/ 2217 w 2244"/>
                <a:gd name="T95" fmla="*/ 2160 h 4397"/>
                <a:gd name="T96" fmla="*/ 2244 w 2244"/>
                <a:gd name="T97" fmla="*/ 2923 h 4397"/>
                <a:gd name="T98" fmla="*/ 2234 w 2244"/>
                <a:gd name="T99" fmla="*/ 4078 h 4397"/>
                <a:gd name="T100" fmla="*/ 2219 w 2244"/>
                <a:gd name="T101" fmla="*/ 4230 h 4397"/>
                <a:gd name="T102" fmla="*/ 2187 w 2244"/>
                <a:gd name="T103" fmla="*/ 4298 h 4397"/>
                <a:gd name="T104" fmla="*/ 2096 w 2244"/>
                <a:gd name="T105" fmla="*/ 4373 h 4397"/>
                <a:gd name="T106" fmla="*/ 2010 w 2244"/>
                <a:gd name="T107" fmla="*/ 4397 h 4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44" h="4397">
                  <a:moveTo>
                    <a:pt x="548" y="4397"/>
                  </a:moveTo>
                  <a:lnTo>
                    <a:pt x="548" y="4397"/>
                  </a:lnTo>
                  <a:lnTo>
                    <a:pt x="244" y="4397"/>
                  </a:lnTo>
                  <a:lnTo>
                    <a:pt x="244" y="4397"/>
                  </a:lnTo>
                  <a:lnTo>
                    <a:pt x="202" y="4397"/>
                  </a:lnTo>
                  <a:lnTo>
                    <a:pt x="167" y="4396"/>
                  </a:lnTo>
                  <a:lnTo>
                    <a:pt x="140" y="4393"/>
                  </a:lnTo>
                  <a:lnTo>
                    <a:pt x="116" y="4389"/>
                  </a:lnTo>
                  <a:lnTo>
                    <a:pt x="95" y="4383"/>
                  </a:lnTo>
                  <a:lnTo>
                    <a:pt x="78" y="4375"/>
                  </a:lnTo>
                  <a:lnTo>
                    <a:pt x="62" y="4365"/>
                  </a:lnTo>
                  <a:lnTo>
                    <a:pt x="46" y="4352"/>
                  </a:lnTo>
                  <a:lnTo>
                    <a:pt x="46" y="4352"/>
                  </a:lnTo>
                  <a:lnTo>
                    <a:pt x="39" y="4344"/>
                  </a:lnTo>
                  <a:lnTo>
                    <a:pt x="32" y="4336"/>
                  </a:lnTo>
                  <a:lnTo>
                    <a:pt x="27" y="4326"/>
                  </a:lnTo>
                  <a:lnTo>
                    <a:pt x="21" y="4316"/>
                  </a:lnTo>
                  <a:lnTo>
                    <a:pt x="13" y="4295"/>
                  </a:lnTo>
                  <a:lnTo>
                    <a:pt x="7" y="4273"/>
                  </a:lnTo>
                  <a:lnTo>
                    <a:pt x="4" y="4254"/>
                  </a:lnTo>
                  <a:lnTo>
                    <a:pt x="2" y="4237"/>
                  </a:lnTo>
                  <a:lnTo>
                    <a:pt x="0" y="4222"/>
                  </a:lnTo>
                  <a:lnTo>
                    <a:pt x="0" y="4222"/>
                  </a:lnTo>
                  <a:lnTo>
                    <a:pt x="0" y="4173"/>
                  </a:lnTo>
                  <a:lnTo>
                    <a:pt x="0" y="4173"/>
                  </a:lnTo>
                  <a:lnTo>
                    <a:pt x="0" y="4063"/>
                  </a:lnTo>
                  <a:lnTo>
                    <a:pt x="0" y="4063"/>
                  </a:lnTo>
                  <a:lnTo>
                    <a:pt x="27" y="4062"/>
                  </a:lnTo>
                  <a:lnTo>
                    <a:pt x="53" y="4060"/>
                  </a:lnTo>
                  <a:lnTo>
                    <a:pt x="80" y="4055"/>
                  </a:lnTo>
                  <a:lnTo>
                    <a:pt x="105" y="4049"/>
                  </a:lnTo>
                  <a:lnTo>
                    <a:pt x="128" y="4041"/>
                  </a:lnTo>
                  <a:lnTo>
                    <a:pt x="152" y="4031"/>
                  </a:lnTo>
                  <a:lnTo>
                    <a:pt x="174" y="4018"/>
                  </a:lnTo>
                  <a:lnTo>
                    <a:pt x="195" y="4003"/>
                  </a:lnTo>
                  <a:lnTo>
                    <a:pt x="195" y="4003"/>
                  </a:lnTo>
                  <a:lnTo>
                    <a:pt x="205" y="3996"/>
                  </a:lnTo>
                  <a:lnTo>
                    <a:pt x="212" y="3988"/>
                  </a:lnTo>
                  <a:lnTo>
                    <a:pt x="219" y="3978"/>
                  </a:lnTo>
                  <a:lnTo>
                    <a:pt x="225" y="3968"/>
                  </a:lnTo>
                  <a:lnTo>
                    <a:pt x="230" y="3959"/>
                  </a:lnTo>
                  <a:lnTo>
                    <a:pt x="234" y="3947"/>
                  </a:lnTo>
                  <a:lnTo>
                    <a:pt x="240" y="3924"/>
                  </a:lnTo>
                  <a:lnTo>
                    <a:pt x="243" y="3899"/>
                  </a:lnTo>
                  <a:lnTo>
                    <a:pt x="244" y="3875"/>
                  </a:lnTo>
                  <a:lnTo>
                    <a:pt x="243" y="3850"/>
                  </a:lnTo>
                  <a:lnTo>
                    <a:pt x="240" y="3828"/>
                  </a:lnTo>
                  <a:lnTo>
                    <a:pt x="240" y="3828"/>
                  </a:lnTo>
                  <a:lnTo>
                    <a:pt x="238" y="3814"/>
                  </a:lnTo>
                  <a:lnTo>
                    <a:pt x="234" y="3801"/>
                  </a:lnTo>
                  <a:lnTo>
                    <a:pt x="230" y="3789"/>
                  </a:lnTo>
                  <a:lnTo>
                    <a:pt x="225" y="3778"/>
                  </a:lnTo>
                  <a:lnTo>
                    <a:pt x="218" y="3768"/>
                  </a:lnTo>
                  <a:lnTo>
                    <a:pt x="211" y="3758"/>
                  </a:lnTo>
                  <a:lnTo>
                    <a:pt x="202" y="3750"/>
                  </a:lnTo>
                  <a:lnTo>
                    <a:pt x="192" y="3741"/>
                  </a:lnTo>
                  <a:lnTo>
                    <a:pt x="183" y="3734"/>
                  </a:lnTo>
                  <a:lnTo>
                    <a:pt x="173" y="3727"/>
                  </a:lnTo>
                  <a:lnTo>
                    <a:pt x="162" y="3722"/>
                  </a:lnTo>
                  <a:lnTo>
                    <a:pt x="149" y="3718"/>
                  </a:lnTo>
                  <a:lnTo>
                    <a:pt x="138" y="3713"/>
                  </a:lnTo>
                  <a:lnTo>
                    <a:pt x="126" y="3711"/>
                  </a:lnTo>
                  <a:lnTo>
                    <a:pt x="112" y="3708"/>
                  </a:lnTo>
                  <a:lnTo>
                    <a:pt x="99" y="3707"/>
                  </a:lnTo>
                  <a:lnTo>
                    <a:pt x="99" y="3707"/>
                  </a:lnTo>
                  <a:lnTo>
                    <a:pt x="73" y="3704"/>
                  </a:lnTo>
                  <a:lnTo>
                    <a:pt x="49" y="3700"/>
                  </a:lnTo>
                  <a:lnTo>
                    <a:pt x="25" y="3694"/>
                  </a:lnTo>
                  <a:lnTo>
                    <a:pt x="2" y="3688"/>
                  </a:lnTo>
                  <a:lnTo>
                    <a:pt x="2" y="3688"/>
                  </a:lnTo>
                  <a:lnTo>
                    <a:pt x="3" y="3499"/>
                  </a:lnTo>
                  <a:lnTo>
                    <a:pt x="3" y="3499"/>
                  </a:lnTo>
                  <a:lnTo>
                    <a:pt x="3" y="3374"/>
                  </a:lnTo>
                  <a:lnTo>
                    <a:pt x="3" y="3374"/>
                  </a:lnTo>
                  <a:lnTo>
                    <a:pt x="17" y="3377"/>
                  </a:lnTo>
                  <a:lnTo>
                    <a:pt x="17" y="3377"/>
                  </a:lnTo>
                  <a:lnTo>
                    <a:pt x="38" y="3379"/>
                  </a:lnTo>
                  <a:lnTo>
                    <a:pt x="59" y="3382"/>
                  </a:lnTo>
                  <a:lnTo>
                    <a:pt x="81" y="3382"/>
                  </a:lnTo>
                  <a:lnTo>
                    <a:pt x="103" y="3379"/>
                  </a:lnTo>
                  <a:lnTo>
                    <a:pt x="126" y="3375"/>
                  </a:lnTo>
                  <a:lnTo>
                    <a:pt x="147" y="3370"/>
                  </a:lnTo>
                  <a:lnTo>
                    <a:pt x="166" y="3361"/>
                  </a:lnTo>
                  <a:lnTo>
                    <a:pt x="174" y="3356"/>
                  </a:lnTo>
                  <a:lnTo>
                    <a:pt x="183" y="3350"/>
                  </a:lnTo>
                  <a:lnTo>
                    <a:pt x="183" y="3350"/>
                  </a:lnTo>
                  <a:lnTo>
                    <a:pt x="191" y="3345"/>
                  </a:lnTo>
                  <a:lnTo>
                    <a:pt x="198" y="3338"/>
                  </a:lnTo>
                  <a:lnTo>
                    <a:pt x="212" y="3321"/>
                  </a:lnTo>
                  <a:lnTo>
                    <a:pt x="223" y="3304"/>
                  </a:lnTo>
                  <a:lnTo>
                    <a:pt x="234" y="3287"/>
                  </a:lnTo>
                  <a:lnTo>
                    <a:pt x="234" y="3287"/>
                  </a:lnTo>
                  <a:lnTo>
                    <a:pt x="245" y="3272"/>
                  </a:lnTo>
                  <a:lnTo>
                    <a:pt x="252" y="3257"/>
                  </a:lnTo>
                  <a:lnTo>
                    <a:pt x="257" y="3239"/>
                  </a:lnTo>
                  <a:lnTo>
                    <a:pt x="259" y="3221"/>
                  </a:lnTo>
                  <a:lnTo>
                    <a:pt x="259" y="3221"/>
                  </a:lnTo>
                  <a:lnTo>
                    <a:pt x="261" y="3201"/>
                  </a:lnTo>
                  <a:lnTo>
                    <a:pt x="261" y="3180"/>
                  </a:lnTo>
                  <a:lnTo>
                    <a:pt x="258" y="3162"/>
                  </a:lnTo>
                  <a:lnTo>
                    <a:pt x="254" y="3143"/>
                  </a:lnTo>
                  <a:lnTo>
                    <a:pt x="248" y="3125"/>
                  </a:lnTo>
                  <a:lnTo>
                    <a:pt x="240" y="3108"/>
                  </a:lnTo>
                  <a:lnTo>
                    <a:pt x="231" y="3090"/>
                  </a:lnTo>
                  <a:lnTo>
                    <a:pt x="220" y="3073"/>
                  </a:lnTo>
                  <a:lnTo>
                    <a:pt x="220" y="3073"/>
                  </a:lnTo>
                  <a:lnTo>
                    <a:pt x="208" y="3055"/>
                  </a:lnTo>
                  <a:lnTo>
                    <a:pt x="194" y="3037"/>
                  </a:lnTo>
                  <a:lnTo>
                    <a:pt x="179" y="3022"/>
                  </a:lnTo>
                  <a:lnTo>
                    <a:pt x="163" y="3006"/>
                  </a:lnTo>
                  <a:lnTo>
                    <a:pt x="147" y="2992"/>
                  </a:lnTo>
                  <a:lnTo>
                    <a:pt x="130" y="2978"/>
                  </a:lnTo>
                  <a:lnTo>
                    <a:pt x="94" y="2952"/>
                  </a:lnTo>
                  <a:lnTo>
                    <a:pt x="94" y="2952"/>
                  </a:lnTo>
                  <a:lnTo>
                    <a:pt x="50" y="2921"/>
                  </a:lnTo>
                  <a:lnTo>
                    <a:pt x="4" y="2892"/>
                  </a:lnTo>
                  <a:lnTo>
                    <a:pt x="4" y="2892"/>
                  </a:lnTo>
                  <a:lnTo>
                    <a:pt x="4" y="2827"/>
                  </a:lnTo>
                  <a:lnTo>
                    <a:pt x="4" y="2827"/>
                  </a:lnTo>
                  <a:lnTo>
                    <a:pt x="4" y="2694"/>
                  </a:lnTo>
                  <a:lnTo>
                    <a:pt x="4" y="2694"/>
                  </a:lnTo>
                  <a:lnTo>
                    <a:pt x="17" y="2697"/>
                  </a:lnTo>
                  <a:lnTo>
                    <a:pt x="17" y="2697"/>
                  </a:lnTo>
                  <a:lnTo>
                    <a:pt x="38" y="2700"/>
                  </a:lnTo>
                  <a:lnTo>
                    <a:pt x="59" y="2703"/>
                  </a:lnTo>
                  <a:lnTo>
                    <a:pt x="81" y="2703"/>
                  </a:lnTo>
                  <a:lnTo>
                    <a:pt x="103" y="2700"/>
                  </a:lnTo>
                  <a:lnTo>
                    <a:pt x="126" y="2696"/>
                  </a:lnTo>
                  <a:lnTo>
                    <a:pt x="147" y="2690"/>
                  </a:lnTo>
                  <a:lnTo>
                    <a:pt x="166" y="2682"/>
                  </a:lnTo>
                  <a:lnTo>
                    <a:pt x="174" y="2676"/>
                  </a:lnTo>
                  <a:lnTo>
                    <a:pt x="183" y="2671"/>
                  </a:lnTo>
                  <a:lnTo>
                    <a:pt x="183" y="2671"/>
                  </a:lnTo>
                  <a:lnTo>
                    <a:pt x="191" y="2665"/>
                  </a:lnTo>
                  <a:lnTo>
                    <a:pt x="198" y="2658"/>
                  </a:lnTo>
                  <a:lnTo>
                    <a:pt x="212" y="2641"/>
                  </a:lnTo>
                  <a:lnTo>
                    <a:pt x="223" y="2625"/>
                  </a:lnTo>
                  <a:lnTo>
                    <a:pt x="234" y="2608"/>
                  </a:lnTo>
                  <a:lnTo>
                    <a:pt x="234" y="2608"/>
                  </a:lnTo>
                  <a:lnTo>
                    <a:pt x="245" y="2593"/>
                  </a:lnTo>
                  <a:lnTo>
                    <a:pt x="252" y="2577"/>
                  </a:lnTo>
                  <a:lnTo>
                    <a:pt x="257" y="2559"/>
                  </a:lnTo>
                  <a:lnTo>
                    <a:pt x="259" y="2541"/>
                  </a:lnTo>
                  <a:lnTo>
                    <a:pt x="259" y="2541"/>
                  </a:lnTo>
                  <a:lnTo>
                    <a:pt x="261" y="2522"/>
                  </a:lnTo>
                  <a:lnTo>
                    <a:pt x="261" y="2501"/>
                  </a:lnTo>
                  <a:lnTo>
                    <a:pt x="258" y="2483"/>
                  </a:lnTo>
                  <a:lnTo>
                    <a:pt x="254" y="2463"/>
                  </a:lnTo>
                  <a:lnTo>
                    <a:pt x="248" y="2445"/>
                  </a:lnTo>
                  <a:lnTo>
                    <a:pt x="240" y="2428"/>
                  </a:lnTo>
                  <a:lnTo>
                    <a:pt x="231" y="2410"/>
                  </a:lnTo>
                  <a:lnTo>
                    <a:pt x="220" y="2394"/>
                  </a:lnTo>
                  <a:lnTo>
                    <a:pt x="220" y="2394"/>
                  </a:lnTo>
                  <a:lnTo>
                    <a:pt x="208" y="2376"/>
                  </a:lnTo>
                  <a:lnTo>
                    <a:pt x="194" y="2357"/>
                  </a:lnTo>
                  <a:lnTo>
                    <a:pt x="179" y="2342"/>
                  </a:lnTo>
                  <a:lnTo>
                    <a:pt x="163" y="2327"/>
                  </a:lnTo>
                  <a:lnTo>
                    <a:pt x="147" y="2313"/>
                  </a:lnTo>
                  <a:lnTo>
                    <a:pt x="130" y="2299"/>
                  </a:lnTo>
                  <a:lnTo>
                    <a:pt x="94" y="2273"/>
                  </a:lnTo>
                  <a:lnTo>
                    <a:pt x="94" y="2273"/>
                  </a:lnTo>
                  <a:lnTo>
                    <a:pt x="50" y="2242"/>
                  </a:lnTo>
                  <a:lnTo>
                    <a:pt x="6" y="2213"/>
                  </a:lnTo>
                  <a:lnTo>
                    <a:pt x="6" y="2213"/>
                  </a:lnTo>
                  <a:lnTo>
                    <a:pt x="6" y="1973"/>
                  </a:lnTo>
                  <a:lnTo>
                    <a:pt x="6" y="1973"/>
                  </a:lnTo>
                  <a:lnTo>
                    <a:pt x="7" y="1457"/>
                  </a:lnTo>
                  <a:lnTo>
                    <a:pt x="7" y="1457"/>
                  </a:lnTo>
                  <a:lnTo>
                    <a:pt x="7" y="729"/>
                  </a:lnTo>
                  <a:lnTo>
                    <a:pt x="6" y="497"/>
                  </a:lnTo>
                  <a:lnTo>
                    <a:pt x="3" y="388"/>
                  </a:lnTo>
                  <a:lnTo>
                    <a:pt x="3" y="388"/>
                  </a:lnTo>
                  <a:lnTo>
                    <a:pt x="2" y="333"/>
                  </a:lnTo>
                  <a:lnTo>
                    <a:pt x="0" y="289"/>
                  </a:lnTo>
                  <a:lnTo>
                    <a:pt x="2" y="251"/>
                  </a:lnTo>
                  <a:lnTo>
                    <a:pt x="4" y="219"/>
                  </a:lnTo>
                  <a:lnTo>
                    <a:pt x="10" y="191"/>
                  </a:lnTo>
                  <a:lnTo>
                    <a:pt x="17" y="165"/>
                  </a:lnTo>
                  <a:lnTo>
                    <a:pt x="27" y="140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5" y="99"/>
                  </a:lnTo>
                  <a:lnTo>
                    <a:pt x="53" y="87"/>
                  </a:lnTo>
                  <a:lnTo>
                    <a:pt x="64" y="76"/>
                  </a:lnTo>
                  <a:lnTo>
                    <a:pt x="76" y="65"/>
                  </a:lnTo>
                  <a:lnTo>
                    <a:pt x="87" y="56"/>
                  </a:lnTo>
                  <a:lnTo>
                    <a:pt x="99" y="48"/>
                  </a:lnTo>
                  <a:lnTo>
                    <a:pt x="124" y="34"/>
                  </a:lnTo>
                  <a:lnTo>
                    <a:pt x="147" y="24"/>
                  </a:lnTo>
                  <a:lnTo>
                    <a:pt x="166" y="17"/>
                  </a:lnTo>
                  <a:lnTo>
                    <a:pt x="184" y="12"/>
                  </a:lnTo>
                  <a:lnTo>
                    <a:pt x="1086" y="12"/>
                  </a:lnTo>
                  <a:lnTo>
                    <a:pt x="1086" y="12"/>
                  </a:lnTo>
                  <a:lnTo>
                    <a:pt x="1223" y="9"/>
                  </a:lnTo>
                  <a:lnTo>
                    <a:pt x="1365" y="5"/>
                  </a:lnTo>
                  <a:lnTo>
                    <a:pt x="1531" y="2"/>
                  </a:lnTo>
                  <a:lnTo>
                    <a:pt x="1702" y="0"/>
                  </a:lnTo>
                  <a:lnTo>
                    <a:pt x="1862" y="2"/>
                  </a:lnTo>
                  <a:lnTo>
                    <a:pt x="1930" y="2"/>
                  </a:lnTo>
                  <a:lnTo>
                    <a:pt x="1990" y="5"/>
                  </a:lnTo>
                  <a:lnTo>
                    <a:pt x="2036" y="7"/>
                  </a:lnTo>
                  <a:lnTo>
                    <a:pt x="2068" y="12"/>
                  </a:lnTo>
                  <a:lnTo>
                    <a:pt x="2068" y="12"/>
                  </a:lnTo>
                  <a:lnTo>
                    <a:pt x="2079" y="14"/>
                  </a:lnTo>
                  <a:lnTo>
                    <a:pt x="2090" y="19"/>
                  </a:lnTo>
                  <a:lnTo>
                    <a:pt x="2100" y="23"/>
                  </a:lnTo>
                  <a:lnTo>
                    <a:pt x="2111" y="27"/>
                  </a:lnTo>
                  <a:lnTo>
                    <a:pt x="2129" y="39"/>
                  </a:lnTo>
                  <a:lnTo>
                    <a:pt x="2145" y="55"/>
                  </a:lnTo>
                  <a:lnTo>
                    <a:pt x="2160" y="71"/>
                  </a:lnTo>
                  <a:lnTo>
                    <a:pt x="2173" y="88"/>
                  </a:lnTo>
                  <a:lnTo>
                    <a:pt x="2184" y="106"/>
                  </a:lnTo>
                  <a:lnTo>
                    <a:pt x="2192" y="126"/>
                  </a:lnTo>
                  <a:lnTo>
                    <a:pt x="2200" y="144"/>
                  </a:lnTo>
                  <a:lnTo>
                    <a:pt x="2207" y="161"/>
                  </a:lnTo>
                  <a:lnTo>
                    <a:pt x="2217" y="191"/>
                  </a:lnTo>
                  <a:lnTo>
                    <a:pt x="2221" y="213"/>
                  </a:lnTo>
                  <a:lnTo>
                    <a:pt x="2223" y="220"/>
                  </a:lnTo>
                  <a:lnTo>
                    <a:pt x="2223" y="220"/>
                  </a:lnTo>
                  <a:lnTo>
                    <a:pt x="2228" y="669"/>
                  </a:lnTo>
                  <a:lnTo>
                    <a:pt x="2232" y="1148"/>
                  </a:lnTo>
                  <a:lnTo>
                    <a:pt x="2238" y="1724"/>
                  </a:lnTo>
                  <a:lnTo>
                    <a:pt x="2238" y="1724"/>
                  </a:lnTo>
                  <a:lnTo>
                    <a:pt x="2228" y="1742"/>
                  </a:lnTo>
                  <a:lnTo>
                    <a:pt x="2220" y="1762"/>
                  </a:lnTo>
                  <a:lnTo>
                    <a:pt x="2212" y="1781"/>
                  </a:lnTo>
                  <a:lnTo>
                    <a:pt x="2206" y="1801"/>
                  </a:lnTo>
                  <a:lnTo>
                    <a:pt x="2200" y="1821"/>
                  </a:lnTo>
                  <a:lnTo>
                    <a:pt x="2196" y="1842"/>
                  </a:lnTo>
                  <a:lnTo>
                    <a:pt x="2189" y="1886"/>
                  </a:lnTo>
                  <a:lnTo>
                    <a:pt x="2189" y="1886"/>
                  </a:lnTo>
                  <a:lnTo>
                    <a:pt x="2187" y="1918"/>
                  </a:lnTo>
                  <a:lnTo>
                    <a:pt x="2187" y="1950"/>
                  </a:lnTo>
                  <a:lnTo>
                    <a:pt x="2188" y="1980"/>
                  </a:lnTo>
                  <a:lnTo>
                    <a:pt x="2191" y="2011"/>
                  </a:lnTo>
                  <a:lnTo>
                    <a:pt x="2196" y="2043"/>
                  </a:lnTo>
                  <a:lnTo>
                    <a:pt x="2200" y="2073"/>
                  </a:lnTo>
                  <a:lnTo>
                    <a:pt x="2212" y="2135"/>
                  </a:lnTo>
                  <a:lnTo>
                    <a:pt x="2212" y="2135"/>
                  </a:lnTo>
                  <a:lnTo>
                    <a:pt x="2217" y="2160"/>
                  </a:lnTo>
                  <a:lnTo>
                    <a:pt x="2224" y="2183"/>
                  </a:lnTo>
                  <a:lnTo>
                    <a:pt x="2232" y="2204"/>
                  </a:lnTo>
                  <a:lnTo>
                    <a:pt x="2241" y="2224"/>
                  </a:lnTo>
                  <a:lnTo>
                    <a:pt x="2241" y="2224"/>
                  </a:lnTo>
                  <a:lnTo>
                    <a:pt x="2244" y="2923"/>
                  </a:lnTo>
                  <a:lnTo>
                    <a:pt x="2244" y="3247"/>
                  </a:lnTo>
                  <a:lnTo>
                    <a:pt x="2242" y="3542"/>
                  </a:lnTo>
                  <a:lnTo>
                    <a:pt x="2239" y="3796"/>
                  </a:lnTo>
                  <a:lnTo>
                    <a:pt x="2237" y="3999"/>
                  </a:lnTo>
                  <a:lnTo>
                    <a:pt x="2234" y="4078"/>
                  </a:lnTo>
                  <a:lnTo>
                    <a:pt x="2231" y="4141"/>
                  </a:lnTo>
                  <a:lnTo>
                    <a:pt x="2227" y="4187"/>
                  </a:lnTo>
                  <a:lnTo>
                    <a:pt x="2223" y="4213"/>
                  </a:lnTo>
                  <a:lnTo>
                    <a:pt x="2223" y="4213"/>
                  </a:lnTo>
                  <a:lnTo>
                    <a:pt x="2219" y="4230"/>
                  </a:lnTo>
                  <a:lnTo>
                    <a:pt x="2213" y="4245"/>
                  </a:lnTo>
                  <a:lnTo>
                    <a:pt x="2207" y="4261"/>
                  </a:lnTo>
                  <a:lnTo>
                    <a:pt x="2200" y="4275"/>
                  </a:lnTo>
                  <a:lnTo>
                    <a:pt x="2193" y="4287"/>
                  </a:lnTo>
                  <a:lnTo>
                    <a:pt x="2187" y="4298"/>
                  </a:lnTo>
                  <a:lnTo>
                    <a:pt x="2170" y="4319"/>
                  </a:lnTo>
                  <a:lnTo>
                    <a:pt x="2152" y="4337"/>
                  </a:lnTo>
                  <a:lnTo>
                    <a:pt x="2134" y="4352"/>
                  </a:lnTo>
                  <a:lnTo>
                    <a:pt x="2114" y="4364"/>
                  </a:lnTo>
                  <a:lnTo>
                    <a:pt x="2096" y="4373"/>
                  </a:lnTo>
                  <a:lnTo>
                    <a:pt x="2078" y="4382"/>
                  </a:lnTo>
                  <a:lnTo>
                    <a:pt x="2060" y="4387"/>
                  </a:lnTo>
                  <a:lnTo>
                    <a:pt x="2044" y="4391"/>
                  </a:lnTo>
                  <a:lnTo>
                    <a:pt x="2031" y="4394"/>
                  </a:lnTo>
                  <a:lnTo>
                    <a:pt x="2010" y="4397"/>
                  </a:lnTo>
                  <a:lnTo>
                    <a:pt x="2001" y="4397"/>
                  </a:lnTo>
                  <a:lnTo>
                    <a:pt x="2001" y="4397"/>
                  </a:lnTo>
                  <a:lnTo>
                    <a:pt x="548" y="4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2B8C5526-4FCC-6E63-1A20-3EB43969B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09"/>
              <a:ext cx="208" cy="243"/>
            </a:xfrm>
            <a:custGeom>
              <a:avLst/>
              <a:gdLst>
                <a:gd name="T0" fmla="*/ 415 w 415"/>
                <a:gd name="T1" fmla="*/ 484 h 486"/>
                <a:gd name="T2" fmla="*/ 415 w 415"/>
                <a:gd name="T3" fmla="*/ 486 h 486"/>
                <a:gd name="T4" fmla="*/ 415 w 415"/>
                <a:gd name="T5" fmla="*/ 486 h 486"/>
                <a:gd name="T6" fmla="*/ 392 w 415"/>
                <a:gd name="T7" fmla="*/ 484 h 486"/>
                <a:gd name="T8" fmla="*/ 369 w 415"/>
                <a:gd name="T9" fmla="*/ 483 h 486"/>
                <a:gd name="T10" fmla="*/ 345 w 415"/>
                <a:gd name="T11" fmla="*/ 480 h 486"/>
                <a:gd name="T12" fmla="*/ 321 w 415"/>
                <a:gd name="T13" fmla="*/ 477 h 486"/>
                <a:gd name="T14" fmla="*/ 299 w 415"/>
                <a:gd name="T15" fmla="*/ 472 h 486"/>
                <a:gd name="T16" fmla="*/ 275 w 415"/>
                <a:gd name="T17" fmla="*/ 466 h 486"/>
                <a:gd name="T18" fmla="*/ 253 w 415"/>
                <a:gd name="T19" fmla="*/ 459 h 486"/>
                <a:gd name="T20" fmla="*/ 231 w 415"/>
                <a:gd name="T21" fmla="*/ 452 h 486"/>
                <a:gd name="T22" fmla="*/ 210 w 415"/>
                <a:gd name="T23" fmla="*/ 443 h 486"/>
                <a:gd name="T24" fmla="*/ 189 w 415"/>
                <a:gd name="T25" fmla="*/ 433 h 486"/>
                <a:gd name="T26" fmla="*/ 170 w 415"/>
                <a:gd name="T27" fmla="*/ 422 h 486"/>
                <a:gd name="T28" fmla="*/ 150 w 415"/>
                <a:gd name="T29" fmla="*/ 409 h 486"/>
                <a:gd name="T30" fmla="*/ 133 w 415"/>
                <a:gd name="T31" fmla="*/ 397 h 486"/>
                <a:gd name="T32" fmla="*/ 117 w 415"/>
                <a:gd name="T33" fmla="*/ 381 h 486"/>
                <a:gd name="T34" fmla="*/ 101 w 415"/>
                <a:gd name="T35" fmla="*/ 365 h 486"/>
                <a:gd name="T36" fmla="*/ 89 w 415"/>
                <a:gd name="T37" fmla="*/ 348 h 486"/>
                <a:gd name="T38" fmla="*/ 89 w 415"/>
                <a:gd name="T39" fmla="*/ 348 h 486"/>
                <a:gd name="T40" fmla="*/ 76 w 415"/>
                <a:gd name="T41" fmla="*/ 328 h 486"/>
                <a:gd name="T42" fmla="*/ 67 w 415"/>
                <a:gd name="T43" fmla="*/ 308 h 486"/>
                <a:gd name="T44" fmla="*/ 58 w 415"/>
                <a:gd name="T45" fmla="*/ 288 h 486"/>
                <a:gd name="T46" fmla="*/ 50 w 415"/>
                <a:gd name="T47" fmla="*/ 266 h 486"/>
                <a:gd name="T48" fmla="*/ 44 w 415"/>
                <a:gd name="T49" fmla="*/ 244 h 486"/>
                <a:gd name="T50" fmla="*/ 39 w 415"/>
                <a:gd name="T51" fmla="*/ 221 h 486"/>
                <a:gd name="T52" fmla="*/ 30 w 415"/>
                <a:gd name="T53" fmla="*/ 177 h 486"/>
                <a:gd name="T54" fmla="*/ 23 w 415"/>
                <a:gd name="T55" fmla="*/ 131 h 486"/>
                <a:gd name="T56" fmla="*/ 16 w 415"/>
                <a:gd name="T57" fmla="*/ 86 h 486"/>
                <a:gd name="T58" fmla="*/ 8 w 415"/>
                <a:gd name="T59" fmla="*/ 42 h 486"/>
                <a:gd name="T60" fmla="*/ 4 w 415"/>
                <a:gd name="T61" fmla="*/ 21 h 486"/>
                <a:gd name="T62" fmla="*/ 0 w 415"/>
                <a:gd name="T63" fmla="*/ 0 h 486"/>
                <a:gd name="T64" fmla="*/ 0 w 415"/>
                <a:gd name="T65" fmla="*/ 0 h 486"/>
                <a:gd name="T66" fmla="*/ 35 w 415"/>
                <a:gd name="T67" fmla="*/ 39 h 486"/>
                <a:gd name="T68" fmla="*/ 69 w 415"/>
                <a:gd name="T69" fmla="*/ 76 h 486"/>
                <a:gd name="T70" fmla="*/ 136 w 415"/>
                <a:gd name="T71" fmla="*/ 154 h 486"/>
                <a:gd name="T72" fmla="*/ 136 w 415"/>
                <a:gd name="T73" fmla="*/ 154 h 486"/>
                <a:gd name="T74" fmla="*/ 209 w 415"/>
                <a:gd name="T75" fmla="*/ 234 h 486"/>
                <a:gd name="T76" fmla="*/ 281 w 415"/>
                <a:gd name="T77" fmla="*/ 315 h 486"/>
                <a:gd name="T78" fmla="*/ 317 w 415"/>
                <a:gd name="T79" fmla="*/ 355 h 486"/>
                <a:gd name="T80" fmla="*/ 352 w 415"/>
                <a:gd name="T81" fmla="*/ 398 h 486"/>
                <a:gd name="T82" fmla="*/ 384 w 415"/>
                <a:gd name="T83" fmla="*/ 441 h 486"/>
                <a:gd name="T84" fmla="*/ 415 w 415"/>
                <a:gd name="T85" fmla="*/ 484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15" h="486">
                  <a:moveTo>
                    <a:pt x="415" y="484"/>
                  </a:moveTo>
                  <a:lnTo>
                    <a:pt x="415" y="486"/>
                  </a:lnTo>
                  <a:lnTo>
                    <a:pt x="415" y="486"/>
                  </a:lnTo>
                  <a:lnTo>
                    <a:pt x="392" y="484"/>
                  </a:lnTo>
                  <a:lnTo>
                    <a:pt x="369" y="483"/>
                  </a:lnTo>
                  <a:lnTo>
                    <a:pt x="345" y="480"/>
                  </a:lnTo>
                  <a:lnTo>
                    <a:pt x="321" y="477"/>
                  </a:lnTo>
                  <a:lnTo>
                    <a:pt x="299" y="472"/>
                  </a:lnTo>
                  <a:lnTo>
                    <a:pt x="275" y="466"/>
                  </a:lnTo>
                  <a:lnTo>
                    <a:pt x="253" y="459"/>
                  </a:lnTo>
                  <a:lnTo>
                    <a:pt x="231" y="452"/>
                  </a:lnTo>
                  <a:lnTo>
                    <a:pt x="210" y="443"/>
                  </a:lnTo>
                  <a:lnTo>
                    <a:pt x="189" y="433"/>
                  </a:lnTo>
                  <a:lnTo>
                    <a:pt x="170" y="422"/>
                  </a:lnTo>
                  <a:lnTo>
                    <a:pt x="150" y="409"/>
                  </a:lnTo>
                  <a:lnTo>
                    <a:pt x="133" y="397"/>
                  </a:lnTo>
                  <a:lnTo>
                    <a:pt x="117" y="381"/>
                  </a:lnTo>
                  <a:lnTo>
                    <a:pt x="101" y="365"/>
                  </a:lnTo>
                  <a:lnTo>
                    <a:pt x="89" y="348"/>
                  </a:lnTo>
                  <a:lnTo>
                    <a:pt x="89" y="348"/>
                  </a:lnTo>
                  <a:lnTo>
                    <a:pt x="76" y="328"/>
                  </a:lnTo>
                  <a:lnTo>
                    <a:pt x="67" y="308"/>
                  </a:lnTo>
                  <a:lnTo>
                    <a:pt x="58" y="288"/>
                  </a:lnTo>
                  <a:lnTo>
                    <a:pt x="50" y="266"/>
                  </a:lnTo>
                  <a:lnTo>
                    <a:pt x="44" y="244"/>
                  </a:lnTo>
                  <a:lnTo>
                    <a:pt x="39" y="221"/>
                  </a:lnTo>
                  <a:lnTo>
                    <a:pt x="30" y="177"/>
                  </a:lnTo>
                  <a:lnTo>
                    <a:pt x="23" y="131"/>
                  </a:lnTo>
                  <a:lnTo>
                    <a:pt x="16" y="86"/>
                  </a:lnTo>
                  <a:lnTo>
                    <a:pt x="8" y="42"/>
                  </a:lnTo>
                  <a:lnTo>
                    <a:pt x="4" y="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39"/>
                  </a:lnTo>
                  <a:lnTo>
                    <a:pt x="69" y="76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209" y="234"/>
                  </a:lnTo>
                  <a:lnTo>
                    <a:pt x="281" y="315"/>
                  </a:lnTo>
                  <a:lnTo>
                    <a:pt x="317" y="355"/>
                  </a:lnTo>
                  <a:lnTo>
                    <a:pt x="352" y="398"/>
                  </a:lnTo>
                  <a:lnTo>
                    <a:pt x="384" y="441"/>
                  </a:lnTo>
                  <a:lnTo>
                    <a:pt x="415" y="484"/>
                  </a:lnTo>
                  <a:close/>
                </a:path>
              </a:pathLst>
            </a:custGeom>
            <a:solidFill>
              <a:srgbClr val="3FA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186DB891-47FD-F38E-FA65-171C7CFD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09"/>
              <a:ext cx="208" cy="243"/>
            </a:xfrm>
            <a:custGeom>
              <a:avLst/>
              <a:gdLst>
                <a:gd name="T0" fmla="*/ 415 w 415"/>
                <a:gd name="T1" fmla="*/ 484 h 486"/>
                <a:gd name="T2" fmla="*/ 415 w 415"/>
                <a:gd name="T3" fmla="*/ 486 h 486"/>
                <a:gd name="T4" fmla="*/ 415 w 415"/>
                <a:gd name="T5" fmla="*/ 486 h 486"/>
                <a:gd name="T6" fmla="*/ 392 w 415"/>
                <a:gd name="T7" fmla="*/ 484 h 486"/>
                <a:gd name="T8" fmla="*/ 369 w 415"/>
                <a:gd name="T9" fmla="*/ 483 h 486"/>
                <a:gd name="T10" fmla="*/ 345 w 415"/>
                <a:gd name="T11" fmla="*/ 480 h 486"/>
                <a:gd name="T12" fmla="*/ 321 w 415"/>
                <a:gd name="T13" fmla="*/ 477 h 486"/>
                <a:gd name="T14" fmla="*/ 299 w 415"/>
                <a:gd name="T15" fmla="*/ 472 h 486"/>
                <a:gd name="T16" fmla="*/ 275 w 415"/>
                <a:gd name="T17" fmla="*/ 466 h 486"/>
                <a:gd name="T18" fmla="*/ 253 w 415"/>
                <a:gd name="T19" fmla="*/ 459 h 486"/>
                <a:gd name="T20" fmla="*/ 231 w 415"/>
                <a:gd name="T21" fmla="*/ 452 h 486"/>
                <a:gd name="T22" fmla="*/ 210 w 415"/>
                <a:gd name="T23" fmla="*/ 443 h 486"/>
                <a:gd name="T24" fmla="*/ 189 w 415"/>
                <a:gd name="T25" fmla="*/ 433 h 486"/>
                <a:gd name="T26" fmla="*/ 170 w 415"/>
                <a:gd name="T27" fmla="*/ 422 h 486"/>
                <a:gd name="T28" fmla="*/ 150 w 415"/>
                <a:gd name="T29" fmla="*/ 409 h 486"/>
                <a:gd name="T30" fmla="*/ 133 w 415"/>
                <a:gd name="T31" fmla="*/ 397 h 486"/>
                <a:gd name="T32" fmla="*/ 117 w 415"/>
                <a:gd name="T33" fmla="*/ 381 h 486"/>
                <a:gd name="T34" fmla="*/ 101 w 415"/>
                <a:gd name="T35" fmla="*/ 365 h 486"/>
                <a:gd name="T36" fmla="*/ 89 w 415"/>
                <a:gd name="T37" fmla="*/ 348 h 486"/>
                <a:gd name="T38" fmla="*/ 89 w 415"/>
                <a:gd name="T39" fmla="*/ 348 h 486"/>
                <a:gd name="T40" fmla="*/ 76 w 415"/>
                <a:gd name="T41" fmla="*/ 328 h 486"/>
                <a:gd name="T42" fmla="*/ 67 w 415"/>
                <a:gd name="T43" fmla="*/ 308 h 486"/>
                <a:gd name="T44" fmla="*/ 58 w 415"/>
                <a:gd name="T45" fmla="*/ 288 h 486"/>
                <a:gd name="T46" fmla="*/ 50 w 415"/>
                <a:gd name="T47" fmla="*/ 266 h 486"/>
                <a:gd name="T48" fmla="*/ 44 w 415"/>
                <a:gd name="T49" fmla="*/ 244 h 486"/>
                <a:gd name="T50" fmla="*/ 39 w 415"/>
                <a:gd name="T51" fmla="*/ 221 h 486"/>
                <a:gd name="T52" fmla="*/ 30 w 415"/>
                <a:gd name="T53" fmla="*/ 177 h 486"/>
                <a:gd name="T54" fmla="*/ 23 w 415"/>
                <a:gd name="T55" fmla="*/ 131 h 486"/>
                <a:gd name="T56" fmla="*/ 16 w 415"/>
                <a:gd name="T57" fmla="*/ 86 h 486"/>
                <a:gd name="T58" fmla="*/ 8 w 415"/>
                <a:gd name="T59" fmla="*/ 42 h 486"/>
                <a:gd name="T60" fmla="*/ 4 w 415"/>
                <a:gd name="T61" fmla="*/ 21 h 486"/>
                <a:gd name="T62" fmla="*/ 0 w 415"/>
                <a:gd name="T63" fmla="*/ 0 h 486"/>
                <a:gd name="T64" fmla="*/ 0 w 415"/>
                <a:gd name="T65" fmla="*/ 0 h 486"/>
                <a:gd name="T66" fmla="*/ 35 w 415"/>
                <a:gd name="T67" fmla="*/ 39 h 486"/>
                <a:gd name="T68" fmla="*/ 69 w 415"/>
                <a:gd name="T69" fmla="*/ 76 h 486"/>
                <a:gd name="T70" fmla="*/ 136 w 415"/>
                <a:gd name="T71" fmla="*/ 154 h 486"/>
                <a:gd name="T72" fmla="*/ 136 w 415"/>
                <a:gd name="T73" fmla="*/ 154 h 486"/>
                <a:gd name="T74" fmla="*/ 209 w 415"/>
                <a:gd name="T75" fmla="*/ 234 h 486"/>
                <a:gd name="T76" fmla="*/ 281 w 415"/>
                <a:gd name="T77" fmla="*/ 315 h 486"/>
                <a:gd name="T78" fmla="*/ 317 w 415"/>
                <a:gd name="T79" fmla="*/ 355 h 486"/>
                <a:gd name="T80" fmla="*/ 352 w 415"/>
                <a:gd name="T81" fmla="*/ 398 h 486"/>
                <a:gd name="T82" fmla="*/ 384 w 415"/>
                <a:gd name="T83" fmla="*/ 441 h 486"/>
                <a:gd name="T84" fmla="*/ 415 w 415"/>
                <a:gd name="T85" fmla="*/ 484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15" h="486">
                  <a:moveTo>
                    <a:pt x="415" y="484"/>
                  </a:moveTo>
                  <a:lnTo>
                    <a:pt x="415" y="486"/>
                  </a:lnTo>
                  <a:lnTo>
                    <a:pt x="415" y="486"/>
                  </a:lnTo>
                  <a:lnTo>
                    <a:pt x="392" y="484"/>
                  </a:lnTo>
                  <a:lnTo>
                    <a:pt x="369" y="483"/>
                  </a:lnTo>
                  <a:lnTo>
                    <a:pt x="345" y="480"/>
                  </a:lnTo>
                  <a:lnTo>
                    <a:pt x="321" y="477"/>
                  </a:lnTo>
                  <a:lnTo>
                    <a:pt x="299" y="472"/>
                  </a:lnTo>
                  <a:lnTo>
                    <a:pt x="275" y="466"/>
                  </a:lnTo>
                  <a:lnTo>
                    <a:pt x="253" y="459"/>
                  </a:lnTo>
                  <a:lnTo>
                    <a:pt x="231" y="452"/>
                  </a:lnTo>
                  <a:lnTo>
                    <a:pt x="210" y="443"/>
                  </a:lnTo>
                  <a:lnTo>
                    <a:pt x="189" y="433"/>
                  </a:lnTo>
                  <a:lnTo>
                    <a:pt x="170" y="422"/>
                  </a:lnTo>
                  <a:lnTo>
                    <a:pt x="150" y="409"/>
                  </a:lnTo>
                  <a:lnTo>
                    <a:pt x="133" y="397"/>
                  </a:lnTo>
                  <a:lnTo>
                    <a:pt x="117" y="381"/>
                  </a:lnTo>
                  <a:lnTo>
                    <a:pt x="101" y="365"/>
                  </a:lnTo>
                  <a:lnTo>
                    <a:pt x="89" y="348"/>
                  </a:lnTo>
                  <a:lnTo>
                    <a:pt x="89" y="348"/>
                  </a:lnTo>
                  <a:lnTo>
                    <a:pt x="76" y="328"/>
                  </a:lnTo>
                  <a:lnTo>
                    <a:pt x="67" y="308"/>
                  </a:lnTo>
                  <a:lnTo>
                    <a:pt x="58" y="288"/>
                  </a:lnTo>
                  <a:lnTo>
                    <a:pt x="50" y="266"/>
                  </a:lnTo>
                  <a:lnTo>
                    <a:pt x="44" y="244"/>
                  </a:lnTo>
                  <a:lnTo>
                    <a:pt x="39" y="221"/>
                  </a:lnTo>
                  <a:lnTo>
                    <a:pt x="30" y="177"/>
                  </a:lnTo>
                  <a:lnTo>
                    <a:pt x="23" y="131"/>
                  </a:lnTo>
                  <a:lnTo>
                    <a:pt x="16" y="86"/>
                  </a:lnTo>
                  <a:lnTo>
                    <a:pt x="8" y="42"/>
                  </a:lnTo>
                  <a:lnTo>
                    <a:pt x="4" y="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39"/>
                  </a:lnTo>
                  <a:lnTo>
                    <a:pt x="69" y="76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209" y="234"/>
                  </a:lnTo>
                  <a:lnTo>
                    <a:pt x="281" y="315"/>
                  </a:lnTo>
                  <a:lnTo>
                    <a:pt x="317" y="355"/>
                  </a:lnTo>
                  <a:lnTo>
                    <a:pt x="352" y="398"/>
                  </a:lnTo>
                  <a:lnTo>
                    <a:pt x="384" y="441"/>
                  </a:lnTo>
                  <a:lnTo>
                    <a:pt x="415" y="4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564100EE-6A23-888A-DA28-10F4F2AA0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103"/>
              <a:ext cx="320" cy="339"/>
            </a:xfrm>
            <a:custGeom>
              <a:avLst/>
              <a:gdLst>
                <a:gd name="T0" fmla="*/ 384 w 641"/>
                <a:gd name="T1" fmla="*/ 547 h 680"/>
                <a:gd name="T2" fmla="*/ 380 w 641"/>
                <a:gd name="T3" fmla="*/ 680 h 680"/>
                <a:gd name="T4" fmla="*/ 359 w 641"/>
                <a:gd name="T5" fmla="*/ 660 h 680"/>
                <a:gd name="T6" fmla="*/ 283 w 641"/>
                <a:gd name="T7" fmla="*/ 603 h 680"/>
                <a:gd name="T8" fmla="*/ 180 w 641"/>
                <a:gd name="T9" fmla="*/ 533 h 680"/>
                <a:gd name="T10" fmla="*/ 123 w 641"/>
                <a:gd name="T11" fmla="*/ 493 h 680"/>
                <a:gd name="T12" fmla="*/ 80 w 641"/>
                <a:gd name="T13" fmla="*/ 458 h 680"/>
                <a:gd name="T14" fmla="*/ 54 w 641"/>
                <a:gd name="T15" fmla="*/ 432 h 680"/>
                <a:gd name="T16" fmla="*/ 32 w 641"/>
                <a:gd name="T17" fmla="*/ 404 h 680"/>
                <a:gd name="T18" fmla="*/ 15 w 641"/>
                <a:gd name="T19" fmla="*/ 373 h 680"/>
                <a:gd name="T20" fmla="*/ 4 w 641"/>
                <a:gd name="T21" fmla="*/ 341 h 680"/>
                <a:gd name="T22" fmla="*/ 2 w 641"/>
                <a:gd name="T23" fmla="*/ 323 h 680"/>
                <a:gd name="T24" fmla="*/ 0 w 641"/>
                <a:gd name="T25" fmla="*/ 288 h 680"/>
                <a:gd name="T26" fmla="*/ 3 w 641"/>
                <a:gd name="T27" fmla="*/ 256 h 680"/>
                <a:gd name="T28" fmla="*/ 10 w 641"/>
                <a:gd name="T29" fmla="*/ 226 h 680"/>
                <a:gd name="T30" fmla="*/ 20 w 641"/>
                <a:gd name="T31" fmla="*/ 195 h 680"/>
                <a:gd name="T32" fmla="*/ 49 w 641"/>
                <a:gd name="T33" fmla="*/ 138 h 680"/>
                <a:gd name="T34" fmla="*/ 84 w 641"/>
                <a:gd name="T35" fmla="*/ 82 h 680"/>
                <a:gd name="T36" fmla="*/ 106 w 641"/>
                <a:gd name="T37" fmla="*/ 55 h 680"/>
                <a:gd name="T38" fmla="*/ 128 w 641"/>
                <a:gd name="T39" fmla="*/ 29 h 680"/>
                <a:gd name="T40" fmla="*/ 155 w 641"/>
                <a:gd name="T41" fmla="*/ 13 h 680"/>
                <a:gd name="T42" fmla="*/ 188 w 641"/>
                <a:gd name="T43" fmla="*/ 2 h 680"/>
                <a:gd name="T44" fmla="*/ 203 w 641"/>
                <a:gd name="T45" fmla="*/ 0 h 680"/>
                <a:gd name="T46" fmla="*/ 233 w 641"/>
                <a:gd name="T47" fmla="*/ 0 h 680"/>
                <a:gd name="T48" fmla="*/ 261 w 641"/>
                <a:gd name="T49" fmla="*/ 6 h 680"/>
                <a:gd name="T50" fmla="*/ 288 w 641"/>
                <a:gd name="T51" fmla="*/ 14 h 680"/>
                <a:gd name="T52" fmla="*/ 301 w 641"/>
                <a:gd name="T53" fmla="*/ 20 h 680"/>
                <a:gd name="T54" fmla="*/ 386 w 641"/>
                <a:gd name="T55" fmla="*/ 66 h 680"/>
                <a:gd name="T56" fmla="*/ 430 w 641"/>
                <a:gd name="T57" fmla="*/ 95 h 680"/>
                <a:gd name="T58" fmla="*/ 474 w 641"/>
                <a:gd name="T59" fmla="*/ 126 h 680"/>
                <a:gd name="T60" fmla="*/ 527 w 641"/>
                <a:gd name="T61" fmla="*/ 166 h 680"/>
                <a:gd name="T62" fmla="*/ 559 w 641"/>
                <a:gd name="T63" fmla="*/ 195 h 680"/>
                <a:gd name="T64" fmla="*/ 588 w 641"/>
                <a:gd name="T65" fmla="*/ 229 h 680"/>
                <a:gd name="T66" fmla="*/ 600 w 641"/>
                <a:gd name="T67" fmla="*/ 247 h 680"/>
                <a:gd name="T68" fmla="*/ 620 w 641"/>
                <a:gd name="T69" fmla="*/ 281 h 680"/>
                <a:gd name="T70" fmla="*/ 634 w 641"/>
                <a:gd name="T71" fmla="*/ 316 h 680"/>
                <a:gd name="T72" fmla="*/ 641 w 641"/>
                <a:gd name="T73" fmla="*/ 354 h 680"/>
                <a:gd name="T74" fmla="*/ 639 w 641"/>
                <a:gd name="T75" fmla="*/ 394 h 680"/>
                <a:gd name="T76" fmla="*/ 637 w 641"/>
                <a:gd name="T77" fmla="*/ 412 h 680"/>
                <a:gd name="T78" fmla="*/ 625 w 641"/>
                <a:gd name="T79" fmla="*/ 446 h 680"/>
                <a:gd name="T80" fmla="*/ 614 w 641"/>
                <a:gd name="T81" fmla="*/ 461 h 680"/>
                <a:gd name="T82" fmla="*/ 592 w 641"/>
                <a:gd name="T83" fmla="*/ 494 h 680"/>
                <a:gd name="T84" fmla="*/ 571 w 641"/>
                <a:gd name="T85" fmla="*/ 518 h 680"/>
                <a:gd name="T86" fmla="*/ 563 w 641"/>
                <a:gd name="T87" fmla="*/ 524 h 680"/>
                <a:gd name="T88" fmla="*/ 546 w 641"/>
                <a:gd name="T89" fmla="*/ 535 h 680"/>
                <a:gd name="T90" fmla="*/ 506 w 641"/>
                <a:gd name="T91" fmla="*/ 549 h 680"/>
                <a:gd name="T92" fmla="*/ 461 w 641"/>
                <a:gd name="T93" fmla="*/ 556 h 680"/>
                <a:gd name="T94" fmla="*/ 418 w 641"/>
                <a:gd name="T95" fmla="*/ 553 h 680"/>
                <a:gd name="T96" fmla="*/ 397 w 641"/>
                <a:gd name="T97" fmla="*/ 55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1" h="680">
                  <a:moveTo>
                    <a:pt x="384" y="547"/>
                  </a:moveTo>
                  <a:lnTo>
                    <a:pt x="384" y="547"/>
                  </a:lnTo>
                  <a:lnTo>
                    <a:pt x="384" y="680"/>
                  </a:lnTo>
                  <a:lnTo>
                    <a:pt x="380" y="680"/>
                  </a:lnTo>
                  <a:lnTo>
                    <a:pt x="380" y="680"/>
                  </a:lnTo>
                  <a:lnTo>
                    <a:pt x="359" y="660"/>
                  </a:lnTo>
                  <a:lnTo>
                    <a:pt x="334" y="642"/>
                  </a:lnTo>
                  <a:lnTo>
                    <a:pt x="283" y="603"/>
                  </a:lnTo>
                  <a:lnTo>
                    <a:pt x="180" y="533"/>
                  </a:lnTo>
                  <a:lnTo>
                    <a:pt x="180" y="533"/>
                  </a:lnTo>
                  <a:lnTo>
                    <a:pt x="152" y="514"/>
                  </a:lnTo>
                  <a:lnTo>
                    <a:pt x="123" y="493"/>
                  </a:lnTo>
                  <a:lnTo>
                    <a:pt x="93" y="471"/>
                  </a:lnTo>
                  <a:lnTo>
                    <a:pt x="80" y="458"/>
                  </a:lnTo>
                  <a:lnTo>
                    <a:pt x="67" y="446"/>
                  </a:lnTo>
                  <a:lnTo>
                    <a:pt x="54" y="432"/>
                  </a:lnTo>
                  <a:lnTo>
                    <a:pt x="43" y="418"/>
                  </a:lnTo>
                  <a:lnTo>
                    <a:pt x="32" y="404"/>
                  </a:lnTo>
                  <a:lnTo>
                    <a:pt x="22" y="389"/>
                  </a:lnTo>
                  <a:lnTo>
                    <a:pt x="15" y="373"/>
                  </a:lnTo>
                  <a:lnTo>
                    <a:pt x="9" y="358"/>
                  </a:lnTo>
                  <a:lnTo>
                    <a:pt x="4" y="341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07"/>
                  </a:lnTo>
                  <a:lnTo>
                    <a:pt x="0" y="288"/>
                  </a:lnTo>
                  <a:lnTo>
                    <a:pt x="2" y="273"/>
                  </a:lnTo>
                  <a:lnTo>
                    <a:pt x="3" y="256"/>
                  </a:lnTo>
                  <a:lnTo>
                    <a:pt x="7" y="241"/>
                  </a:lnTo>
                  <a:lnTo>
                    <a:pt x="10" y="226"/>
                  </a:lnTo>
                  <a:lnTo>
                    <a:pt x="15" y="210"/>
                  </a:lnTo>
                  <a:lnTo>
                    <a:pt x="20" y="195"/>
                  </a:lnTo>
                  <a:lnTo>
                    <a:pt x="34" y="166"/>
                  </a:lnTo>
                  <a:lnTo>
                    <a:pt x="49" y="138"/>
                  </a:lnTo>
                  <a:lnTo>
                    <a:pt x="66" y="110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106" y="55"/>
                  </a:lnTo>
                  <a:lnTo>
                    <a:pt x="117" y="41"/>
                  </a:lnTo>
                  <a:lnTo>
                    <a:pt x="128" y="29"/>
                  </a:lnTo>
                  <a:lnTo>
                    <a:pt x="141" y="20"/>
                  </a:lnTo>
                  <a:lnTo>
                    <a:pt x="155" y="13"/>
                  </a:lnTo>
                  <a:lnTo>
                    <a:pt x="171" y="6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203" y="0"/>
                  </a:lnTo>
                  <a:lnTo>
                    <a:pt x="217" y="0"/>
                  </a:lnTo>
                  <a:lnTo>
                    <a:pt x="233" y="0"/>
                  </a:lnTo>
                  <a:lnTo>
                    <a:pt x="247" y="3"/>
                  </a:lnTo>
                  <a:lnTo>
                    <a:pt x="261" y="6"/>
                  </a:lnTo>
                  <a:lnTo>
                    <a:pt x="274" y="9"/>
                  </a:lnTo>
                  <a:lnTo>
                    <a:pt x="288" y="14"/>
                  </a:lnTo>
                  <a:lnTo>
                    <a:pt x="301" y="20"/>
                  </a:lnTo>
                  <a:lnTo>
                    <a:pt x="301" y="20"/>
                  </a:lnTo>
                  <a:lnTo>
                    <a:pt x="344" y="42"/>
                  </a:lnTo>
                  <a:lnTo>
                    <a:pt x="386" y="66"/>
                  </a:lnTo>
                  <a:lnTo>
                    <a:pt x="386" y="66"/>
                  </a:lnTo>
                  <a:lnTo>
                    <a:pt x="430" y="95"/>
                  </a:lnTo>
                  <a:lnTo>
                    <a:pt x="474" y="126"/>
                  </a:lnTo>
                  <a:lnTo>
                    <a:pt x="474" y="126"/>
                  </a:lnTo>
                  <a:lnTo>
                    <a:pt x="510" y="152"/>
                  </a:lnTo>
                  <a:lnTo>
                    <a:pt x="527" y="166"/>
                  </a:lnTo>
                  <a:lnTo>
                    <a:pt x="543" y="180"/>
                  </a:lnTo>
                  <a:lnTo>
                    <a:pt x="559" y="195"/>
                  </a:lnTo>
                  <a:lnTo>
                    <a:pt x="574" y="210"/>
                  </a:lnTo>
                  <a:lnTo>
                    <a:pt x="588" y="229"/>
                  </a:lnTo>
                  <a:lnTo>
                    <a:pt x="600" y="247"/>
                  </a:lnTo>
                  <a:lnTo>
                    <a:pt x="600" y="247"/>
                  </a:lnTo>
                  <a:lnTo>
                    <a:pt x="611" y="263"/>
                  </a:lnTo>
                  <a:lnTo>
                    <a:pt x="620" y="281"/>
                  </a:lnTo>
                  <a:lnTo>
                    <a:pt x="628" y="298"/>
                  </a:lnTo>
                  <a:lnTo>
                    <a:pt x="634" y="316"/>
                  </a:lnTo>
                  <a:lnTo>
                    <a:pt x="638" y="336"/>
                  </a:lnTo>
                  <a:lnTo>
                    <a:pt x="641" y="354"/>
                  </a:lnTo>
                  <a:lnTo>
                    <a:pt x="641" y="375"/>
                  </a:lnTo>
                  <a:lnTo>
                    <a:pt x="639" y="394"/>
                  </a:lnTo>
                  <a:lnTo>
                    <a:pt x="639" y="394"/>
                  </a:lnTo>
                  <a:lnTo>
                    <a:pt x="637" y="412"/>
                  </a:lnTo>
                  <a:lnTo>
                    <a:pt x="632" y="430"/>
                  </a:lnTo>
                  <a:lnTo>
                    <a:pt x="625" y="446"/>
                  </a:lnTo>
                  <a:lnTo>
                    <a:pt x="614" y="461"/>
                  </a:lnTo>
                  <a:lnTo>
                    <a:pt x="614" y="461"/>
                  </a:lnTo>
                  <a:lnTo>
                    <a:pt x="603" y="478"/>
                  </a:lnTo>
                  <a:lnTo>
                    <a:pt x="592" y="494"/>
                  </a:lnTo>
                  <a:lnTo>
                    <a:pt x="578" y="511"/>
                  </a:lnTo>
                  <a:lnTo>
                    <a:pt x="571" y="518"/>
                  </a:lnTo>
                  <a:lnTo>
                    <a:pt x="563" y="524"/>
                  </a:lnTo>
                  <a:lnTo>
                    <a:pt x="563" y="524"/>
                  </a:lnTo>
                  <a:lnTo>
                    <a:pt x="554" y="529"/>
                  </a:lnTo>
                  <a:lnTo>
                    <a:pt x="546" y="535"/>
                  </a:lnTo>
                  <a:lnTo>
                    <a:pt x="527" y="543"/>
                  </a:lnTo>
                  <a:lnTo>
                    <a:pt x="506" y="549"/>
                  </a:lnTo>
                  <a:lnTo>
                    <a:pt x="483" y="553"/>
                  </a:lnTo>
                  <a:lnTo>
                    <a:pt x="461" y="556"/>
                  </a:lnTo>
                  <a:lnTo>
                    <a:pt x="439" y="556"/>
                  </a:lnTo>
                  <a:lnTo>
                    <a:pt x="418" y="553"/>
                  </a:lnTo>
                  <a:lnTo>
                    <a:pt x="397" y="550"/>
                  </a:lnTo>
                  <a:lnTo>
                    <a:pt x="397" y="550"/>
                  </a:lnTo>
                  <a:lnTo>
                    <a:pt x="384" y="5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FFFF2C43-943D-6AA3-AADC-6CFC913A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103"/>
              <a:ext cx="320" cy="339"/>
            </a:xfrm>
            <a:custGeom>
              <a:avLst/>
              <a:gdLst>
                <a:gd name="T0" fmla="*/ 384 w 641"/>
                <a:gd name="T1" fmla="*/ 547 h 680"/>
                <a:gd name="T2" fmla="*/ 380 w 641"/>
                <a:gd name="T3" fmla="*/ 680 h 680"/>
                <a:gd name="T4" fmla="*/ 359 w 641"/>
                <a:gd name="T5" fmla="*/ 660 h 680"/>
                <a:gd name="T6" fmla="*/ 283 w 641"/>
                <a:gd name="T7" fmla="*/ 603 h 680"/>
                <a:gd name="T8" fmla="*/ 180 w 641"/>
                <a:gd name="T9" fmla="*/ 533 h 680"/>
                <a:gd name="T10" fmla="*/ 123 w 641"/>
                <a:gd name="T11" fmla="*/ 493 h 680"/>
                <a:gd name="T12" fmla="*/ 80 w 641"/>
                <a:gd name="T13" fmla="*/ 458 h 680"/>
                <a:gd name="T14" fmla="*/ 54 w 641"/>
                <a:gd name="T15" fmla="*/ 432 h 680"/>
                <a:gd name="T16" fmla="*/ 32 w 641"/>
                <a:gd name="T17" fmla="*/ 404 h 680"/>
                <a:gd name="T18" fmla="*/ 15 w 641"/>
                <a:gd name="T19" fmla="*/ 373 h 680"/>
                <a:gd name="T20" fmla="*/ 4 w 641"/>
                <a:gd name="T21" fmla="*/ 341 h 680"/>
                <a:gd name="T22" fmla="*/ 2 w 641"/>
                <a:gd name="T23" fmla="*/ 323 h 680"/>
                <a:gd name="T24" fmla="*/ 0 w 641"/>
                <a:gd name="T25" fmla="*/ 288 h 680"/>
                <a:gd name="T26" fmla="*/ 3 w 641"/>
                <a:gd name="T27" fmla="*/ 256 h 680"/>
                <a:gd name="T28" fmla="*/ 10 w 641"/>
                <a:gd name="T29" fmla="*/ 226 h 680"/>
                <a:gd name="T30" fmla="*/ 20 w 641"/>
                <a:gd name="T31" fmla="*/ 195 h 680"/>
                <a:gd name="T32" fmla="*/ 49 w 641"/>
                <a:gd name="T33" fmla="*/ 138 h 680"/>
                <a:gd name="T34" fmla="*/ 84 w 641"/>
                <a:gd name="T35" fmla="*/ 82 h 680"/>
                <a:gd name="T36" fmla="*/ 106 w 641"/>
                <a:gd name="T37" fmla="*/ 55 h 680"/>
                <a:gd name="T38" fmla="*/ 128 w 641"/>
                <a:gd name="T39" fmla="*/ 29 h 680"/>
                <a:gd name="T40" fmla="*/ 155 w 641"/>
                <a:gd name="T41" fmla="*/ 13 h 680"/>
                <a:gd name="T42" fmla="*/ 188 w 641"/>
                <a:gd name="T43" fmla="*/ 2 h 680"/>
                <a:gd name="T44" fmla="*/ 203 w 641"/>
                <a:gd name="T45" fmla="*/ 0 h 680"/>
                <a:gd name="T46" fmla="*/ 233 w 641"/>
                <a:gd name="T47" fmla="*/ 0 h 680"/>
                <a:gd name="T48" fmla="*/ 261 w 641"/>
                <a:gd name="T49" fmla="*/ 6 h 680"/>
                <a:gd name="T50" fmla="*/ 288 w 641"/>
                <a:gd name="T51" fmla="*/ 14 h 680"/>
                <a:gd name="T52" fmla="*/ 301 w 641"/>
                <a:gd name="T53" fmla="*/ 20 h 680"/>
                <a:gd name="T54" fmla="*/ 386 w 641"/>
                <a:gd name="T55" fmla="*/ 66 h 680"/>
                <a:gd name="T56" fmla="*/ 430 w 641"/>
                <a:gd name="T57" fmla="*/ 95 h 680"/>
                <a:gd name="T58" fmla="*/ 474 w 641"/>
                <a:gd name="T59" fmla="*/ 126 h 680"/>
                <a:gd name="T60" fmla="*/ 527 w 641"/>
                <a:gd name="T61" fmla="*/ 166 h 680"/>
                <a:gd name="T62" fmla="*/ 559 w 641"/>
                <a:gd name="T63" fmla="*/ 195 h 680"/>
                <a:gd name="T64" fmla="*/ 588 w 641"/>
                <a:gd name="T65" fmla="*/ 229 h 680"/>
                <a:gd name="T66" fmla="*/ 600 w 641"/>
                <a:gd name="T67" fmla="*/ 247 h 680"/>
                <a:gd name="T68" fmla="*/ 620 w 641"/>
                <a:gd name="T69" fmla="*/ 281 h 680"/>
                <a:gd name="T70" fmla="*/ 634 w 641"/>
                <a:gd name="T71" fmla="*/ 316 h 680"/>
                <a:gd name="T72" fmla="*/ 641 w 641"/>
                <a:gd name="T73" fmla="*/ 354 h 680"/>
                <a:gd name="T74" fmla="*/ 639 w 641"/>
                <a:gd name="T75" fmla="*/ 394 h 680"/>
                <a:gd name="T76" fmla="*/ 637 w 641"/>
                <a:gd name="T77" fmla="*/ 412 h 680"/>
                <a:gd name="T78" fmla="*/ 625 w 641"/>
                <a:gd name="T79" fmla="*/ 446 h 680"/>
                <a:gd name="T80" fmla="*/ 614 w 641"/>
                <a:gd name="T81" fmla="*/ 461 h 680"/>
                <a:gd name="T82" fmla="*/ 592 w 641"/>
                <a:gd name="T83" fmla="*/ 494 h 680"/>
                <a:gd name="T84" fmla="*/ 571 w 641"/>
                <a:gd name="T85" fmla="*/ 518 h 680"/>
                <a:gd name="T86" fmla="*/ 563 w 641"/>
                <a:gd name="T87" fmla="*/ 524 h 680"/>
                <a:gd name="T88" fmla="*/ 546 w 641"/>
                <a:gd name="T89" fmla="*/ 535 h 680"/>
                <a:gd name="T90" fmla="*/ 506 w 641"/>
                <a:gd name="T91" fmla="*/ 549 h 680"/>
                <a:gd name="T92" fmla="*/ 461 w 641"/>
                <a:gd name="T93" fmla="*/ 556 h 680"/>
                <a:gd name="T94" fmla="*/ 418 w 641"/>
                <a:gd name="T95" fmla="*/ 553 h 680"/>
                <a:gd name="T96" fmla="*/ 397 w 641"/>
                <a:gd name="T97" fmla="*/ 55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1" h="680">
                  <a:moveTo>
                    <a:pt x="384" y="547"/>
                  </a:moveTo>
                  <a:lnTo>
                    <a:pt x="384" y="547"/>
                  </a:lnTo>
                  <a:lnTo>
                    <a:pt x="384" y="680"/>
                  </a:lnTo>
                  <a:lnTo>
                    <a:pt x="380" y="680"/>
                  </a:lnTo>
                  <a:lnTo>
                    <a:pt x="380" y="680"/>
                  </a:lnTo>
                  <a:lnTo>
                    <a:pt x="359" y="660"/>
                  </a:lnTo>
                  <a:lnTo>
                    <a:pt x="334" y="642"/>
                  </a:lnTo>
                  <a:lnTo>
                    <a:pt x="283" y="603"/>
                  </a:lnTo>
                  <a:lnTo>
                    <a:pt x="180" y="533"/>
                  </a:lnTo>
                  <a:lnTo>
                    <a:pt x="180" y="533"/>
                  </a:lnTo>
                  <a:lnTo>
                    <a:pt x="152" y="514"/>
                  </a:lnTo>
                  <a:lnTo>
                    <a:pt x="123" y="493"/>
                  </a:lnTo>
                  <a:lnTo>
                    <a:pt x="93" y="471"/>
                  </a:lnTo>
                  <a:lnTo>
                    <a:pt x="80" y="458"/>
                  </a:lnTo>
                  <a:lnTo>
                    <a:pt x="67" y="446"/>
                  </a:lnTo>
                  <a:lnTo>
                    <a:pt x="54" y="432"/>
                  </a:lnTo>
                  <a:lnTo>
                    <a:pt x="43" y="418"/>
                  </a:lnTo>
                  <a:lnTo>
                    <a:pt x="32" y="404"/>
                  </a:lnTo>
                  <a:lnTo>
                    <a:pt x="22" y="389"/>
                  </a:lnTo>
                  <a:lnTo>
                    <a:pt x="15" y="373"/>
                  </a:lnTo>
                  <a:lnTo>
                    <a:pt x="9" y="358"/>
                  </a:lnTo>
                  <a:lnTo>
                    <a:pt x="4" y="341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07"/>
                  </a:lnTo>
                  <a:lnTo>
                    <a:pt x="0" y="288"/>
                  </a:lnTo>
                  <a:lnTo>
                    <a:pt x="2" y="273"/>
                  </a:lnTo>
                  <a:lnTo>
                    <a:pt x="3" y="256"/>
                  </a:lnTo>
                  <a:lnTo>
                    <a:pt x="7" y="241"/>
                  </a:lnTo>
                  <a:lnTo>
                    <a:pt x="10" y="226"/>
                  </a:lnTo>
                  <a:lnTo>
                    <a:pt x="15" y="210"/>
                  </a:lnTo>
                  <a:lnTo>
                    <a:pt x="20" y="195"/>
                  </a:lnTo>
                  <a:lnTo>
                    <a:pt x="34" y="166"/>
                  </a:lnTo>
                  <a:lnTo>
                    <a:pt x="49" y="138"/>
                  </a:lnTo>
                  <a:lnTo>
                    <a:pt x="66" y="110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106" y="55"/>
                  </a:lnTo>
                  <a:lnTo>
                    <a:pt x="117" y="41"/>
                  </a:lnTo>
                  <a:lnTo>
                    <a:pt x="128" y="29"/>
                  </a:lnTo>
                  <a:lnTo>
                    <a:pt x="141" y="20"/>
                  </a:lnTo>
                  <a:lnTo>
                    <a:pt x="155" y="13"/>
                  </a:lnTo>
                  <a:lnTo>
                    <a:pt x="171" y="6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203" y="0"/>
                  </a:lnTo>
                  <a:lnTo>
                    <a:pt x="217" y="0"/>
                  </a:lnTo>
                  <a:lnTo>
                    <a:pt x="233" y="0"/>
                  </a:lnTo>
                  <a:lnTo>
                    <a:pt x="247" y="3"/>
                  </a:lnTo>
                  <a:lnTo>
                    <a:pt x="261" y="6"/>
                  </a:lnTo>
                  <a:lnTo>
                    <a:pt x="274" y="9"/>
                  </a:lnTo>
                  <a:lnTo>
                    <a:pt x="288" y="14"/>
                  </a:lnTo>
                  <a:lnTo>
                    <a:pt x="301" y="20"/>
                  </a:lnTo>
                  <a:lnTo>
                    <a:pt x="301" y="20"/>
                  </a:lnTo>
                  <a:lnTo>
                    <a:pt x="344" y="42"/>
                  </a:lnTo>
                  <a:lnTo>
                    <a:pt x="386" y="66"/>
                  </a:lnTo>
                  <a:lnTo>
                    <a:pt x="386" y="66"/>
                  </a:lnTo>
                  <a:lnTo>
                    <a:pt x="430" y="95"/>
                  </a:lnTo>
                  <a:lnTo>
                    <a:pt x="474" y="126"/>
                  </a:lnTo>
                  <a:lnTo>
                    <a:pt x="474" y="126"/>
                  </a:lnTo>
                  <a:lnTo>
                    <a:pt x="510" y="152"/>
                  </a:lnTo>
                  <a:lnTo>
                    <a:pt x="527" y="166"/>
                  </a:lnTo>
                  <a:lnTo>
                    <a:pt x="543" y="180"/>
                  </a:lnTo>
                  <a:lnTo>
                    <a:pt x="559" y="195"/>
                  </a:lnTo>
                  <a:lnTo>
                    <a:pt x="574" y="210"/>
                  </a:lnTo>
                  <a:lnTo>
                    <a:pt x="588" y="229"/>
                  </a:lnTo>
                  <a:lnTo>
                    <a:pt x="600" y="247"/>
                  </a:lnTo>
                  <a:lnTo>
                    <a:pt x="600" y="247"/>
                  </a:lnTo>
                  <a:lnTo>
                    <a:pt x="611" y="263"/>
                  </a:lnTo>
                  <a:lnTo>
                    <a:pt x="620" y="281"/>
                  </a:lnTo>
                  <a:lnTo>
                    <a:pt x="628" y="298"/>
                  </a:lnTo>
                  <a:lnTo>
                    <a:pt x="634" y="316"/>
                  </a:lnTo>
                  <a:lnTo>
                    <a:pt x="638" y="336"/>
                  </a:lnTo>
                  <a:lnTo>
                    <a:pt x="641" y="354"/>
                  </a:lnTo>
                  <a:lnTo>
                    <a:pt x="641" y="375"/>
                  </a:lnTo>
                  <a:lnTo>
                    <a:pt x="639" y="394"/>
                  </a:lnTo>
                  <a:lnTo>
                    <a:pt x="639" y="394"/>
                  </a:lnTo>
                  <a:lnTo>
                    <a:pt x="637" y="412"/>
                  </a:lnTo>
                  <a:lnTo>
                    <a:pt x="632" y="430"/>
                  </a:lnTo>
                  <a:lnTo>
                    <a:pt x="625" y="446"/>
                  </a:lnTo>
                  <a:lnTo>
                    <a:pt x="614" y="461"/>
                  </a:lnTo>
                  <a:lnTo>
                    <a:pt x="614" y="461"/>
                  </a:lnTo>
                  <a:lnTo>
                    <a:pt x="603" y="478"/>
                  </a:lnTo>
                  <a:lnTo>
                    <a:pt x="592" y="494"/>
                  </a:lnTo>
                  <a:lnTo>
                    <a:pt x="578" y="511"/>
                  </a:lnTo>
                  <a:lnTo>
                    <a:pt x="571" y="518"/>
                  </a:lnTo>
                  <a:lnTo>
                    <a:pt x="563" y="524"/>
                  </a:lnTo>
                  <a:lnTo>
                    <a:pt x="563" y="524"/>
                  </a:lnTo>
                  <a:lnTo>
                    <a:pt x="554" y="529"/>
                  </a:lnTo>
                  <a:lnTo>
                    <a:pt x="546" y="535"/>
                  </a:lnTo>
                  <a:lnTo>
                    <a:pt x="527" y="543"/>
                  </a:lnTo>
                  <a:lnTo>
                    <a:pt x="506" y="549"/>
                  </a:lnTo>
                  <a:lnTo>
                    <a:pt x="483" y="553"/>
                  </a:lnTo>
                  <a:lnTo>
                    <a:pt x="461" y="556"/>
                  </a:lnTo>
                  <a:lnTo>
                    <a:pt x="439" y="556"/>
                  </a:lnTo>
                  <a:lnTo>
                    <a:pt x="418" y="553"/>
                  </a:lnTo>
                  <a:lnTo>
                    <a:pt x="397" y="550"/>
                  </a:lnTo>
                  <a:lnTo>
                    <a:pt x="397" y="550"/>
                  </a:lnTo>
                  <a:lnTo>
                    <a:pt x="384" y="5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DCA3511D-21C7-2DE0-812B-69C850CA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42"/>
              <a:ext cx="320" cy="337"/>
            </a:xfrm>
            <a:custGeom>
              <a:avLst/>
              <a:gdLst>
                <a:gd name="T0" fmla="*/ 383 w 641"/>
                <a:gd name="T1" fmla="*/ 547 h 672"/>
                <a:gd name="T2" fmla="*/ 383 w 641"/>
                <a:gd name="T3" fmla="*/ 672 h 672"/>
                <a:gd name="T4" fmla="*/ 337 w 641"/>
                <a:gd name="T5" fmla="*/ 636 h 672"/>
                <a:gd name="T6" fmla="*/ 284 w 641"/>
                <a:gd name="T7" fmla="*/ 600 h 672"/>
                <a:gd name="T8" fmla="*/ 180 w 641"/>
                <a:gd name="T9" fmla="*/ 533 h 672"/>
                <a:gd name="T10" fmla="*/ 152 w 641"/>
                <a:gd name="T11" fmla="*/ 513 h 672"/>
                <a:gd name="T12" fmla="*/ 93 w 641"/>
                <a:gd name="T13" fmla="*/ 470 h 672"/>
                <a:gd name="T14" fmla="*/ 67 w 641"/>
                <a:gd name="T15" fmla="*/ 445 h 672"/>
                <a:gd name="T16" fmla="*/ 43 w 641"/>
                <a:gd name="T17" fmla="*/ 417 h 672"/>
                <a:gd name="T18" fmla="*/ 22 w 641"/>
                <a:gd name="T19" fmla="*/ 388 h 672"/>
                <a:gd name="T20" fmla="*/ 9 w 641"/>
                <a:gd name="T21" fmla="*/ 357 h 672"/>
                <a:gd name="T22" fmla="*/ 2 w 641"/>
                <a:gd name="T23" fmla="*/ 323 h 672"/>
                <a:gd name="T24" fmla="*/ 0 w 641"/>
                <a:gd name="T25" fmla="*/ 306 h 672"/>
                <a:gd name="T26" fmla="*/ 2 w 641"/>
                <a:gd name="T27" fmla="*/ 273 h 672"/>
                <a:gd name="T28" fmla="*/ 7 w 641"/>
                <a:gd name="T29" fmla="*/ 240 h 672"/>
                <a:gd name="T30" fmla="*/ 15 w 641"/>
                <a:gd name="T31" fmla="*/ 210 h 672"/>
                <a:gd name="T32" fmla="*/ 34 w 641"/>
                <a:gd name="T33" fmla="*/ 165 h 672"/>
                <a:gd name="T34" fmla="*/ 66 w 641"/>
                <a:gd name="T35" fmla="*/ 110 h 672"/>
                <a:gd name="T36" fmla="*/ 84 w 641"/>
                <a:gd name="T37" fmla="*/ 82 h 672"/>
                <a:gd name="T38" fmla="*/ 117 w 641"/>
                <a:gd name="T39" fmla="*/ 40 h 672"/>
                <a:gd name="T40" fmla="*/ 141 w 641"/>
                <a:gd name="T41" fmla="*/ 19 h 672"/>
                <a:gd name="T42" fmla="*/ 171 w 641"/>
                <a:gd name="T43" fmla="*/ 5 h 672"/>
                <a:gd name="T44" fmla="*/ 188 w 641"/>
                <a:gd name="T45" fmla="*/ 1 h 672"/>
                <a:gd name="T46" fmla="*/ 217 w 641"/>
                <a:gd name="T47" fmla="*/ 0 h 672"/>
                <a:gd name="T48" fmla="*/ 247 w 641"/>
                <a:gd name="T49" fmla="*/ 2 h 672"/>
                <a:gd name="T50" fmla="*/ 274 w 641"/>
                <a:gd name="T51" fmla="*/ 8 h 672"/>
                <a:gd name="T52" fmla="*/ 301 w 641"/>
                <a:gd name="T53" fmla="*/ 19 h 672"/>
                <a:gd name="T54" fmla="*/ 344 w 641"/>
                <a:gd name="T55" fmla="*/ 41 h 672"/>
                <a:gd name="T56" fmla="*/ 384 w 641"/>
                <a:gd name="T57" fmla="*/ 65 h 672"/>
                <a:gd name="T58" fmla="*/ 474 w 641"/>
                <a:gd name="T59" fmla="*/ 125 h 672"/>
                <a:gd name="T60" fmla="*/ 510 w 641"/>
                <a:gd name="T61" fmla="*/ 151 h 672"/>
                <a:gd name="T62" fmla="*/ 543 w 641"/>
                <a:gd name="T63" fmla="*/ 179 h 672"/>
                <a:gd name="T64" fmla="*/ 574 w 641"/>
                <a:gd name="T65" fmla="*/ 210 h 672"/>
                <a:gd name="T66" fmla="*/ 600 w 641"/>
                <a:gd name="T67" fmla="*/ 246 h 672"/>
                <a:gd name="T68" fmla="*/ 611 w 641"/>
                <a:gd name="T69" fmla="*/ 263 h 672"/>
                <a:gd name="T70" fmla="*/ 628 w 641"/>
                <a:gd name="T71" fmla="*/ 298 h 672"/>
                <a:gd name="T72" fmla="*/ 638 w 641"/>
                <a:gd name="T73" fmla="*/ 335 h 672"/>
                <a:gd name="T74" fmla="*/ 641 w 641"/>
                <a:gd name="T75" fmla="*/ 374 h 672"/>
                <a:gd name="T76" fmla="*/ 639 w 641"/>
                <a:gd name="T77" fmla="*/ 394 h 672"/>
                <a:gd name="T78" fmla="*/ 632 w 641"/>
                <a:gd name="T79" fmla="*/ 430 h 672"/>
                <a:gd name="T80" fmla="*/ 614 w 641"/>
                <a:gd name="T81" fmla="*/ 460 h 672"/>
                <a:gd name="T82" fmla="*/ 603 w 641"/>
                <a:gd name="T83" fmla="*/ 477 h 672"/>
                <a:gd name="T84" fmla="*/ 578 w 641"/>
                <a:gd name="T85" fmla="*/ 511 h 672"/>
                <a:gd name="T86" fmla="*/ 563 w 641"/>
                <a:gd name="T87" fmla="*/ 523 h 672"/>
                <a:gd name="T88" fmla="*/ 554 w 641"/>
                <a:gd name="T89" fmla="*/ 529 h 672"/>
                <a:gd name="T90" fmla="*/ 527 w 641"/>
                <a:gd name="T91" fmla="*/ 543 h 672"/>
                <a:gd name="T92" fmla="*/ 483 w 641"/>
                <a:gd name="T93" fmla="*/ 552 h 672"/>
                <a:gd name="T94" fmla="*/ 439 w 641"/>
                <a:gd name="T95" fmla="*/ 555 h 672"/>
                <a:gd name="T96" fmla="*/ 397 w 641"/>
                <a:gd name="T97" fmla="*/ 550 h 672"/>
                <a:gd name="T98" fmla="*/ 383 w 641"/>
                <a:gd name="T99" fmla="*/ 547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41" h="672">
                  <a:moveTo>
                    <a:pt x="383" y="547"/>
                  </a:moveTo>
                  <a:lnTo>
                    <a:pt x="383" y="547"/>
                  </a:lnTo>
                  <a:lnTo>
                    <a:pt x="383" y="672"/>
                  </a:lnTo>
                  <a:lnTo>
                    <a:pt x="383" y="672"/>
                  </a:lnTo>
                  <a:lnTo>
                    <a:pt x="361" y="654"/>
                  </a:lnTo>
                  <a:lnTo>
                    <a:pt x="337" y="636"/>
                  </a:lnTo>
                  <a:lnTo>
                    <a:pt x="311" y="618"/>
                  </a:lnTo>
                  <a:lnTo>
                    <a:pt x="284" y="600"/>
                  </a:lnTo>
                  <a:lnTo>
                    <a:pt x="229" y="565"/>
                  </a:lnTo>
                  <a:lnTo>
                    <a:pt x="180" y="533"/>
                  </a:lnTo>
                  <a:lnTo>
                    <a:pt x="180" y="533"/>
                  </a:lnTo>
                  <a:lnTo>
                    <a:pt x="152" y="513"/>
                  </a:lnTo>
                  <a:lnTo>
                    <a:pt x="123" y="492"/>
                  </a:lnTo>
                  <a:lnTo>
                    <a:pt x="93" y="470"/>
                  </a:lnTo>
                  <a:lnTo>
                    <a:pt x="80" y="458"/>
                  </a:lnTo>
                  <a:lnTo>
                    <a:pt x="67" y="445"/>
                  </a:lnTo>
                  <a:lnTo>
                    <a:pt x="54" y="431"/>
                  </a:lnTo>
                  <a:lnTo>
                    <a:pt x="43" y="417"/>
                  </a:lnTo>
                  <a:lnTo>
                    <a:pt x="32" y="403"/>
                  </a:lnTo>
                  <a:lnTo>
                    <a:pt x="22" y="388"/>
                  </a:lnTo>
                  <a:lnTo>
                    <a:pt x="15" y="373"/>
                  </a:lnTo>
                  <a:lnTo>
                    <a:pt x="9" y="357"/>
                  </a:lnTo>
                  <a:lnTo>
                    <a:pt x="4" y="341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06"/>
                  </a:lnTo>
                  <a:lnTo>
                    <a:pt x="0" y="288"/>
                  </a:lnTo>
                  <a:lnTo>
                    <a:pt x="2" y="273"/>
                  </a:lnTo>
                  <a:lnTo>
                    <a:pt x="3" y="256"/>
                  </a:lnTo>
                  <a:lnTo>
                    <a:pt x="7" y="240"/>
                  </a:lnTo>
                  <a:lnTo>
                    <a:pt x="10" y="225"/>
                  </a:lnTo>
                  <a:lnTo>
                    <a:pt x="15" y="210"/>
                  </a:lnTo>
                  <a:lnTo>
                    <a:pt x="20" y="195"/>
                  </a:lnTo>
                  <a:lnTo>
                    <a:pt x="34" y="165"/>
                  </a:lnTo>
                  <a:lnTo>
                    <a:pt x="49" y="137"/>
                  </a:lnTo>
                  <a:lnTo>
                    <a:pt x="66" y="110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106" y="54"/>
                  </a:lnTo>
                  <a:lnTo>
                    <a:pt x="117" y="40"/>
                  </a:lnTo>
                  <a:lnTo>
                    <a:pt x="128" y="29"/>
                  </a:lnTo>
                  <a:lnTo>
                    <a:pt x="141" y="19"/>
                  </a:lnTo>
                  <a:lnTo>
                    <a:pt x="155" y="12"/>
                  </a:lnTo>
                  <a:lnTo>
                    <a:pt x="171" y="5"/>
                  </a:lnTo>
                  <a:lnTo>
                    <a:pt x="188" y="1"/>
                  </a:lnTo>
                  <a:lnTo>
                    <a:pt x="188" y="1"/>
                  </a:lnTo>
                  <a:lnTo>
                    <a:pt x="203" y="0"/>
                  </a:lnTo>
                  <a:lnTo>
                    <a:pt x="217" y="0"/>
                  </a:lnTo>
                  <a:lnTo>
                    <a:pt x="233" y="0"/>
                  </a:lnTo>
                  <a:lnTo>
                    <a:pt x="247" y="2"/>
                  </a:lnTo>
                  <a:lnTo>
                    <a:pt x="261" y="5"/>
                  </a:lnTo>
                  <a:lnTo>
                    <a:pt x="274" y="8"/>
                  </a:lnTo>
                  <a:lnTo>
                    <a:pt x="288" y="14"/>
                  </a:lnTo>
                  <a:lnTo>
                    <a:pt x="301" y="19"/>
                  </a:lnTo>
                  <a:lnTo>
                    <a:pt x="301" y="19"/>
                  </a:lnTo>
                  <a:lnTo>
                    <a:pt x="344" y="41"/>
                  </a:lnTo>
                  <a:lnTo>
                    <a:pt x="384" y="65"/>
                  </a:lnTo>
                  <a:lnTo>
                    <a:pt x="384" y="65"/>
                  </a:lnTo>
                  <a:lnTo>
                    <a:pt x="430" y="94"/>
                  </a:lnTo>
                  <a:lnTo>
                    <a:pt x="474" y="125"/>
                  </a:lnTo>
                  <a:lnTo>
                    <a:pt x="474" y="125"/>
                  </a:lnTo>
                  <a:lnTo>
                    <a:pt x="510" y="151"/>
                  </a:lnTo>
                  <a:lnTo>
                    <a:pt x="527" y="165"/>
                  </a:lnTo>
                  <a:lnTo>
                    <a:pt x="543" y="179"/>
                  </a:lnTo>
                  <a:lnTo>
                    <a:pt x="559" y="195"/>
                  </a:lnTo>
                  <a:lnTo>
                    <a:pt x="574" y="210"/>
                  </a:lnTo>
                  <a:lnTo>
                    <a:pt x="588" y="228"/>
                  </a:lnTo>
                  <a:lnTo>
                    <a:pt x="600" y="246"/>
                  </a:lnTo>
                  <a:lnTo>
                    <a:pt x="600" y="246"/>
                  </a:lnTo>
                  <a:lnTo>
                    <a:pt x="611" y="263"/>
                  </a:lnTo>
                  <a:lnTo>
                    <a:pt x="620" y="281"/>
                  </a:lnTo>
                  <a:lnTo>
                    <a:pt x="628" y="298"/>
                  </a:lnTo>
                  <a:lnTo>
                    <a:pt x="634" y="316"/>
                  </a:lnTo>
                  <a:lnTo>
                    <a:pt x="638" y="335"/>
                  </a:lnTo>
                  <a:lnTo>
                    <a:pt x="641" y="353"/>
                  </a:lnTo>
                  <a:lnTo>
                    <a:pt x="641" y="374"/>
                  </a:lnTo>
                  <a:lnTo>
                    <a:pt x="639" y="394"/>
                  </a:lnTo>
                  <a:lnTo>
                    <a:pt x="639" y="394"/>
                  </a:lnTo>
                  <a:lnTo>
                    <a:pt x="637" y="412"/>
                  </a:lnTo>
                  <a:lnTo>
                    <a:pt x="632" y="430"/>
                  </a:lnTo>
                  <a:lnTo>
                    <a:pt x="625" y="445"/>
                  </a:lnTo>
                  <a:lnTo>
                    <a:pt x="614" y="460"/>
                  </a:lnTo>
                  <a:lnTo>
                    <a:pt x="614" y="460"/>
                  </a:lnTo>
                  <a:lnTo>
                    <a:pt x="603" y="477"/>
                  </a:lnTo>
                  <a:lnTo>
                    <a:pt x="592" y="494"/>
                  </a:lnTo>
                  <a:lnTo>
                    <a:pt x="578" y="511"/>
                  </a:lnTo>
                  <a:lnTo>
                    <a:pt x="571" y="518"/>
                  </a:lnTo>
                  <a:lnTo>
                    <a:pt x="563" y="523"/>
                  </a:lnTo>
                  <a:lnTo>
                    <a:pt x="563" y="523"/>
                  </a:lnTo>
                  <a:lnTo>
                    <a:pt x="554" y="529"/>
                  </a:lnTo>
                  <a:lnTo>
                    <a:pt x="546" y="534"/>
                  </a:lnTo>
                  <a:lnTo>
                    <a:pt x="527" y="543"/>
                  </a:lnTo>
                  <a:lnTo>
                    <a:pt x="506" y="548"/>
                  </a:lnTo>
                  <a:lnTo>
                    <a:pt x="483" y="552"/>
                  </a:lnTo>
                  <a:lnTo>
                    <a:pt x="461" y="555"/>
                  </a:lnTo>
                  <a:lnTo>
                    <a:pt x="439" y="555"/>
                  </a:lnTo>
                  <a:lnTo>
                    <a:pt x="418" y="552"/>
                  </a:lnTo>
                  <a:lnTo>
                    <a:pt x="397" y="550"/>
                  </a:lnTo>
                  <a:lnTo>
                    <a:pt x="397" y="550"/>
                  </a:lnTo>
                  <a:lnTo>
                    <a:pt x="383" y="547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261038DE-55AE-57B0-834A-8C904245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42"/>
              <a:ext cx="320" cy="337"/>
            </a:xfrm>
            <a:custGeom>
              <a:avLst/>
              <a:gdLst>
                <a:gd name="T0" fmla="*/ 383 w 641"/>
                <a:gd name="T1" fmla="*/ 547 h 672"/>
                <a:gd name="T2" fmla="*/ 383 w 641"/>
                <a:gd name="T3" fmla="*/ 672 h 672"/>
                <a:gd name="T4" fmla="*/ 337 w 641"/>
                <a:gd name="T5" fmla="*/ 636 h 672"/>
                <a:gd name="T6" fmla="*/ 284 w 641"/>
                <a:gd name="T7" fmla="*/ 600 h 672"/>
                <a:gd name="T8" fmla="*/ 180 w 641"/>
                <a:gd name="T9" fmla="*/ 533 h 672"/>
                <a:gd name="T10" fmla="*/ 152 w 641"/>
                <a:gd name="T11" fmla="*/ 513 h 672"/>
                <a:gd name="T12" fmla="*/ 93 w 641"/>
                <a:gd name="T13" fmla="*/ 470 h 672"/>
                <a:gd name="T14" fmla="*/ 67 w 641"/>
                <a:gd name="T15" fmla="*/ 445 h 672"/>
                <a:gd name="T16" fmla="*/ 43 w 641"/>
                <a:gd name="T17" fmla="*/ 417 h 672"/>
                <a:gd name="T18" fmla="*/ 22 w 641"/>
                <a:gd name="T19" fmla="*/ 388 h 672"/>
                <a:gd name="T20" fmla="*/ 9 w 641"/>
                <a:gd name="T21" fmla="*/ 357 h 672"/>
                <a:gd name="T22" fmla="*/ 2 w 641"/>
                <a:gd name="T23" fmla="*/ 323 h 672"/>
                <a:gd name="T24" fmla="*/ 0 w 641"/>
                <a:gd name="T25" fmla="*/ 306 h 672"/>
                <a:gd name="T26" fmla="*/ 2 w 641"/>
                <a:gd name="T27" fmla="*/ 273 h 672"/>
                <a:gd name="T28" fmla="*/ 7 w 641"/>
                <a:gd name="T29" fmla="*/ 240 h 672"/>
                <a:gd name="T30" fmla="*/ 15 w 641"/>
                <a:gd name="T31" fmla="*/ 210 h 672"/>
                <a:gd name="T32" fmla="*/ 34 w 641"/>
                <a:gd name="T33" fmla="*/ 165 h 672"/>
                <a:gd name="T34" fmla="*/ 66 w 641"/>
                <a:gd name="T35" fmla="*/ 110 h 672"/>
                <a:gd name="T36" fmla="*/ 84 w 641"/>
                <a:gd name="T37" fmla="*/ 82 h 672"/>
                <a:gd name="T38" fmla="*/ 117 w 641"/>
                <a:gd name="T39" fmla="*/ 40 h 672"/>
                <a:gd name="T40" fmla="*/ 141 w 641"/>
                <a:gd name="T41" fmla="*/ 19 h 672"/>
                <a:gd name="T42" fmla="*/ 171 w 641"/>
                <a:gd name="T43" fmla="*/ 5 h 672"/>
                <a:gd name="T44" fmla="*/ 188 w 641"/>
                <a:gd name="T45" fmla="*/ 1 h 672"/>
                <a:gd name="T46" fmla="*/ 217 w 641"/>
                <a:gd name="T47" fmla="*/ 0 h 672"/>
                <a:gd name="T48" fmla="*/ 247 w 641"/>
                <a:gd name="T49" fmla="*/ 2 h 672"/>
                <a:gd name="T50" fmla="*/ 274 w 641"/>
                <a:gd name="T51" fmla="*/ 8 h 672"/>
                <a:gd name="T52" fmla="*/ 301 w 641"/>
                <a:gd name="T53" fmla="*/ 19 h 672"/>
                <a:gd name="T54" fmla="*/ 344 w 641"/>
                <a:gd name="T55" fmla="*/ 41 h 672"/>
                <a:gd name="T56" fmla="*/ 384 w 641"/>
                <a:gd name="T57" fmla="*/ 65 h 672"/>
                <a:gd name="T58" fmla="*/ 474 w 641"/>
                <a:gd name="T59" fmla="*/ 125 h 672"/>
                <a:gd name="T60" fmla="*/ 510 w 641"/>
                <a:gd name="T61" fmla="*/ 151 h 672"/>
                <a:gd name="T62" fmla="*/ 543 w 641"/>
                <a:gd name="T63" fmla="*/ 179 h 672"/>
                <a:gd name="T64" fmla="*/ 574 w 641"/>
                <a:gd name="T65" fmla="*/ 210 h 672"/>
                <a:gd name="T66" fmla="*/ 600 w 641"/>
                <a:gd name="T67" fmla="*/ 246 h 672"/>
                <a:gd name="T68" fmla="*/ 611 w 641"/>
                <a:gd name="T69" fmla="*/ 263 h 672"/>
                <a:gd name="T70" fmla="*/ 628 w 641"/>
                <a:gd name="T71" fmla="*/ 298 h 672"/>
                <a:gd name="T72" fmla="*/ 638 w 641"/>
                <a:gd name="T73" fmla="*/ 335 h 672"/>
                <a:gd name="T74" fmla="*/ 641 w 641"/>
                <a:gd name="T75" fmla="*/ 374 h 672"/>
                <a:gd name="T76" fmla="*/ 639 w 641"/>
                <a:gd name="T77" fmla="*/ 394 h 672"/>
                <a:gd name="T78" fmla="*/ 632 w 641"/>
                <a:gd name="T79" fmla="*/ 430 h 672"/>
                <a:gd name="T80" fmla="*/ 614 w 641"/>
                <a:gd name="T81" fmla="*/ 460 h 672"/>
                <a:gd name="T82" fmla="*/ 603 w 641"/>
                <a:gd name="T83" fmla="*/ 477 h 672"/>
                <a:gd name="T84" fmla="*/ 578 w 641"/>
                <a:gd name="T85" fmla="*/ 511 h 672"/>
                <a:gd name="T86" fmla="*/ 563 w 641"/>
                <a:gd name="T87" fmla="*/ 523 h 672"/>
                <a:gd name="T88" fmla="*/ 554 w 641"/>
                <a:gd name="T89" fmla="*/ 529 h 672"/>
                <a:gd name="T90" fmla="*/ 527 w 641"/>
                <a:gd name="T91" fmla="*/ 543 h 672"/>
                <a:gd name="T92" fmla="*/ 483 w 641"/>
                <a:gd name="T93" fmla="*/ 552 h 672"/>
                <a:gd name="T94" fmla="*/ 439 w 641"/>
                <a:gd name="T95" fmla="*/ 555 h 672"/>
                <a:gd name="T96" fmla="*/ 397 w 641"/>
                <a:gd name="T97" fmla="*/ 550 h 672"/>
                <a:gd name="T98" fmla="*/ 383 w 641"/>
                <a:gd name="T99" fmla="*/ 547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41" h="672">
                  <a:moveTo>
                    <a:pt x="383" y="547"/>
                  </a:moveTo>
                  <a:lnTo>
                    <a:pt x="383" y="547"/>
                  </a:lnTo>
                  <a:lnTo>
                    <a:pt x="383" y="672"/>
                  </a:lnTo>
                  <a:lnTo>
                    <a:pt x="383" y="672"/>
                  </a:lnTo>
                  <a:lnTo>
                    <a:pt x="361" y="654"/>
                  </a:lnTo>
                  <a:lnTo>
                    <a:pt x="337" y="636"/>
                  </a:lnTo>
                  <a:lnTo>
                    <a:pt x="311" y="618"/>
                  </a:lnTo>
                  <a:lnTo>
                    <a:pt x="284" y="600"/>
                  </a:lnTo>
                  <a:lnTo>
                    <a:pt x="229" y="565"/>
                  </a:lnTo>
                  <a:lnTo>
                    <a:pt x="180" y="533"/>
                  </a:lnTo>
                  <a:lnTo>
                    <a:pt x="180" y="533"/>
                  </a:lnTo>
                  <a:lnTo>
                    <a:pt x="152" y="513"/>
                  </a:lnTo>
                  <a:lnTo>
                    <a:pt x="123" y="492"/>
                  </a:lnTo>
                  <a:lnTo>
                    <a:pt x="93" y="470"/>
                  </a:lnTo>
                  <a:lnTo>
                    <a:pt x="80" y="458"/>
                  </a:lnTo>
                  <a:lnTo>
                    <a:pt x="67" y="445"/>
                  </a:lnTo>
                  <a:lnTo>
                    <a:pt x="54" y="431"/>
                  </a:lnTo>
                  <a:lnTo>
                    <a:pt x="43" y="417"/>
                  </a:lnTo>
                  <a:lnTo>
                    <a:pt x="32" y="403"/>
                  </a:lnTo>
                  <a:lnTo>
                    <a:pt x="22" y="388"/>
                  </a:lnTo>
                  <a:lnTo>
                    <a:pt x="15" y="373"/>
                  </a:lnTo>
                  <a:lnTo>
                    <a:pt x="9" y="357"/>
                  </a:lnTo>
                  <a:lnTo>
                    <a:pt x="4" y="341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06"/>
                  </a:lnTo>
                  <a:lnTo>
                    <a:pt x="0" y="288"/>
                  </a:lnTo>
                  <a:lnTo>
                    <a:pt x="2" y="273"/>
                  </a:lnTo>
                  <a:lnTo>
                    <a:pt x="3" y="256"/>
                  </a:lnTo>
                  <a:lnTo>
                    <a:pt x="7" y="240"/>
                  </a:lnTo>
                  <a:lnTo>
                    <a:pt x="10" y="225"/>
                  </a:lnTo>
                  <a:lnTo>
                    <a:pt x="15" y="210"/>
                  </a:lnTo>
                  <a:lnTo>
                    <a:pt x="20" y="195"/>
                  </a:lnTo>
                  <a:lnTo>
                    <a:pt x="34" y="165"/>
                  </a:lnTo>
                  <a:lnTo>
                    <a:pt x="49" y="137"/>
                  </a:lnTo>
                  <a:lnTo>
                    <a:pt x="66" y="110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106" y="54"/>
                  </a:lnTo>
                  <a:lnTo>
                    <a:pt x="117" y="40"/>
                  </a:lnTo>
                  <a:lnTo>
                    <a:pt x="128" y="29"/>
                  </a:lnTo>
                  <a:lnTo>
                    <a:pt x="141" y="19"/>
                  </a:lnTo>
                  <a:lnTo>
                    <a:pt x="155" y="12"/>
                  </a:lnTo>
                  <a:lnTo>
                    <a:pt x="171" y="5"/>
                  </a:lnTo>
                  <a:lnTo>
                    <a:pt x="188" y="1"/>
                  </a:lnTo>
                  <a:lnTo>
                    <a:pt x="188" y="1"/>
                  </a:lnTo>
                  <a:lnTo>
                    <a:pt x="203" y="0"/>
                  </a:lnTo>
                  <a:lnTo>
                    <a:pt x="217" y="0"/>
                  </a:lnTo>
                  <a:lnTo>
                    <a:pt x="233" y="0"/>
                  </a:lnTo>
                  <a:lnTo>
                    <a:pt x="247" y="2"/>
                  </a:lnTo>
                  <a:lnTo>
                    <a:pt x="261" y="5"/>
                  </a:lnTo>
                  <a:lnTo>
                    <a:pt x="274" y="8"/>
                  </a:lnTo>
                  <a:lnTo>
                    <a:pt x="288" y="14"/>
                  </a:lnTo>
                  <a:lnTo>
                    <a:pt x="301" y="19"/>
                  </a:lnTo>
                  <a:lnTo>
                    <a:pt x="301" y="19"/>
                  </a:lnTo>
                  <a:lnTo>
                    <a:pt x="344" y="41"/>
                  </a:lnTo>
                  <a:lnTo>
                    <a:pt x="384" y="65"/>
                  </a:lnTo>
                  <a:lnTo>
                    <a:pt x="384" y="65"/>
                  </a:lnTo>
                  <a:lnTo>
                    <a:pt x="430" y="94"/>
                  </a:lnTo>
                  <a:lnTo>
                    <a:pt x="474" y="125"/>
                  </a:lnTo>
                  <a:lnTo>
                    <a:pt x="474" y="125"/>
                  </a:lnTo>
                  <a:lnTo>
                    <a:pt x="510" y="151"/>
                  </a:lnTo>
                  <a:lnTo>
                    <a:pt x="527" y="165"/>
                  </a:lnTo>
                  <a:lnTo>
                    <a:pt x="543" y="179"/>
                  </a:lnTo>
                  <a:lnTo>
                    <a:pt x="559" y="195"/>
                  </a:lnTo>
                  <a:lnTo>
                    <a:pt x="574" y="210"/>
                  </a:lnTo>
                  <a:lnTo>
                    <a:pt x="588" y="228"/>
                  </a:lnTo>
                  <a:lnTo>
                    <a:pt x="600" y="246"/>
                  </a:lnTo>
                  <a:lnTo>
                    <a:pt x="600" y="246"/>
                  </a:lnTo>
                  <a:lnTo>
                    <a:pt x="611" y="263"/>
                  </a:lnTo>
                  <a:lnTo>
                    <a:pt x="620" y="281"/>
                  </a:lnTo>
                  <a:lnTo>
                    <a:pt x="628" y="298"/>
                  </a:lnTo>
                  <a:lnTo>
                    <a:pt x="634" y="316"/>
                  </a:lnTo>
                  <a:lnTo>
                    <a:pt x="638" y="335"/>
                  </a:lnTo>
                  <a:lnTo>
                    <a:pt x="641" y="353"/>
                  </a:lnTo>
                  <a:lnTo>
                    <a:pt x="641" y="374"/>
                  </a:lnTo>
                  <a:lnTo>
                    <a:pt x="639" y="394"/>
                  </a:lnTo>
                  <a:lnTo>
                    <a:pt x="639" y="394"/>
                  </a:lnTo>
                  <a:lnTo>
                    <a:pt x="637" y="412"/>
                  </a:lnTo>
                  <a:lnTo>
                    <a:pt x="632" y="430"/>
                  </a:lnTo>
                  <a:lnTo>
                    <a:pt x="625" y="445"/>
                  </a:lnTo>
                  <a:lnTo>
                    <a:pt x="614" y="460"/>
                  </a:lnTo>
                  <a:lnTo>
                    <a:pt x="614" y="460"/>
                  </a:lnTo>
                  <a:lnTo>
                    <a:pt x="603" y="477"/>
                  </a:lnTo>
                  <a:lnTo>
                    <a:pt x="592" y="494"/>
                  </a:lnTo>
                  <a:lnTo>
                    <a:pt x="578" y="511"/>
                  </a:lnTo>
                  <a:lnTo>
                    <a:pt x="571" y="518"/>
                  </a:lnTo>
                  <a:lnTo>
                    <a:pt x="563" y="523"/>
                  </a:lnTo>
                  <a:lnTo>
                    <a:pt x="563" y="523"/>
                  </a:lnTo>
                  <a:lnTo>
                    <a:pt x="554" y="529"/>
                  </a:lnTo>
                  <a:lnTo>
                    <a:pt x="546" y="534"/>
                  </a:lnTo>
                  <a:lnTo>
                    <a:pt x="527" y="543"/>
                  </a:lnTo>
                  <a:lnTo>
                    <a:pt x="506" y="548"/>
                  </a:lnTo>
                  <a:lnTo>
                    <a:pt x="483" y="552"/>
                  </a:lnTo>
                  <a:lnTo>
                    <a:pt x="461" y="555"/>
                  </a:lnTo>
                  <a:lnTo>
                    <a:pt x="439" y="555"/>
                  </a:lnTo>
                  <a:lnTo>
                    <a:pt x="418" y="552"/>
                  </a:lnTo>
                  <a:lnTo>
                    <a:pt x="397" y="550"/>
                  </a:lnTo>
                  <a:lnTo>
                    <a:pt x="397" y="550"/>
                  </a:lnTo>
                  <a:lnTo>
                    <a:pt x="383" y="5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8545045D-64F0-39BA-C015-99BCC6A2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839"/>
              <a:ext cx="321" cy="276"/>
            </a:xfrm>
            <a:custGeom>
              <a:avLst/>
              <a:gdLst>
                <a:gd name="T0" fmla="*/ 400 w 642"/>
                <a:gd name="T1" fmla="*/ 68 h 553"/>
                <a:gd name="T2" fmla="*/ 447 w 642"/>
                <a:gd name="T3" fmla="*/ 80 h 553"/>
                <a:gd name="T4" fmla="*/ 497 w 642"/>
                <a:gd name="T5" fmla="*/ 87 h 553"/>
                <a:gd name="T6" fmla="*/ 510 w 642"/>
                <a:gd name="T7" fmla="*/ 88 h 553"/>
                <a:gd name="T8" fmla="*/ 536 w 642"/>
                <a:gd name="T9" fmla="*/ 93 h 553"/>
                <a:gd name="T10" fmla="*/ 560 w 642"/>
                <a:gd name="T11" fmla="*/ 102 h 553"/>
                <a:gd name="T12" fmla="*/ 581 w 642"/>
                <a:gd name="T13" fmla="*/ 114 h 553"/>
                <a:gd name="T14" fmla="*/ 600 w 642"/>
                <a:gd name="T15" fmla="*/ 130 h 553"/>
                <a:gd name="T16" fmla="*/ 616 w 642"/>
                <a:gd name="T17" fmla="*/ 148 h 553"/>
                <a:gd name="T18" fmla="*/ 628 w 642"/>
                <a:gd name="T19" fmla="*/ 169 h 553"/>
                <a:gd name="T20" fmla="*/ 636 w 642"/>
                <a:gd name="T21" fmla="*/ 194 h 553"/>
                <a:gd name="T22" fmla="*/ 638 w 642"/>
                <a:gd name="T23" fmla="*/ 208 h 553"/>
                <a:gd name="T24" fmla="*/ 642 w 642"/>
                <a:gd name="T25" fmla="*/ 255 h 553"/>
                <a:gd name="T26" fmla="*/ 638 w 642"/>
                <a:gd name="T27" fmla="*/ 304 h 553"/>
                <a:gd name="T28" fmla="*/ 628 w 642"/>
                <a:gd name="T29" fmla="*/ 339 h 553"/>
                <a:gd name="T30" fmla="*/ 617 w 642"/>
                <a:gd name="T31" fmla="*/ 358 h 553"/>
                <a:gd name="T32" fmla="*/ 603 w 642"/>
                <a:gd name="T33" fmla="*/ 376 h 553"/>
                <a:gd name="T34" fmla="*/ 593 w 642"/>
                <a:gd name="T35" fmla="*/ 383 h 553"/>
                <a:gd name="T36" fmla="*/ 550 w 642"/>
                <a:gd name="T37" fmla="*/ 411 h 553"/>
                <a:gd name="T38" fmla="*/ 503 w 642"/>
                <a:gd name="T39" fmla="*/ 429 h 553"/>
                <a:gd name="T40" fmla="*/ 451 w 642"/>
                <a:gd name="T41" fmla="*/ 440 h 553"/>
                <a:gd name="T42" fmla="*/ 398 w 642"/>
                <a:gd name="T43" fmla="*/ 443 h 553"/>
                <a:gd name="T44" fmla="*/ 398 w 642"/>
                <a:gd name="T45" fmla="*/ 553 h 553"/>
                <a:gd name="T46" fmla="*/ 379 w 642"/>
                <a:gd name="T47" fmla="*/ 550 h 553"/>
                <a:gd name="T48" fmla="*/ 309 w 642"/>
                <a:gd name="T49" fmla="*/ 543 h 553"/>
                <a:gd name="T50" fmla="*/ 262 w 642"/>
                <a:gd name="T51" fmla="*/ 535 h 553"/>
                <a:gd name="T52" fmla="*/ 220 w 642"/>
                <a:gd name="T53" fmla="*/ 521 h 553"/>
                <a:gd name="T54" fmla="*/ 192 w 642"/>
                <a:gd name="T55" fmla="*/ 507 h 553"/>
                <a:gd name="T56" fmla="*/ 145 w 642"/>
                <a:gd name="T57" fmla="*/ 472 h 553"/>
                <a:gd name="T58" fmla="*/ 106 w 642"/>
                <a:gd name="T59" fmla="*/ 432 h 553"/>
                <a:gd name="T60" fmla="*/ 71 w 642"/>
                <a:gd name="T61" fmla="*/ 383 h 553"/>
                <a:gd name="T62" fmla="*/ 56 w 642"/>
                <a:gd name="T63" fmla="*/ 355 h 553"/>
                <a:gd name="T64" fmla="*/ 33 w 642"/>
                <a:gd name="T65" fmla="*/ 312 h 553"/>
                <a:gd name="T66" fmla="*/ 13 w 642"/>
                <a:gd name="T67" fmla="*/ 259 h 553"/>
                <a:gd name="T68" fmla="*/ 1 w 642"/>
                <a:gd name="T69" fmla="*/ 205 h 553"/>
                <a:gd name="T70" fmla="*/ 1 w 642"/>
                <a:gd name="T71" fmla="*/ 180 h 553"/>
                <a:gd name="T72" fmla="*/ 6 w 642"/>
                <a:gd name="T73" fmla="*/ 158 h 553"/>
                <a:gd name="T74" fmla="*/ 13 w 642"/>
                <a:gd name="T75" fmla="*/ 135 h 553"/>
                <a:gd name="T76" fmla="*/ 38 w 642"/>
                <a:gd name="T77" fmla="*/ 93 h 553"/>
                <a:gd name="T78" fmla="*/ 71 w 642"/>
                <a:gd name="T79" fmla="*/ 57 h 553"/>
                <a:gd name="T80" fmla="*/ 109 w 642"/>
                <a:gd name="T81" fmla="*/ 27 h 553"/>
                <a:gd name="T82" fmla="*/ 128 w 642"/>
                <a:gd name="T83" fmla="*/ 14 h 553"/>
                <a:gd name="T84" fmla="*/ 150 w 642"/>
                <a:gd name="T85" fmla="*/ 6 h 553"/>
                <a:gd name="T86" fmla="*/ 174 w 642"/>
                <a:gd name="T87" fmla="*/ 2 h 553"/>
                <a:gd name="T88" fmla="*/ 199 w 642"/>
                <a:gd name="T89" fmla="*/ 2 h 553"/>
                <a:gd name="T90" fmla="*/ 251 w 642"/>
                <a:gd name="T91" fmla="*/ 11 h 553"/>
                <a:gd name="T92" fmla="*/ 298 w 642"/>
                <a:gd name="T93" fmla="*/ 29 h 553"/>
                <a:gd name="T94" fmla="*/ 319 w 642"/>
                <a:gd name="T95" fmla="*/ 38 h 553"/>
                <a:gd name="T96" fmla="*/ 380 w 642"/>
                <a:gd name="T97" fmla="*/ 63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2" h="553">
                  <a:moveTo>
                    <a:pt x="400" y="68"/>
                  </a:moveTo>
                  <a:lnTo>
                    <a:pt x="400" y="68"/>
                  </a:lnTo>
                  <a:lnTo>
                    <a:pt x="423" y="74"/>
                  </a:lnTo>
                  <a:lnTo>
                    <a:pt x="447" y="80"/>
                  </a:lnTo>
                  <a:lnTo>
                    <a:pt x="471" y="84"/>
                  </a:lnTo>
                  <a:lnTo>
                    <a:pt x="497" y="87"/>
                  </a:lnTo>
                  <a:lnTo>
                    <a:pt x="497" y="87"/>
                  </a:lnTo>
                  <a:lnTo>
                    <a:pt x="510" y="88"/>
                  </a:lnTo>
                  <a:lnTo>
                    <a:pt x="524" y="91"/>
                  </a:lnTo>
                  <a:lnTo>
                    <a:pt x="536" y="93"/>
                  </a:lnTo>
                  <a:lnTo>
                    <a:pt x="547" y="98"/>
                  </a:lnTo>
                  <a:lnTo>
                    <a:pt x="560" y="102"/>
                  </a:lnTo>
                  <a:lnTo>
                    <a:pt x="571" y="107"/>
                  </a:lnTo>
                  <a:lnTo>
                    <a:pt x="581" y="114"/>
                  </a:lnTo>
                  <a:lnTo>
                    <a:pt x="590" y="121"/>
                  </a:lnTo>
                  <a:lnTo>
                    <a:pt x="600" y="130"/>
                  </a:lnTo>
                  <a:lnTo>
                    <a:pt x="609" y="138"/>
                  </a:lnTo>
                  <a:lnTo>
                    <a:pt x="616" y="148"/>
                  </a:lnTo>
                  <a:lnTo>
                    <a:pt x="623" y="158"/>
                  </a:lnTo>
                  <a:lnTo>
                    <a:pt x="628" y="169"/>
                  </a:lnTo>
                  <a:lnTo>
                    <a:pt x="632" y="181"/>
                  </a:lnTo>
                  <a:lnTo>
                    <a:pt x="636" y="194"/>
                  </a:lnTo>
                  <a:lnTo>
                    <a:pt x="638" y="208"/>
                  </a:lnTo>
                  <a:lnTo>
                    <a:pt x="638" y="208"/>
                  </a:lnTo>
                  <a:lnTo>
                    <a:pt x="641" y="230"/>
                  </a:lnTo>
                  <a:lnTo>
                    <a:pt x="642" y="255"/>
                  </a:lnTo>
                  <a:lnTo>
                    <a:pt x="641" y="279"/>
                  </a:lnTo>
                  <a:lnTo>
                    <a:pt x="638" y="304"/>
                  </a:lnTo>
                  <a:lnTo>
                    <a:pt x="632" y="327"/>
                  </a:lnTo>
                  <a:lnTo>
                    <a:pt x="628" y="339"/>
                  </a:lnTo>
                  <a:lnTo>
                    <a:pt x="623" y="348"/>
                  </a:lnTo>
                  <a:lnTo>
                    <a:pt x="617" y="358"/>
                  </a:lnTo>
                  <a:lnTo>
                    <a:pt x="610" y="368"/>
                  </a:lnTo>
                  <a:lnTo>
                    <a:pt x="603" y="376"/>
                  </a:lnTo>
                  <a:lnTo>
                    <a:pt x="593" y="383"/>
                  </a:lnTo>
                  <a:lnTo>
                    <a:pt x="593" y="383"/>
                  </a:lnTo>
                  <a:lnTo>
                    <a:pt x="572" y="398"/>
                  </a:lnTo>
                  <a:lnTo>
                    <a:pt x="550" y="411"/>
                  </a:lnTo>
                  <a:lnTo>
                    <a:pt x="526" y="421"/>
                  </a:lnTo>
                  <a:lnTo>
                    <a:pt x="503" y="429"/>
                  </a:lnTo>
                  <a:lnTo>
                    <a:pt x="478" y="435"/>
                  </a:lnTo>
                  <a:lnTo>
                    <a:pt x="451" y="440"/>
                  </a:lnTo>
                  <a:lnTo>
                    <a:pt x="425" y="442"/>
                  </a:lnTo>
                  <a:lnTo>
                    <a:pt x="398" y="443"/>
                  </a:lnTo>
                  <a:lnTo>
                    <a:pt x="398" y="443"/>
                  </a:lnTo>
                  <a:lnTo>
                    <a:pt x="398" y="553"/>
                  </a:lnTo>
                  <a:lnTo>
                    <a:pt x="398" y="553"/>
                  </a:lnTo>
                  <a:lnTo>
                    <a:pt x="379" y="550"/>
                  </a:lnTo>
                  <a:lnTo>
                    <a:pt x="357" y="547"/>
                  </a:lnTo>
                  <a:lnTo>
                    <a:pt x="309" y="543"/>
                  </a:lnTo>
                  <a:lnTo>
                    <a:pt x="286" y="539"/>
                  </a:lnTo>
                  <a:lnTo>
                    <a:pt x="262" y="535"/>
                  </a:lnTo>
                  <a:lnTo>
                    <a:pt x="241" y="529"/>
                  </a:lnTo>
                  <a:lnTo>
                    <a:pt x="220" y="521"/>
                  </a:lnTo>
                  <a:lnTo>
                    <a:pt x="220" y="521"/>
                  </a:lnTo>
                  <a:lnTo>
                    <a:pt x="192" y="507"/>
                  </a:lnTo>
                  <a:lnTo>
                    <a:pt x="169" y="490"/>
                  </a:lnTo>
                  <a:lnTo>
                    <a:pt x="145" y="472"/>
                  </a:lnTo>
                  <a:lnTo>
                    <a:pt x="125" y="453"/>
                  </a:lnTo>
                  <a:lnTo>
                    <a:pt x="106" y="432"/>
                  </a:lnTo>
                  <a:lnTo>
                    <a:pt x="88" y="408"/>
                  </a:lnTo>
                  <a:lnTo>
                    <a:pt x="71" y="383"/>
                  </a:lnTo>
                  <a:lnTo>
                    <a:pt x="56" y="355"/>
                  </a:lnTo>
                  <a:lnTo>
                    <a:pt x="56" y="355"/>
                  </a:lnTo>
                  <a:lnTo>
                    <a:pt x="45" y="336"/>
                  </a:lnTo>
                  <a:lnTo>
                    <a:pt x="33" y="312"/>
                  </a:lnTo>
                  <a:lnTo>
                    <a:pt x="22" y="287"/>
                  </a:lnTo>
                  <a:lnTo>
                    <a:pt x="13" y="259"/>
                  </a:lnTo>
                  <a:lnTo>
                    <a:pt x="6" y="231"/>
                  </a:lnTo>
                  <a:lnTo>
                    <a:pt x="1" y="205"/>
                  </a:lnTo>
                  <a:lnTo>
                    <a:pt x="0" y="192"/>
                  </a:lnTo>
                  <a:lnTo>
                    <a:pt x="1" y="180"/>
                  </a:lnTo>
                  <a:lnTo>
                    <a:pt x="3" y="167"/>
                  </a:lnTo>
                  <a:lnTo>
                    <a:pt x="6" y="158"/>
                  </a:lnTo>
                  <a:lnTo>
                    <a:pt x="6" y="158"/>
                  </a:lnTo>
                  <a:lnTo>
                    <a:pt x="13" y="135"/>
                  </a:lnTo>
                  <a:lnTo>
                    <a:pt x="24" y="114"/>
                  </a:lnTo>
                  <a:lnTo>
                    <a:pt x="38" y="93"/>
                  </a:lnTo>
                  <a:lnTo>
                    <a:pt x="53" y="74"/>
                  </a:lnTo>
                  <a:lnTo>
                    <a:pt x="71" y="57"/>
                  </a:lnTo>
                  <a:lnTo>
                    <a:pt x="89" y="41"/>
                  </a:lnTo>
                  <a:lnTo>
                    <a:pt x="109" y="27"/>
                  </a:lnTo>
                  <a:lnTo>
                    <a:pt x="128" y="14"/>
                  </a:lnTo>
                  <a:lnTo>
                    <a:pt x="128" y="14"/>
                  </a:lnTo>
                  <a:lnTo>
                    <a:pt x="139" y="9"/>
                  </a:lnTo>
                  <a:lnTo>
                    <a:pt x="150" y="6"/>
                  </a:lnTo>
                  <a:lnTo>
                    <a:pt x="162" y="3"/>
                  </a:lnTo>
                  <a:lnTo>
                    <a:pt x="174" y="2"/>
                  </a:lnTo>
                  <a:lnTo>
                    <a:pt x="187" y="0"/>
                  </a:lnTo>
                  <a:lnTo>
                    <a:pt x="199" y="2"/>
                  </a:lnTo>
                  <a:lnTo>
                    <a:pt x="224" y="6"/>
                  </a:lnTo>
                  <a:lnTo>
                    <a:pt x="251" y="11"/>
                  </a:lnTo>
                  <a:lnTo>
                    <a:pt x="274" y="20"/>
                  </a:lnTo>
                  <a:lnTo>
                    <a:pt x="298" y="29"/>
                  </a:lnTo>
                  <a:lnTo>
                    <a:pt x="319" y="38"/>
                  </a:lnTo>
                  <a:lnTo>
                    <a:pt x="319" y="38"/>
                  </a:lnTo>
                  <a:lnTo>
                    <a:pt x="361" y="56"/>
                  </a:lnTo>
                  <a:lnTo>
                    <a:pt x="380" y="63"/>
                  </a:lnTo>
                  <a:lnTo>
                    <a:pt x="400" y="68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D9CEB42F-3D38-41FF-2353-67D4B09F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839"/>
              <a:ext cx="321" cy="276"/>
            </a:xfrm>
            <a:custGeom>
              <a:avLst/>
              <a:gdLst>
                <a:gd name="T0" fmla="*/ 400 w 642"/>
                <a:gd name="T1" fmla="*/ 68 h 553"/>
                <a:gd name="T2" fmla="*/ 447 w 642"/>
                <a:gd name="T3" fmla="*/ 80 h 553"/>
                <a:gd name="T4" fmla="*/ 497 w 642"/>
                <a:gd name="T5" fmla="*/ 87 h 553"/>
                <a:gd name="T6" fmla="*/ 510 w 642"/>
                <a:gd name="T7" fmla="*/ 88 h 553"/>
                <a:gd name="T8" fmla="*/ 536 w 642"/>
                <a:gd name="T9" fmla="*/ 93 h 553"/>
                <a:gd name="T10" fmla="*/ 560 w 642"/>
                <a:gd name="T11" fmla="*/ 102 h 553"/>
                <a:gd name="T12" fmla="*/ 581 w 642"/>
                <a:gd name="T13" fmla="*/ 114 h 553"/>
                <a:gd name="T14" fmla="*/ 600 w 642"/>
                <a:gd name="T15" fmla="*/ 130 h 553"/>
                <a:gd name="T16" fmla="*/ 616 w 642"/>
                <a:gd name="T17" fmla="*/ 148 h 553"/>
                <a:gd name="T18" fmla="*/ 628 w 642"/>
                <a:gd name="T19" fmla="*/ 169 h 553"/>
                <a:gd name="T20" fmla="*/ 636 w 642"/>
                <a:gd name="T21" fmla="*/ 194 h 553"/>
                <a:gd name="T22" fmla="*/ 638 w 642"/>
                <a:gd name="T23" fmla="*/ 208 h 553"/>
                <a:gd name="T24" fmla="*/ 642 w 642"/>
                <a:gd name="T25" fmla="*/ 255 h 553"/>
                <a:gd name="T26" fmla="*/ 638 w 642"/>
                <a:gd name="T27" fmla="*/ 304 h 553"/>
                <a:gd name="T28" fmla="*/ 628 w 642"/>
                <a:gd name="T29" fmla="*/ 339 h 553"/>
                <a:gd name="T30" fmla="*/ 617 w 642"/>
                <a:gd name="T31" fmla="*/ 358 h 553"/>
                <a:gd name="T32" fmla="*/ 603 w 642"/>
                <a:gd name="T33" fmla="*/ 376 h 553"/>
                <a:gd name="T34" fmla="*/ 593 w 642"/>
                <a:gd name="T35" fmla="*/ 383 h 553"/>
                <a:gd name="T36" fmla="*/ 550 w 642"/>
                <a:gd name="T37" fmla="*/ 411 h 553"/>
                <a:gd name="T38" fmla="*/ 503 w 642"/>
                <a:gd name="T39" fmla="*/ 429 h 553"/>
                <a:gd name="T40" fmla="*/ 451 w 642"/>
                <a:gd name="T41" fmla="*/ 440 h 553"/>
                <a:gd name="T42" fmla="*/ 398 w 642"/>
                <a:gd name="T43" fmla="*/ 443 h 553"/>
                <a:gd name="T44" fmla="*/ 398 w 642"/>
                <a:gd name="T45" fmla="*/ 553 h 553"/>
                <a:gd name="T46" fmla="*/ 379 w 642"/>
                <a:gd name="T47" fmla="*/ 550 h 553"/>
                <a:gd name="T48" fmla="*/ 309 w 642"/>
                <a:gd name="T49" fmla="*/ 543 h 553"/>
                <a:gd name="T50" fmla="*/ 262 w 642"/>
                <a:gd name="T51" fmla="*/ 535 h 553"/>
                <a:gd name="T52" fmla="*/ 220 w 642"/>
                <a:gd name="T53" fmla="*/ 521 h 553"/>
                <a:gd name="T54" fmla="*/ 192 w 642"/>
                <a:gd name="T55" fmla="*/ 507 h 553"/>
                <a:gd name="T56" fmla="*/ 145 w 642"/>
                <a:gd name="T57" fmla="*/ 472 h 553"/>
                <a:gd name="T58" fmla="*/ 106 w 642"/>
                <a:gd name="T59" fmla="*/ 432 h 553"/>
                <a:gd name="T60" fmla="*/ 71 w 642"/>
                <a:gd name="T61" fmla="*/ 383 h 553"/>
                <a:gd name="T62" fmla="*/ 56 w 642"/>
                <a:gd name="T63" fmla="*/ 355 h 553"/>
                <a:gd name="T64" fmla="*/ 33 w 642"/>
                <a:gd name="T65" fmla="*/ 312 h 553"/>
                <a:gd name="T66" fmla="*/ 13 w 642"/>
                <a:gd name="T67" fmla="*/ 259 h 553"/>
                <a:gd name="T68" fmla="*/ 1 w 642"/>
                <a:gd name="T69" fmla="*/ 205 h 553"/>
                <a:gd name="T70" fmla="*/ 1 w 642"/>
                <a:gd name="T71" fmla="*/ 180 h 553"/>
                <a:gd name="T72" fmla="*/ 6 w 642"/>
                <a:gd name="T73" fmla="*/ 158 h 553"/>
                <a:gd name="T74" fmla="*/ 13 w 642"/>
                <a:gd name="T75" fmla="*/ 135 h 553"/>
                <a:gd name="T76" fmla="*/ 38 w 642"/>
                <a:gd name="T77" fmla="*/ 93 h 553"/>
                <a:gd name="T78" fmla="*/ 71 w 642"/>
                <a:gd name="T79" fmla="*/ 57 h 553"/>
                <a:gd name="T80" fmla="*/ 109 w 642"/>
                <a:gd name="T81" fmla="*/ 27 h 553"/>
                <a:gd name="T82" fmla="*/ 128 w 642"/>
                <a:gd name="T83" fmla="*/ 14 h 553"/>
                <a:gd name="T84" fmla="*/ 150 w 642"/>
                <a:gd name="T85" fmla="*/ 6 h 553"/>
                <a:gd name="T86" fmla="*/ 174 w 642"/>
                <a:gd name="T87" fmla="*/ 2 h 553"/>
                <a:gd name="T88" fmla="*/ 199 w 642"/>
                <a:gd name="T89" fmla="*/ 2 h 553"/>
                <a:gd name="T90" fmla="*/ 251 w 642"/>
                <a:gd name="T91" fmla="*/ 11 h 553"/>
                <a:gd name="T92" fmla="*/ 298 w 642"/>
                <a:gd name="T93" fmla="*/ 29 h 553"/>
                <a:gd name="T94" fmla="*/ 319 w 642"/>
                <a:gd name="T95" fmla="*/ 38 h 553"/>
                <a:gd name="T96" fmla="*/ 380 w 642"/>
                <a:gd name="T97" fmla="*/ 63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2" h="553">
                  <a:moveTo>
                    <a:pt x="400" y="68"/>
                  </a:moveTo>
                  <a:lnTo>
                    <a:pt x="400" y="68"/>
                  </a:lnTo>
                  <a:lnTo>
                    <a:pt x="423" y="74"/>
                  </a:lnTo>
                  <a:lnTo>
                    <a:pt x="447" y="80"/>
                  </a:lnTo>
                  <a:lnTo>
                    <a:pt x="471" y="84"/>
                  </a:lnTo>
                  <a:lnTo>
                    <a:pt x="497" y="87"/>
                  </a:lnTo>
                  <a:lnTo>
                    <a:pt x="497" y="87"/>
                  </a:lnTo>
                  <a:lnTo>
                    <a:pt x="510" y="88"/>
                  </a:lnTo>
                  <a:lnTo>
                    <a:pt x="524" y="91"/>
                  </a:lnTo>
                  <a:lnTo>
                    <a:pt x="536" y="93"/>
                  </a:lnTo>
                  <a:lnTo>
                    <a:pt x="547" y="98"/>
                  </a:lnTo>
                  <a:lnTo>
                    <a:pt x="560" y="102"/>
                  </a:lnTo>
                  <a:lnTo>
                    <a:pt x="571" y="107"/>
                  </a:lnTo>
                  <a:lnTo>
                    <a:pt x="581" y="114"/>
                  </a:lnTo>
                  <a:lnTo>
                    <a:pt x="590" y="121"/>
                  </a:lnTo>
                  <a:lnTo>
                    <a:pt x="600" y="130"/>
                  </a:lnTo>
                  <a:lnTo>
                    <a:pt x="609" y="138"/>
                  </a:lnTo>
                  <a:lnTo>
                    <a:pt x="616" y="148"/>
                  </a:lnTo>
                  <a:lnTo>
                    <a:pt x="623" y="158"/>
                  </a:lnTo>
                  <a:lnTo>
                    <a:pt x="628" y="169"/>
                  </a:lnTo>
                  <a:lnTo>
                    <a:pt x="632" y="181"/>
                  </a:lnTo>
                  <a:lnTo>
                    <a:pt x="636" y="194"/>
                  </a:lnTo>
                  <a:lnTo>
                    <a:pt x="638" y="208"/>
                  </a:lnTo>
                  <a:lnTo>
                    <a:pt x="638" y="208"/>
                  </a:lnTo>
                  <a:lnTo>
                    <a:pt x="641" y="230"/>
                  </a:lnTo>
                  <a:lnTo>
                    <a:pt x="642" y="255"/>
                  </a:lnTo>
                  <a:lnTo>
                    <a:pt x="641" y="279"/>
                  </a:lnTo>
                  <a:lnTo>
                    <a:pt x="638" y="304"/>
                  </a:lnTo>
                  <a:lnTo>
                    <a:pt x="632" y="327"/>
                  </a:lnTo>
                  <a:lnTo>
                    <a:pt x="628" y="339"/>
                  </a:lnTo>
                  <a:lnTo>
                    <a:pt x="623" y="348"/>
                  </a:lnTo>
                  <a:lnTo>
                    <a:pt x="617" y="358"/>
                  </a:lnTo>
                  <a:lnTo>
                    <a:pt x="610" y="368"/>
                  </a:lnTo>
                  <a:lnTo>
                    <a:pt x="603" y="376"/>
                  </a:lnTo>
                  <a:lnTo>
                    <a:pt x="593" y="383"/>
                  </a:lnTo>
                  <a:lnTo>
                    <a:pt x="593" y="383"/>
                  </a:lnTo>
                  <a:lnTo>
                    <a:pt x="572" y="398"/>
                  </a:lnTo>
                  <a:lnTo>
                    <a:pt x="550" y="411"/>
                  </a:lnTo>
                  <a:lnTo>
                    <a:pt x="526" y="421"/>
                  </a:lnTo>
                  <a:lnTo>
                    <a:pt x="503" y="429"/>
                  </a:lnTo>
                  <a:lnTo>
                    <a:pt x="478" y="435"/>
                  </a:lnTo>
                  <a:lnTo>
                    <a:pt x="451" y="440"/>
                  </a:lnTo>
                  <a:lnTo>
                    <a:pt x="425" y="442"/>
                  </a:lnTo>
                  <a:lnTo>
                    <a:pt x="398" y="443"/>
                  </a:lnTo>
                  <a:lnTo>
                    <a:pt x="398" y="443"/>
                  </a:lnTo>
                  <a:lnTo>
                    <a:pt x="398" y="553"/>
                  </a:lnTo>
                  <a:lnTo>
                    <a:pt x="398" y="553"/>
                  </a:lnTo>
                  <a:lnTo>
                    <a:pt x="379" y="550"/>
                  </a:lnTo>
                  <a:lnTo>
                    <a:pt x="357" y="547"/>
                  </a:lnTo>
                  <a:lnTo>
                    <a:pt x="309" y="543"/>
                  </a:lnTo>
                  <a:lnTo>
                    <a:pt x="286" y="539"/>
                  </a:lnTo>
                  <a:lnTo>
                    <a:pt x="262" y="535"/>
                  </a:lnTo>
                  <a:lnTo>
                    <a:pt x="241" y="529"/>
                  </a:lnTo>
                  <a:lnTo>
                    <a:pt x="220" y="521"/>
                  </a:lnTo>
                  <a:lnTo>
                    <a:pt x="220" y="521"/>
                  </a:lnTo>
                  <a:lnTo>
                    <a:pt x="192" y="507"/>
                  </a:lnTo>
                  <a:lnTo>
                    <a:pt x="169" y="490"/>
                  </a:lnTo>
                  <a:lnTo>
                    <a:pt x="145" y="472"/>
                  </a:lnTo>
                  <a:lnTo>
                    <a:pt x="125" y="453"/>
                  </a:lnTo>
                  <a:lnTo>
                    <a:pt x="106" y="432"/>
                  </a:lnTo>
                  <a:lnTo>
                    <a:pt x="88" y="408"/>
                  </a:lnTo>
                  <a:lnTo>
                    <a:pt x="71" y="383"/>
                  </a:lnTo>
                  <a:lnTo>
                    <a:pt x="56" y="355"/>
                  </a:lnTo>
                  <a:lnTo>
                    <a:pt x="56" y="355"/>
                  </a:lnTo>
                  <a:lnTo>
                    <a:pt x="45" y="336"/>
                  </a:lnTo>
                  <a:lnTo>
                    <a:pt x="33" y="312"/>
                  </a:lnTo>
                  <a:lnTo>
                    <a:pt x="22" y="287"/>
                  </a:lnTo>
                  <a:lnTo>
                    <a:pt x="13" y="259"/>
                  </a:lnTo>
                  <a:lnTo>
                    <a:pt x="6" y="231"/>
                  </a:lnTo>
                  <a:lnTo>
                    <a:pt x="1" y="205"/>
                  </a:lnTo>
                  <a:lnTo>
                    <a:pt x="0" y="192"/>
                  </a:lnTo>
                  <a:lnTo>
                    <a:pt x="1" y="180"/>
                  </a:lnTo>
                  <a:lnTo>
                    <a:pt x="3" y="167"/>
                  </a:lnTo>
                  <a:lnTo>
                    <a:pt x="6" y="158"/>
                  </a:lnTo>
                  <a:lnTo>
                    <a:pt x="6" y="158"/>
                  </a:lnTo>
                  <a:lnTo>
                    <a:pt x="13" y="135"/>
                  </a:lnTo>
                  <a:lnTo>
                    <a:pt x="24" y="114"/>
                  </a:lnTo>
                  <a:lnTo>
                    <a:pt x="38" y="93"/>
                  </a:lnTo>
                  <a:lnTo>
                    <a:pt x="53" y="74"/>
                  </a:lnTo>
                  <a:lnTo>
                    <a:pt x="71" y="57"/>
                  </a:lnTo>
                  <a:lnTo>
                    <a:pt x="89" y="41"/>
                  </a:lnTo>
                  <a:lnTo>
                    <a:pt x="109" y="27"/>
                  </a:lnTo>
                  <a:lnTo>
                    <a:pt x="128" y="14"/>
                  </a:lnTo>
                  <a:lnTo>
                    <a:pt x="128" y="14"/>
                  </a:lnTo>
                  <a:lnTo>
                    <a:pt x="139" y="9"/>
                  </a:lnTo>
                  <a:lnTo>
                    <a:pt x="150" y="6"/>
                  </a:lnTo>
                  <a:lnTo>
                    <a:pt x="162" y="3"/>
                  </a:lnTo>
                  <a:lnTo>
                    <a:pt x="174" y="2"/>
                  </a:lnTo>
                  <a:lnTo>
                    <a:pt x="187" y="0"/>
                  </a:lnTo>
                  <a:lnTo>
                    <a:pt x="199" y="2"/>
                  </a:lnTo>
                  <a:lnTo>
                    <a:pt x="224" y="6"/>
                  </a:lnTo>
                  <a:lnTo>
                    <a:pt x="251" y="11"/>
                  </a:lnTo>
                  <a:lnTo>
                    <a:pt x="274" y="20"/>
                  </a:lnTo>
                  <a:lnTo>
                    <a:pt x="298" y="29"/>
                  </a:lnTo>
                  <a:lnTo>
                    <a:pt x="319" y="38"/>
                  </a:lnTo>
                  <a:lnTo>
                    <a:pt x="319" y="38"/>
                  </a:lnTo>
                  <a:lnTo>
                    <a:pt x="361" y="56"/>
                  </a:lnTo>
                  <a:lnTo>
                    <a:pt x="380" y="63"/>
                  </a:lnTo>
                  <a:lnTo>
                    <a:pt x="400" y="6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EE2D03B2-CC7B-690C-BB47-61725909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711"/>
              <a:ext cx="212" cy="305"/>
            </a:xfrm>
            <a:custGeom>
              <a:avLst/>
              <a:gdLst>
                <a:gd name="T0" fmla="*/ 423 w 423"/>
                <a:gd name="T1" fmla="*/ 94 h 610"/>
                <a:gd name="T2" fmla="*/ 423 w 423"/>
                <a:gd name="T3" fmla="*/ 94 h 610"/>
                <a:gd name="T4" fmla="*/ 422 w 423"/>
                <a:gd name="T5" fmla="*/ 610 h 610"/>
                <a:gd name="T6" fmla="*/ 422 w 423"/>
                <a:gd name="T7" fmla="*/ 610 h 610"/>
                <a:gd name="T8" fmla="*/ 382 w 423"/>
                <a:gd name="T9" fmla="*/ 589 h 610"/>
                <a:gd name="T10" fmla="*/ 341 w 423"/>
                <a:gd name="T11" fmla="*/ 566 h 610"/>
                <a:gd name="T12" fmla="*/ 301 w 423"/>
                <a:gd name="T13" fmla="*/ 542 h 610"/>
                <a:gd name="T14" fmla="*/ 262 w 423"/>
                <a:gd name="T15" fmla="*/ 517 h 610"/>
                <a:gd name="T16" fmla="*/ 224 w 423"/>
                <a:gd name="T17" fmla="*/ 492 h 610"/>
                <a:gd name="T18" fmla="*/ 187 w 423"/>
                <a:gd name="T19" fmla="*/ 464 h 610"/>
                <a:gd name="T20" fmla="*/ 150 w 423"/>
                <a:gd name="T21" fmla="*/ 435 h 610"/>
                <a:gd name="T22" fmla="*/ 116 w 423"/>
                <a:gd name="T23" fmla="*/ 404 h 610"/>
                <a:gd name="T24" fmla="*/ 116 w 423"/>
                <a:gd name="T25" fmla="*/ 404 h 610"/>
                <a:gd name="T26" fmla="*/ 93 w 423"/>
                <a:gd name="T27" fmla="*/ 382 h 610"/>
                <a:gd name="T28" fmla="*/ 71 w 423"/>
                <a:gd name="T29" fmla="*/ 357 h 610"/>
                <a:gd name="T30" fmla="*/ 51 w 423"/>
                <a:gd name="T31" fmla="*/ 332 h 610"/>
                <a:gd name="T32" fmla="*/ 33 w 423"/>
                <a:gd name="T33" fmla="*/ 304 h 610"/>
                <a:gd name="T34" fmla="*/ 25 w 423"/>
                <a:gd name="T35" fmla="*/ 290 h 610"/>
                <a:gd name="T36" fmla="*/ 18 w 423"/>
                <a:gd name="T37" fmla="*/ 276 h 610"/>
                <a:gd name="T38" fmla="*/ 12 w 423"/>
                <a:gd name="T39" fmla="*/ 261 h 610"/>
                <a:gd name="T40" fmla="*/ 8 w 423"/>
                <a:gd name="T41" fmla="*/ 245 h 610"/>
                <a:gd name="T42" fmla="*/ 4 w 423"/>
                <a:gd name="T43" fmla="*/ 230 h 610"/>
                <a:gd name="T44" fmla="*/ 1 w 423"/>
                <a:gd name="T45" fmla="*/ 213 h 610"/>
                <a:gd name="T46" fmla="*/ 0 w 423"/>
                <a:gd name="T47" fmla="*/ 198 h 610"/>
                <a:gd name="T48" fmla="*/ 0 w 423"/>
                <a:gd name="T49" fmla="*/ 181 h 610"/>
                <a:gd name="T50" fmla="*/ 0 w 423"/>
                <a:gd name="T51" fmla="*/ 181 h 610"/>
                <a:gd name="T52" fmla="*/ 3 w 423"/>
                <a:gd name="T53" fmla="*/ 165 h 610"/>
                <a:gd name="T54" fmla="*/ 6 w 423"/>
                <a:gd name="T55" fmla="*/ 148 h 610"/>
                <a:gd name="T56" fmla="*/ 10 w 423"/>
                <a:gd name="T57" fmla="*/ 131 h 610"/>
                <a:gd name="T58" fmla="*/ 17 w 423"/>
                <a:gd name="T59" fmla="*/ 116 h 610"/>
                <a:gd name="T60" fmla="*/ 24 w 423"/>
                <a:gd name="T61" fmla="*/ 101 h 610"/>
                <a:gd name="T62" fmla="*/ 33 w 423"/>
                <a:gd name="T63" fmla="*/ 87 h 610"/>
                <a:gd name="T64" fmla="*/ 43 w 423"/>
                <a:gd name="T65" fmla="*/ 74 h 610"/>
                <a:gd name="T66" fmla="*/ 54 w 423"/>
                <a:gd name="T67" fmla="*/ 62 h 610"/>
                <a:gd name="T68" fmla="*/ 67 w 423"/>
                <a:gd name="T69" fmla="*/ 49 h 610"/>
                <a:gd name="T70" fmla="*/ 79 w 423"/>
                <a:gd name="T71" fmla="*/ 39 h 610"/>
                <a:gd name="T72" fmla="*/ 93 w 423"/>
                <a:gd name="T73" fmla="*/ 30 h 610"/>
                <a:gd name="T74" fmla="*/ 107 w 423"/>
                <a:gd name="T75" fmla="*/ 21 h 610"/>
                <a:gd name="T76" fmla="*/ 123 w 423"/>
                <a:gd name="T77" fmla="*/ 14 h 610"/>
                <a:gd name="T78" fmla="*/ 138 w 423"/>
                <a:gd name="T79" fmla="*/ 9 h 610"/>
                <a:gd name="T80" fmla="*/ 155 w 423"/>
                <a:gd name="T81" fmla="*/ 5 h 610"/>
                <a:gd name="T82" fmla="*/ 170 w 423"/>
                <a:gd name="T83" fmla="*/ 2 h 610"/>
                <a:gd name="T84" fmla="*/ 170 w 423"/>
                <a:gd name="T85" fmla="*/ 2 h 610"/>
                <a:gd name="T86" fmla="*/ 187 w 423"/>
                <a:gd name="T87" fmla="*/ 0 h 610"/>
                <a:gd name="T88" fmla="*/ 203 w 423"/>
                <a:gd name="T89" fmla="*/ 0 h 610"/>
                <a:gd name="T90" fmla="*/ 220 w 423"/>
                <a:gd name="T91" fmla="*/ 0 h 610"/>
                <a:gd name="T92" fmla="*/ 237 w 423"/>
                <a:gd name="T93" fmla="*/ 3 h 610"/>
                <a:gd name="T94" fmla="*/ 253 w 423"/>
                <a:gd name="T95" fmla="*/ 6 h 610"/>
                <a:gd name="T96" fmla="*/ 270 w 423"/>
                <a:gd name="T97" fmla="*/ 12 h 610"/>
                <a:gd name="T98" fmla="*/ 287 w 423"/>
                <a:gd name="T99" fmla="*/ 16 h 610"/>
                <a:gd name="T100" fmla="*/ 305 w 423"/>
                <a:gd name="T101" fmla="*/ 23 h 610"/>
                <a:gd name="T102" fmla="*/ 337 w 423"/>
                <a:gd name="T103" fmla="*/ 38 h 610"/>
                <a:gd name="T104" fmla="*/ 368 w 423"/>
                <a:gd name="T105" fmla="*/ 55 h 610"/>
                <a:gd name="T106" fmla="*/ 397 w 423"/>
                <a:gd name="T107" fmla="*/ 74 h 610"/>
                <a:gd name="T108" fmla="*/ 423 w 423"/>
                <a:gd name="T109" fmla="*/ 9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3" h="610">
                  <a:moveTo>
                    <a:pt x="423" y="94"/>
                  </a:moveTo>
                  <a:lnTo>
                    <a:pt x="423" y="94"/>
                  </a:lnTo>
                  <a:lnTo>
                    <a:pt x="422" y="610"/>
                  </a:lnTo>
                  <a:lnTo>
                    <a:pt x="422" y="610"/>
                  </a:lnTo>
                  <a:lnTo>
                    <a:pt x="382" y="589"/>
                  </a:lnTo>
                  <a:lnTo>
                    <a:pt x="341" y="566"/>
                  </a:lnTo>
                  <a:lnTo>
                    <a:pt x="301" y="542"/>
                  </a:lnTo>
                  <a:lnTo>
                    <a:pt x="262" y="517"/>
                  </a:lnTo>
                  <a:lnTo>
                    <a:pt x="224" y="492"/>
                  </a:lnTo>
                  <a:lnTo>
                    <a:pt x="187" y="464"/>
                  </a:lnTo>
                  <a:lnTo>
                    <a:pt x="150" y="435"/>
                  </a:lnTo>
                  <a:lnTo>
                    <a:pt x="116" y="404"/>
                  </a:lnTo>
                  <a:lnTo>
                    <a:pt x="116" y="404"/>
                  </a:lnTo>
                  <a:lnTo>
                    <a:pt x="93" y="382"/>
                  </a:lnTo>
                  <a:lnTo>
                    <a:pt x="71" y="357"/>
                  </a:lnTo>
                  <a:lnTo>
                    <a:pt x="51" y="332"/>
                  </a:lnTo>
                  <a:lnTo>
                    <a:pt x="33" y="304"/>
                  </a:lnTo>
                  <a:lnTo>
                    <a:pt x="25" y="290"/>
                  </a:lnTo>
                  <a:lnTo>
                    <a:pt x="18" y="276"/>
                  </a:lnTo>
                  <a:lnTo>
                    <a:pt x="12" y="261"/>
                  </a:lnTo>
                  <a:lnTo>
                    <a:pt x="8" y="245"/>
                  </a:lnTo>
                  <a:lnTo>
                    <a:pt x="4" y="230"/>
                  </a:lnTo>
                  <a:lnTo>
                    <a:pt x="1" y="213"/>
                  </a:lnTo>
                  <a:lnTo>
                    <a:pt x="0" y="19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3" y="165"/>
                  </a:lnTo>
                  <a:lnTo>
                    <a:pt x="6" y="148"/>
                  </a:lnTo>
                  <a:lnTo>
                    <a:pt x="10" y="131"/>
                  </a:lnTo>
                  <a:lnTo>
                    <a:pt x="17" y="116"/>
                  </a:lnTo>
                  <a:lnTo>
                    <a:pt x="24" y="101"/>
                  </a:lnTo>
                  <a:lnTo>
                    <a:pt x="33" y="87"/>
                  </a:lnTo>
                  <a:lnTo>
                    <a:pt x="43" y="74"/>
                  </a:lnTo>
                  <a:lnTo>
                    <a:pt x="54" y="62"/>
                  </a:lnTo>
                  <a:lnTo>
                    <a:pt x="67" y="49"/>
                  </a:lnTo>
                  <a:lnTo>
                    <a:pt x="79" y="39"/>
                  </a:lnTo>
                  <a:lnTo>
                    <a:pt x="93" y="30"/>
                  </a:lnTo>
                  <a:lnTo>
                    <a:pt x="107" y="21"/>
                  </a:lnTo>
                  <a:lnTo>
                    <a:pt x="123" y="14"/>
                  </a:lnTo>
                  <a:lnTo>
                    <a:pt x="138" y="9"/>
                  </a:lnTo>
                  <a:lnTo>
                    <a:pt x="155" y="5"/>
                  </a:lnTo>
                  <a:lnTo>
                    <a:pt x="170" y="2"/>
                  </a:lnTo>
                  <a:lnTo>
                    <a:pt x="170" y="2"/>
                  </a:lnTo>
                  <a:lnTo>
                    <a:pt x="187" y="0"/>
                  </a:lnTo>
                  <a:lnTo>
                    <a:pt x="203" y="0"/>
                  </a:lnTo>
                  <a:lnTo>
                    <a:pt x="220" y="0"/>
                  </a:lnTo>
                  <a:lnTo>
                    <a:pt x="237" y="3"/>
                  </a:lnTo>
                  <a:lnTo>
                    <a:pt x="253" y="6"/>
                  </a:lnTo>
                  <a:lnTo>
                    <a:pt x="270" y="12"/>
                  </a:lnTo>
                  <a:lnTo>
                    <a:pt x="287" y="16"/>
                  </a:lnTo>
                  <a:lnTo>
                    <a:pt x="305" y="23"/>
                  </a:lnTo>
                  <a:lnTo>
                    <a:pt x="337" y="38"/>
                  </a:lnTo>
                  <a:lnTo>
                    <a:pt x="368" y="55"/>
                  </a:lnTo>
                  <a:lnTo>
                    <a:pt x="397" y="74"/>
                  </a:lnTo>
                  <a:lnTo>
                    <a:pt x="423" y="94"/>
                  </a:lnTo>
                  <a:close/>
                </a:path>
              </a:pathLst>
            </a:custGeom>
            <a:solidFill>
              <a:srgbClr val="F5D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9CD2A049-3236-7524-9673-0A4922DCF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711"/>
              <a:ext cx="212" cy="305"/>
            </a:xfrm>
            <a:custGeom>
              <a:avLst/>
              <a:gdLst>
                <a:gd name="T0" fmla="*/ 423 w 423"/>
                <a:gd name="T1" fmla="*/ 94 h 610"/>
                <a:gd name="T2" fmla="*/ 423 w 423"/>
                <a:gd name="T3" fmla="*/ 94 h 610"/>
                <a:gd name="T4" fmla="*/ 422 w 423"/>
                <a:gd name="T5" fmla="*/ 610 h 610"/>
                <a:gd name="T6" fmla="*/ 422 w 423"/>
                <a:gd name="T7" fmla="*/ 610 h 610"/>
                <a:gd name="T8" fmla="*/ 382 w 423"/>
                <a:gd name="T9" fmla="*/ 589 h 610"/>
                <a:gd name="T10" fmla="*/ 341 w 423"/>
                <a:gd name="T11" fmla="*/ 566 h 610"/>
                <a:gd name="T12" fmla="*/ 301 w 423"/>
                <a:gd name="T13" fmla="*/ 542 h 610"/>
                <a:gd name="T14" fmla="*/ 262 w 423"/>
                <a:gd name="T15" fmla="*/ 517 h 610"/>
                <a:gd name="T16" fmla="*/ 224 w 423"/>
                <a:gd name="T17" fmla="*/ 492 h 610"/>
                <a:gd name="T18" fmla="*/ 187 w 423"/>
                <a:gd name="T19" fmla="*/ 464 h 610"/>
                <a:gd name="T20" fmla="*/ 150 w 423"/>
                <a:gd name="T21" fmla="*/ 435 h 610"/>
                <a:gd name="T22" fmla="*/ 116 w 423"/>
                <a:gd name="T23" fmla="*/ 404 h 610"/>
                <a:gd name="T24" fmla="*/ 116 w 423"/>
                <a:gd name="T25" fmla="*/ 404 h 610"/>
                <a:gd name="T26" fmla="*/ 93 w 423"/>
                <a:gd name="T27" fmla="*/ 382 h 610"/>
                <a:gd name="T28" fmla="*/ 71 w 423"/>
                <a:gd name="T29" fmla="*/ 357 h 610"/>
                <a:gd name="T30" fmla="*/ 51 w 423"/>
                <a:gd name="T31" fmla="*/ 332 h 610"/>
                <a:gd name="T32" fmla="*/ 33 w 423"/>
                <a:gd name="T33" fmla="*/ 304 h 610"/>
                <a:gd name="T34" fmla="*/ 25 w 423"/>
                <a:gd name="T35" fmla="*/ 290 h 610"/>
                <a:gd name="T36" fmla="*/ 18 w 423"/>
                <a:gd name="T37" fmla="*/ 276 h 610"/>
                <a:gd name="T38" fmla="*/ 12 w 423"/>
                <a:gd name="T39" fmla="*/ 261 h 610"/>
                <a:gd name="T40" fmla="*/ 8 w 423"/>
                <a:gd name="T41" fmla="*/ 245 h 610"/>
                <a:gd name="T42" fmla="*/ 4 w 423"/>
                <a:gd name="T43" fmla="*/ 230 h 610"/>
                <a:gd name="T44" fmla="*/ 1 w 423"/>
                <a:gd name="T45" fmla="*/ 213 h 610"/>
                <a:gd name="T46" fmla="*/ 0 w 423"/>
                <a:gd name="T47" fmla="*/ 198 h 610"/>
                <a:gd name="T48" fmla="*/ 0 w 423"/>
                <a:gd name="T49" fmla="*/ 181 h 610"/>
                <a:gd name="T50" fmla="*/ 0 w 423"/>
                <a:gd name="T51" fmla="*/ 181 h 610"/>
                <a:gd name="T52" fmla="*/ 3 w 423"/>
                <a:gd name="T53" fmla="*/ 165 h 610"/>
                <a:gd name="T54" fmla="*/ 6 w 423"/>
                <a:gd name="T55" fmla="*/ 148 h 610"/>
                <a:gd name="T56" fmla="*/ 10 w 423"/>
                <a:gd name="T57" fmla="*/ 131 h 610"/>
                <a:gd name="T58" fmla="*/ 17 w 423"/>
                <a:gd name="T59" fmla="*/ 116 h 610"/>
                <a:gd name="T60" fmla="*/ 24 w 423"/>
                <a:gd name="T61" fmla="*/ 101 h 610"/>
                <a:gd name="T62" fmla="*/ 33 w 423"/>
                <a:gd name="T63" fmla="*/ 87 h 610"/>
                <a:gd name="T64" fmla="*/ 43 w 423"/>
                <a:gd name="T65" fmla="*/ 74 h 610"/>
                <a:gd name="T66" fmla="*/ 54 w 423"/>
                <a:gd name="T67" fmla="*/ 62 h 610"/>
                <a:gd name="T68" fmla="*/ 67 w 423"/>
                <a:gd name="T69" fmla="*/ 49 h 610"/>
                <a:gd name="T70" fmla="*/ 79 w 423"/>
                <a:gd name="T71" fmla="*/ 39 h 610"/>
                <a:gd name="T72" fmla="*/ 93 w 423"/>
                <a:gd name="T73" fmla="*/ 30 h 610"/>
                <a:gd name="T74" fmla="*/ 107 w 423"/>
                <a:gd name="T75" fmla="*/ 21 h 610"/>
                <a:gd name="T76" fmla="*/ 123 w 423"/>
                <a:gd name="T77" fmla="*/ 14 h 610"/>
                <a:gd name="T78" fmla="*/ 138 w 423"/>
                <a:gd name="T79" fmla="*/ 9 h 610"/>
                <a:gd name="T80" fmla="*/ 155 w 423"/>
                <a:gd name="T81" fmla="*/ 5 h 610"/>
                <a:gd name="T82" fmla="*/ 170 w 423"/>
                <a:gd name="T83" fmla="*/ 2 h 610"/>
                <a:gd name="T84" fmla="*/ 170 w 423"/>
                <a:gd name="T85" fmla="*/ 2 h 610"/>
                <a:gd name="T86" fmla="*/ 187 w 423"/>
                <a:gd name="T87" fmla="*/ 0 h 610"/>
                <a:gd name="T88" fmla="*/ 203 w 423"/>
                <a:gd name="T89" fmla="*/ 0 h 610"/>
                <a:gd name="T90" fmla="*/ 220 w 423"/>
                <a:gd name="T91" fmla="*/ 0 h 610"/>
                <a:gd name="T92" fmla="*/ 237 w 423"/>
                <a:gd name="T93" fmla="*/ 3 h 610"/>
                <a:gd name="T94" fmla="*/ 253 w 423"/>
                <a:gd name="T95" fmla="*/ 6 h 610"/>
                <a:gd name="T96" fmla="*/ 270 w 423"/>
                <a:gd name="T97" fmla="*/ 12 h 610"/>
                <a:gd name="T98" fmla="*/ 287 w 423"/>
                <a:gd name="T99" fmla="*/ 16 h 610"/>
                <a:gd name="T100" fmla="*/ 305 w 423"/>
                <a:gd name="T101" fmla="*/ 23 h 610"/>
                <a:gd name="T102" fmla="*/ 337 w 423"/>
                <a:gd name="T103" fmla="*/ 38 h 610"/>
                <a:gd name="T104" fmla="*/ 368 w 423"/>
                <a:gd name="T105" fmla="*/ 55 h 610"/>
                <a:gd name="T106" fmla="*/ 397 w 423"/>
                <a:gd name="T107" fmla="*/ 74 h 610"/>
                <a:gd name="T108" fmla="*/ 423 w 423"/>
                <a:gd name="T109" fmla="*/ 9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3" h="610">
                  <a:moveTo>
                    <a:pt x="423" y="94"/>
                  </a:moveTo>
                  <a:lnTo>
                    <a:pt x="423" y="94"/>
                  </a:lnTo>
                  <a:lnTo>
                    <a:pt x="422" y="610"/>
                  </a:lnTo>
                  <a:lnTo>
                    <a:pt x="422" y="610"/>
                  </a:lnTo>
                  <a:lnTo>
                    <a:pt x="382" y="589"/>
                  </a:lnTo>
                  <a:lnTo>
                    <a:pt x="341" y="566"/>
                  </a:lnTo>
                  <a:lnTo>
                    <a:pt x="301" y="542"/>
                  </a:lnTo>
                  <a:lnTo>
                    <a:pt x="262" y="517"/>
                  </a:lnTo>
                  <a:lnTo>
                    <a:pt x="224" y="492"/>
                  </a:lnTo>
                  <a:lnTo>
                    <a:pt x="187" y="464"/>
                  </a:lnTo>
                  <a:lnTo>
                    <a:pt x="150" y="435"/>
                  </a:lnTo>
                  <a:lnTo>
                    <a:pt x="116" y="404"/>
                  </a:lnTo>
                  <a:lnTo>
                    <a:pt x="116" y="404"/>
                  </a:lnTo>
                  <a:lnTo>
                    <a:pt x="93" y="382"/>
                  </a:lnTo>
                  <a:lnTo>
                    <a:pt x="71" y="357"/>
                  </a:lnTo>
                  <a:lnTo>
                    <a:pt x="51" y="332"/>
                  </a:lnTo>
                  <a:lnTo>
                    <a:pt x="33" y="304"/>
                  </a:lnTo>
                  <a:lnTo>
                    <a:pt x="25" y="290"/>
                  </a:lnTo>
                  <a:lnTo>
                    <a:pt x="18" y="276"/>
                  </a:lnTo>
                  <a:lnTo>
                    <a:pt x="12" y="261"/>
                  </a:lnTo>
                  <a:lnTo>
                    <a:pt x="8" y="245"/>
                  </a:lnTo>
                  <a:lnTo>
                    <a:pt x="4" y="230"/>
                  </a:lnTo>
                  <a:lnTo>
                    <a:pt x="1" y="213"/>
                  </a:lnTo>
                  <a:lnTo>
                    <a:pt x="0" y="19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3" y="165"/>
                  </a:lnTo>
                  <a:lnTo>
                    <a:pt x="6" y="148"/>
                  </a:lnTo>
                  <a:lnTo>
                    <a:pt x="10" y="131"/>
                  </a:lnTo>
                  <a:lnTo>
                    <a:pt x="17" y="116"/>
                  </a:lnTo>
                  <a:lnTo>
                    <a:pt x="24" y="101"/>
                  </a:lnTo>
                  <a:lnTo>
                    <a:pt x="33" y="87"/>
                  </a:lnTo>
                  <a:lnTo>
                    <a:pt x="43" y="74"/>
                  </a:lnTo>
                  <a:lnTo>
                    <a:pt x="54" y="62"/>
                  </a:lnTo>
                  <a:lnTo>
                    <a:pt x="67" y="49"/>
                  </a:lnTo>
                  <a:lnTo>
                    <a:pt x="79" y="39"/>
                  </a:lnTo>
                  <a:lnTo>
                    <a:pt x="93" y="30"/>
                  </a:lnTo>
                  <a:lnTo>
                    <a:pt x="107" y="21"/>
                  </a:lnTo>
                  <a:lnTo>
                    <a:pt x="123" y="14"/>
                  </a:lnTo>
                  <a:lnTo>
                    <a:pt x="138" y="9"/>
                  </a:lnTo>
                  <a:lnTo>
                    <a:pt x="155" y="5"/>
                  </a:lnTo>
                  <a:lnTo>
                    <a:pt x="170" y="2"/>
                  </a:lnTo>
                  <a:lnTo>
                    <a:pt x="170" y="2"/>
                  </a:lnTo>
                  <a:lnTo>
                    <a:pt x="187" y="0"/>
                  </a:lnTo>
                  <a:lnTo>
                    <a:pt x="203" y="0"/>
                  </a:lnTo>
                  <a:lnTo>
                    <a:pt x="220" y="0"/>
                  </a:lnTo>
                  <a:lnTo>
                    <a:pt x="237" y="3"/>
                  </a:lnTo>
                  <a:lnTo>
                    <a:pt x="253" y="6"/>
                  </a:lnTo>
                  <a:lnTo>
                    <a:pt x="270" y="12"/>
                  </a:lnTo>
                  <a:lnTo>
                    <a:pt x="287" y="16"/>
                  </a:lnTo>
                  <a:lnTo>
                    <a:pt x="305" y="23"/>
                  </a:lnTo>
                  <a:lnTo>
                    <a:pt x="337" y="38"/>
                  </a:lnTo>
                  <a:lnTo>
                    <a:pt x="368" y="55"/>
                  </a:lnTo>
                  <a:lnTo>
                    <a:pt x="397" y="74"/>
                  </a:lnTo>
                  <a:lnTo>
                    <a:pt x="423" y="9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EE75A839-44FE-2764-AB26-1B929112D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280"/>
              <a:ext cx="148" cy="41"/>
            </a:xfrm>
            <a:custGeom>
              <a:avLst/>
              <a:gdLst>
                <a:gd name="T0" fmla="*/ 183 w 295"/>
                <a:gd name="T1" fmla="*/ 0 h 81"/>
                <a:gd name="T2" fmla="*/ 183 w 295"/>
                <a:gd name="T3" fmla="*/ 0 h 81"/>
                <a:gd name="T4" fmla="*/ 145 w 295"/>
                <a:gd name="T5" fmla="*/ 2 h 81"/>
                <a:gd name="T6" fmla="*/ 145 w 295"/>
                <a:gd name="T7" fmla="*/ 2 h 81"/>
                <a:gd name="T8" fmla="*/ 116 w 295"/>
                <a:gd name="T9" fmla="*/ 4 h 81"/>
                <a:gd name="T10" fmla="*/ 88 w 295"/>
                <a:gd name="T11" fmla="*/ 9 h 81"/>
                <a:gd name="T12" fmla="*/ 63 w 295"/>
                <a:gd name="T13" fmla="*/ 14 h 81"/>
                <a:gd name="T14" fmla="*/ 42 w 295"/>
                <a:gd name="T15" fmla="*/ 20 h 81"/>
                <a:gd name="T16" fmla="*/ 24 w 295"/>
                <a:gd name="T17" fmla="*/ 27 h 81"/>
                <a:gd name="T18" fmla="*/ 11 w 295"/>
                <a:gd name="T19" fmla="*/ 35 h 81"/>
                <a:gd name="T20" fmla="*/ 6 w 295"/>
                <a:gd name="T21" fmla="*/ 39 h 81"/>
                <a:gd name="T22" fmla="*/ 3 w 295"/>
                <a:gd name="T23" fmla="*/ 42 h 81"/>
                <a:gd name="T24" fmla="*/ 0 w 295"/>
                <a:gd name="T25" fmla="*/ 46 h 81"/>
                <a:gd name="T26" fmla="*/ 0 w 295"/>
                <a:gd name="T27" fmla="*/ 50 h 81"/>
                <a:gd name="T28" fmla="*/ 0 w 295"/>
                <a:gd name="T29" fmla="*/ 50 h 81"/>
                <a:gd name="T30" fmla="*/ 2 w 295"/>
                <a:gd name="T31" fmla="*/ 55 h 81"/>
                <a:gd name="T32" fmla="*/ 3 w 295"/>
                <a:gd name="T33" fmla="*/ 57 h 81"/>
                <a:gd name="T34" fmla="*/ 10 w 295"/>
                <a:gd name="T35" fmla="*/ 63 h 81"/>
                <a:gd name="T36" fmla="*/ 20 w 295"/>
                <a:gd name="T37" fmla="*/ 68 h 81"/>
                <a:gd name="T38" fmla="*/ 34 w 295"/>
                <a:gd name="T39" fmla="*/ 73 h 81"/>
                <a:gd name="T40" fmla="*/ 49 w 295"/>
                <a:gd name="T41" fmla="*/ 75 h 81"/>
                <a:gd name="T42" fmla="*/ 68 w 295"/>
                <a:gd name="T43" fmla="*/ 78 h 81"/>
                <a:gd name="T44" fmla="*/ 89 w 295"/>
                <a:gd name="T45" fmla="*/ 80 h 81"/>
                <a:gd name="T46" fmla="*/ 113 w 295"/>
                <a:gd name="T47" fmla="*/ 81 h 81"/>
                <a:gd name="T48" fmla="*/ 113 w 295"/>
                <a:gd name="T49" fmla="*/ 81 h 81"/>
                <a:gd name="T50" fmla="*/ 151 w 295"/>
                <a:gd name="T51" fmla="*/ 80 h 81"/>
                <a:gd name="T52" fmla="*/ 151 w 295"/>
                <a:gd name="T53" fmla="*/ 80 h 81"/>
                <a:gd name="T54" fmla="*/ 180 w 295"/>
                <a:gd name="T55" fmla="*/ 77 h 81"/>
                <a:gd name="T56" fmla="*/ 208 w 295"/>
                <a:gd name="T57" fmla="*/ 73 h 81"/>
                <a:gd name="T58" fmla="*/ 233 w 295"/>
                <a:gd name="T59" fmla="*/ 67 h 81"/>
                <a:gd name="T60" fmla="*/ 254 w 295"/>
                <a:gd name="T61" fmla="*/ 60 h 81"/>
                <a:gd name="T62" fmla="*/ 272 w 295"/>
                <a:gd name="T63" fmla="*/ 53 h 81"/>
                <a:gd name="T64" fmla="*/ 284 w 295"/>
                <a:gd name="T65" fmla="*/ 46 h 81"/>
                <a:gd name="T66" fmla="*/ 290 w 295"/>
                <a:gd name="T67" fmla="*/ 42 h 81"/>
                <a:gd name="T68" fmla="*/ 293 w 295"/>
                <a:gd name="T69" fmla="*/ 38 h 81"/>
                <a:gd name="T70" fmla="*/ 294 w 295"/>
                <a:gd name="T71" fmla="*/ 34 h 81"/>
                <a:gd name="T72" fmla="*/ 295 w 295"/>
                <a:gd name="T73" fmla="*/ 29 h 81"/>
                <a:gd name="T74" fmla="*/ 295 w 295"/>
                <a:gd name="T75" fmla="*/ 29 h 81"/>
                <a:gd name="T76" fmla="*/ 294 w 295"/>
                <a:gd name="T77" fmla="*/ 27 h 81"/>
                <a:gd name="T78" fmla="*/ 293 w 295"/>
                <a:gd name="T79" fmla="*/ 24 h 81"/>
                <a:gd name="T80" fmla="*/ 286 w 295"/>
                <a:gd name="T81" fmla="*/ 18 h 81"/>
                <a:gd name="T82" fmla="*/ 276 w 295"/>
                <a:gd name="T83" fmla="*/ 13 h 81"/>
                <a:gd name="T84" fmla="*/ 262 w 295"/>
                <a:gd name="T85" fmla="*/ 9 h 81"/>
                <a:gd name="T86" fmla="*/ 247 w 295"/>
                <a:gd name="T87" fmla="*/ 4 h 81"/>
                <a:gd name="T88" fmla="*/ 227 w 295"/>
                <a:gd name="T89" fmla="*/ 3 h 81"/>
                <a:gd name="T90" fmla="*/ 206 w 295"/>
                <a:gd name="T91" fmla="*/ 0 h 81"/>
                <a:gd name="T92" fmla="*/ 183 w 295"/>
                <a:gd name="T9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5" h="81">
                  <a:moveTo>
                    <a:pt x="183" y="0"/>
                  </a:moveTo>
                  <a:lnTo>
                    <a:pt x="183" y="0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16" y="4"/>
                  </a:lnTo>
                  <a:lnTo>
                    <a:pt x="88" y="9"/>
                  </a:lnTo>
                  <a:lnTo>
                    <a:pt x="63" y="14"/>
                  </a:lnTo>
                  <a:lnTo>
                    <a:pt x="42" y="20"/>
                  </a:lnTo>
                  <a:lnTo>
                    <a:pt x="24" y="27"/>
                  </a:lnTo>
                  <a:lnTo>
                    <a:pt x="11" y="35"/>
                  </a:lnTo>
                  <a:lnTo>
                    <a:pt x="6" y="39"/>
                  </a:lnTo>
                  <a:lnTo>
                    <a:pt x="3" y="42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" y="55"/>
                  </a:lnTo>
                  <a:lnTo>
                    <a:pt x="3" y="57"/>
                  </a:lnTo>
                  <a:lnTo>
                    <a:pt x="10" y="63"/>
                  </a:lnTo>
                  <a:lnTo>
                    <a:pt x="20" y="68"/>
                  </a:lnTo>
                  <a:lnTo>
                    <a:pt x="34" y="73"/>
                  </a:lnTo>
                  <a:lnTo>
                    <a:pt x="49" y="75"/>
                  </a:lnTo>
                  <a:lnTo>
                    <a:pt x="68" y="78"/>
                  </a:lnTo>
                  <a:lnTo>
                    <a:pt x="89" y="80"/>
                  </a:lnTo>
                  <a:lnTo>
                    <a:pt x="113" y="81"/>
                  </a:lnTo>
                  <a:lnTo>
                    <a:pt x="113" y="81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80" y="77"/>
                  </a:lnTo>
                  <a:lnTo>
                    <a:pt x="208" y="73"/>
                  </a:lnTo>
                  <a:lnTo>
                    <a:pt x="233" y="67"/>
                  </a:lnTo>
                  <a:lnTo>
                    <a:pt x="254" y="60"/>
                  </a:lnTo>
                  <a:lnTo>
                    <a:pt x="272" y="53"/>
                  </a:lnTo>
                  <a:lnTo>
                    <a:pt x="284" y="46"/>
                  </a:lnTo>
                  <a:lnTo>
                    <a:pt x="290" y="42"/>
                  </a:lnTo>
                  <a:lnTo>
                    <a:pt x="293" y="38"/>
                  </a:lnTo>
                  <a:lnTo>
                    <a:pt x="294" y="34"/>
                  </a:lnTo>
                  <a:lnTo>
                    <a:pt x="295" y="29"/>
                  </a:lnTo>
                  <a:lnTo>
                    <a:pt x="295" y="29"/>
                  </a:lnTo>
                  <a:lnTo>
                    <a:pt x="294" y="27"/>
                  </a:lnTo>
                  <a:lnTo>
                    <a:pt x="293" y="24"/>
                  </a:lnTo>
                  <a:lnTo>
                    <a:pt x="286" y="18"/>
                  </a:lnTo>
                  <a:lnTo>
                    <a:pt x="276" y="13"/>
                  </a:lnTo>
                  <a:lnTo>
                    <a:pt x="262" y="9"/>
                  </a:lnTo>
                  <a:lnTo>
                    <a:pt x="247" y="4"/>
                  </a:lnTo>
                  <a:lnTo>
                    <a:pt x="227" y="3"/>
                  </a:lnTo>
                  <a:lnTo>
                    <a:pt x="206" y="0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F6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911466EF-8413-D488-4480-0B490F04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280"/>
              <a:ext cx="148" cy="41"/>
            </a:xfrm>
            <a:custGeom>
              <a:avLst/>
              <a:gdLst>
                <a:gd name="T0" fmla="*/ 183 w 295"/>
                <a:gd name="T1" fmla="*/ 0 h 81"/>
                <a:gd name="T2" fmla="*/ 183 w 295"/>
                <a:gd name="T3" fmla="*/ 0 h 81"/>
                <a:gd name="T4" fmla="*/ 145 w 295"/>
                <a:gd name="T5" fmla="*/ 2 h 81"/>
                <a:gd name="T6" fmla="*/ 145 w 295"/>
                <a:gd name="T7" fmla="*/ 2 h 81"/>
                <a:gd name="T8" fmla="*/ 116 w 295"/>
                <a:gd name="T9" fmla="*/ 4 h 81"/>
                <a:gd name="T10" fmla="*/ 88 w 295"/>
                <a:gd name="T11" fmla="*/ 9 h 81"/>
                <a:gd name="T12" fmla="*/ 63 w 295"/>
                <a:gd name="T13" fmla="*/ 14 h 81"/>
                <a:gd name="T14" fmla="*/ 42 w 295"/>
                <a:gd name="T15" fmla="*/ 20 h 81"/>
                <a:gd name="T16" fmla="*/ 24 w 295"/>
                <a:gd name="T17" fmla="*/ 27 h 81"/>
                <a:gd name="T18" fmla="*/ 11 w 295"/>
                <a:gd name="T19" fmla="*/ 35 h 81"/>
                <a:gd name="T20" fmla="*/ 6 w 295"/>
                <a:gd name="T21" fmla="*/ 39 h 81"/>
                <a:gd name="T22" fmla="*/ 3 w 295"/>
                <a:gd name="T23" fmla="*/ 42 h 81"/>
                <a:gd name="T24" fmla="*/ 0 w 295"/>
                <a:gd name="T25" fmla="*/ 46 h 81"/>
                <a:gd name="T26" fmla="*/ 0 w 295"/>
                <a:gd name="T27" fmla="*/ 50 h 81"/>
                <a:gd name="T28" fmla="*/ 0 w 295"/>
                <a:gd name="T29" fmla="*/ 50 h 81"/>
                <a:gd name="T30" fmla="*/ 2 w 295"/>
                <a:gd name="T31" fmla="*/ 55 h 81"/>
                <a:gd name="T32" fmla="*/ 3 w 295"/>
                <a:gd name="T33" fmla="*/ 57 h 81"/>
                <a:gd name="T34" fmla="*/ 10 w 295"/>
                <a:gd name="T35" fmla="*/ 63 h 81"/>
                <a:gd name="T36" fmla="*/ 20 w 295"/>
                <a:gd name="T37" fmla="*/ 68 h 81"/>
                <a:gd name="T38" fmla="*/ 34 w 295"/>
                <a:gd name="T39" fmla="*/ 73 h 81"/>
                <a:gd name="T40" fmla="*/ 49 w 295"/>
                <a:gd name="T41" fmla="*/ 75 h 81"/>
                <a:gd name="T42" fmla="*/ 68 w 295"/>
                <a:gd name="T43" fmla="*/ 78 h 81"/>
                <a:gd name="T44" fmla="*/ 89 w 295"/>
                <a:gd name="T45" fmla="*/ 80 h 81"/>
                <a:gd name="T46" fmla="*/ 113 w 295"/>
                <a:gd name="T47" fmla="*/ 81 h 81"/>
                <a:gd name="T48" fmla="*/ 113 w 295"/>
                <a:gd name="T49" fmla="*/ 81 h 81"/>
                <a:gd name="T50" fmla="*/ 151 w 295"/>
                <a:gd name="T51" fmla="*/ 80 h 81"/>
                <a:gd name="T52" fmla="*/ 151 w 295"/>
                <a:gd name="T53" fmla="*/ 80 h 81"/>
                <a:gd name="T54" fmla="*/ 180 w 295"/>
                <a:gd name="T55" fmla="*/ 77 h 81"/>
                <a:gd name="T56" fmla="*/ 208 w 295"/>
                <a:gd name="T57" fmla="*/ 73 h 81"/>
                <a:gd name="T58" fmla="*/ 233 w 295"/>
                <a:gd name="T59" fmla="*/ 67 h 81"/>
                <a:gd name="T60" fmla="*/ 254 w 295"/>
                <a:gd name="T61" fmla="*/ 60 h 81"/>
                <a:gd name="T62" fmla="*/ 272 w 295"/>
                <a:gd name="T63" fmla="*/ 53 h 81"/>
                <a:gd name="T64" fmla="*/ 284 w 295"/>
                <a:gd name="T65" fmla="*/ 46 h 81"/>
                <a:gd name="T66" fmla="*/ 290 w 295"/>
                <a:gd name="T67" fmla="*/ 42 h 81"/>
                <a:gd name="T68" fmla="*/ 293 w 295"/>
                <a:gd name="T69" fmla="*/ 38 h 81"/>
                <a:gd name="T70" fmla="*/ 294 w 295"/>
                <a:gd name="T71" fmla="*/ 34 h 81"/>
                <a:gd name="T72" fmla="*/ 295 w 295"/>
                <a:gd name="T73" fmla="*/ 29 h 81"/>
                <a:gd name="T74" fmla="*/ 295 w 295"/>
                <a:gd name="T75" fmla="*/ 29 h 81"/>
                <a:gd name="T76" fmla="*/ 294 w 295"/>
                <a:gd name="T77" fmla="*/ 27 h 81"/>
                <a:gd name="T78" fmla="*/ 293 w 295"/>
                <a:gd name="T79" fmla="*/ 24 h 81"/>
                <a:gd name="T80" fmla="*/ 286 w 295"/>
                <a:gd name="T81" fmla="*/ 18 h 81"/>
                <a:gd name="T82" fmla="*/ 276 w 295"/>
                <a:gd name="T83" fmla="*/ 13 h 81"/>
                <a:gd name="T84" fmla="*/ 262 w 295"/>
                <a:gd name="T85" fmla="*/ 9 h 81"/>
                <a:gd name="T86" fmla="*/ 247 w 295"/>
                <a:gd name="T87" fmla="*/ 4 h 81"/>
                <a:gd name="T88" fmla="*/ 227 w 295"/>
                <a:gd name="T89" fmla="*/ 3 h 81"/>
                <a:gd name="T90" fmla="*/ 206 w 295"/>
                <a:gd name="T91" fmla="*/ 0 h 81"/>
                <a:gd name="T92" fmla="*/ 183 w 295"/>
                <a:gd name="T9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5" h="81">
                  <a:moveTo>
                    <a:pt x="183" y="0"/>
                  </a:moveTo>
                  <a:lnTo>
                    <a:pt x="183" y="0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16" y="4"/>
                  </a:lnTo>
                  <a:lnTo>
                    <a:pt x="88" y="9"/>
                  </a:lnTo>
                  <a:lnTo>
                    <a:pt x="63" y="14"/>
                  </a:lnTo>
                  <a:lnTo>
                    <a:pt x="42" y="20"/>
                  </a:lnTo>
                  <a:lnTo>
                    <a:pt x="24" y="27"/>
                  </a:lnTo>
                  <a:lnTo>
                    <a:pt x="11" y="35"/>
                  </a:lnTo>
                  <a:lnTo>
                    <a:pt x="6" y="39"/>
                  </a:lnTo>
                  <a:lnTo>
                    <a:pt x="3" y="42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" y="55"/>
                  </a:lnTo>
                  <a:lnTo>
                    <a:pt x="3" y="57"/>
                  </a:lnTo>
                  <a:lnTo>
                    <a:pt x="10" y="63"/>
                  </a:lnTo>
                  <a:lnTo>
                    <a:pt x="20" y="68"/>
                  </a:lnTo>
                  <a:lnTo>
                    <a:pt x="34" y="73"/>
                  </a:lnTo>
                  <a:lnTo>
                    <a:pt x="49" y="75"/>
                  </a:lnTo>
                  <a:lnTo>
                    <a:pt x="68" y="78"/>
                  </a:lnTo>
                  <a:lnTo>
                    <a:pt x="89" y="80"/>
                  </a:lnTo>
                  <a:lnTo>
                    <a:pt x="113" y="81"/>
                  </a:lnTo>
                  <a:lnTo>
                    <a:pt x="113" y="81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80" y="77"/>
                  </a:lnTo>
                  <a:lnTo>
                    <a:pt x="208" y="73"/>
                  </a:lnTo>
                  <a:lnTo>
                    <a:pt x="233" y="67"/>
                  </a:lnTo>
                  <a:lnTo>
                    <a:pt x="254" y="60"/>
                  </a:lnTo>
                  <a:lnTo>
                    <a:pt x="272" y="53"/>
                  </a:lnTo>
                  <a:lnTo>
                    <a:pt x="284" y="46"/>
                  </a:lnTo>
                  <a:lnTo>
                    <a:pt x="290" y="42"/>
                  </a:lnTo>
                  <a:lnTo>
                    <a:pt x="293" y="38"/>
                  </a:lnTo>
                  <a:lnTo>
                    <a:pt x="294" y="34"/>
                  </a:lnTo>
                  <a:lnTo>
                    <a:pt x="295" y="29"/>
                  </a:lnTo>
                  <a:lnTo>
                    <a:pt x="295" y="29"/>
                  </a:lnTo>
                  <a:lnTo>
                    <a:pt x="294" y="27"/>
                  </a:lnTo>
                  <a:lnTo>
                    <a:pt x="293" y="24"/>
                  </a:lnTo>
                  <a:lnTo>
                    <a:pt x="286" y="18"/>
                  </a:lnTo>
                  <a:lnTo>
                    <a:pt x="276" y="13"/>
                  </a:lnTo>
                  <a:lnTo>
                    <a:pt x="262" y="9"/>
                  </a:lnTo>
                  <a:lnTo>
                    <a:pt x="247" y="4"/>
                  </a:lnTo>
                  <a:lnTo>
                    <a:pt x="227" y="3"/>
                  </a:lnTo>
                  <a:lnTo>
                    <a:pt x="206" y="0"/>
                  </a:lnTo>
                  <a:lnTo>
                    <a:pt x="18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848685E9-2071-EC6A-73F1-6B841EF21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216"/>
              <a:ext cx="148" cy="40"/>
            </a:xfrm>
            <a:custGeom>
              <a:avLst/>
              <a:gdLst>
                <a:gd name="T0" fmla="*/ 182 w 295"/>
                <a:gd name="T1" fmla="*/ 0 h 81"/>
                <a:gd name="T2" fmla="*/ 182 w 295"/>
                <a:gd name="T3" fmla="*/ 0 h 81"/>
                <a:gd name="T4" fmla="*/ 144 w 295"/>
                <a:gd name="T5" fmla="*/ 2 h 81"/>
                <a:gd name="T6" fmla="*/ 144 w 295"/>
                <a:gd name="T7" fmla="*/ 2 h 81"/>
                <a:gd name="T8" fmla="*/ 115 w 295"/>
                <a:gd name="T9" fmla="*/ 4 h 81"/>
                <a:gd name="T10" fmla="*/ 87 w 295"/>
                <a:gd name="T11" fmla="*/ 9 h 81"/>
                <a:gd name="T12" fmla="*/ 62 w 295"/>
                <a:gd name="T13" fmla="*/ 14 h 81"/>
                <a:gd name="T14" fmla="*/ 41 w 295"/>
                <a:gd name="T15" fmla="*/ 20 h 81"/>
                <a:gd name="T16" fmla="*/ 23 w 295"/>
                <a:gd name="T17" fmla="*/ 27 h 81"/>
                <a:gd name="T18" fmla="*/ 11 w 295"/>
                <a:gd name="T19" fmla="*/ 35 h 81"/>
                <a:gd name="T20" fmla="*/ 5 w 295"/>
                <a:gd name="T21" fmla="*/ 39 h 81"/>
                <a:gd name="T22" fmla="*/ 2 w 295"/>
                <a:gd name="T23" fmla="*/ 42 h 81"/>
                <a:gd name="T24" fmla="*/ 0 w 295"/>
                <a:gd name="T25" fmla="*/ 46 h 81"/>
                <a:gd name="T26" fmla="*/ 0 w 295"/>
                <a:gd name="T27" fmla="*/ 50 h 81"/>
                <a:gd name="T28" fmla="*/ 0 w 295"/>
                <a:gd name="T29" fmla="*/ 50 h 81"/>
                <a:gd name="T30" fmla="*/ 1 w 295"/>
                <a:gd name="T31" fmla="*/ 54 h 81"/>
                <a:gd name="T32" fmla="*/ 2 w 295"/>
                <a:gd name="T33" fmla="*/ 57 h 81"/>
                <a:gd name="T34" fmla="*/ 9 w 295"/>
                <a:gd name="T35" fmla="*/ 63 h 81"/>
                <a:gd name="T36" fmla="*/ 19 w 295"/>
                <a:gd name="T37" fmla="*/ 68 h 81"/>
                <a:gd name="T38" fmla="*/ 33 w 295"/>
                <a:gd name="T39" fmla="*/ 73 h 81"/>
                <a:gd name="T40" fmla="*/ 48 w 295"/>
                <a:gd name="T41" fmla="*/ 75 h 81"/>
                <a:gd name="T42" fmla="*/ 68 w 295"/>
                <a:gd name="T43" fmla="*/ 78 h 81"/>
                <a:gd name="T44" fmla="*/ 89 w 295"/>
                <a:gd name="T45" fmla="*/ 80 h 81"/>
                <a:gd name="T46" fmla="*/ 112 w 295"/>
                <a:gd name="T47" fmla="*/ 81 h 81"/>
                <a:gd name="T48" fmla="*/ 112 w 295"/>
                <a:gd name="T49" fmla="*/ 81 h 81"/>
                <a:gd name="T50" fmla="*/ 150 w 295"/>
                <a:gd name="T51" fmla="*/ 80 h 81"/>
                <a:gd name="T52" fmla="*/ 150 w 295"/>
                <a:gd name="T53" fmla="*/ 80 h 81"/>
                <a:gd name="T54" fmla="*/ 179 w 295"/>
                <a:gd name="T55" fmla="*/ 77 h 81"/>
                <a:gd name="T56" fmla="*/ 207 w 295"/>
                <a:gd name="T57" fmla="*/ 73 h 81"/>
                <a:gd name="T58" fmla="*/ 232 w 295"/>
                <a:gd name="T59" fmla="*/ 67 h 81"/>
                <a:gd name="T60" fmla="*/ 253 w 295"/>
                <a:gd name="T61" fmla="*/ 60 h 81"/>
                <a:gd name="T62" fmla="*/ 271 w 295"/>
                <a:gd name="T63" fmla="*/ 53 h 81"/>
                <a:gd name="T64" fmla="*/ 284 w 295"/>
                <a:gd name="T65" fmla="*/ 46 h 81"/>
                <a:gd name="T66" fmla="*/ 289 w 295"/>
                <a:gd name="T67" fmla="*/ 42 h 81"/>
                <a:gd name="T68" fmla="*/ 292 w 295"/>
                <a:gd name="T69" fmla="*/ 38 h 81"/>
                <a:gd name="T70" fmla="*/ 293 w 295"/>
                <a:gd name="T71" fmla="*/ 34 h 81"/>
                <a:gd name="T72" fmla="*/ 295 w 295"/>
                <a:gd name="T73" fmla="*/ 29 h 81"/>
                <a:gd name="T74" fmla="*/ 295 w 295"/>
                <a:gd name="T75" fmla="*/ 29 h 81"/>
                <a:gd name="T76" fmla="*/ 293 w 295"/>
                <a:gd name="T77" fmla="*/ 27 h 81"/>
                <a:gd name="T78" fmla="*/ 292 w 295"/>
                <a:gd name="T79" fmla="*/ 24 h 81"/>
                <a:gd name="T80" fmla="*/ 285 w 295"/>
                <a:gd name="T81" fmla="*/ 18 h 81"/>
                <a:gd name="T82" fmla="*/ 275 w 295"/>
                <a:gd name="T83" fmla="*/ 13 h 81"/>
                <a:gd name="T84" fmla="*/ 261 w 295"/>
                <a:gd name="T85" fmla="*/ 9 h 81"/>
                <a:gd name="T86" fmla="*/ 246 w 295"/>
                <a:gd name="T87" fmla="*/ 4 h 81"/>
                <a:gd name="T88" fmla="*/ 227 w 295"/>
                <a:gd name="T89" fmla="*/ 3 h 81"/>
                <a:gd name="T90" fmla="*/ 206 w 295"/>
                <a:gd name="T91" fmla="*/ 0 h 81"/>
                <a:gd name="T92" fmla="*/ 182 w 295"/>
                <a:gd name="T9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5" h="81">
                  <a:moveTo>
                    <a:pt x="182" y="0"/>
                  </a:moveTo>
                  <a:lnTo>
                    <a:pt x="182" y="0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15" y="4"/>
                  </a:lnTo>
                  <a:lnTo>
                    <a:pt x="87" y="9"/>
                  </a:lnTo>
                  <a:lnTo>
                    <a:pt x="62" y="14"/>
                  </a:lnTo>
                  <a:lnTo>
                    <a:pt x="41" y="20"/>
                  </a:lnTo>
                  <a:lnTo>
                    <a:pt x="23" y="27"/>
                  </a:lnTo>
                  <a:lnTo>
                    <a:pt x="11" y="35"/>
                  </a:lnTo>
                  <a:lnTo>
                    <a:pt x="5" y="39"/>
                  </a:lnTo>
                  <a:lnTo>
                    <a:pt x="2" y="42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54"/>
                  </a:lnTo>
                  <a:lnTo>
                    <a:pt x="2" y="57"/>
                  </a:lnTo>
                  <a:lnTo>
                    <a:pt x="9" y="63"/>
                  </a:lnTo>
                  <a:lnTo>
                    <a:pt x="19" y="68"/>
                  </a:lnTo>
                  <a:lnTo>
                    <a:pt x="33" y="73"/>
                  </a:lnTo>
                  <a:lnTo>
                    <a:pt x="48" y="75"/>
                  </a:lnTo>
                  <a:lnTo>
                    <a:pt x="68" y="78"/>
                  </a:lnTo>
                  <a:lnTo>
                    <a:pt x="89" y="80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50" y="80"/>
                  </a:lnTo>
                  <a:lnTo>
                    <a:pt x="150" y="80"/>
                  </a:lnTo>
                  <a:lnTo>
                    <a:pt x="179" y="77"/>
                  </a:lnTo>
                  <a:lnTo>
                    <a:pt x="207" y="73"/>
                  </a:lnTo>
                  <a:lnTo>
                    <a:pt x="232" y="67"/>
                  </a:lnTo>
                  <a:lnTo>
                    <a:pt x="253" y="60"/>
                  </a:lnTo>
                  <a:lnTo>
                    <a:pt x="271" y="53"/>
                  </a:lnTo>
                  <a:lnTo>
                    <a:pt x="284" y="46"/>
                  </a:lnTo>
                  <a:lnTo>
                    <a:pt x="289" y="42"/>
                  </a:lnTo>
                  <a:lnTo>
                    <a:pt x="292" y="38"/>
                  </a:lnTo>
                  <a:lnTo>
                    <a:pt x="293" y="34"/>
                  </a:lnTo>
                  <a:lnTo>
                    <a:pt x="295" y="29"/>
                  </a:lnTo>
                  <a:lnTo>
                    <a:pt x="295" y="29"/>
                  </a:lnTo>
                  <a:lnTo>
                    <a:pt x="293" y="27"/>
                  </a:lnTo>
                  <a:lnTo>
                    <a:pt x="292" y="24"/>
                  </a:lnTo>
                  <a:lnTo>
                    <a:pt x="285" y="18"/>
                  </a:lnTo>
                  <a:lnTo>
                    <a:pt x="275" y="13"/>
                  </a:lnTo>
                  <a:lnTo>
                    <a:pt x="261" y="9"/>
                  </a:lnTo>
                  <a:lnTo>
                    <a:pt x="246" y="4"/>
                  </a:lnTo>
                  <a:lnTo>
                    <a:pt x="227" y="3"/>
                  </a:lnTo>
                  <a:lnTo>
                    <a:pt x="206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F6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5C246E5E-3A28-4FAF-9946-50FD1502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216"/>
              <a:ext cx="148" cy="40"/>
            </a:xfrm>
            <a:custGeom>
              <a:avLst/>
              <a:gdLst>
                <a:gd name="T0" fmla="*/ 182 w 295"/>
                <a:gd name="T1" fmla="*/ 0 h 81"/>
                <a:gd name="T2" fmla="*/ 182 w 295"/>
                <a:gd name="T3" fmla="*/ 0 h 81"/>
                <a:gd name="T4" fmla="*/ 144 w 295"/>
                <a:gd name="T5" fmla="*/ 2 h 81"/>
                <a:gd name="T6" fmla="*/ 144 w 295"/>
                <a:gd name="T7" fmla="*/ 2 h 81"/>
                <a:gd name="T8" fmla="*/ 115 w 295"/>
                <a:gd name="T9" fmla="*/ 4 h 81"/>
                <a:gd name="T10" fmla="*/ 87 w 295"/>
                <a:gd name="T11" fmla="*/ 9 h 81"/>
                <a:gd name="T12" fmla="*/ 62 w 295"/>
                <a:gd name="T13" fmla="*/ 14 h 81"/>
                <a:gd name="T14" fmla="*/ 41 w 295"/>
                <a:gd name="T15" fmla="*/ 20 h 81"/>
                <a:gd name="T16" fmla="*/ 23 w 295"/>
                <a:gd name="T17" fmla="*/ 27 h 81"/>
                <a:gd name="T18" fmla="*/ 11 w 295"/>
                <a:gd name="T19" fmla="*/ 35 h 81"/>
                <a:gd name="T20" fmla="*/ 5 w 295"/>
                <a:gd name="T21" fmla="*/ 39 h 81"/>
                <a:gd name="T22" fmla="*/ 2 w 295"/>
                <a:gd name="T23" fmla="*/ 42 h 81"/>
                <a:gd name="T24" fmla="*/ 0 w 295"/>
                <a:gd name="T25" fmla="*/ 46 h 81"/>
                <a:gd name="T26" fmla="*/ 0 w 295"/>
                <a:gd name="T27" fmla="*/ 50 h 81"/>
                <a:gd name="T28" fmla="*/ 0 w 295"/>
                <a:gd name="T29" fmla="*/ 50 h 81"/>
                <a:gd name="T30" fmla="*/ 1 w 295"/>
                <a:gd name="T31" fmla="*/ 54 h 81"/>
                <a:gd name="T32" fmla="*/ 2 w 295"/>
                <a:gd name="T33" fmla="*/ 57 h 81"/>
                <a:gd name="T34" fmla="*/ 9 w 295"/>
                <a:gd name="T35" fmla="*/ 63 h 81"/>
                <a:gd name="T36" fmla="*/ 19 w 295"/>
                <a:gd name="T37" fmla="*/ 68 h 81"/>
                <a:gd name="T38" fmla="*/ 33 w 295"/>
                <a:gd name="T39" fmla="*/ 73 h 81"/>
                <a:gd name="T40" fmla="*/ 48 w 295"/>
                <a:gd name="T41" fmla="*/ 75 h 81"/>
                <a:gd name="T42" fmla="*/ 68 w 295"/>
                <a:gd name="T43" fmla="*/ 78 h 81"/>
                <a:gd name="T44" fmla="*/ 89 w 295"/>
                <a:gd name="T45" fmla="*/ 80 h 81"/>
                <a:gd name="T46" fmla="*/ 112 w 295"/>
                <a:gd name="T47" fmla="*/ 81 h 81"/>
                <a:gd name="T48" fmla="*/ 112 w 295"/>
                <a:gd name="T49" fmla="*/ 81 h 81"/>
                <a:gd name="T50" fmla="*/ 150 w 295"/>
                <a:gd name="T51" fmla="*/ 80 h 81"/>
                <a:gd name="T52" fmla="*/ 150 w 295"/>
                <a:gd name="T53" fmla="*/ 80 h 81"/>
                <a:gd name="T54" fmla="*/ 179 w 295"/>
                <a:gd name="T55" fmla="*/ 77 h 81"/>
                <a:gd name="T56" fmla="*/ 207 w 295"/>
                <a:gd name="T57" fmla="*/ 73 h 81"/>
                <a:gd name="T58" fmla="*/ 232 w 295"/>
                <a:gd name="T59" fmla="*/ 67 h 81"/>
                <a:gd name="T60" fmla="*/ 253 w 295"/>
                <a:gd name="T61" fmla="*/ 60 h 81"/>
                <a:gd name="T62" fmla="*/ 271 w 295"/>
                <a:gd name="T63" fmla="*/ 53 h 81"/>
                <a:gd name="T64" fmla="*/ 284 w 295"/>
                <a:gd name="T65" fmla="*/ 46 h 81"/>
                <a:gd name="T66" fmla="*/ 289 w 295"/>
                <a:gd name="T67" fmla="*/ 42 h 81"/>
                <a:gd name="T68" fmla="*/ 292 w 295"/>
                <a:gd name="T69" fmla="*/ 38 h 81"/>
                <a:gd name="T70" fmla="*/ 293 w 295"/>
                <a:gd name="T71" fmla="*/ 34 h 81"/>
                <a:gd name="T72" fmla="*/ 295 w 295"/>
                <a:gd name="T73" fmla="*/ 29 h 81"/>
                <a:gd name="T74" fmla="*/ 295 w 295"/>
                <a:gd name="T75" fmla="*/ 29 h 81"/>
                <a:gd name="T76" fmla="*/ 293 w 295"/>
                <a:gd name="T77" fmla="*/ 27 h 81"/>
                <a:gd name="T78" fmla="*/ 292 w 295"/>
                <a:gd name="T79" fmla="*/ 24 h 81"/>
                <a:gd name="T80" fmla="*/ 285 w 295"/>
                <a:gd name="T81" fmla="*/ 18 h 81"/>
                <a:gd name="T82" fmla="*/ 275 w 295"/>
                <a:gd name="T83" fmla="*/ 13 h 81"/>
                <a:gd name="T84" fmla="*/ 261 w 295"/>
                <a:gd name="T85" fmla="*/ 9 h 81"/>
                <a:gd name="T86" fmla="*/ 246 w 295"/>
                <a:gd name="T87" fmla="*/ 4 h 81"/>
                <a:gd name="T88" fmla="*/ 227 w 295"/>
                <a:gd name="T89" fmla="*/ 3 h 81"/>
                <a:gd name="T90" fmla="*/ 206 w 295"/>
                <a:gd name="T91" fmla="*/ 0 h 81"/>
                <a:gd name="T92" fmla="*/ 182 w 295"/>
                <a:gd name="T9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5" h="81">
                  <a:moveTo>
                    <a:pt x="182" y="0"/>
                  </a:moveTo>
                  <a:lnTo>
                    <a:pt x="182" y="0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15" y="4"/>
                  </a:lnTo>
                  <a:lnTo>
                    <a:pt x="87" y="9"/>
                  </a:lnTo>
                  <a:lnTo>
                    <a:pt x="62" y="14"/>
                  </a:lnTo>
                  <a:lnTo>
                    <a:pt x="41" y="20"/>
                  </a:lnTo>
                  <a:lnTo>
                    <a:pt x="23" y="27"/>
                  </a:lnTo>
                  <a:lnTo>
                    <a:pt x="11" y="35"/>
                  </a:lnTo>
                  <a:lnTo>
                    <a:pt x="5" y="39"/>
                  </a:lnTo>
                  <a:lnTo>
                    <a:pt x="2" y="42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54"/>
                  </a:lnTo>
                  <a:lnTo>
                    <a:pt x="2" y="57"/>
                  </a:lnTo>
                  <a:lnTo>
                    <a:pt x="9" y="63"/>
                  </a:lnTo>
                  <a:lnTo>
                    <a:pt x="19" y="68"/>
                  </a:lnTo>
                  <a:lnTo>
                    <a:pt x="33" y="73"/>
                  </a:lnTo>
                  <a:lnTo>
                    <a:pt x="48" y="75"/>
                  </a:lnTo>
                  <a:lnTo>
                    <a:pt x="68" y="78"/>
                  </a:lnTo>
                  <a:lnTo>
                    <a:pt x="89" y="80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50" y="80"/>
                  </a:lnTo>
                  <a:lnTo>
                    <a:pt x="150" y="80"/>
                  </a:lnTo>
                  <a:lnTo>
                    <a:pt x="179" y="77"/>
                  </a:lnTo>
                  <a:lnTo>
                    <a:pt x="207" y="73"/>
                  </a:lnTo>
                  <a:lnTo>
                    <a:pt x="232" y="67"/>
                  </a:lnTo>
                  <a:lnTo>
                    <a:pt x="253" y="60"/>
                  </a:lnTo>
                  <a:lnTo>
                    <a:pt x="271" y="53"/>
                  </a:lnTo>
                  <a:lnTo>
                    <a:pt x="284" y="46"/>
                  </a:lnTo>
                  <a:lnTo>
                    <a:pt x="289" y="42"/>
                  </a:lnTo>
                  <a:lnTo>
                    <a:pt x="292" y="38"/>
                  </a:lnTo>
                  <a:lnTo>
                    <a:pt x="293" y="34"/>
                  </a:lnTo>
                  <a:lnTo>
                    <a:pt x="295" y="29"/>
                  </a:lnTo>
                  <a:lnTo>
                    <a:pt x="295" y="29"/>
                  </a:lnTo>
                  <a:lnTo>
                    <a:pt x="293" y="27"/>
                  </a:lnTo>
                  <a:lnTo>
                    <a:pt x="292" y="24"/>
                  </a:lnTo>
                  <a:lnTo>
                    <a:pt x="285" y="18"/>
                  </a:lnTo>
                  <a:lnTo>
                    <a:pt x="275" y="13"/>
                  </a:lnTo>
                  <a:lnTo>
                    <a:pt x="261" y="9"/>
                  </a:lnTo>
                  <a:lnTo>
                    <a:pt x="246" y="4"/>
                  </a:lnTo>
                  <a:lnTo>
                    <a:pt x="227" y="3"/>
                  </a:lnTo>
                  <a:lnTo>
                    <a:pt x="206" y="0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AE4E4F60-3E91-1C7A-32C2-067F45CD86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0" y="1951"/>
              <a:ext cx="123" cy="45"/>
            </a:xfrm>
            <a:custGeom>
              <a:avLst/>
              <a:gdLst>
                <a:gd name="T0" fmla="*/ 206 w 246"/>
                <a:gd name="T1" fmla="*/ 80 h 89"/>
                <a:gd name="T2" fmla="*/ 206 w 246"/>
                <a:gd name="T3" fmla="*/ 80 h 89"/>
                <a:gd name="T4" fmla="*/ 246 w 246"/>
                <a:gd name="T5" fmla="*/ 89 h 89"/>
                <a:gd name="T6" fmla="*/ 246 w 246"/>
                <a:gd name="T7" fmla="*/ 89 h 89"/>
                <a:gd name="T8" fmla="*/ 206 w 246"/>
                <a:gd name="T9" fmla="*/ 80 h 89"/>
                <a:gd name="T10" fmla="*/ 0 w 246"/>
                <a:gd name="T11" fmla="*/ 0 h 89"/>
                <a:gd name="T12" fmla="*/ 0 w 246"/>
                <a:gd name="T13" fmla="*/ 0 h 89"/>
                <a:gd name="T14" fmla="*/ 1 w 246"/>
                <a:gd name="T15" fmla="*/ 3 h 89"/>
                <a:gd name="T16" fmla="*/ 1 w 246"/>
                <a:gd name="T17" fmla="*/ 3 h 89"/>
                <a:gd name="T18" fmla="*/ 36 w 246"/>
                <a:gd name="T19" fmla="*/ 24 h 89"/>
                <a:gd name="T20" fmla="*/ 70 w 246"/>
                <a:gd name="T21" fmla="*/ 42 h 89"/>
                <a:gd name="T22" fmla="*/ 86 w 246"/>
                <a:gd name="T23" fmla="*/ 49 h 89"/>
                <a:gd name="T24" fmla="*/ 103 w 246"/>
                <a:gd name="T25" fmla="*/ 55 h 89"/>
                <a:gd name="T26" fmla="*/ 120 w 246"/>
                <a:gd name="T27" fmla="*/ 60 h 89"/>
                <a:gd name="T28" fmla="*/ 138 w 246"/>
                <a:gd name="T29" fmla="*/ 66 h 89"/>
                <a:gd name="T30" fmla="*/ 138 w 246"/>
                <a:gd name="T31" fmla="*/ 66 h 89"/>
                <a:gd name="T32" fmla="*/ 120 w 246"/>
                <a:gd name="T33" fmla="*/ 60 h 89"/>
                <a:gd name="T34" fmla="*/ 103 w 246"/>
                <a:gd name="T35" fmla="*/ 55 h 89"/>
                <a:gd name="T36" fmla="*/ 85 w 246"/>
                <a:gd name="T37" fmla="*/ 48 h 89"/>
                <a:gd name="T38" fmla="*/ 68 w 246"/>
                <a:gd name="T39" fmla="*/ 41 h 89"/>
                <a:gd name="T40" fmla="*/ 35 w 246"/>
                <a:gd name="T41" fmla="*/ 23 h 89"/>
                <a:gd name="T42" fmla="*/ 0 w 246"/>
                <a:gd name="T4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89">
                  <a:moveTo>
                    <a:pt x="206" y="80"/>
                  </a:moveTo>
                  <a:lnTo>
                    <a:pt x="206" y="80"/>
                  </a:lnTo>
                  <a:lnTo>
                    <a:pt x="246" y="89"/>
                  </a:lnTo>
                  <a:lnTo>
                    <a:pt x="246" y="89"/>
                  </a:lnTo>
                  <a:lnTo>
                    <a:pt x="206" y="8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" y="3"/>
                  </a:lnTo>
                  <a:lnTo>
                    <a:pt x="36" y="24"/>
                  </a:lnTo>
                  <a:lnTo>
                    <a:pt x="70" y="42"/>
                  </a:lnTo>
                  <a:lnTo>
                    <a:pt x="86" y="49"/>
                  </a:lnTo>
                  <a:lnTo>
                    <a:pt x="103" y="55"/>
                  </a:lnTo>
                  <a:lnTo>
                    <a:pt x="120" y="60"/>
                  </a:lnTo>
                  <a:lnTo>
                    <a:pt x="138" y="66"/>
                  </a:lnTo>
                  <a:lnTo>
                    <a:pt x="138" y="66"/>
                  </a:lnTo>
                  <a:lnTo>
                    <a:pt x="120" y="60"/>
                  </a:lnTo>
                  <a:lnTo>
                    <a:pt x="103" y="55"/>
                  </a:lnTo>
                  <a:lnTo>
                    <a:pt x="85" y="48"/>
                  </a:lnTo>
                  <a:lnTo>
                    <a:pt x="68" y="41"/>
                  </a:lnTo>
                  <a:lnTo>
                    <a:pt x="35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099A4914-7D66-026B-A607-D12E360A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991"/>
              <a:ext cx="20" cy="5"/>
            </a:xfrm>
            <a:custGeom>
              <a:avLst/>
              <a:gdLst>
                <a:gd name="T0" fmla="*/ 0 w 40"/>
                <a:gd name="T1" fmla="*/ 0 h 9"/>
                <a:gd name="T2" fmla="*/ 0 w 40"/>
                <a:gd name="T3" fmla="*/ 0 h 9"/>
                <a:gd name="T4" fmla="*/ 40 w 40"/>
                <a:gd name="T5" fmla="*/ 9 h 9"/>
                <a:gd name="T6" fmla="*/ 40 w 40"/>
                <a:gd name="T7" fmla="*/ 9 h 9"/>
                <a:gd name="T8" fmla="*/ 0 w 4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lnTo>
                    <a:pt x="0" y="0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B3BA0100-11A7-D2EF-C3C8-8FD3CDFC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951"/>
              <a:ext cx="69" cy="33"/>
            </a:xfrm>
            <a:custGeom>
              <a:avLst/>
              <a:gdLst>
                <a:gd name="T0" fmla="*/ 0 w 138"/>
                <a:gd name="T1" fmla="*/ 0 h 66"/>
                <a:gd name="T2" fmla="*/ 0 w 138"/>
                <a:gd name="T3" fmla="*/ 0 h 66"/>
                <a:gd name="T4" fmla="*/ 1 w 138"/>
                <a:gd name="T5" fmla="*/ 3 h 66"/>
                <a:gd name="T6" fmla="*/ 1 w 138"/>
                <a:gd name="T7" fmla="*/ 3 h 66"/>
                <a:gd name="T8" fmla="*/ 36 w 138"/>
                <a:gd name="T9" fmla="*/ 24 h 66"/>
                <a:gd name="T10" fmla="*/ 70 w 138"/>
                <a:gd name="T11" fmla="*/ 42 h 66"/>
                <a:gd name="T12" fmla="*/ 86 w 138"/>
                <a:gd name="T13" fmla="*/ 49 h 66"/>
                <a:gd name="T14" fmla="*/ 103 w 138"/>
                <a:gd name="T15" fmla="*/ 55 h 66"/>
                <a:gd name="T16" fmla="*/ 120 w 138"/>
                <a:gd name="T17" fmla="*/ 60 h 66"/>
                <a:gd name="T18" fmla="*/ 138 w 138"/>
                <a:gd name="T19" fmla="*/ 66 h 66"/>
                <a:gd name="T20" fmla="*/ 138 w 138"/>
                <a:gd name="T21" fmla="*/ 66 h 66"/>
                <a:gd name="T22" fmla="*/ 120 w 138"/>
                <a:gd name="T23" fmla="*/ 60 h 66"/>
                <a:gd name="T24" fmla="*/ 103 w 138"/>
                <a:gd name="T25" fmla="*/ 55 h 66"/>
                <a:gd name="T26" fmla="*/ 85 w 138"/>
                <a:gd name="T27" fmla="*/ 48 h 66"/>
                <a:gd name="T28" fmla="*/ 68 w 138"/>
                <a:gd name="T29" fmla="*/ 41 h 66"/>
                <a:gd name="T30" fmla="*/ 35 w 138"/>
                <a:gd name="T31" fmla="*/ 23 h 66"/>
                <a:gd name="T32" fmla="*/ 0 w 138"/>
                <a:gd name="T3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66">
                  <a:moveTo>
                    <a:pt x="0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" y="3"/>
                  </a:lnTo>
                  <a:lnTo>
                    <a:pt x="36" y="24"/>
                  </a:lnTo>
                  <a:lnTo>
                    <a:pt x="70" y="42"/>
                  </a:lnTo>
                  <a:lnTo>
                    <a:pt x="86" y="49"/>
                  </a:lnTo>
                  <a:lnTo>
                    <a:pt x="103" y="55"/>
                  </a:lnTo>
                  <a:lnTo>
                    <a:pt x="120" y="60"/>
                  </a:lnTo>
                  <a:lnTo>
                    <a:pt x="138" y="66"/>
                  </a:lnTo>
                  <a:lnTo>
                    <a:pt x="138" y="66"/>
                  </a:lnTo>
                  <a:lnTo>
                    <a:pt x="120" y="60"/>
                  </a:lnTo>
                  <a:lnTo>
                    <a:pt x="103" y="55"/>
                  </a:lnTo>
                  <a:lnTo>
                    <a:pt x="85" y="48"/>
                  </a:lnTo>
                  <a:lnTo>
                    <a:pt x="68" y="41"/>
                  </a:lnTo>
                  <a:lnTo>
                    <a:pt x="35" y="2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03CE4F52-84CC-AF5D-CD0B-D48527C5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932"/>
              <a:ext cx="312" cy="165"/>
            </a:xfrm>
            <a:custGeom>
              <a:avLst/>
              <a:gdLst>
                <a:gd name="T0" fmla="*/ 622 w 623"/>
                <a:gd name="T1" fmla="*/ 0 h 328"/>
                <a:gd name="T2" fmla="*/ 622 w 623"/>
                <a:gd name="T3" fmla="*/ 0 h 328"/>
                <a:gd name="T4" fmla="*/ 619 w 623"/>
                <a:gd name="T5" fmla="*/ 1 h 328"/>
                <a:gd name="T6" fmla="*/ 619 w 623"/>
                <a:gd name="T7" fmla="*/ 1 h 328"/>
                <a:gd name="T8" fmla="*/ 590 w 623"/>
                <a:gd name="T9" fmla="*/ 40 h 328"/>
                <a:gd name="T10" fmla="*/ 561 w 623"/>
                <a:gd name="T11" fmla="*/ 76 h 328"/>
                <a:gd name="T12" fmla="*/ 529 w 623"/>
                <a:gd name="T13" fmla="*/ 110 h 328"/>
                <a:gd name="T14" fmla="*/ 495 w 623"/>
                <a:gd name="T15" fmla="*/ 139 h 328"/>
                <a:gd name="T16" fmla="*/ 461 w 623"/>
                <a:gd name="T17" fmla="*/ 168 h 328"/>
                <a:gd name="T18" fmla="*/ 424 w 623"/>
                <a:gd name="T19" fmla="*/ 193 h 328"/>
                <a:gd name="T20" fmla="*/ 387 w 623"/>
                <a:gd name="T21" fmla="*/ 217 h 328"/>
                <a:gd name="T22" fmla="*/ 348 w 623"/>
                <a:gd name="T23" fmla="*/ 236 h 328"/>
                <a:gd name="T24" fmla="*/ 307 w 623"/>
                <a:gd name="T25" fmla="*/ 256 h 328"/>
                <a:gd name="T26" fmla="*/ 266 w 623"/>
                <a:gd name="T27" fmla="*/ 273 h 328"/>
                <a:gd name="T28" fmla="*/ 224 w 623"/>
                <a:gd name="T29" fmla="*/ 287 h 328"/>
                <a:gd name="T30" fmla="*/ 181 w 623"/>
                <a:gd name="T31" fmla="*/ 298 h 328"/>
                <a:gd name="T32" fmla="*/ 136 w 623"/>
                <a:gd name="T33" fmla="*/ 309 h 328"/>
                <a:gd name="T34" fmla="*/ 92 w 623"/>
                <a:gd name="T35" fmla="*/ 317 h 328"/>
                <a:gd name="T36" fmla="*/ 46 w 623"/>
                <a:gd name="T37" fmla="*/ 323 h 328"/>
                <a:gd name="T38" fmla="*/ 0 w 623"/>
                <a:gd name="T39" fmla="*/ 328 h 328"/>
                <a:gd name="T40" fmla="*/ 0 w 623"/>
                <a:gd name="T41" fmla="*/ 328 h 328"/>
                <a:gd name="T42" fmla="*/ 0 w 623"/>
                <a:gd name="T43" fmla="*/ 328 h 328"/>
                <a:gd name="T44" fmla="*/ 0 w 623"/>
                <a:gd name="T45" fmla="*/ 328 h 328"/>
                <a:gd name="T46" fmla="*/ 47 w 623"/>
                <a:gd name="T47" fmla="*/ 324 h 328"/>
                <a:gd name="T48" fmla="*/ 93 w 623"/>
                <a:gd name="T49" fmla="*/ 319 h 328"/>
                <a:gd name="T50" fmla="*/ 137 w 623"/>
                <a:gd name="T51" fmla="*/ 310 h 328"/>
                <a:gd name="T52" fmla="*/ 182 w 623"/>
                <a:gd name="T53" fmla="*/ 300 h 328"/>
                <a:gd name="T54" fmla="*/ 225 w 623"/>
                <a:gd name="T55" fmla="*/ 288 h 328"/>
                <a:gd name="T56" fmla="*/ 268 w 623"/>
                <a:gd name="T57" fmla="*/ 274 h 328"/>
                <a:gd name="T58" fmla="*/ 310 w 623"/>
                <a:gd name="T59" fmla="*/ 257 h 328"/>
                <a:gd name="T60" fmla="*/ 351 w 623"/>
                <a:gd name="T61" fmla="*/ 239 h 328"/>
                <a:gd name="T62" fmla="*/ 390 w 623"/>
                <a:gd name="T63" fmla="*/ 218 h 328"/>
                <a:gd name="T64" fmla="*/ 427 w 623"/>
                <a:gd name="T65" fmla="*/ 195 h 328"/>
                <a:gd name="T66" fmla="*/ 463 w 623"/>
                <a:gd name="T67" fmla="*/ 170 h 328"/>
                <a:gd name="T68" fmla="*/ 498 w 623"/>
                <a:gd name="T69" fmla="*/ 142 h 328"/>
                <a:gd name="T70" fmla="*/ 533 w 623"/>
                <a:gd name="T71" fmla="*/ 111 h 328"/>
                <a:gd name="T72" fmla="*/ 564 w 623"/>
                <a:gd name="T73" fmla="*/ 78 h 328"/>
                <a:gd name="T74" fmla="*/ 594 w 623"/>
                <a:gd name="T75" fmla="*/ 42 h 328"/>
                <a:gd name="T76" fmla="*/ 623 w 623"/>
                <a:gd name="T77" fmla="*/ 3 h 328"/>
                <a:gd name="T78" fmla="*/ 622 w 623"/>
                <a:gd name="T7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3" h="328">
                  <a:moveTo>
                    <a:pt x="622" y="0"/>
                  </a:moveTo>
                  <a:lnTo>
                    <a:pt x="622" y="0"/>
                  </a:lnTo>
                  <a:lnTo>
                    <a:pt x="619" y="1"/>
                  </a:lnTo>
                  <a:lnTo>
                    <a:pt x="619" y="1"/>
                  </a:lnTo>
                  <a:lnTo>
                    <a:pt x="590" y="40"/>
                  </a:lnTo>
                  <a:lnTo>
                    <a:pt x="561" y="76"/>
                  </a:lnTo>
                  <a:lnTo>
                    <a:pt x="529" y="110"/>
                  </a:lnTo>
                  <a:lnTo>
                    <a:pt x="495" y="139"/>
                  </a:lnTo>
                  <a:lnTo>
                    <a:pt x="461" y="168"/>
                  </a:lnTo>
                  <a:lnTo>
                    <a:pt x="424" y="193"/>
                  </a:lnTo>
                  <a:lnTo>
                    <a:pt x="387" y="217"/>
                  </a:lnTo>
                  <a:lnTo>
                    <a:pt x="348" y="236"/>
                  </a:lnTo>
                  <a:lnTo>
                    <a:pt x="307" y="256"/>
                  </a:lnTo>
                  <a:lnTo>
                    <a:pt x="266" y="273"/>
                  </a:lnTo>
                  <a:lnTo>
                    <a:pt x="224" y="287"/>
                  </a:lnTo>
                  <a:lnTo>
                    <a:pt x="181" y="298"/>
                  </a:lnTo>
                  <a:lnTo>
                    <a:pt x="136" y="309"/>
                  </a:lnTo>
                  <a:lnTo>
                    <a:pt x="92" y="317"/>
                  </a:lnTo>
                  <a:lnTo>
                    <a:pt x="46" y="323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47" y="324"/>
                  </a:lnTo>
                  <a:lnTo>
                    <a:pt x="93" y="319"/>
                  </a:lnTo>
                  <a:lnTo>
                    <a:pt x="137" y="310"/>
                  </a:lnTo>
                  <a:lnTo>
                    <a:pt x="182" y="300"/>
                  </a:lnTo>
                  <a:lnTo>
                    <a:pt x="225" y="288"/>
                  </a:lnTo>
                  <a:lnTo>
                    <a:pt x="268" y="274"/>
                  </a:lnTo>
                  <a:lnTo>
                    <a:pt x="310" y="257"/>
                  </a:lnTo>
                  <a:lnTo>
                    <a:pt x="351" y="239"/>
                  </a:lnTo>
                  <a:lnTo>
                    <a:pt x="390" y="218"/>
                  </a:lnTo>
                  <a:lnTo>
                    <a:pt x="427" y="195"/>
                  </a:lnTo>
                  <a:lnTo>
                    <a:pt x="463" y="170"/>
                  </a:lnTo>
                  <a:lnTo>
                    <a:pt x="498" y="142"/>
                  </a:lnTo>
                  <a:lnTo>
                    <a:pt x="533" y="111"/>
                  </a:lnTo>
                  <a:lnTo>
                    <a:pt x="564" y="78"/>
                  </a:lnTo>
                  <a:lnTo>
                    <a:pt x="594" y="42"/>
                  </a:lnTo>
                  <a:lnTo>
                    <a:pt x="623" y="3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51703617-670A-6D7F-D18B-55C6D8315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932"/>
              <a:ext cx="312" cy="165"/>
            </a:xfrm>
            <a:custGeom>
              <a:avLst/>
              <a:gdLst>
                <a:gd name="T0" fmla="*/ 622 w 623"/>
                <a:gd name="T1" fmla="*/ 0 h 328"/>
                <a:gd name="T2" fmla="*/ 622 w 623"/>
                <a:gd name="T3" fmla="*/ 0 h 328"/>
                <a:gd name="T4" fmla="*/ 619 w 623"/>
                <a:gd name="T5" fmla="*/ 1 h 328"/>
                <a:gd name="T6" fmla="*/ 619 w 623"/>
                <a:gd name="T7" fmla="*/ 1 h 328"/>
                <a:gd name="T8" fmla="*/ 590 w 623"/>
                <a:gd name="T9" fmla="*/ 40 h 328"/>
                <a:gd name="T10" fmla="*/ 561 w 623"/>
                <a:gd name="T11" fmla="*/ 76 h 328"/>
                <a:gd name="T12" fmla="*/ 529 w 623"/>
                <a:gd name="T13" fmla="*/ 110 h 328"/>
                <a:gd name="T14" fmla="*/ 495 w 623"/>
                <a:gd name="T15" fmla="*/ 139 h 328"/>
                <a:gd name="T16" fmla="*/ 461 w 623"/>
                <a:gd name="T17" fmla="*/ 168 h 328"/>
                <a:gd name="T18" fmla="*/ 424 w 623"/>
                <a:gd name="T19" fmla="*/ 193 h 328"/>
                <a:gd name="T20" fmla="*/ 387 w 623"/>
                <a:gd name="T21" fmla="*/ 217 h 328"/>
                <a:gd name="T22" fmla="*/ 348 w 623"/>
                <a:gd name="T23" fmla="*/ 236 h 328"/>
                <a:gd name="T24" fmla="*/ 307 w 623"/>
                <a:gd name="T25" fmla="*/ 256 h 328"/>
                <a:gd name="T26" fmla="*/ 266 w 623"/>
                <a:gd name="T27" fmla="*/ 273 h 328"/>
                <a:gd name="T28" fmla="*/ 224 w 623"/>
                <a:gd name="T29" fmla="*/ 287 h 328"/>
                <a:gd name="T30" fmla="*/ 181 w 623"/>
                <a:gd name="T31" fmla="*/ 298 h 328"/>
                <a:gd name="T32" fmla="*/ 136 w 623"/>
                <a:gd name="T33" fmla="*/ 309 h 328"/>
                <a:gd name="T34" fmla="*/ 92 w 623"/>
                <a:gd name="T35" fmla="*/ 317 h 328"/>
                <a:gd name="T36" fmla="*/ 46 w 623"/>
                <a:gd name="T37" fmla="*/ 323 h 328"/>
                <a:gd name="T38" fmla="*/ 0 w 623"/>
                <a:gd name="T39" fmla="*/ 328 h 328"/>
                <a:gd name="T40" fmla="*/ 0 w 623"/>
                <a:gd name="T41" fmla="*/ 328 h 328"/>
                <a:gd name="T42" fmla="*/ 0 w 623"/>
                <a:gd name="T43" fmla="*/ 328 h 328"/>
                <a:gd name="T44" fmla="*/ 0 w 623"/>
                <a:gd name="T45" fmla="*/ 328 h 328"/>
                <a:gd name="T46" fmla="*/ 47 w 623"/>
                <a:gd name="T47" fmla="*/ 324 h 328"/>
                <a:gd name="T48" fmla="*/ 93 w 623"/>
                <a:gd name="T49" fmla="*/ 319 h 328"/>
                <a:gd name="T50" fmla="*/ 137 w 623"/>
                <a:gd name="T51" fmla="*/ 310 h 328"/>
                <a:gd name="T52" fmla="*/ 182 w 623"/>
                <a:gd name="T53" fmla="*/ 300 h 328"/>
                <a:gd name="T54" fmla="*/ 225 w 623"/>
                <a:gd name="T55" fmla="*/ 288 h 328"/>
                <a:gd name="T56" fmla="*/ 268 w 623"/>
                <a:gd name="T57" fmla="*/ 274 h 328"/>
                <a:gd name="T58" fmla="*/ 310 w 623"/>
                <a:gd name="T59" fmla="*/ 257 h 328"/>
                <a:gd name="T60" fmla="*/ 351 w 623"/>
                <a:gd name="T61" fmla="*/ 239 h 328"/>
                <a:gd name="T62" fmla="*/ 390 w 623"/>
                <a:gd name="T63" fmla="*/ 218 h 328"/>
                <a:gd name="T64" fmla="*/ 427 w 623"/>
                <a:gd name="T65" fmla="*/ 195 h 328"/>
                <a:gd name="T66" fmla="*/ 463 w 623"/>
                <a:gd name="T67" fmla="*/ 170 h 328"/>
                <a:gd name="T68" fmla="*/ 498 w 623"/>
                <a:gd name="T69" fmla="*/ 142 h 328"/>
                <a:gd name="T70" fmla="*/ 533 w 623"/>
                <a:gd name="T71" fmla="*/ 111 h 328"/>
                <a:gd name="T72" fmla="*/ 564 w 623"/>
                <a:gd name="T73" fmla="*/ 78 h 328"/>
                <a:gd name="T74" fmla="*/ 594 w 623"/>
                <a:gd name="T75" fmla="*/ 42 h 328"/>
                <a:gd name="T76" fmla="*/ 623 w 623"/>
                <a:gd name="T77" fmla="*/ 3 h 328"/>
                <a:gd name="T78" fmla="*/ 622 w 623"/>
                <a:gd name="T7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3" h="328">
                  <a:moveTo>
                    <a:pt x="622" y="0"/>
                  </a:moveTo>
                  <a:lnTo>
                    <a:pt x="622" y="0"/>
                  </a:lnTo>
                  <a:lnTo>
                    <a:pt x="619" y="1"/>
                  </a:lnTo>
                  <a:lnTo>
                    <a:pt x="619" y="1"/>
                  </a:lnTo>
                  <a:lnTo>
                    <a:pt x="590" y="40"/>
                  </a:lnTo>
                  <a:lnTo>
                    <a:pt x="561" y="76"/>
                  </a:lnTo>
                  <a:lnTo>
                    <a:pt x="529" y="110"/>
                  </a:lnTo>
                  <a:lnTo>
                    <a:pt x="495" y="139"/>
                  </a:lnTo>
                  <a:lnTo>
                    <a:pt x="461" y="168"/>
                  </a:lnTo>
                  <a:lnTo>
                    <a:pt x="424" y="193"/>
                  </a:lnTo>
                  <a:lnTo>
                    <a:pt x="387" y="217"/>
                  </a:lnTo>
                  <a:lnTo>
                    <a:pt x="348" y="236"/>
                  </a:lnTo>
                  <a:lnTo>
                    <a:pt x="307" y="256"/>
                  </a:lnTo>
                  <a:lnTo>
                    <a:pt x="266" y="273"/>
                  </a:lnTo>
                  <a:lnTo>
                    <a:pt x="224" y="287"/>
                  </a:lnTo>
                  <a:lnTo>
                    <a:pt x="181" y="298"/>
                  </a:lnTo>
                  <a:lnTo>
                    <a:pt x="136" y="309"/>
                  </a:lnTo>
                  <a:lnTo>
                    <a:pt x="92" y="317"/>
                  </a:lnTo>
                  <a:lnTo>
                    <a:pt x="46" y="323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47" y="324"/>
                  </a:lnTo>
                  <a:lnTo>
                    <a:pt x="93" y="319"/>
                  </a:lnTo>
                  <a:lnTo>
                    <a:pt x="137" y="310"/>
                  </a:lnTo>
                  <a:lnTo>
                    <a:pt x="182" y="300"/>
                  </a:lnTo>
                  <a:lnTo>
                    <a:pt x="225" y="288"/>
                  </a:lnTo>
                  <a:lnTo>
                    <a:pt x="268" y="274"/>
                  </a:lnTo>
                  <a:lnTo>
                    <a:pt x="310" y="257"/>
                  </a:lnTo>
                  <a:lnTo>
                    <a:pt x="351" y="239"/>
                  </a:lnTo>
                  <a:lnTo>
                    <a:pt x="390" y="218"/>
                  </a:lnTo>
                  <a:lnTo>
                    <a:pt x="427" y="195"/>
                  </a:lnTo>
                  <a:lnTo>
                    <a:pt x="463" y="170"/>
                  </a:lnTo>
                  <a:lnTo>
                    <a:pt x="498" y="142"/>
                  </a:lnTo>
                  <a:lnTo>
                    <a:pt x="533" y="111"/>
                  </a:lnTo>
                  <a:lnTo>
                    <a:pt x="564" y="78"/>
                  </a:lnTo>
                  <a:lnTo>
                    <a:pt x="594" y="42"/>
                  </a:lnTo>
                  <a:lnTo>
                    <a:pt x="623" y="3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693D4887-8934-8CCA-3ABE-E481DD3C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33"/>
              <a:ext cx="372" cy="164"/>
            </a:xfrm>
            <a:custGeom>
              <a:avLst/>
              <a:gdLst>
                <a:gd name="T0" fmla="*/ 745 w 745"/>
                <a:gd name="T1" fmla="*/ 0 h 327"/>
                <a:gd name="T2" fmla="*/ 745 w 745"/>
                <a:gd name="T3" fmla="*/ 0 h 327"/>
                <a:gd name="T4" fmla="*/ 684 w 745"/>
                <a:gd name="T5" fmla="*/ 32 h 327"/>
                <a:gd name="T6" fmla="*/ 626 w 745"/>
                <a:gd name="T7" fmla="*/ 60 h 327"/>
                <a:gd name="T8" fmla="*/ 570 w 745"/>
                <a:gd name="T9" fmla="*/ 85 h 327"/>
                <a:gd name="T10" fmla="*/ 518 w 745"/>
                <a:gd name="T11" fmla="*/ 106 h 327"/>
                <a:gd name="T12" fmla="*/ 518 w 745"/>
                <a:gd name="T13" fmla="*/ 106 h 327"/>
                <a:gd name="T14" fmla="*/ 493 w 745"/>
                <a:gd name="T15" fmla="*/ 114 h 327"/>
                <a:gd name="T16" fmla="*/ 470 w 745"/>
                <a:gd name="T17" fmla="*/ 123 h 327"/>
                <a:gd name="T18" fmla="*/ 447 w 745"/>
                <a:gd name="T19" fmla="*/ 128 h 327"/>
                <a:gd name="T20" fmla="*/ 426 w 745"/>
                <a:gd name="T21" fmla="*/ 132 h 327"/>
                <a:gd name="T22" fmla="*/ 407 w 745"/>
                <a:gd name="T23" fmla="*/ 137 h 327"/>
                <a:gd name="T24" fmla="*/ 387 w 745"/>
                <a:gd name="T25" fmla="*/ 139 h 327"/>
                <a:gd name="T26" fmla="*/ 369 w 745"/>
                <a:gd name="T27" fmla="*/ 141 h 327"/>
                <a:gd name="T28" fmla="*/ 353 w 745"/>
                <a:gd name="T29" fmla="*/ 141 h 327"/>
                <a:gd name="T30" fmla="*/ 353 w 745"/>
                <a:gd name="T31" fmla="*/ 141 h 327"/>
                <a:gd name="T32" fmla="*/ 325 w 745"/>
                <a:gd name="T33" fmla="*/ 139 h 327"/>
                <a:gd name="T34" fmla="*/ 297 w 745"/>
                <a:gd name="T35" fmla="*/ 137 h 327"/>
                <a:gd name="T36" fmla="*/ 272 w 745"/>
                <a:gd name="T37" fmla="*/ 131 h 327"/>
                <a:gd name="T38" fmla="*/ 245 w 745"/>
                <a:gd name="T39" fmla="*/ 125 h 327"/>
                <a:gd name="T40" fmla="*/ 245 w 745"/>
                <a:gd name="T41" fmla="*/ 125 h 327"/>
                <a:gd name="T42" fmla="*/ 205 w 745"/>
                <a:gd name="T43" fmla="*/ 116 h 327"/>
                <a:gd name="T44" fmla="*/ 205 w 745"/>
                <a:gd name="T45" fmla="*/ 116 h 327"/>
                <a:gd name="T46" fmla="*/ 156 w 745"/>
                <a:gd name="T47" fmla="*/ 106 h 327"/>
                <a:gd name="T48" fmla="*/ 156 w 745"/>
                <a:gd name="T49" fmla="*/ 106 h 327"/>
                <a:gd name="T50" fmla="*/ 137 w 745"/>
                <a:gd name="T51" fmla="*/ 102 h 327"/>
                <a:gd name="T52" fmla="*/ 137 w 745"/>
                <a:gd name="T53" fmla="*/ 102 h 327"/>
                <a:gd name="T54" fmla="*/ 119 w 745"/>
                <a:gd name="T55" fmla="*/ 96 h 327"/>
                <a:gd name="T56" fmla="*/ 102 w 745"/>
                <a:gd name="T57" fmla="*/ 91 h 327"/>
                <a:gd name="T58" fmla="*/ 85 w 745"/>
                <a:gd name="T59" fmla="*/ 85 h 327"/>
                <a:gd name="T60" fmla="*/ 69 w 745"/>
                <a:gd name="T61" fmla="*/ 78 h 327"/>
                <a:gd name="T62" fmla="*/ 35 w 745"/>
                <a:gd name="T63" fmla="*/ 60 h 327"/>
                <a:gd name="T64" fmla="*/ 0 w 745"/>
                <a:gd name="T65" fmla="*/ 39 h 327"/>
                <a:gd name="T66" fmla="*/ 0 w 745"/>
                <a:gd name="T67" fmla="*/ 39 h 327"/>
                <a:gd name="T68" fmla="*/ 20 w 745"/>
                <a:gd name="T69" fmla="*/ 77 h 327"/>
                <a:gd name="T70" fmla="*/ 55 w 745"/>
                <a:gd name="T71" fmla="*/ 145 h 327"/>
                <a:gd name="T72" fmla="*/ 73 w 745"/>
                <a:gd name="T73" fmla="*/ 188 h 327"/>
                <a:gd name="T74" fmla="*/ 92 w 745"/>
                <a:gd name="T75" fmla="*/ 234 h 327"/>
                <a:gd name="T76" fmla="*/ 110 w 745"/>
                <a:gd name="T77" fmla="*/ 280 h 327"/>
                <a:gd name="T78" fmla="*/ 126 w 745"/>
                <a:gd name="T79" fmla="*/ 327 h 327"/>
                <a:gd name="T80" fmla="*/ 126 w 745"/>
                <a:gd name="T81" fmla="*/ 327 h 327"/>
                <a:gd name="T82" fmla="*/ 172 w 745"/>
                <a:gd name="T83" fmla="*/ 322 h 327"/>
                <a:gd name="T84" fmla="*/ 218 w 745"/>
                <a:gd name="T85" fmla="*/ 316 h 327"/>
                <a:gd name="T86" fmla="*/ 262 w 745"/>
                <a:gd name="T87" fmla="*/ 308 h 327"/>
                <a:gd name="T88" fmla="*/ 307 w 745"/>
                <a:gd name="T89" fmla="*/ 297 h 327"/>
                <a:gd name="T90" fmla="*/ 350 w 745"/>
                <a:gd name="T91" fmla="*/ 286 h 327"/>
                <a:gd name="T92" fmla="*/ 392 w 745"/>
                <a:gd name="T93" fmla="*/ 272 h 327"/>
                <a:gd name="T94" fmla="*/ 433 w 745"/>
                <a:gd name="T95" fmla="*/ 255 h 327"/>
                <a:gd name="T96" fmla="*/ 474 w 745"/>
                <a:gd name="T97" fmla="*/ 235 h 327"/>
                <a:gd name="T98" fmla="*/ 513 w 745"/>
                <a:gd name="T99" fmla="*/ 216 h 327"/>
                <a:gd name="T100" fmla="*/ 550 w 745"/>
                <a:gd name="T101" fmla="*/ 192 h 327"/>
                <a:gd name="T102" fmla="*/ 587 w 745"/>
                <a:gd name="T103" fmla="*/ 167 h 327"/>
                <a:gd name="T104" fmla="*/ 621 w 745"/>
                <a:gd name="T105" fmla="*/ 138 h 327"/>
                <a:gd name="T106" fmla="*/ 655 w 745"/>
                <a:gd name="T107" fmla="*/ 109 h 327"/>
                <a:gd name="T108" fmla="*/ 687 w 745"/>
                <a:gd name="T109" fmla="*/ 75 h 327"/>
                <a:gd name="T110" fmla="*/ 716 w 745"/>
                <a:gd name="T111" fmla="*/ 39 h 327"/>
                <a:gd name="T112" fmla="*/ 745 w 745"/>
                <a:gd name="T113" fmla="*/ 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5" h="327">
                  <a:moveTo>
                    <a:pt x="745" y="0"/>
                  </a:moveTo>
                  <a:lnTo>
                    <a:pt x="745" y="0"/>
                  </a:lnTo>
                  <a:lnTo>
                    <a:pt x="684" y="32"/>
                  </a:lnTo>
                  <a:lnTo>
                    <a:pt x="626" y="60"/>
                  </a:lnTo>
                  <a:lnTo>
                    <a:pt x="570" y="85"/>
                  </a:lnTo>
                  <a:lnTo>
                    <a:pt x="518" y="106"/>
                  </a:lnTo>
                  <a:lnTo>
                    <a:pt x="518" y="106"/>
                  </a:lnTo>
                  <a:lnTo>
                    <a:pt x="493" y="114"/>
                  </a:lnTo>
                  <a:lnTo>
                    <a:pt x="470" y="123"/>
                  </a:lnTo>
                  <a:lnTo>
                    <a:pt x="447" y="128"/>
                  </a:lnTo>
                  <a:lnTo>
                    <a:pt x="426" y="132"/>
                  </a:lnTo>
                  <a:lnTo>
                    <a:pt x="407" y="137"/>
                  </a:lnTo>
                  <a:lnTo>
                    <a:pt x="387" y="139"/>
                  </a:lnTo>
                  <a:lnTo>
                    <a:pt x="369" y="141"/>
                  </a:lnTo>
                  <a:lnTo>
                    <a:pt x="353" y="141"/>
                  </a:lnTo>
                  <a:lnTo>
                    <a:pt x="353" y="141"/>
                  </a:lnTo>
                  <a:lnTo>
                    <a:pt x="325" y="139"/>
                  </a:lnTo>
                  <a:lnTo>
                    <a:pt x="297" y="137"/>
                  </a:lnTo>
                  <a:lnTo>
                    <a:pt x="272" y="131"/>
                  </a:lnTo>
                  <a:lnTo>
                    <a:pt x="245" y="125"/>
                  </a:lnTo>
                  <a:lnTo>
                    <a:pt x="245" y="125"/>
                  </a:lnTo>
                  <a:lnTo>
                    <a:pt x="205" y="116"/>
                  </a:lnTo>
                  <a:lnTo>
                    <a:pt x="205" y="116"/>
                  </a:lnTo>
                  <a:lnTo>
                    <a:pt x="156" y="106"/>
                  </a:lnTo>
                  <a:lnTo>
                    <a:pt x="156" y="106"/>
                  </a:lnTo>
                  <a:lnTo>
                    <a:pt x="137" y="102"/>
                  </a:lnTo>
                  <a:lnTo>
                    <a:pt x="137" y="102"/>
                  </a:lnTo>
                  <a:lnTo>
                    <a:pt x="119" y="96"/>
                  </a:lnTo>
                  <a:lnTo>
                    <a:pt x="102" y="91"/>
                  </a:lnTo>
                  <a:lnTo>
                    <a:pt x="85" y="85"/>
                  </a:lnTo>
                  <a:lnTo>
                    <a:pt x="69" y="78"/>
                  </a:lnTo>
                  <a:lnTo>
                    <a:pt x="35" y="60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0" y="77"/>
                  </a:lnTo>
                  <a:lnTo>
                    <a:pt x="55" y="145"/>
                  </a:lnTo>
                  <a:lnTo>
                    <a:pt x="73" y="188"/>
                  </a:lnTo>
                  <a:lnTo>
                    <a:pt x="92" y="234"/>
                  </a:lnTo>
                  <a:lnTo>
                    <a:pt x="110" y="280"/>
                  </a:lnTo>
                  <a:lnTo>
                    <a:pt x="126" y="327"/>
                  </a:lnTo>
                  <a:lnTo>
                    <a:pt x="126" y="327"/>
                  </a:lnTo>
                  <a:lnTo>
                    <a:pt x="172" y="322"/>
                  </a:lnTo>
                  <a:lnTo>
                    <a:pt x="218" y="316"/>
                  </a:lnTo>
                  <a:lnTo>
                    <a:pt x="262" y="308"/>
                  </a:lnTo>
                  <a:lnTo>
                    <a:pt x="307" y="297"/>
                  </a:lnTo>
                  <a:lnTo>
                    <a:pt x="350" y="286"/>
                  </a:lnTo>
                  <a:lnTo>
                    <a:pt x="392" y="272"/>
                  </a:lnTo>
                  <a:lnTo>
                    <a:pt x="433" y="255"/>
                  </a:lnTo>
                  <a:lnTo>
                    <a:pt x="474" y="235"/>
                  </a:lnTo>
                  <a:lnTo>
                    <a:pt x="513" y="216"/>
                  </a:lnTo>
                  <a:lnTo>
                    <a:pt x="550" y="192"/>
                  </a:lnTo>
                  <a:lnTo>
                    <a:pt x="587" y="167"/>
                  </a:lnTo>
                  <a:lnTo>
                    <a:pt x="621" y="138"/>
                  </a:lnTo>
                  <a:lnTo>
                    <a:pt x="655" y="109"/>
                  </a:lnTo>
                  <a:lnTo>
                    <a:pt x="687" y="75"/>
                  </a:lnTo>
                  <a:lnTo>
                    <a:pt x="716" y="39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C6C01027-C552-F7CA-C289-AF7EB6FAE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33"/>
              <a:ext cx="372" cy="164"/>
            </a:xfrm>
            <a:custGeom>
              <a:avLst/>
              <a:gdLst>
                <a:gd name="T0" fmla="*/ 745 w 745"/>
                <a:gd name="T1" fmla="*/ 0 h 327"/>
                <a:gd name="T2" fmla="*/ 745 w 745"/>
                <a:gd name="T3" fmla="*/ 0 h 327"/>
                <a:gd name="T4" fmla="*/ 684 w 745"/>
                <a:gd name="T5" fmla="*/ 32 h 327"/>
                <a:gd name="T6" fmla="*/ 626 w 745"/>
                <a:gd name="T7" fmla="*/ 60 h 327"/>
                <a:gd name="T8" fmla="*/ 570 w 745"/>
                <a:gd name="T9" fmla="*/ 85 h 327"/>
                <a:gd name="T10" fmla="*/ 518 w 745"/>
                <a:gd name="T11" fmla="*/ 106 h 327"/>
                <a:gd name="T12" fmla="*/ 518 w 745"/>
                <a:gd name="T13" fmla="*/ 106 h 327"/>
                <a:gd name="T14" fmla="*/ 493 w 745"/>
                <a:gd name="T15" fmla="*/ 114 h 327"/>
                <a:gd name="T16" fmla="*/ 470 w 745"/>
                <a:gd name="T17" fmla="*/ 123 h 327"/>
                <a:gd name="T18" fmla="*/ 447 w 745"/>
                <a:gd name="T19" fmla="*/ 128 h 327"/>
                <a:gd name="T20" fmla="*/ 426 w 745"/>
                <a:gd name="T21" fmla="*/ 132 h 327"/>
                <a:gd name="T22" fmla="*/ 407 w 745"/>
                <a:gd name="T23" fmla="*/ 137 h 327"/>
                <a:gd name="T24" fmla="*/ 387 w 745"/>
                <a:gd name="T25" fmla="*/ 139 h 327"/>
                <a:gd name="T26" fmla="*/ 369 w 745"/>
                <a:gd name="T27" fmla="*/ 141 h 327"/>
                <a:gd name="T28" fmla="*/ 353 w 745"/>
                <a:gd name="T29" fmla="*/ 141 h 327"/>
                <a:gd name="T30" fmla="*/ 353 w 745"/>
                <a:gd name="T31" fmla="*/ 141 h 327"/>
                <a:gd name="T32" fmla="*/ 325 w 745"/>
                <a:gd name="T33" fmla="*/ 139 h 327"/>
                <a:gd name="T34" fmla="*/ 297 w 745"/>
                <a:gd name="T35" fmla="*/ 137 h 327"/>
                <a:gd name="T36" fmla="*/ 272 w 745"/>
                <a:gd name="T37" fmla="*/ 131 h 327"/>
                <a:gd name="T38" fmla="*/ 245 w 745"/>
                <a:gd name="T39" fmla="*/ 125 h 327"/>
                <a:gd name="T40" fmla="*/ 245 w 745"/>
                <a:gd name="T41" fmla="*/ 125 h 327"/>
                <a:gd name="T42" fmla="*/ 205 w 745"/>
                <a:gd name="T43" fmla="*/ 116 h 327"/>
                <a:gd name="T44" fmla="*/ 205 w 745"/>
                <a:gd name="T45" fmla="*/ 116 h 327"/>
                <a:gd name="T46" fmla="*/ 156 w 745"/>
                <a:gd name="T47" fmla="*/ 106 h 327"/>
                <a:gd name="T48" fmla="*/ 156 w 745"/>
                <a:gd name="T49" fmla="*/ 106 h 327"/>
                <a:gd name="T50" fmla="*/ 137 w 745"/>
                <a:gd name="T51" fmla="*/ 102 h 327"/>
                <a:gd name="T52" fmla="*/ 137 w 745"/>
                <a:gd name="T53" fmla="*/ 102 h 327"/>
                <a:gd name="T54" fmla="*/ 119 w 745"/>
                <a:gd name="T55" fmla="*/ 96 h 327"/>
                <a:gd name="T56" fmla="*/ 102 w 745"/>
                <a:gd name="T57" fmla="*/ 91 h 327"/>
                <a:gd name="T58" fmla="*/ 85 w 745"/>
                <a:gd name="T59" fmla="*/ 85 h 327"/>
                <a:gd name="T60" fmla="*/ 69 w 745"/>
                <a:gd name="T61" fmla="*/ 78 h 327"/>
                <a:gd name="T62" fmla="*/ 35 w 745"/>
                <a:gd name="T63" fmla="*/ 60 h 327"/>
                <a:gd name="T64" fmla="*/ 0 w 745"/>
                <a:gd name="T65" fmla="*/ 39 h 327"/>
                <a:gd name="T66" fmla="*/ 0 w 745"/>
                <a:gd name="T67" fmla="*/ 39 h 327"/>
                <a:gd name="T68" fmla="*/ 20 w 745"/>
                <a:gd name="T69" fmla="*/ 77 h 327"/>
                <a:gd name="T70" fmla="*/ 55 w 745"/>
                <a:gd name="T71" fmla="*/ 145 h 327"/>
                <a:gd name="T72" fmla="*/ 73 w 745"/>
                <a:gd name="T73" fmla="*/ 188 h 327"/>
                <a:gd name="T74" fmla="*/ 92 w 745"/>
                <a:gd name="T75" fmla="*/ 234 h 327"/>
                <a:gd name="T76" fmla="*/ 110 w 745"/>
                <a:gd name="T77" fmla="*/ 280 h 327"/>
                <a:gd name="T78" fmla="*/ 126 w 745"/>
                <a:gd name="T79" fmla="*/ 327 h 327"/>
                <a:gd name="T80" fmla="*/ 126 w 745"/>
                <a:gd name="T81" fmla="*/ 327 h 327"/>
                <a:gd name="T82" fmla="*/ 172 w 745"/>
                <a:gd name="T83" fmla="*/ 322 h 327"/>
                <a:gd name="T84" fmla="*/ 218 w 745"/>
                <a:gd name="T85" fmla="*/ 316 h 327"/>
                <a:gd name="T86" fmla="*/ 262 w 745"/>
                <a:gd name="T87" fmla="*/ 308 h 327"/>
                <a:gd name="T88" fmla="*/ 307 w 745"/>
                <a:gd name="T89" fmla="*/ 297 h 327"/>
                <a:gd name="T90" fmla="*/ 350 w 745"/>
                <a:gd name="T91" fmla="*/ 286 h 327"/>
                <a:gd name="T92" fmla="*/ 392 w 745"/>
                <a:gd name="T93" fmla="*/ 272 h 327"/>
                <a:gd name="T94" fmla="*/ 433 w 745"/>
                <a:gd name="T95" fmla="*/ 255 h 327"/>
                <a:gd name="T96" fmla="*/ 474 w 745"/>
                <a:gd name="T97" fmla="*/ 235 h 327"/>
                <a:gd name="T98" fmla="*/ 513 w 745"/>
                <a:gd name="T99" fmla="*/ 216 h 327"/>
                <a:gd name="T100" fmla="*/ 550 w 745"/>
                <a:gd name="T101" fmla="*/ 192 h 327"/>
                <a:gd name="T102" fmla="*/ 587 w 745"/>
                <a:gd name="T103" fmla="*/ 167 h 327"/>
                <a:gd name="T104" fmla="*/ 621 w 745"/>
                <a:gd name="T105" fmla="*/ 138 h 327"/>
                <a:gd name="T106" fmla="*/ 655 w 745"/>
                <a:gd name="T107" fmla="*/ 109 h 327"/>
                <a:gd name="T108" fmla="*/ 687 w 745"/>
                <a:gd name="T109" fmla="*/ 75 h 327"/>
                <a:gd name="T110" fmla="*/ 716 w 745"/>
                <a:gd name="T111" fmla="*/ 39 h 327"/>
                <a:gd name="T112" fmla="*/ 745 w 745"/>
                <a:gd name="T113" fmla="*/ 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5" h="327">
                  <a:moveTo>
                    <a:pt x="745" y="0"/>
                  </a:moveTo>
                  <a:lnTo>
                    <a:pt x="745" y="0"/>
                  </a:lnTo>
                  <a:lnTo>
                    <a:pt x="684" y="32"/>
                  </a:lnTo>
                  <a:lnTo>
                    <a:pt x="626" y="60"/>
                  </a:lnTo>
                  <a:lnTo>
                    <a:pt x="570" y="85"/>
                  </a:lnTo>
                  <a:lnTo>
                    <a:pt x="518" y="106"/>
                  </a:lnTo>
                  <a:lnTo>
                    <a:pt x="518" y="106"/>
                  </a:lnTo>
                  <a:lnTo>
                    <a:pt x="493" y="114"/>
                  </a:lnTo>
                  <a:lnTo>
                    <a:pt x="470" y="123"/>
                  </a:lnTo>
                  <a:lnTo>
                    <a:pt x="447" y="128"/>
                  </a:lnTo>
                  <a:lnTo>
                    <a:pt x="426" y="132"/>
                  </a:lnTo>
                  <a:lnTo>
                    <a:pt x="407" y="137"/>
                  </a:lnTo>
                  <a:lnTo>
                    <a:pt x="387" y="139"/>
                  </a:lnTo>
                  <a:lnTo>
                    <a:pt x="369" y="141"/>
                  </a:lnTo>
                  <a:lnTo>
                    <a:pt x="353" y="141"/>
                  </a:lnTo>
                  <a:lnTo>
                    <a:pt x="353" y="141"/>
                  </a:lnTo>
                  <a:lnTo>
                    <a:pt x="325" y="139"/>
                  </a:lnTo>
                  <a:lnTo>
                    <a:pt x="297" y="137"/>
                  </a:lnTo>
                  <a:lnTo>
                    <a:pt x="272" y="131"/>
                  </a:lnTo>
                  <a:lnTo>
                    <a:pt x="245" y="125"/>
                  </a:lnTo>
                  <a:lnTo>
                    <a:pt x="245" y="125"/>
                  </a:lnTo>
                  <a:lnTo>
                    <a:pt x="205" y="116"/>
                  </a:lnTo>
                  <a:lnTo>
                    <a:pt x="205" y="116"/>
                  </a:lnTo>
                  <a:lnTo>
                    <a:pt x="156" y="106"/>
                  </a:lnTo>
                  <a:lnTo>
                    <a:pt x="156" y="106"/>
                  </a:lnTo>
                  <a:lnTo>
                    <a:pt x="137" y="102"/>
                  </a:lnTo>
                  <a:lnTo>
                    <a:pt x="137" y="102"/>
                  </a:lnTo>
                  <a:lnTo>
                    <a:pt x="119" y="96"/>
                  </a:lnTo>
                  <a:lnTo>
                    <a:pt x="102" y="91"/>
                  </a:lnTo>
                  <a:lnTo>
                    <a:pt x="85" y="85"/>
                  </a:lnTo>
                  <a:lnTo>
                    <a:pt x="69" y="78"/>
                  </a:lnTo>
                  <a:lnTo>
                    <a:pt x="35" y="60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0" y="77"/>
                  </a:lnTo>
                  <a:lnTo>
                    <a:pt x="55" y="145"/>
                  </a:lnTo>
                  <a:lnTo>
                    <a:pt x="73" y="188"/>
                  </a:lnTo>
                  <a:lnTo>
                    <a:pt x="92" y="234"/>
                  </a:lnTo>
                  <a:lnTo>
                    <a:pt x="110" y="280"/>
                  </a:lnTo>
                  <a:lnTo>
                    <a:pt x="126" y="327"/>
                  </a:lnTo>
                  <a:lnTo>
                    <a:pt x="126" y="327"/>
                  </a:lnTo>
                  <a:lnTo>
                    <a:pt x="172" y="322"/>
                  </a:lnTo>
                  <a:lnTo>
                    <a:pt x="218" y="316"/>
                  </a:lnTo>
                  <a:lnTo>
                    <a:pt x="262" y="308"/>
                  </a:lnTo>
                  <a:lnTo>
                    <a:pt x="307" y="297"/>
                  </a:lnTo>
                  <a:lnTo>
                    <a:pt x="350" y="286"/>
                  </a:lnTo>
                  <a:lnTo>
                    <a:pt x="392" y="272"/>
                  </a:lnTo>
                  <a:lnTo>
                    <a:pt x="433" y="255"/>
                  </a:lnTo>
                  <a:lnTo>
                    <a:pt x="474" y="235"/>
                  </a:lnTo>
                  <a:lnTo>
                    <a:pt x="513" y="216"/>
                  </a:lnTo>
                  <a:lnTo>
                    <a:pt x="550" y="192"/>
                  </a:lnTo>
                  <a:lnTo>
                    <a:pt x="587" y="167"/>
                  </a:lnTo>
                  <a:lnTo>
                    <a:pt x="621" y="138"/>
                  </a:lnTo>
                  <a:lnTo>
                    <a:pt x="655" y="109"/>
                  </a:lnTo>
                  <a:lnTo>
                    <a:pt x="687" y="75"/>
                  </a:lnTo>
                  <a:lnTo>
                    <a:pt x="716" y="39"/>
                  </a:lnTo>
                  <a:lnTo>
                    <a:pt x="7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46DC9D99-5EBE-60F9-893A-FD029675EE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0" y="36"/>
              <a:ext cx="1064" cy="2192"/>
            </a:xfrm>
            <a:custGeom>
              <a:avLst/>
              <a:gdLst>
                <a:gd name="T0" fmla="*/ 722 w 2129"/>
                <a:gd name="T1" fmla="*/ 4384 h 4385"/>
                <a:gd name="T2" fmla="*/ 722 w 2129"/>
                <a:gd name="T3" fmla="*/ 4384 h 4385"/>
                <a:gd name="T4" fmla="*/ 25 w 2129"/>
                <a:gd name="T5" fmla="*/ 4380 h 4385"/>
                <a:gd name="T6" fmla="*/ 133 w 2129"/>
                <a:gd name="T7" fmla="*/ 4385 h 4385"/>
                <a:gd name="T8" fmla="*/ 433 w 2129"/>
                <a:gd name="T9" fmla="*/ 4385 h 4385"/>
                <a:gd name="T10" fmla="*/ 440 w 2129"/>
                <a:gd name="T11" fmla="*/ 4384 h 4385"/>
                <a:gd name="T12" fmla="*/ 433 w 2129"/>
                <a:gd name="T13" fmla="*/ 4384 h 4385"/>
                <a:gd name="T14" fmla="*/ 87 w 2129"/>
                <a:gd name="T15" fmla="*/ 4384 h 4385"/>
                <a:gd name="T16" fmla="*/ 0 w 2129"/>
                <a:gd name="T17" fmla="*/ 4376 h 4385"/>
                <a:gd name="T18" fmla="*/ 2127 w 2129"/>
                <a:gd name="T19" fmla="*/ 3500 h 4385"/>
                <a:gd name="T20" fmla="*/ 2122 w 2129"/>
                <a:gd name="T21" fmla="*/ 3976 h 4385"/>
                <a:gd name="T22" fmla="*/ 2111 w 2129"/>
                <a:gd name="T23" fmla="*/ 4185 h 4385"/>
                <a:gd name="T24" fmla="*/ 2104 w 2129"/>
                <a:gd name="T25" fmla="*/ 4217 h 4385"/>
                <a:gd name="T26" fmla="*/ 2085 w 2129"/>
                <a:gd name="T27" fmla="*/ 4262 h 4385"/>
                <a:gd name="T28" fmla="*/ 2055 w 2129"/>
                <a:gd name="T29" fmla="*/ 4306 h 4385"/>
                <a:gd name="T30" fmla="*/ 1999 w 2129"/>
                <a:gd name="T31" fmla="*/ 4351 h 4385"/>
                <a:gd name="T32" fmla="*/ 1945 w 2129"/>
                <a:gd name="T33" fmla="*/ 4374 h 4385"/>
                <a:gd name="T34" fmla="*/ 1895 w 2129"/>
                <a:gd name="T35" fmla="*/ 4384 h 4385"/>
                <a:gd name="T36" fmla="*/ 722 w 2129"/>
                <a:gd name="T37" fmla="*/ 4384 h 4385"/>
                <a:gd name="T38" fmla="*/ 1886 w 2129"/>
                <a:gd name="T39" fmla="*/ 4384 h 4385"/>
                <a:gd name="T40" fmla="*/ 1929 w 2129"/>
                <a:gd name="T41" fmla="*/ 4378 h 4385"/>
                <a:gd name="T42" fmla="*/ 1981 w 2129"/>
                <a:gd name="T43" fmla="*/ 4360 h 4385"/>
                <a:gd name="T44" fmla="*/ 2037 w 2129"/>
                <a:gd name="T45" fmla="*/ 4324 h 4385"/>
                <a:gd name="T46" fmla="*/ 2078 w 2129"/>
                <a:gd name="T47" fmla="*/ 4274 h 4385"/>
                <a:gd name="T48" fmla="*/ 2098 w 2129"/>
                <a:gd name="T49" fmla="*/ 4232 h 4385"/>
                <a:gd name="T50" fmla="*/ 2108 w 2129"/>
                <a:gd name="T51" fmla="*/ 4200 h 4385"/>
                <a:gd name="T52" fmla="*/ 2117 w 2129"/>
                <a:gd name="T53" fmla="*/ 4083 h 4385"/>
                <a:gd name="T54" fmla="*/ 2126 w 2129"/>
                <a:gd name="T55" fmla="*/ 3682 h 4385"/>
                <a:gd name="T56" fmla="*/ 1960 w 2129"/>
                <a:gd name="T57" fmla="*/ 0 h 4385"/>
                <a:gd name="T58" fmla="*/ 1982 w 2129"/>
                <a:gd name="T59" fmla="*/ 8 h 4385"/>
                <a:gd name="T60" fmla="*/ 2019 w 2129"/>
                <a:gd name="T61" fmla="*/ 31 h 4385"/>
                <a:gd name="T62" fmla="*/ 2059 w 2129"/>
                <a:gd name="T63" fmla="*/ 79 h 4385"/>
                <a:gd name="T64" fmla="*/ 2087 w 2129"/>
                <a:gd name="T65" fmla="*/ 134 h 4385"/>
                <a:gd name="T66" fmla="*/ 2106 w 2129"/>
                <a:gd name="T67" fmla="*/ 200 h 4385"/>
                <a:gd name="T68" fmla="*/ 2113 w 2129"/>
                <a:gd name="T69" fmla="*/ 656 h 4385"/>
                <a:gd name="T70" fmla="*/ 2123 w 2129"/>
                <a:gd name="T71" fmla="*/ 1711 h 4385"/>
                <a:gd name="T72" fmla="*/ 2097 w 2129"/>
                <a:gd name="T73" fmla="*/ 1768 h 4385"/>
                <a:gd name="T74" fmla="*/ 2081 w 2129"/>
                <a:gd name="T75" fmla="*/ 1829 h 4385"/>
                <a:gd name="T76" fmla="*/ 2073 w 2129"/>
                <a:gd name="T77" fmla="*/ 1900 h 4385"/>
                <a:gd name="T78" fmla="*/ 2073 w 2129"/>
                <a:gd name="T79" fmla="*/ 1900 h 4385"/>
                <a:gd name="T80" fmla="*/ 2081 w 2129"/>
                <a:gd name="T81" fmla="*/ 1829 h 4385"/>
                <a:gd name="T82" fmla="*/ 2097 w 2129"/>
                <a:gd name="T83" fmla="*/ 1768 h 4385"/>
                <a:gd name="T84" fmla="*/ 2123 w 2129"/>
                <a:gd name="T85" fmla="*/ 1711 h 4385"/>
                <a:gd name="T86" fmla="*/ 2127 w 2129"/>
                <a:gd name="T87" fmla="*/ 1704 h 4385"/>
                <a:gd name="T88" fmla="*/ 2112 w 2129"/>
                <a:gd name="T89" fmla="*/ 209 h 4385"/>
                <a:gd name="T90" fmla="*/ 2106 w 2129"/>
                <a:gd name="T91" fmla="*/ 181 h 4385"/>
                <a:gd name="T92" fmla="*/ 2083 w 2129"/>
                <a:gd name="T93" fmla="*/ 116 h 4385"/>
                <a:gd name="T94" fmla="*/ 2051 w 2129"/>
                <a:gd name="T95" fmla="*/ 61 h 4385"/>
                <a:gd name="T96" fmla="*/ 2002 w 2129"/>
                <a:gd name="T97" fmla="*/ 17 h 4385"/>
                <a:gd name="T98" fmla="*/ 1971 w 2129"/>
                <a:gd name="T99" fmla="*/ 3 h 4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29" h="4385">
                  <a:moveTo>
                    <a:pt x="722" y="4384"/>
                  </a:moveTo>
                  <a:lnTo>
                    <a:pt x="722" y="4384"/>
                  </a:lnTo>
                  <a:lnTo>
                    <a:pt x="722" y="4384"/>
                  </a:lnTo>
                  <a:lnTo>
                    <a:pt x="722" y="4384"/>
                  </a:lnTo>
                  <a:lnTo>
                    <a:pt x="722" y="4384"/>
                  </a:lnTo>
                  <a:lnTo>
                    <a:pt x="722" y="4384"/>
                  </a:lnTo>
                  <a:close/>
                  <a:moveTo>
                    <a:pt x="0" y="4376"/>
                  </a:moveTo>
                  <a:lnTo>
                    <a:pt x="0" y="4376"/>
                  </a:lnTo>
                  <a:lnTo>
                    <a:pt x="25" y="4380"/>
                  </a:lnTo>
                  <a:lnTo>
                    <a:pt x="54" y="4383"/>
                  </a:lnTo>
                  <a:lnTo>
                    <a:pt x="90" y="4384"/>
                  </a:lnTo>
                  <a:lnTo>
                    <a:pt x="133" y="4385"/>
                  </a:lnTo>
                  <a:lnTo>
                    <a:pt x="133" y="4385"/>
                  </a:lnTo>
                  <a:lnTo>
                    <a:pt x="433" y="4385"/>
                  </a:lnTo>
                  <a:lnTo>
                    <a:pt x="433" y="4385"/>
                  </a:lnTo>
                  <a:lnTo>
                    <a:pt x="433" y="4384"/>
                  </a:lnTo>
                  <a:lnTo>
                    <a:pt x="433" y="4384"/>
                  </a:lnTo>
                  <a:lnTo>
                    <a:pt x="440" y="4384"/>
                  </a:lnTo>
                  <a:lnTo>
                    <a:pt x="440" y="4384"/>
                  </a:lnTo>
                  <a:lnTo>
                    <a:pt x="433" y="4384"/>
                  </a:lnTo>
                  <a:lnTo>
                    <a:pt x="433" y="4384"/>
                  </a:lnTo>
                  <a:lnTo>
                    <a:pt x="129" y="4384"/>
                  </a:lnTo>
                  <a:lnTo>
                    <a:pt x="129" y="4384"/>
                  </a:lnTo>
                  <a:lnTo>
                    <a:pt x="87" y="4384"/>
                  </a:lnTo>
                  <a:lnTo>
                    <a:pt x="52" y="4383"/>
                  </a:lnTo>
                  <a:lnTo>
                    <a:pt x="25" y="4380"/>
                  </a:lnTo>
                  <a:lnTo>
                    <a:pt x="0" y="4376"/>
                  </a:lnTo>
                  <a:close/>
                  <a:moveTo>
                    <a:pt x="2129" y="3085"/>
                  </a:moveTo>
                  <a:lnTo>
                    <a:pt x="2129" y="3085"/>
                  </a:lnTo>
                  <a:lnTo>
                    <a:pt x="2127" y="3500"/>
                  </a:lnTo>
                  <a:lnTo>
                    <a:pt x="2126" y="3682"/>
                  </a:lnTo>
                  <a:lnTo>
                    <a:pt x="2124" y="3841"/>
                  </a:lnTo>
                  <a:lnTo>
                    <a:pt x="2122" y="3976"/>
                  </a:lnTo>
                  <a:lnTo>
                    <a:pt x="2117" y="4083"/>
                  </a:lnTo>
                  <a:lnTo>
                    <a:pt x="2113" y="4160"/>
                  </a:lnTo>
                  <a:lnTo>
                    <a:pt x="2111" y="4185"/>
                  </a:lnTo>
                  <a:lnTo>
                    <a:pt x="2108" y="4200"/>
                  </a:lnTo>
                  <a:lnTo>
                    <a:pt x="2108" y="4200"/>
                  </a:lnTo>
                  <a:lnTo>
                    <a:pt x="2104" y="4217"/>
                  </a:lnTo>
                  <a:lnTo>
                    <a:pt x="2098" y="4232"/>
                  </a:lnTo>
                  <a:lnTo>
                    <a:pt x="2092" y="4248"/>
                  </a:lnTo>
                  <a:lnTo>
                    <a:pt x="2085" y="4262"/>
                  </a:lnTo>
                  <a:lnTo>
                    <a:pt x="2078" y="4274"/>
                  </a:lnTo>
                  <a:lnTo>
                    <a:pt x="2072" y="4285"/>
                  </a:lnTo>
                  <a:lnTo>
                    <a:pt x="2055" y="4306"/>
                  </a:lnTo>
                  <a:lnTo>
                    <a:pt x="2037" y="4324"/>
                  </a:lnTo>
                  <a:lnTo>
                    <a:pt x="2019" y="4339"/>
                  </a:lnTo>
                  <a:lnTo>
                    <a:pt x="1999" y="4351"/>
                  </a:lnTo>
                  <a:lnTo>
                    <a:pt x="1981" y="4360"/>
                  </a:lnTo>
                  <a:lnTo>
                    <a:pt x="1963" y="4369"/>
                  </a:lnTo>
                  <a:lnTo>
                    <a:pt x="1945" y="4374"/>
                  </a:lnTo>
                  <a:lnTo>
                    <a:pt x="1929" y="4378"/>
                  </a:lnTo>
                  <a:lnTo>
                    <a:pt x="1916" y="4381"/>
                  </a:lnTo>
                  <a:lnTo>
                    <a:pt x="1895" y="4384"/>
                  </a:lnTo>
                  <a:lnTo>
                    <a:pt x="1886" y="4384"/>
                  </a:lnTo>
                  <a:lnTo>
                    <a:pt x="1886" y="4384"/>
                  </a:lnTo>
                  <a:lnTo>
                    <a:pt x="722" y="4384"/>
                  </a:lnTo>
                  <a:lnTo>
                    <a:pt x="722" y="4384"/>
                  </a:lnTo>
                  <a:lnTo>
                    <a:pt x="1886" y="4384"/>
                  </a:lnTo>
                  <a:lnTo>
                    <a:pt x="1886" y="4384"/>
                  </a:lnTo>
                  <a:lnTo>
                    <a:pt x="1895" y="4384"/>
                  </a:lnTo>
                  <a:lnTo>
                    <a:pt x="1916" y="4381"/>
                  </a:lnTo>
                  <a:lnTo>
                    <a:pt x="1929" y="4378"/>
                  </a:lnTo>
                  <a:lnTo>
                    <a:pt x="1945" y="4374"/>
                  </a:lnTo>
                  <a:lnTo>
                    <a:pt x="1963" y="4369"/>
                  </a:lnTo>
                  <a:lnTo>
                    <a:pt x="1981" y="4360"/>
                  </a:lnTo>
                  <a:lnTo>
                    <a:pt x="1999" y="4351"/>
                  </a:lnTo>
                  <a:lnTo>
                    <a:pt x="2019" y="4339"/>
                  </a:lnTo>
                  <a:lnTo>
                    <a:pt x="2037" y="4324"/>
                  </a:lnTo>
                  <a:lnTo>
                    <a:pt x="2055" y="4306"/>
                  </a:lnTo>
                  <a:lnTo>
                    <a:pt x="2072" y="4285"/>
                  </a:lnTo>
                  <a:lnTo>
                    <a:pt x="2078" y="4274"/>
                  </a:lnTo>
                  <a:lnTo>
                    <a:pt x="2085" y="4262"/>
                  </a:lnTo>
                  <a:lnTo>
                    <a:pt x="2092" y="4248"/>
                  </a:lnTo>
                  <a:lnTo>
                    <a:pt x="2098" y="4232"/>
                  </a:lnTo>
                  <a:lnTo>
                    <a:pt x="2104" y="4217"/>
                  </a:lnTo>
                  <a:lnTo>
                    <a:pt x="2108" y="4200"/>
                  </a:lnTo>
                  <a:lnTo>
                    <a:pt x="2108" y="4200"/>
                  </a:lnTo>
                  <a:lnTo>
                    <a:pt x="2111" y="4185"/>
                  </a:lnTo>
                  <a:lnTo>
                    <a:pt x="2113" y="4160"/>
                  </a:lnTo>
                  <a:lnTo>
                    <a:pt x="2117" y="4083"/>
                  </a:lnTo>
                  <a:lnTo>
                    <a:pt x="2122" y="3976"/>
                  </a:lnTo>
                  <a:lnTo>
                    <a:pt x="2124" y="3841"/>
                  </a:lnTo>
                  <a:lnTo>
                    <a:pt x="2126" y="3682"/>
                  </a:lnTo>
                  <a:lnTo>
                    <a:pt x="2127" y="3500"/>
                  </a:lnTo>
                  <a:lnTo>
                    <a:pt x="2129" y="3085"/>
                  </a:lnTo>
                  <a:close/>
                  <a:moveTo>
                    <a:pt x="1960" y="0"/>
                  </a:moveTo>
                  <a:lnTo>
                    <a:pt x="1960" y="0"/>
                  </a:lnTo>
                  <a:lnTo>
                    <a:pt x="1971" y="4"/>
                  </a:lnTo>
                  <a:lnTo>
                    <a:pt x="1982" y="8"/>
                  </a:lnTo>
                  <a:lnTo>
                    <a:pt x="1992" y="13"/>
                  </a:lnTo>
                  <a:lnTo>
                    <a:pt x="2001" y="18"/>
                  </a:lnTo>
                  <a:lnTo>
                    <a:pt x="2019" y="31"/>
                  </a:lnTo>
                  <a:lnTo>
                    <a:pt x="2034" y="46"/>
                  </a:lnTo>
                  <a:lnTo>
                    <a:pt x="2048" y="61"/>
                  </a:lnTo>
                  <a:lnTo>
                    <a:pt x="2059" y="79"/>
                  </a:lnTo>
                  <a:lnTo>
                    <a:pt x="2070" y="97"/>
                  </a:lnTo>
                  <a:lnTo>
                    <a:pt x="2078" y="116"/>
                  </a:lnTo>
                  <a:lnTo>
                    <a:pt x="2087" y="134"/>
                  </a:lnTo>
                  <a:lnTo>
                    <a:pt x="2092" y="150"/>
                  </a:lnTo>
                  <a:lnTo>
                    <a:pt x="2102" y="180"/>
                  </a:lnTo>
                  <a:lnTo>
                    <a:pt x="2106" y="200"/>
                  </a:lnTo>
                  <a:lnTo>
                    <a:pt x="2108" y="207"/>
                  </a:lnTo>
                  <a:lnTo>
                    <a:pt x="2108" y="207"/>
                  </a:lnTo>
                  <a:lnTo>
                    <a:pt x="2113" y="656"/>
                  </a:lnTo>
                  <a:lnTo>
                    <a:pt x="2117" y="1135"/>
                  </a:lnTo>
                  <a:lnTo>
                    <a:pt x="2123" y="1711"/>
                  </a:lnTo>
                  <a:lnTo>
                    <a:pt x="2123" y="1711"/>
                  </a:lnTo>
                  <a:lnTo>
                    <a:pt x="2113" y="1729"/>
                  </a:lnTo>
                  <a:lnTo>
                    <a:pt x="2105" y="1749"/>
                  </a:lnTo>
                  <a:lnTo>
                    <a:pt x="2097" y="1768"/>
                  </a:lnTo>
                  <a:lnTo>
                    <a:pt x="2091" y="1788"/>
                  </a:lnTo>
                  <a:lnTo>
                    <a:pt x="2085" y="1808"/>
                  </a:lnTo>
                  <a:lnTo>
                    <a:pt x="2081" y="1829"/>
                  </a:lnTo>
                  <a:lnTo>
                    <a:pt x="2074" y="1873"/>
                  </a:lnTo>
                  <a:lnTo>
                    <a:pt x="2074" y="1873"/>
                  </a:lnTo>
                  <a:lnTo>
                    <a:pt x="2073" y="1900"/>
                  </a:lnTo>
                  <a:lnTo>
                    <a:pt x="2072" y="1927"/>
                  </a:lnTo>
                  <a:lnTo>
                    <a:pt x="2072" y="1927"/>
                  </a:lnTo>
                  <a:lnTo>
                    <a:pt x="2073" y="1900"/>
                  </a:lnTo>
                  <a:lnTo>
                    <a:pt x="2074" y="1873"/>
                  </a:lnTo>
                  <a:lnTo>
                    <a:pt x="2074" y="1873"/>
                  </a:lnTo>
                  <a:lnTo>
                    <a:pt x="2081" y="1829"/>
                  </a:lnTo>
                  <a:lnTo>
                    <a:pt x="2085" y="1808"/>
                  </a:lnTo>
                  <a:lnTo>
                    <a:pt x="2091" y="1788"/>
                  </a:lnTo>
                  <a:lnTo>
                    <a:pt x="2097" y="1768"/>
                  </a:lnTo>
                  <a:lnTo>
                    <a:pt x="2105" y="1749"/>
                  </a:lnTo>
                  <a:lnTo>
                    <a:pt x="2113" y="1729"/>
                  </a:lnTo>
                  <a:lnTo>
                    <a:pt x="2123" y="1711"/>
                  </a:lnTo>
                  <a:lnTo>
                    <a:pt x="2123" y="1711"/>
                  </a:lnTo>
                  <a:lnTo>
                    <a:pt x="2127" y="1704"/>
                  </a:lnTo>
                  <a:lnTo>
                    <a:pt x="2127" y="1704"/>
                  </a:lnTo>
                  <a:lnTo>
                    <a:pt x="2122" y="1130"/>
                  </a:lnTo>
                  <a:lnTo>
                    <a:pt x="2117" y="654"/>
                  </a:lnTo>
                  <a:lnTo>
                    <a:pt x="2112" y="209"/>
                  </a:lnTo>
                  <a:lnTo>
                    <a:pt x="2112" y="209"/>
                  </a:lnTo>
                  <a:lnTo>
                    <a:pt x="2111" y="202"/>
                  </a:lnTo>
                  <a:lnTo>
                    <a:pt x="2106" y="181"/>
                  </a:lnTo>
                  <a:lnTo>
                    <a:pt x="2097" y="150"/>
                  </a:lnTo>
                  <a:lnTo>
                    <a:pt x="2090" y="132"/>
                  </a:lnTo>
                  <a:lnTo>
                    <a:pt x="2083" y="116"/>
                  </a:lnTo>
                  <a:lnTo>
                    <a:pt x="2073" y="96"/>
                  </a:lnTo>
                  <a:lnTo>
                    <a:pt x="2063" y="78"/>
                  </a:lnTo>
                  <a:lnTo>
                    <a:pt x="2051" y="61"/>
                  </a:lnTo>
                  <a:lnTo>
                    <a:pt x="2037" y="45"/>
                  </a:lnTo>
                  <a:lnTo>
                    <a:pt x="2020" y="29"/>
                  </a:lnTo>
                  <a:lnTo>
                    <a:pt x="2002" y="17"/>
                  </a:lnTo>
                  <a:lnTo>
                    <a:pt x="1992" y="11"/>
                  </a:lnTo>
                  <a:lnTo>
                    <a:pt x="1982" y="7"/>
                  </a:lnTo>
                  <a:lnTo>
                    <a:pt x="1971" y="3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606B3B94-484C-4109-25D0-C36510215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2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F55F9691-5ECD-21B4-F6C1-70C8B75D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223"/>
              <a:ext cx="220" cy="5"/>
            </a:xfrm>
            <a:custGeom>
              <a:avLst/>
              <a:gdLst>
                <a:gd name="T0" fmla="*/ 0 w 440"/>
                <a:gd name="T1" fmla="*/ 0 h 9"/>
                <a:gd name="T2" fmla="*/ 0 w 440"/>
                <a:gd name="T3" fmla="*/ 0 h 9"/>
                <a:gd name="T4" fmla="*/ 25 w 440"/>
                <a:gd name="T5" fmla="*/ 4 h 9"/>
                <a:gd name="T6" fmla="*/ 54 w 440"/>
                <a:gd name="T7" fmla="*/ 7 h 9"/>
                <a:gd name="T8" fmla="*/ 90 w 440"/>
                <a:gd name="T9" fmla="*/ 8 h 9"/>
                <a:gd name="T10" fmla="*/ 133 w 440"/>
                <a:gd name="T11" fmla="*/ 9 h 9"/>
                <a:gd name="T12" fmla="*/ 133 w 440"/>
                <a:gd name="T13" fmla="*/ 9 h 9"/>
                <a:gd name="T14" fmla="*/ 433 w 440"/>
                <a:gd name="T15" fmla="*/ 9 h 9"/>
                <a:gd name="T16" fmla="*/ 433 w 440"/>
                <a:gd name="T17" fmla="*/ 9 h 9"/>
                <a:gd name="T18" fmla="*/ 433 w 440"/>
                <a:gd name="T19" fmla="*/ 8 h 9"/>
                <a:gd name="T20" fmla="*/ 433 w 440"/>
                <a:gd name="T21" fmla="*/ 8 h 9"/>
                <a:gd name="T22" fmla="*/ 440 w 440"/>
                <a:gd name="T23" fmla="*/ 8 h 9"/>
                <a:gd name="T24" fmla="*/ 440 w 440"/>
                <a:gd name="T25" fmla="*/ 8 h 9"/>
                <a:gd name="T26" fmla="*/ 433 w 440"/>
                <a:gd name="T27" fmla="*/ 8 h 9"/>
                <a:gd name="T28" fmla="*/ 433 w 440"/>
                <a:gd name="T29" fmla="*/ 8 h 9"/>
                <a:gd name="T30" fmla="*/ 129 w 440"/>
                <a:gd name="T31" fmla="*/ 8 h 9"/>
                <a:gd name="T32" fmla="*/ 129 w 440"/>
                <a:gd name="T33" fmla="*/ 8 h 9"/>
                <a:gd name="T34" fmla="*/ 87 w 440"/>
                <a:gd name="T35" fmla="*/ 8 h 9"/>
                <a:gd name="T36" fmla="*/ 52 w 440"/>
                <a:gd name="T37" fmla="*/ 7 h 9"/>
                <a:gd name="T38" fmla="*/ 25 w 440"/>
                <a:gd name="T39" fmla="*/ 4 h 9"/>
                <a:gd name="T40" fmla="*/ 0 w 440"/>
                <a:gd name="T4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0" h="9">
                  <a:moveTo>
                    <a:pt x="0" y="0"/>
                  </a:moveTo>
                  <a:lnTo>
                    <a:pt x="0" y="0"/>
                  </a:lnTo>
                  <a:lnTo>
                    <a:pt x="25" y="4"/>
                  </a:lnTo>
                  <a:lnTo>
                    <a:pt x="54" y="7"/>
                  </a:lnTo>
                  <a:lnTo>
                    <a:pt x="90" y="8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433" y="9"/>
                  </a:lnTo>
                  <a:lnTo>
                    <a:pt x="433" y="9"/>
                  </a:lnTo>
                  <a:lnTo>
                    <a:pt x="433" y="8"/>
                  </a:lnTo>
                  <a:lnTo>
                    <a:pt x="433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33" y="8"/>
                  </a:lnTo>
                  <a:lnTo>
                    <a:pt x="433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87" y="8"/>
                  </a:lnTo>
                  <a:lnTo>
                    <a:pt x="52" y="7"/>
                  </a:lnTo>
                  <a:lnTo>
                    <a:pt x="25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F767B908-552A-3314-1AF3-AFE5C3A37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578"/>
              <a:ext cx="703" cy="650"/>
            </a:xfrm>
            <a:custGeom>
              <a:avLst/>
              <a:gdLst>
                <a:gd name="T0" fmla="*/ 1407 w 1407"/>
                <a:gd name="T1" fmla="*/ 0 h 1299"/>
                <a:gd name="T2" fmla="*/ 1407 w 1407"/>
                <a:gd name="T3" fmla="*/ 0 h 1299"/>
                <a:gd name="T4" fmla="*/ 1405 w 1407"/>
                <a:gd name="T5" fmla="*/ 415 h 1299"/>
                <a:gd name="T6" fmla="*/ 1404 w 1407"/>
                <a:gd name="T7" fmla="*/ 597 h 1299"/>
                <a:gd name="T8" fmla="*/ 1402 w 1407"/>
                <a:gd name="T9" fmla="*/ 756 h 1299"/>
                <a:gd name="T10" fmla="*/ 1400 w 1407"/>
                <a:gd name="T11" fmla="*/ 891 h 1299"/>
                <a:gd name="T12" fmla="*/ 1395 w 1407"/>
                <a:gd name="T13" fmla="*/ 998 h 1299"/>
                <a:gd name="T14" fmla="*/ 1391 w 1407"/>
                <a:gd name="T15" fmla="*/ 1075 h 1299"/>
                <a:gd name="T16" fmla="*/ 1389 w 1407"/>
                <a:gd name="T17" fmla="*/ 1100 h 1299"/>
                <a:gd name="T18" fmla="*/ 1386 w 1407"/>
                <a:gd name="T19" fmla="*/ 1115 h 1299"/>
                <a:gd name="T20" fmla="*/ 1386 w 1407"/>
                <a:gd name="T21" fmla="*/ 1115 h 1299"/>
                <a:gd name="T22" fmla="*/ 1382 w 1407"/>
                <a:gd name="T23" fmla="*/ 1132 h 1299"/>
                <a:gd name="T24" fmla="*/ 1376 w 1407"/>
                <a:gd name="T25" fmla="*/ 1147 h 1299"/>
                <a:gd name="T26" fmla="*/ 1370 w 1407"/>
                <a:gd name="T27" fmla="*/ 1163 h 1299"/>
                <a:gd name="T28" fmla="*/ 1363 w 1407"/>
                <a:gd name="T29" fmla="*/ 1177 h 1299"/>
                <a:gd name="T30" fmla="*/ 1356 w 1407"/>
                <a:gd name="T31" fmla="*/ 1189 h 1299"/>
                <a:gd name="T32" fmla="*/ 1350 w 1407"/>
                <a:gd name="T33" fmla="*/ 1200 h 1299"/>
                <a:gd name="T34" fmla="*/ 1333 w 1407"/>
                <a:gd name="T35" fmla="*/ 1221 h 1299"/>
                <a:gd name="T36" fmla="*/ 1315 w 1407"/>
                <a:gd name="T37" fmla="*/ 1239 h 1299"/>
                <a:gd name="T38" fmla="*/ 1297 w 1407"/>
                <a:gd name="T39" fmla="*/ 1254 h 1299"/>
                <a:gd name="T40" fmla="*/ 1277 w 1407"/>
                <a:gd name="T41" fmla="*/ 1266 h 1299"/>
                <a:gd name="T42" fmla="*/ 1259 w 1407"/>
                <a:gd name="T43" fmla="*/ 1275 h 1299"/>
                <a:gd name="T44" fmla="*/ 1241 w 1407"/>
                <a:gd name="T45" fmla="*/ 1284 h 1299"/>
                <a:gd name="T46" fmla="*/ 1223 w 1407"/>
                <a:gd name="T47" fmla="*/ 1289 h 1299"/>
                <a:gd name="T48" fmla="*/ 1207 w 1407"/>
                <a:gd name="T49" fmla="*/ 1293 h 1299"/>
                <a:gd name="T50" fmla="*/ 1194 w 1407"/>
                <a:gd name="T51" fmla="*/ 1296 h 1299"/>
                <a:gd name="T52" fmla="*/ 1173 w 1407"/>
                <a:gd name="T53" fmla="*/ 1299 h 1299"/>
                <a:gd name="T54" fmla="*/ 1164 w 1407"/>
                <a:gd name="T55" fmla="*/ 1299 h 1299"/>
                <a:gd name="T56" fmla="*/ 1164 w 1407"/>
                <a:gd name="T57" fmla="*/ 1299 h 1299"/>
                <a:gd name="T58" fmla="*/ 0 w 1407"/>
                <a:gd name="T59" fmla="*/ 1299 h 1299"/>
                <a:gd name="T60" fmla="*/ 0 w 1407"/>
                <a:gd name="T61" fmla="*/ 1299 h 1299"/>
                <a:gd name="T62" fmla="*/ 1164 w 1407"/>
                <a:gd name="T63" fmla="*/ 1299 h 1299"/>
                <a:gd name="T64" fmla="*/ 1164 w 1407"/>
                <a:gd name="T65" fmla="*/ 1299 h 1299"/>
                <a:gd name="T66" fmla="*/ 1173 w 1407"/>
                <a:gd name="T67" fmla="*/ 1299 h 1299"/>
                <a:gd name="T68" fmla="*/ 1194 w 1407"/>
                <a:gd name="T69" fmla="*/ 1296 h 1299"/>
                <a:gd name="T70" fmla="*/ 1207 w 1407"/>
                <a:gd name="T71" fmla="*/ 1293 h 1299"/>
                <a:gd name="T72" fmla="*/ 1223 w 1407"/>
                <a:gd name="T73" fmla="*/ 1289 h 1299"/>
                <a:gd name="T74" fmla="*/ 1241 w 1407"/>
                <a:gd name="T75" fmla="*/ 1284 h 1299"/>
                <a:gd name="T76" fmla="*/ 1259 w 1407"/>
                <a:gd name="T77" fmla="*/ 1275 h 1299"/>
                <a:gd name="T78" fmla="*/ 1277 w 1407"/>
                <a:gd name="T79" fmla="*/ 1266 h 1299"/>
                <a:gd name="T80" fmla="*/ 1297 w 1407"/>
                <a:gd name="T81" fmla="*/ 1254 h 1299"/>
                <a:gd name="T82" fmla="*/ 1315 w 1407"/>
                <a:gd name="T83" fmla="*/ 1239 h 1299"/>
                <a:gd name="T84" fmla="*/ 1333 w 1407"/>
                <a:gd name="T85" fmla="*/ 1221 h 1299"/>
                <a:gd name="T86" fmla="*/ 1350 w 1407"/>
                <a:gd name="T87" fmla="*/ 1200 h 1299"/>
                <a:gd name="T88" fmla="*/ 1356 w 1407"/>
                <a:gd name="T89" fmla="*/ 1189 h 1299"/>
                <a:gd name="T90" fmla="*/ 1363 w 1407"/>
                <a:gd name="T91" fmla="*/ 1177 h 1299"/>
                <a:gd name="T92" fmla="*/ 1370 w 1407"/>
                <a:gd name="T93" fmla="*/ 1163 h 1299"/>
                <a:gd name="T94" fmla="*/ 1376 w 1407"/>
                <a:gd name="T95" fmla="*/ 1147 h 1299"/>
                <a:gd name="T96" fmla="*/ 1382 w 1407"/>
                <a:gd name="T97" fmla="*/ 1132 h 1299"/>
                <a:gd name="T98" fmla="*/ 1386 w 1407"/>
                <a:gd name="T99" fmla="*/ 1115 h 1299"/>
                <a:gd name="T100" fmla="*/ 1386 w 1407"/>
                <a:gd name="T101" fmla="*/ 1115 h 1299"/>
                <a:gd name="T102" fmla="*/ 1389 w 1407"/>
                <a:gd name="T103" fmla="*/ 1100 h 1299"/>
                <a:gd name="T104" fmla="*/ 1391 w 1407"/>
                <a:gd name="T105" fmla="*/ 1075 h 1299"/>
                <a:gd name="T106" fmla="*/ 1395 w 1407"/>
                <a:gd name="T107" fmla="*/ 998 h 1299"/>
                <a:gd name="T108" fmla="*/ 1400 w 1407"/>
                <a:gd name="T109" fmla="*/ 891 h 1299"/>
                <a:gd name="T110" fmla="*/ 1402 w 1407"/>
                <a:gd name="T111" fmla="*/ 756 h 1299"/>
                <a:gd name="T112" fmla="*/ 1404 w 1407"/>
                <a:gd name="T113" fmla="*/ 597 h 1299"/>
                <a:gd name="T114" fmla="*/ 1405 w 1407"/>
                <a:gd name="T115" fmla="*/ 415 h 1299"/>
                <a:gd name="T116" fmla="*/ 1407 w 1407"/>
                <a:gd name="T117" fmla="*/ 0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07" h="1299">
                  <a:moveTo>
                    <a:pt x="1407" y="0"/>
                  </a:moveTo>
                  <a:lnTo>
                    <a:pt x="1407" y="0"/>
                  </a:lnTo>
                  <a:lnTo>
                    <a:pt x="1405" y="415"/>
                  </a:lnTo>
                  <a:lnTo>
                    <a:pt x="1404" y="597"/>
                  </a:lnTo>
                  <a:lnTo>
                    <a:pt x="1402" y="756"/>
                  </a:lnTo>
                  <a:lnTo>
                    <a:pt x="1400" y="891"/>
                  </a:lnTo>
                  <a:lnTo>
                    <a:pt x="1395" y="998"/>
                  </a:lnTo>
                  <a:lnTo>
                    <a:pt x="1391" y="1075"/>
                  </a:lnTo>
                  <a:lnTo>
                    <a:pt x="1389" y="1100"/>
                  </a:lnTo>
                  <a:lnTo>
                    <a:pt x="1386" y="1115"/>
                  </a:lnTo>
                  <a:lnTo>
                    <a:pt x="1386" y="1115"/>
                  </a:lnTo>
                  <a:lnTo>
                    <a:pt x="1382" y="1132"/>
                  </a:lnTo>
                  <a:lnTo>
                    <a:pt x="1376" y="1147"/>
                  </a:lnTo>
                  <a:lnTo>
                    <a:pt x="1370" y="1163"/>
                  </a:lnTo>
                  <a:lnTo>
                    <a:pt x="1363" y="1177"/>
                  </a:lnTo>
                  <a:lnTo>
                    <a:pt x="1356" y="1189"/>
                  </a:lnTo>
                  <a:lnTo>
                    <a:pt x="1350" y="1200"/>
                  </a:lnTo>
                  <a:lnTo>
                    <a:pt x="1333" y="1221"/>
                  </a:lnTo>
                  <a:lnTo>
                    <a:pt x="1315" y="1239"/>
                  </a:lnTo>
                  <a:lnTo>
                    <a:pt x="1297" y="1254"/>
                  </a:lnTo>
                  <a:lnTo>
                    <a:pt x="1277" y="1266"/>
                  </a:lnTo>
                  <a:lnTo>
                    <a:pt x="1259" y="1275"/>
                  </a:lnTo>
                  <a:lnTo>
                    <a:pt x="1241" y="1284"/>
                  </a:lnTo>
                  <a:lnTo>
                    <a:pt x="1223" y="1289"/>
                  </a:lnTo>
                  <a:lnTo>
                    <a:pt x="1207" y="1293"/>
                  </a:lnTo>
                  <a:lnTo>
                    <a:pt x="1194" y="1296"/>
                  </a:lnTo>
                  <a:lnTo>
                    <a:pt x="1173" y="1299"/>
                  </a:lnTo>
                  <a:lnTo>
                    <a:pt x="1164" y="1299"/>
                  </a:lnTo>
                  <a:lnTo>
                    <a:pt x="1164" y="1299"/>
                  </a:lnTo>
                  <a:lnTo>
                    <a:pt x="0" y="1299"/>
                  </a:lnTo>
                  <a:lnTo>
                    <a:pt x="0" y="1299"/>
                  </a:lnTo>
                  <a:lnTo>
                    <a:pt x="1164" y="1299"/>
                  </a:lnTo>
                  <a:lnTo>
                    <a:pt x="1164" y="1299"/>
                  </a:lnTo>
                  <a:lnTo>
                    <a:pt x="1173" y="1299"/>
                  </a:lnTo>
                  <a:lnTo>
                    <a:pt x="1194" y="1296"/>
                  </a:lnTo>
                  <a:lnTo>
                    <a:pt x="1207" y="1293"/>
                  </a:lnTo>
                  <a:lnTo>
                    <a:pt x="1223" y="1289"/>
                  </a:lnTo>
                  <a:lnTo>
                    <a:pt x="1241" y="1284"/>
                  </a:lnTo>
                  <a:lnTo>
                    <a:pt x="1259" y="1275"/>
                  </a:lnTo>
                  <a:lnTo>
                    <a:pt x="1277" y="1266"/>
                  </a:lnTo>
                  <a:lnTo>
                    <a:pt x="1297" y="1254"/>
                  </a:lnTo>
                  <a:lnTo>
                    <a:pt x="1315" y="1239"/>
                  </a:lnTo>
                  <a:lnTo>
                    <a:pt x="1333" y="1221"/>
                  </a:lnTo>
                  <a:lnTo>
                    <a:pt x="1350" y="1200"/>
                  </a:lnTo>
                  <a:lnTo>
                    <a:pt x="1356" y="1189"/>
                  </a:lnTo>
                  <a:lnTo>
                    <a:pt x="1363" y="1177"/>
                  </a:lnTo>
                  <a:lnTo>
                    <a:pt x="1370" y="1163"/>
                  </a:lnTo>
                  <a:lnTo>
                    <a:pt x="1376" y="1147"/>
                  </a:lnTo>
                  <a:lnTo>
                    <a:pt x="1382" y="1132"/>
                  </a:lnTo>
                  <a:lnTo>
                    <a:pt x="1386" y="1115"/>
                  </a:lnTo>
                  <a:lnTo>
                    <a:pt x="1386" y="1115"/>
                  </a:lnTo>
                  <a:lnTo>
                    <a:pt x="1389" y="1100"/>
                  </a:lnTo>
                  <a:lnTo>
                    <a:pt x="1391" y="1075"/>
                  </a:lnTo>
                  <a:lnTo>
                    <a:pt x="1395" y="998"/>
                  </a:lnTo>
                  <a:lnTo>
                    <a:pt x="1400" y="891"/>
                  </a:lnTo>
                  <a:lnTo>
                    <a:pt x="1402" y="756"/>
                  </a:lnTo>
                  <a:lnTo>
                    <a:pt x="1404" y="597"/>
                  </a:lnTo>
                  <a:lnTo>
                    <a:pt x="1405" y="415"/>
                  </a:lnTo>
                  <a:lnTo>
                    <a:pt x="1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8DFD9A91-82C7-034E-D9D9-295B2792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6"/>
              <a:ext cx="84" cy="963"/>
            </a:xfrm>
            <a:custGeom>
              <a:avLst/>
              <a:gdLst>
                <a:gd name="T0" fmla="*/ 0 w 167"/>
                <a:gd name="T1" fmla="*/ 0 h 1927"/>
                <a:gd name="T2" fmla="*/ 22 w 167"/>
                <a:gd name="T3" fmla="*/ 8 h 1927"/>
                <a:gd name="T4" fmla="*/ 41 w 167"/>
                <a:gd name="T5" fmla="*/ 18 h 1927"/>
                <a:gd name="T6" fmla="*/ 74 w 167"/>
                <a:gd name="T7" fmla="*/ 46 h 1927"/>
                <a:gd name="T8" fmla="*/ 99 w 167"/>
                <a:gd name="T9" fmla="*/ 79 h 1927"/>
                <a:gd name="T10" fmla="*/ 118 w 167"/>
                <a:gd name="T11" fmla="*/ 116 h 1927"/>
                <a:gd name="T12" fmla="*/ 132 w 167"/>
                <a:gd name="T13" fmla="*/ 150 h 1927"/>
                <a:gd name="T14" fmla="*/ 146 w 167"/>
                <a:gd name="T15" fmla="*/ 200 h 1927"/>
                <a:gd name="T16" fmla="*/ 148 w 167"/>
                <a:gd name="T17" fmla="*/ 207 h 1927"/>
                <a:gd name="T18" fmla="*/ 157 w 167"/>
                <a:gd name="T19" fmla="*/ 1135 h 1927"/>
                <a:gd name="T20" fmla="*/ 163 w 167"/>
                <a:gd name="T21" fmla="*/ 1711 h 1927"/>
                <a:gd name="T22" fmla="*/ 145 w 167"/>
                <a:gd name="T23" fmla="*/ 1749 h 1927"/>
                <a:gd name="T24" fmla="*/ 131 w 167"/>
                <a:gd name="T25" fmla="*/ 1788 h 1927"/>
                <a:gd name="T26" fmla="*/ 121 w 167"/>
                <a:gd name="T27" fmla="*/ 1829 h 1927"/>
                <a:gd name="T28" fmla="*/ 114 w 167"/>
                <a:gd name="T29" fmla="*/ 1873 h 1927"/>
                <a:gd name="T30" fmla="*/ 112 w 167"/>
                <a:gd name="T31" fmla="*/ 1927 h 1927"/>
                <a:gd name="T32" fmla="*/ 113 w 167"/>
                <a:gd name="T33" fmla="*/ 1900 h 1927"/>
                <a:gd name="T34" fmla="*/ 114 w 167"/>
                <a:gd name="T35" fmla="*/ 1873 h 1927"/>
                <a:gd name="T36" fmla="*/ 125 w 167"/>
                <a:gd name="T37" fmla="*/ 1808 h 1927"/>
                <a:gd name="T38" fmla="*/ 137 w 167"/>
                <a:gd name="T39" fmla="*/ 1768 h 1927"/>
                <a:gd name="T40" fmla="*/ 153 w 167"/>
                <a:gd name="T41" fmla="*/ 1729 h 1927"/>
                <a:gd name="T42" fmla="*/ 163 w 167"/>
                <a:gd name="T43" fmla="*/ 1711 h 1927"/>
                <a:gd name="T44" fmla="*/ 167 w 167"/>
                <a:gd name="T45" fmla="*/ 1704 h 1927"/>
                <a:gd name="T46" fmla="*/ 157 w 167"/>
                <a:gd name="T47" fmla="*/ 654 h 1927"/>
                <a:gd name="T48" fmla="*/ 152 w 167"/>
                <a:gd name="T49" fmla="*/ 209 h 1927"/>
                <a:gd name="T50" fmla="*/ 146 w 167"/>
                <a:gd name="T51" fmla="*/ 181 h 1927"/>
                <a:gd name="T52" fmla="*/ 130 w 167"/>
                <a:gd name="T53" fmla="*/ 132 h 1927"/>
                <a:gd name="T54" fmla="*/ 113 w 167"/>
                <a:gd name="T55" fmla="*/ 96 h 1927"/>
                <a:gd name="T56" fmla="*/ 91 w 167"/>
                <a:gd name="T57" fmla="*/ 61 h 1927"/>
                <a:gd name="T58" fmla="*/ 60 w 167"/>
                <a:gd name="T59" fmla="*/ 29 h 1927"/>
                <a:gd name="T60" fmla="*/ 32 w 167"/>
                <a:gd name="T61" fmla="*/ 11 h 1927"/>
                <a:gd name="T62" fmla="*/ 11 w 167"/>
                <a:gd name="T63" fmla="*/ 3 h 1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7" h="1927">
                  <a:moveTo>
                    <a:pt x="0" y="0"/>
                  </a:moveTo>
                  <a:lnTo>
                    <a:pt x="0" y="0"/>
                  </a:lnTo>
                  <a:lnTo>
                    <a:pt x="11" y="4"/>
                  </a:lnTo>
                  <a:lnTo>
                    <a:pt x="22" y="8"/>
                  </a:lnTo>
                  <a:lnTo>
                    <a:pt x="32" y="13"/>
                  </a:lnTo>
                  <a:lnTo>
                    <a:pt x="41" y="18"/>
                  </a:lnTo>
                  <a:lnTo>
                    <a:pt x="59" y="31"/>
                  </a:lnTo>
                  <a:lnTo>
                    <a:pt x="74" y="46"/>
                  </a:lnTo>
                  <a:lnTo>
                    <a:pt x="88" y="61"/>
                  </a:lnTo>
                  <a:lnTo>
                    <a:pt x="99" y="79"/>
                  </a:lnTo>
                  <a:lnTo>
                    <a:pt x="110" y="97"/>
                  </a:lnTo>
                  <a:lnTo>
                    <a:pt x="118" y="116"/>
                  </a:lnTo>
                  <a:lnTo>
                    <a:pt x="127" y="134"/>
                  </a:lnTo>
                  <a:lnTo>
                    <a:pt x="132" y="150"/>
                  </a:lnTo>
                  <a:lnTo>
                    <a:pt x="142" y="180"/>
                  </a:lnTo>
                  <a:lnTo>
                    <a:pt x="146" y="200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3" y="656"/>
                  </a:lnTo>
                  <a:lnTo>
                    <a:pt x="157" y="1135"/>
                  </a:lnTo>
                  <a:lnTo>
                    <a:pt x="163" y="1711"/>
                  </a:lnTo>
                  <a:lnTo>
                    <a:pt x="163" y="1711"/>
                  </a:lnTo>
                  <a:lnTo>
                    <a:pt x="153" y="1729"/>
                  </a:lnTo>
                  <a:lnTo>
                    <a:pt x="145" y="1749"/>
                  </a:lnTo>
                  <a:lnTo>
                    <a:pt x="137" y="1768"/>
                  </a:lnTo>
                  <a:lnTo>
                    <a:pt x="131" y="1788"/>
                  </a:lnTo>
                  <a:lnTo>
                    <a:pt x="125" y="1808"/>
                  </a:lnTo>
                  <a:lnTo>
                    <a:pt x="121" y="1829"/>
                  </a:lnTo>
                  <a:lnTo>
                    <a:pt x="114" y="1873"/>
                  </a:lnTo>
                  <a:lnTo>
                    <a:pt x="114" y="1873"/>
                  </a:lnTo>
                  <a:lnTo>
                    <a:pt x="113" y="1900"/>
                  </a:lnTo>
                  <a:lnTo>
                    <a:pt x="112" y="1927"/>
                  </a:lnTo>
                  <a:lnTo>
                    <a:pt x="112" y="1927"/>
                  </a:lnTo>
                  <a:lnTo>
                    <a:pt x="113" y="1900"/>
                  </a:lnTo>
                  <a:lnTo>
                    <a:pt x="114" y="1873"/>
                  </a:lnTo>
                  <a:lnTo>
                    <a:pt x="114" y="1873"/>
                  </a:lnTo>
                  <a:lnTo>
                    <a:pt x="121" y="1829"/>
                  </a:lnTo>
                  <a:lnTo>
                    <a:pt x="125" y="1808"/>
                  </a:lnTo>
                  <a:lnTo>
                    <a:pt x="131" y="1788"/>
                  </a:lnTo>
                  <a:lnTo>
                    <a:pt x="137" y="1768"/>
                  </a:lnTo>
                  <a:lnTo>
                    <a:pt x="145" y="1749"/>
                  </a:lnTo>
                  <a:lnTo>
                    <a:pt x="153" y="1729"/>
                  </a:lnTo>
                  <a:lnTo>
                    <a:pt x="163" y="1711"/>
                  </a:lnTo>
                  <a:lnTo>
                    <a:pt x="163" y="1711"/>
                  </a:lnTo>
                  <a:lnTo>
                    <a:pt x="167" y="1704"/>
                  </a:lnTo>
                  <a:lnTo>
                    <a:pt x="167" y="1704"/>
                  </a:lnTo>
                  <a:lnTo>
                    <a:pt x="162" y="1130"/>
                  </a:lnTo>
                  <a:lnTo>
                    <a:pt x="157" y="654"/>
                  </a:lnTo>
                  <a:lnTo>
                    <a:pt x="152" y="209"/>
                  </a:lnTo>
                  <a:lnTo>
                    <a:pt x="152" y="209"/>
                  </a:lnTo>
                  <a:lnTo>
                    <a:pt x="151" y="202"/>
                  </a:lnTo>
                  <a:lnTo>
                    <a:pt x="146" y="181"/>
                  </a:lnTo>
                  <a:lnTo>
                    <a:pt x="137" y="150"/>
                  </a:lnTo>
                  <a:lnTo>
                    <a:pt x="130" y="132"/>
                  </a:lnTo>
                  <a:lnTo>
                    <a:pt x="123" y="116"/>
                  </a:lnTo>
                  <a:lnTo>
                    <a:pt x="113" y="96"/>
                  </a:lnTo>
                  <a:lnTo>
                    <a:pt x="103" y="78"/>
                  </a:lnTo>
                  <a:lnTo>
                    <a:pt x="91" y="61"/>
                  </a:lnTo>
                  <a:lnTo>
                    <a:pt x="77" y="45"/>
                  </a:lnTo>
                  <a:lnTo>
                    <a:pt x="60" y="29"/>
                  </a:lnTo>
                  <a:lnTo>
                    <a:pt x="42" y="17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0E2F03DB-1041-7122-3E1A-EC9AE8A7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888"/>
              <a:ext cx="850" cy="1340"/>
            </a:xfrm>
            <a:custGeom>
              <a:avLst/>
              <a:gdLst>
                <a:gd name="T0" fmla="*/ 1694 w 1700"/>
                <a:gd name="T1" fmla="*/ 0 h 2681"/>
                <a:gd name="T2" fmla="*/ 1690 w 1700"/>
                <a:gd name="T3" fmla="*/ 7 h 2681"/>
                <a:gd name="T4" fmla="*/ 1672 w 1700"/>
                <a:gd name="T5" fmla="*/ 45 h 2681"/>
                <a:gd name="T6" fmla="*/ 1658 w 1700"/>
                <a:gd name="T7" fmla="*/ 84 h 2681"/>
                <a:gd name="T8" fmla="*/ 1648 w 1700"/>
                <a:gd name="T9" fmla="*/ 125 h 2681"/>
                <a:gd name="T10" fmla="*/ 1641 w 1700"/>
                <a:gd name="T11" fmla="*/ 169 h 2681"/>
                <a:gd name="T12" fmla="*/ 1639 w 1700"/>
                <a:gd name="T13" fmla="*/ 223 h 2681"/>
                <a:gd name="T14" fmla="*/ 1639 w 1700"/>
                <a:gd name="T15" fmla="*/ 248 h 2681"/>
                <a:gd name="T16" fmla="*/ 1647 w 1700"/>
                <a:gd name="T17" fmla="*/ 320 h 2681"/>
                <a:gd name="T18" fmla="*/ 1664 w 1700"/>
                <a:gd name="T19" fmla="*/ 418 h 2681"/>
                <a:gd name="T20" fmla="*/ 1669 w 1700"/>
                <a:gd name="T21" fmla="*/ 443 h 2681"/>
                <a:gd name="T22" fmla="*/ 1684 w 1700"/>
                <a:gd name="T23" fmla="*/ 487 h 2681"/>
                <a:gd name="T24" fmla="*/ 1693 w 1700"/>
                <a:gd name="T25" fmla="*/ 507 h 2681"/>
                <a:gd name="T26" fmla="*/ 1696 w 1700"/>
                <a:gd name="T27" fmla="*/ 1381 h 2681"/>
                <a:gd name="T28" fmla="*/ 1694 w 1700"/>
                <a:gd name="T29" fmla="*/ 1796 h 2681"/>
                <a:gd name="T30" fmla="*/ 1691 w 1700"/>
                <a:gd name="T31" fmla="*/ 2137 h 2681"/>
                <a:gd name="T32" fmla="*/ 1684 w 1700"/>
                <a:gd name="T33" fmla="*/ 2379 h 2681"/>
                <a:gd name="T34" fmla="*/ 1678 w 1700"/>
                <a:gd name="T35" fmla="*/ 2481 h 2681"/>
                <a:gd name="T36" fmla="*/ 1675 w 1700"/>
                <a:gd name="T37" fmla="*/ 2496 h 2681"/>
                <a:gd name="T38" fmla="*/ 1665 w 1700"/>
                <a:gd name="T39" fmla="*/ 2528 h 2681"/>
                <a:gd name="T40" fmla="*/ 1652 w 1700"/>
                <a:gd name="T41" fmla="*/ 2558 h 2681"/>
                <a:gd name="T42" fmla="*/ 1639 w 1700"/>
                <a:gd name="T43" fmla="*/ 2581 h 2681"/>
                <a:gd name="T44" fmla="*/ 1604 w 1700"/>
                <a:gd name="T45" fmla="*/ 2620 h 2681"/>
                <a:gd name="T46" fmla="*/ 1566 w 1700"/>
                <a:gd name="T47" fmla="*/ 2647 h 2681"/>
                <a:gd name="T48" fmla="*/ 1530 w 1700"/>
                <a:gd name="T49" fmla="*/ 2665 h 2681"/>
                <a:gd name="T50" fmla="*/ 1496 w 1700"/>
                <a:gd name="T51" fmla="*/ 2674 h 2681"/>
                <a:gd name="T52" fmla="*/ 1462 w 1700"/>
                <a:gd name="T53" fmla="*/ 2680 h 2681"/>
                <a:gd name="T54" fmla="*/ 1453 w 1700"/>
                <a:gd name="T55" fmla="*/ 2680 h 2681"/>
                <a:gd name="T56" fmla="*/ 289 w 1700"/>
                <a:gd name="T57" fmla="*/ 2680 h 2681"/>
                <a:gd name="T58" fmla="*/ 289 w 1700"/>
                <a:gd name="T59" fmla="*/ 2680 h 2681"/>
                <a:gd name="T60" fmla="*/ 289 w 1700"/>
                <a:gd name="T61" fmla="*/ 2680 h 2681"/>
                <a:gd name="T62" fmla="*/ 289 w 1700"/>
                <a:gd name="T63" fmla="*/ 2680 h 2681"/>
                <a:gd name="T64" fmla="*/ 7 w 1700"/>
                <a:gd name="T65" fmla="*/ 2680 h 2681"/>
                <a:gd name="T66" fmla="*/ 0 w 1700"/>
                <a:gd name="T67" fmla="*/ 2680 h 2681"/>
                <a:gd name="T68" fmla="*/ 0 w 1700"/>
                <a:gd name="T69" fmla="*/ 2681 h 2681"/>
                <a:gd name="T70" fmla="*/ 4 w 1700"/>
                <a:gd name="T71" fmla="*/ 2681 h 2681"/>
                <a:gd name="T72" fmla="*/ 284 w 1700"/>
                <a:gd name="T73" fmla="*/ 2681 h 2681"/>
                <a:gd name="T74" fmla="*/ 1458 w 1700"/>
                <a:gd name="T75" fmla="*/ 2681 h 2681"/>
                <a:gd name="T76" fmla="*/ 1487 w 1700"/>
                <a:gd name="T77" fmla="*/ 2679 h 2681"/>
                <a:gd name="T78" fmla="*/ 1516 w 1700"/>
                <a:gd name="T79" fmla="*/ 2672 h 2681"/>
                <a:gd name="T80" fmla="*/ 1552 w 1700"/>
                <a:gd name="T81" fmla="*/ 2658 h 2681"/>
                <a:gd name="T82" fmla="*/ 1590 w 1700"/>
                <a:gd name="T83" fmla="*/ 2635 h 2681"/>
                <a:gd name="T84" fmla="*/ 1626 w 1700"/>
                <a:gd name="T85" fmla="*/ 2603 h 2681"/>
                <a:gd name="T86" fmla="*/ 1650 w 1700"/>
                <a:gd name="T87" fmla="*/ 2571 h 2681"/>
                <a:gd name="T88" fmla="*/ 1664 w 1700"/>
                <a:gd name="T89" fmla="*/ 2545 h 2681"/>
                <a:gd name="T90" fmla="*/ 1675 w 1700"/>
                <a:gd name="T91" fmla="*/ 2514 h 2681"/>
                <a:gd name="T92" fmla="*/ 1679 w 1700"/>
                <a:gd name="T93" fmla="*/ 2498 h 2681"/>
                <a:gd name="T94" fmla="*/ 1687 w 1700"/>
                <a:gd name="T95" fmla="*/ 2425 h 2681"/>
                <a:gd name="T96" fmla="*/ 1693 w 1700"/>
                <a:gd name="T97" fmla="*/ 2283 h 2681"/>
                <a:gd name="T98" fmla="*/ 1698 w 1700"/>
                <a:gd name="T99" fmla="*/ 1825 h 2681"/>
                <a:gd name="T100" fmla="*/ 1700 w 1700"/>
                <a:gd name="T101" fmla="*/ 1207 h 2681"/>
                <a:gd name="T102" fmla="*/ 1697 w 1700"/>
                <a:gd name="T103" fmla="*/ 508 h 2681"/>
                <a:gd name="T104" fmla="*/ 1680 w 1700"/>
                <a:gd name="T105" fmla="*/ 468 h 2681"/>
                <a:gd name="T106" fmla="*/ 1668 w 1700"/>
                <a:gd name="T107" fmla="*/ 418 h 2681"/>
                <a:gd name="T108" fmla="*/ 1657 w 1700"/>
                <a:gd name="T109" fmla="*/ 356 h 2681"/>
                <a:gd name="T110" fmla="*/ 1647 w 1700"/>
                <a:gd name="T111" fmla="*/ 295 h 2681"/>
                <a:gd name="T112" fmla="*/ 1643 w 1700"/>
                <a:gd name="T113" fmla="*/ 233 h 2681"/>
                <a:gd name="T114" fmla="*/ 1645 w 1700"/>
                <a:gd name="T115" fmla="*/ 170 h 2681"/>
                <a:gd name="T116" fmla="*/ 1652 w 1700"/>
                <a:gd name="T117" fmla="*/ 127 h 2681"/>
                <a:gd name="T118" fmla="*/ 1662 w 1700"/>
                <a:gd name="T119" fmla="*/ 85 h 2681"/>
                <a:gd name="T120" fmla="*/ 1676 w 1700"/>
                <a:gd name="T121" fmla="*/ 46 h 2681"/>
                <a:gd name="T122" fmla="*/ 1694 w 1700"/>
                <a:gd name="T123" fmla="*/ 8 h 2681"/>
                <a:gd name="T124" fmla="*/ 1694 w 1700"/>
                <a:gd name="T125" fmla="*/ 0 h 2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0" h="2681">
                  <a:moveTo>
                    <a:pt x="1694" y="0"/>
                  </a:moveTo>
                  <a:lnTo>
                    <a:pt x="1694" y="0"/>
                  </a:lnTo>
                  <a:lnTo>
                    <a:pt x="1690" y="7"/>
                  </a:lnTo>
                  <a:lnTo>
                    <a:pt x="1690" y="7"/>
                  </a:lnTo>
                  <a:lnTo>
                    <a:pt x="1680" y="25"/>
                  </a:lnTo>
                  <a:lnTo>
                    <a:pt x="1672" y="45"/>
                  </a:lnTo>
                  <a:lnTo>
                    <a:pt x="1664" y="64"/>
                  </a:lnTo>
                  <a:lnTo>
                    <a:pt x="1658" y="84"/>
                  </a:lnTo>
                  <a:lnTo>
                    <a:pt x="1652" y="104"/>
                  </a:lnTo>
                  <a:lnTo>
                    <a:pt x="1648" y="125"/>
                  </a:lnTo>
                  <a:lnTo>
                    <a:pt x="1641" y="169"/>
                  </a:lnTo>
                  <a:lnTo>
                    <a:pt x="1641" y="169"/>
                  </a:lnTo>
                  <a:lnTo>
                    <a:pt x="1640" y="196"/>
                  </a:lnTo>
                  <a:lnTo>
                    <a:pt x="1639" y="223"/>
                  </a:lnTo>
                  <a:lnTo>
                    <a:pt x="1639" y="223"/>
                  </a:lnTo>
                  <a:lnTo>
                    <a:pt x="1639" y="248"/>
                  </a:lnTo>
                  <a:lnTo>
                    <a:pt x="1641" y="272"/>
                  </a:lnTo>
                  <a:lnTo>
                    <a:pt x="1647" y="320"/>
                  </a:lnTo>
                  <a:lnTo>
                    <a:pt x="1655" y="369"/>
                  </a:lnTo>
                  <a:lnTo>
                    <a:pt x="1664" y="418"/>
                  </a:lnTo>
                  <a:lnTo>
                    <a:pt x="1664" y="418"/>
                  </a:lnTo>
                  <a:lnTo>
                    <a:pt x="1669" y="443"/>
                  </a:lnTo>
                  <a:lnTo>
                    <a:pt x="1676" y="466"/>
                  </a:lnTo>
                  <a:lnTo>
                    <a:pt x="1684" y="487"/>
                  </a:lnTo>
                  <a:lnTo>
                    <a:pt x="1693" y="507"/>
                  </a:lnTo>
                  <a:lnTo>
                    <a:pt x="1693" y="507"/>
                  </a:lnTo>
                  <a:lnTo>
                    <a:pt x="1694" y="954"/>
                  </a:lnTo>
                  <a:lnTo>
                    <a:pt x="1696" y="1381"/>
                  </a:lnTo>
                  <a:lnTo>
                    <a:pt x="1696" y="1381"/>
                  </a:lnTo>
                  <a:lnTo>
                    <a:pt x="1694" y="1796"/>
                  </a:lnTo>
                  <a:lnTo>
                    <a:pt x="1693" y="1978"/>
                  </a:lnTo>
                  <a:lnTo>
                    <a:pt x="1691" y="2137"/>
                  </a:lnTo>
                  <a:lnTo>
                    <a:pt x="1689" y="2272"/>
                  </a:lnTo>
                  <a:lnTo>
                    <a:pt x="1684" y="2379"/>
                  </a:lnTo>
                  <a:lnTo>
                    <a:pt x="1680" y="2456"/>
                  </a:lnTo>
                  <a:lnTo>
                    <a:pt x="1678" y="2481"/>
                  </a:lnTo>
                  <a:lnTo>
                    <a:pt x="1675" y="2496"/>
                  </a:lnTo>
                  <a:lnTo>
                    <a:pt x="1675" y="2496"/>
                  </a:lnTo>
                  <a:lnTo>
                    <a:pt x="1671" y="2513"/>
                  </a:lnTo>
                  <a:lnTo>
                    <a:pt x="1665" y="2528"/>
                  </a:lnTo>
                  <a:lnTo>
                    <a:pt x="1659" y="2544"/>
                  </a:lnTo>
                  <a:lnTo>
                    <a:pt x="1652" y="2558"/>
                  </a:lnTo>
                  <a:lnTo>
                    <a:pt x="1645" y="2570"/>
                  </a:lnTo>
                  <a:lnTo>
                    <a:pt x="1639" y="2581"/>
                  </a:lnTo>
                  <a:lnTo>
                    <a:pt x="1622" y="2602"/>
                  </a:lnTo>
                  <a:lnTo>
                    <a:pt x="1604" y="2620"/>
                  </a:lnTo>
                  <a:lnTo>
                    <a:pt x="1586" y="2635"/>
                  </a:lnTo>
                  <a:lnTo>
                    <a:pt x="1566" y="2647"/>
                  </a:lnTo>
                  <a:lnTo>
                    <a:pt x="1548" y="2656"/>
                  </a:lnTo>
                  <a:lnTo>
                    <a:pt x="1530" y="2665"/>
                  </a:lnTo>
                  <a:lnTo>
                    <a:pt x="1512" y="2670"/>
                  </a:lnTo>
                  <a:lnTo>
                    <a:pt x="1496" y="2674"/>
                  </a:lnTo>
                  <a:lnTo>
                    <a:pt x="1483" y="2677"/>
                  </a:lnTo>
                  <a:lnTo>
                    <a:pt x="1462" y="2680"/>
                  </a:lnTo>
                  <a:lnTo>
                    <a:pt x="1453" y="2680"/>
                  </a:lnTo>
                  <a:lnTo>
                    <a:pt x="1453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7" y="2680"/>
                  </a:lnTo>
                  <a:lnTo>
                    <a:pt x="7" y="2680"/>
                  </a:lnTo>
                  <a:lnTo>
                    <a:pt x="0" y="2680"/>
                  </a:lnTo>
                  <a:lnTo>
                    <a:pt x="0" y="2680"/>
                  </a:lnTo>
                  <a:lnTo>
                    <a:pt x="0" y="2681"/>
                  </a:lnTo>
                  <a:lnTo>
                    <a:pt x="0" y="2681"/>
                  </a:lnTo>
                  <a:lnTo>
                    <a:pt x="4" y="2681"/>
                  </a:lnTo>
                  <a:lnTo>
                    <a:pt x="4" y="2681"/>
                  </a:lnTo>
                  <a:lnTo>
                    <a:pt x="284" y="2681"/>
                  </a:lnTo>
                  <a:lnTo>
                    <a:pt x="284" y="2681"/>
                  </a:lnTo>
                  <a:lnTo>
                    <a:pt x="1458" y="2681"/>
                  </a:lnTo>
                  <a:lnTo>
                    <a:pt x="1458" y="2681"/>
                  </a:lnTo>
                  <a:lnTo>
                    <a:pt x="1466" y="2680"/>
                  </a:lnTo>
                  <a:lnTo>
                    <a:pt x="1487" y="2679"/>
                  </a:lnTo>
                  <a:lnTo>
                    <a:pt x="1501" y="2676"/>
                  </a:lnTo>
                  <a:lnTo>
                    <a:pt x="1516" y="2672"/>
                  </a:lnTo>
                  <a:lnTo>
                    <a:pt x="1534" y="2666"/>
                  </a:lnTo>
                  <a:lnTo>
                    <a:pt x="1552" y="2658"/>
                  </a:lnTo>
                  <a:lnTo>
                    <a:pt x="1572" y="2648"/>
                  </a:lnTo>
                  <a:lnTo>
                    <a:pt x="1590" y="2635"/>
                  </a:lnTo>
                  <a:lnTo>
                    <a:pt x="1608" y="2622"/>
                  </a:lnTo>
                  <a:lnTo>
                    <a:pt x="1626" y="2603"/>
                  </a:lnTo>
                  <a:lnTo>
                    <a:pt x="1643" y="2583"/>
                  </a:lnTo>
                  <a:lnTo>
                    <a:pt x="1650" y="2571"/>
                  </a:lnTo>
                  <a:lnTo>
                    <a:pt x="1657" y="2558"/>
                  </a:lnTo>
                  <a:lnTo>
                    <a:pt x="1664" y="2545"/>
                  </a:lnTo>
                  <a:lnTo>
                    <a:pt x="1669" y="2530"/>
                  </a:lnTo>
                  <a:lnTo>
                    <a:pt x="1675" y="2514"/>
                  </a:lnTo>
                  <a:lnTo>
                    <a:pt x="1679" y="2498"/>
                  </a:lnTo>
                  <a:lnTo>
                    <a:pt x="1679" y="2498"/>
                  </a:lnTo>
                  <a:lnTo>
                    <a:pt x="1683" y="2471"/>
                  </a:lnTo>
                  <a:lnTo>
                    <a:pt x="1687" y="2425"/>
                  </a:lnTo>
                  <a:lnTo>
                    <a:pt x="1690" y="2363"/>
                  </a:lnTo>
                  <a:lnTo>
                    <a:pt x="1693" y="2283"/>
                  </a:lnTo>
                  <a:lnTo>
                    <a:pt x="1696" y="2080"/>
                  </a:lnTo>
                  <a:lnTo>
                    <a:pt x="1698" y="1825"/>
                  </a:lnTo>
                  <a:lnTo>
                    <a:pt x="1700" y="1531"/>
                  </a:lnTo>
                  <a:lnTo>
                    <a:pt x="1700" y="1207"/>
                  </a:lnTo>
                  <a:lnTo>
                    <a:pt x="1697" y="508"/>
                  </a:lnTo>
                  <a:lnTo>
                    <a:pt x="1697" y="508"/>
                  </a:lnTo>
                  <a:lnTo>
                    <a:pt x="1689" y="489"/>
                  </a:lnTo>
                  <a:lnTo>
                    <a:pt x="1680" y="468"/>
                  </a:lnTo>
                  <a:lnTo>
                    <a:pt x="1673" y="444"/>
                  </a:lnTo>
                  <a:lnTo>
                    <a:pt x="1668" y="418"/>
                  </a:lnTo>
                  <a:lnTo>
                    <a:pt x="1668" y="418"/>
                  </a:lnTo>
                  <a:lnTo>
                    <a:pt x="1657" y="356"/>
                  </a:lnTo>
                  <a:lnTo>
                    <a:pt x="1652" y="326"/>
                  </a:lnTo>
                  <a:lnTo>
                    <a:pt x="1647" y="295"/>
                  </a:lnTo>
                  <a:lnTo>
                    <a:pt x="1644" y="265"/>
                  </a:lnTo>
                  <a:lnTo>
                    <a:pt x="1643" y="233"/>
                  </a:lnTo>
                  <a:lnTo>
                    <a:pt x="1643" y="202"/>
                  </a:lnTo>
                  <a:lnTo>
                    <a:pt x="1645" y="170"/>
                  </a:lnTo>
                  <a:lnTo>
                    <a:pt x="1645" y="170"/>
                  </a:lnTo>
                  <a:lnTo>
                    <a:pt x="1652" y="127"/>
                  </a:lnTo>
                  <a:lnTo>
                    <a:pt x="1657" y="106"/>
                  </a:lnTo>
                  <a:lnTo>
                    <a:pt x="1662" y="85"/>
                  </a:lnTo>
                  <a:lnTo>
                    <a:pt x="1668" y="65"/>
                  </a:lnTo>
                  <a:lnTo>
                    <a:pt x="1676" y="46"/>
                  </a:lnTo>
                  <a:lnTo>
                    <a:pt x="1684" y="27"/>
                  </a:lnTo>
                  <a:lnTo>
                    <a:pt x="1694" y="8"/>
                  </a:lnTo>
                  <a:lnTo>
                    <a:pt x="1694" y="8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7CA45182-90A5-DF7D-D586-EB9B533F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888"/>
              <a:ext cx="850" cy="1340"/>
            </a:xfrm>
            <a:custGeom>
              <a:avLst/>
              <a:gdLst>
                <a:gd name="T0" fmla="*/ 1694 w 1700"/>
                <a:gd name="T1" fmla="*/ 0 h 2681"/>
                <a:gd name="T2" fmla="*/ 1690 w 1700"/>
                <a:gd name="T3" fmla="*/ 7 h 2681"/>
                <a:gd name="T4" fmla="*/ 1672 w 1700"/>
                <a:gd name="T5" fmla="*/ 45 h 2681"/>
                <a:gd name="T6" fmla="*/ 1658 w 1700"/>
                <a:gd name="T7" fmla="*/ 84 h 2681"/>
                <a:gd name="T8" fmla="*/ 1648 w 1700"/>
                <a:gd name="T9" fmla="*/ 125 h 2681"/>
                <a:gd name="T10" fmla="*/ 1641 w 1700"/>
                <a:gd name="T11" fmla="*/ 169 h 2681"/>
                <a:gd name="T12" fmla="*/ 1639 w 1700"/>
                <a:gd name="T13" fmla="*/ 223 h 2681"/>
                <a:gd name="T14" fmla="*/ 1639 w 1700"/>
                <a:gd name="T15" fmla="*/ 248 h 2681"/>
                <a:gd name="T16" fmla="*/ 1647 w 1700"/>
                <a:gd name="T17" fmla="*/ 320 h 2681"/>
                <a:gd name="T18" fmla="*/ 1664 w 1700"/>
                <a:gd name="T19" fmla="*/ 418 h 2681"/>
                <a:gd name="T20" fmla="*/ 1669 w 1700"/>
                <a:gd name="T21" fmla="*/ 443 h 2681"/>
                <a:gd name="T22" fmla="*/ 1684 w 1700"/>
                <a:gd name="T23" fmla="*/ 487 h 2681"/>
                <a:gd name="T24" fmla="*/ 1693 w 1700"/>
                <a:gd name="T25" fmla="*/ 507 h 2681"/>
                <a:gd name="T26" fmla="*/ 1696 w 1700"/>
                <a:gd name="T27" fmla="*/ 1381 h 2681"/>
                <a:gd name="T28" fmla="*/ 1694 w 1700"/>
                <a:gd name="T29" fmla="*/ 1796 h 2681"/>
                <a:gd name="T30" fmla="*/ 1691 w 1700"/>
                <a:gd name="T31" fmla="*/ 2137 h 2681"/>
                <a:gd name="T32" fmla="*/ 1684 w 1700"/>
                <a:gd name="T33" fmla="*/ 2379 h 2681"/>
                <a:gd name="T34" fmla="*/ 1678 w 1700"/>
                <a:gd name="T35" fmla="*/ 2481 h 2681"/>
                <a:gd name="T36" fmla="*/ 1675 w 1700"/>
                <a:gd name="T37" fmla="*/ 2496 h 2681"/>
                <a:gd name="T38" fmla="*/ 1665 w 1700"/>
                <a:gd name="T39" fmla="*/ 2528 h 2681"/>
                <a:gd name="T40" fmla="*/ 1652 w 1700"/>
                <a:gd name="T41" fmla="*/ 2558 h 2681"/>
                <a:gd name="T42" fmla="*/ 1639 w 1700"/>
                <a:gd name="T43" fmla="*/ 2581 h 2681"/>
                <a:gd name="T44" fmla="*/ 1604 w 1700"/>
                <a:gd name="T45" fmla="*/ 2620 h 2681"/>
                <a:gd name="T46" fmla="*/ 1566 w 1700"/>
                <a:gd name="T47" fmla="*/ 2647 h 2681"/>
                <a:gd name="T48" fmla="*/ 1530 w 1700"/>
                <a:gd name="T49" fmla="*/ 2665 h 2681"/>
                <a:gd name="T50" fmla="*/ 1496 w 1700"/>
                <a:gd name="T51" fmla="*/ 2674 h 2681"/>
                <a:gd name="T52" fmla="*/ 1462 w 1700"/>
                <a:gd name="T53" fmla="*/ 2680 h 2681"/>
                <a:gd name="T54" fmla="*/ 1453 w 1700"/>
                <a:gd name="T55" fmla="*/ 2680 h 2681"/>
                <a:gd name="T56" fmla="*/ 289 w 1700"/>
                <a:gd name="T57" fmla="*/ 2680 h 2681"/>
                <a:gd name="T58" fmla="*/ 289 w 1700"/>
                <a:gd name="T59" fmla="*/ 2680 h 2681"/>
                <a:gd name="T60" fmla="*/ 289 w 1700"/>
                <a:gd name="T61" fmla="*/ 2680 h 2681"/>
                <a:gd name="T62" fmla="*/ 289 w 1700"/>
                <a:gd name="T63" fmla="*/ 2680 h 2681"/>
                <a:gd name="T64" fmla="*/ 7 w 1700"/>
                <a:gd name="T65" fmla="*/ 2680 h 2681"/>
                <a:gd name="T66" fmla="*/ 0 w 1700"/>
                <a:gd name="T67" fmla="*/ 2680 h 2681"/>
                <a:gd name="T68" fmla="*/ 0 w 1700"/>
                <a:gd name="T69" fmla="*/ 2681 h 2681"/>
                <a:gd name="T70" fmla="*/ 4 w 1700"/>
                <a:gd name="T71" fmla="*/ 2681 h 2681"/>
                <a:gd name="T72" fmla="*/ 284 w 1700"/>
                <a:gd name="T73" fmla="*/ 2681 h 2681"/>
                <a:gd name="T74" fmla="*/ 1458 w 1700"/>
                <a:gd name="T75" fmla="*/ 2681 h 2681"/>
                <a:gd name="T76" fmla="*/ 1487 w 1700"/>
                <a:gd name="T77" fmla="*/ 2679 h 2681"/>
                <a:gd name="T78" fmla="*/ 1516 w 1700"/>
                <a:gd name="T79" fmla="*/ 2672 h 2681"/>
                <a:gd name="T80" fmla="*/ 1552 w 1700"/>
                <a:gd name="T81" fmla="*/ 2658 h 2681"/>
                <a:gd name="T82" fmla="*/ 1590 w 1700"/>
                <a:gd name="T83" fmla="*/ 2635 h 2681"/>
                <a:gd name="T84" fmla="*/ 1626 w 1700"/>
                <a:gd name="T85" fmla="*/ 2603 h 2681"/>
                <a:gd name="T86" fmla="*/ 1650 w 1700"/>
                <a:gd name="T87" fmla="*/ 2571 h 2681"/>
                <a:gd name="T88" fmla="*/ 1664 w 1700"/>
                <a:gd name="T89" fmla="*/ 2545 h 2681"/>
                <a:gd name="T90" fmla="*/ 1675 w 1700"/>
                <a:gd name="T91" fmla="*/ 2514 h 2681"/>
                <a:gd name="T92" fmla="*/ 1679 w 1700"/>
                <a:gd name="T93" fmla="*/ 2498 h 2681"/>
                <a:gd name="T94" fmla="*/ 1687 w 1700"/>
                <a:gd name="T95" fmla="*/ 2425 h 2681"/>
                <a:gd name="T96" fmla="*/ 1693 w 1700"/>
                <a:gd name="T97" fmla="*/ 2283 h 2681"/>
                <a:gd name="T98" fmla="*/ 1698 w 1700"/>
                <a:gd name="T99" fmla="*/ 1825 h 2681"/>
                <a:gd name="T100" fmla="*/ 1700 w 1700"/>
                <a:gd name="T101" fmla="*/ 1207 h 2681"/>
                <a:gd name="T102" fmla="*/ 1697 w 1700"/>
                <a:gd name="T103" fmla="*/ 508 h 2681"/>
                <a:gd name="T104" fmla="*/ 1680 w 1700"/>
                <a:gd name="T105" fmla="*/ 468 h 2681"/>
                <a:gd name="T106" fmla="*/ 1668 w 1700"/>
                <a:gd name="T107" fmla="*/ 418 h 2681"/>
                <a:gd name="T108" fmla="*/ 1657 w 1700"/>
                <a:gd name="T109" fmla="*/ 356 h 2681"/>
                <a:gd name="T110" fmla="*/ 1647 w 1700"/>
                <a:gd name="T111" fmla="*/ 295 h 2681"/>
                <a:gd name="T112" fmla="*/ 1643 w 1700"/>
                <a:gd name="T113" fmla="*/ 233 h 2681"/>
                <a:gd name="T114" fmla="*/ 1645 w 1700"/>
                <a:gd name="T115" fmla="*/ 170 h 2681"/>
                <a:gd name="T116" fmla="*/ 1652 w 1700"/>
                <a:gd name="T117" fmla="*/ 127 h 2681"/>
                <a:gd name="T118" fmla="*/ 1662 w 1700"/>
                <a:gd name="T119" fmla="*/ 85 h 2681"/>
                <a:gd name="T120" fmla="*/ 1676 w 1700"/>
                <a:gd name="T121" fmla="*/ 46 h 2681"/>
                <a:gd name="T122" fmla="*/ 1694 w 1700"/>
                <a:gd name="T123" fmla="*/ 8 h 2681"/>
                <a:gd name="T124" fmla="*/ 1694 w 1700"/>
                <a:gd name="T125" fmla="*/ 0 h 2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0" h="2681">
                  <a:moveTo>
                    <a:pt x="1694" y="0"/>
                  </a:moveTo>
                  <a:lnTo>
                    <a:pt x="1694" y="0"/>
                  </a:lnTo>
                  <a:lnTo>
                    <a:pt x="1690" y="7"/>
                  </a:lnTo>
                  <a:lnTo>
                    <a:pt x="1690" y="7"/>
                  </a:lnTo>
                  <a:lnTo>
                    <a:pt x="1680" y="25"/>
                  </a:lnTo>
                  <a:lnTo>
                    <a:pt x="1672" y="45"/>
                  </a:lnTo>
                  <a:lnTo>
                    <a:pt x="1664" y="64"/>
                  </a:lnTo>
                  <a:lnTo>
                    <a:pt x="1658" y="84"/>
                  </a:lnTo>
                  <a:lnTo>
                    <a:pt x="1652" y="104"/>
                  </a:lnTo>
                  <a:lnTo>
                    <a:pt x="1648" y="125"/>
                  </a:lnTo>
                  <a:lnTo>
                    <a:pt x="1641" y="169"/>
                  </a:lnTo>
                  <a:lnTo>
                    <a:pt x="1641" y="169"/>
                  </a:lnTo>
                  <a:lnTo>
                    <a:pt x="1640" y="196"/>
                  </a:lnTo>
                  <a:lnTo>
                    <a:pt x="1639" y="223"/>
                  </a:lnTo>
                  <a:lnTo>
                    <a:pt x="1639" y="223"/>
                  </a:lnTo>
                  <a:lnTo>
                    <a:pt x="1639" y="248"/>
                  </a:lnTo>
                  <a:lnTo>
                    <a:pt x="1641" y="272"/>
                  </a:lnTo>
                  <a:lnTo>
                    <a:pt x="1647" y="320"/>
                  </a:lnTo>
                  <a:lnTo>
                    <a:pt x="1655" y="369"/>
                  </a:lnTo>
                  <a:lnTo>
                    <a:pt x="1664" y="418"/>
                  </a:lnTo>
                  <a:lnTo>
                    <a:pt x="1664" y="418"/>
                  </a:lnTo>
                  <a:lnTo>
                    <a:pt x="1669" y="443"/>
                  </a:lnTo>
                  <a:lnTo>
                    <a:pt x="1676" y="466"/>
                  </a:lnTo>
                  <a:lnTo>
                    <a:pt x="1684" y="487"/>
                  </a:lnTo>
                  <a:lnTo>
                    <a:pt x="1693" y="507"/>
                  </a:lnTo>
                  <a:lnTo>
                    <a:pt x="1693" y="507"/>
                  </a:lnTo>
                  <a:lnTo>
                    <a:pt x="1694" y="954"/>
                  </a:lnTo>
                  <a:lnTo>
                    <a:pt x="1696" y="1381"/>
                  </a:lnTo>
                  <a:lnTo>
                    <a:pt x="1696" y="1381"/>
                  </a:lnTo>
                  <a:lnTo>
                    <a:pt x="1694" y="1796"/>
                  </a:lnTo>
                  <a:lnTo>
                    <a:pt x="1693" y="1978"/>
                  </a:lnTo>
                  <a:lnTo>
                    <a:pt x="1691" y="2137"/>
                  </a:lnTo>
                  <a:lnTo>
                    <a:pt x="1689" y="2272"/>
                  </a:lnTo>
                  <a:lnTo>
                    <a:pt x="1684" y="2379"/>
                  </a:lnTo>
                  <a:lnTo>
                    <a:pt x="1680" y="2456"/>
                  </a:lnTo>
                  <a:lnTo>
                    <a:pt x="1678" y="2481"/>
                  </a:lnTo>
                  <a:lnTo>
                    <a:pt x="1675" y="2496"/>
                  </a:lnTo>
                  <a:lnTo>
                    <a:pt x="1675" y="2496"/>
                  </a:lnTo>
                  <a:lnTo>
                    <a:pt x="1671" y="2513"/>
                  </a:lnTo>
                  <a:lnTo>
                    <a:pt x="1665" y="2528"/>
                  </a:lnTo>
                  <a:lnTo>
                    <a:pt x="1659" y="2544"/>
                  </a:lnTo>
                  <a:lnTo>
                    <a:pt x="1652" y="2558"/>
                  </a:lnTo>
                  <a:lnTo>
                    <a:pt x="1645" y="2570"/>
                  </a:lnTo>
                  <a:lnTo>
                    <a:pt x="1639" y="2581"/>
                  </a:lnTo>
                  <a:lnTo>
                    <a:pt x="1622" y="2602"/>
                  </a:lnTo>
                  <a:lnTo>
                    <a:pt x="1604" y="2620"/>
                  </a:lnTo>
                  <a:lnTo>
                    <a:pt x="1586" y="2635"/>
                  </a:lnTo>
                  <a:lnTo>
                    <a:pt x="1566" y="2647"/>
                  </a:lnTo>
                  <a:lnTo>
                    <a:pt x="1548" y="2656"/>
                  </a:lnTo>
                  <a:lnTo>
                    <a:pt x="1530" y="2665"/>
                  </a:lnTo>
                  <a:lnTo>
                    <a:pt x="1512" y="2670"/>
                  </a:lnTo>
                  <a:lnTo>
                    <a:pt x="1496" y="2674"/>
                  </a:lnTo>
                  <a:lnTo>
                    <a:pt x="1483" y="2677"/>
                  </a:lnTo>
                  <a:lnTo>
                    <a:pt x="1462" y="2680"/>
                  </a:lnTo>
                  <a:lnTo>
                    <a:pt x="1453" y="2680"/>
                  </a:lnTo>
                  <a:lnTo>
                    <a:pt x="1453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289" y="2680"/>
                  </a:lnTo>
                  <a:lnTo>
                    <a:pt x="7" y="2680"/>
                  </a:lnTo>
                  <a:lnTo>
                    <a:pt x="7" y="2680"/>
                  </a:lnTo>
                  <a:lnTo>
                    <a:pt x="0" y="2680"/>
                  </a:lnTo>
                  <a:lnTo>
                    <a:pt x="0" y="2680"/>
                  </a:lnTo>
                  <a:lnTo>
                    <a:pt x="0" y="2681"/>
                  </a:lnTo>
                  <a:lnTo>
                    <a:pt x="0" y="2681"/>
                  </a:lnTo>
                  <a:lnTo>
                    <a:pt x="4" y="2681"/>
                  </a:lnTo>
                  <a:lnTo>
                    <a:pt x="4" y="2681"/>
                  </a:lnTo>
                  <a:lnTo>
                    <a:pt x="284" y="2681"/>
                  </a:lnTo>
                  <a:lnTo>
                    <a:pt x="284" y="2681"/>
                  </a:lnTo>
                  <a:lnTo>
                    <a:pt x="1458" y="2681"/>
                  </a:lnTo>
                  <a:lnTo>
                    <a:pt x="1458" y="2681"/>
                  </a:lnTo>
                  <a:lnTo>
                    <a:pt x="1466" y="2680"/>
                  </a:lnTo>
                  <a:lnTo>
                    <a:pt x="1487" y="2679"/>
                  </a:lnTo>
                  <a:lnTo>
                    <a:pt x="1501" y="2676"/>
                  </a:lnTo>
                  <a:lnTo>
                    <a:pt x="1516" y="2672"/>
                  </a:lnTo>
                  <a:lnTo>
                    <a:pt x="1534" y="2666"/>
                  </a:lnTo>
                  <a:lnTo>
                    <a:pt x="1552" y="2658"/>
                  </a:lnTo>
                  <a:lnTo>
                    <a:pt x="1572" y="2648"/>
                  </a:lnTo>
                  <a:lnTo>
                    <a:pt x="1590" y="2635"/>
                  </a:lnTo>
                  <a:lnTo>
                    <a:pt x="1608" y="2622"/>
                  </a:lnTo>
                  <a:lnTo>
                    <a:pt x="1626" y="2603"/>
                  </a:lnTo>
                  <a:lnTo>
                    <a:pt x="1643" y="2583"/>
                  </a:lnTo>
                  <a:lnTo>
                    <a:pt x="1650" y="2571"/>
                  </a:lnTo>
                  <a:lnTo>
                    <a:pt x="1657" y="2558"/>
                  </a:lnTo>
                  <a:lnTo>
                    <a:pt x="1664" y="2545"/>
                  </a:lnTo>
                  <a:lnTo>
                    <a:pt x="1669" y="2530"/>
                  </a:lnTo>
                  <a:lnTo>
                    <a:pt x="1675" y="2514"/>
                  </a:lnTo>
                  <a:lnTo>
                    <a:pt x="1679" y="2498"/>
                  </a:lnTo>
                  <a:lnTo>
                    <a:pt x="1679" y="2498"/>
                  </a:lnTo>
                  <a:lnTo>
                    <a:pt x="1683" y="2471"/>
                  </a:lnTo>
                  <a:lnTo>
                    <a:pt x="1687" y="2425"/>
                  </a:lnTo>
                  <a:lnTo>
                    <a:pt x="1690" y="2363"/>
                  </a:lnTo>
                  <a:lnTo>
                    <a:pt x="1693" y="2283"/>
                  </a:lnTo>
                  <a:lnTo>
                    <a:pt x="1696" y="2080"/>
                  </a:lnTo>
                  <a:lnTo>
                    <a:pt x="1698" y="1825"/>
                  </a:lnTo>
                  <a:lnTo>
                    <a:pt x="1700" y="1531"/>
                  </a:lnTo>
                  <a:lnTo>
                    <a:pt x="1700" y="1207"/>
                  </a:lnTo>
                  <a:lnTo>
                    <a:pt x="1697" y="508"/>
                  </a:lnTo>
                  <a:lnTo>
                    <a:pt x="1697" y="508"/>
                  </a:lnTo>
                  <a:lnTo>
                    <a:pt x="1689" y="489"/>
                  </a:lnTo>
                  <a:lnTo>
                    <a:pt x="1680" y="468"/>
                  </a:lnTo>
                  <a:lnTo>
                    <a:pt x="1673" y="444"/>
                  </a:lnTo>
                  <a:lnTo>
                    <a:pt x="1668" y="418"/>
                  </a:lnTo>
                  <a:lnTo>
                    <a:pt x="1668" y="418"/>
                  </a:lnTo>
                  <a:lnTo>
                    <a:pt x="1657" y="356"/>
                  </a:lnTo>
                  <a:lnTo>
                    <a:pt x="1652" y="326"/>
                  </a:lnTo>
                  <a:lnTo>
                    <a:pt x="1647" y="295"/>
                  </a:lnTo>
                  <a:lnTo>
                    <a:pt x="1644" y="265"/>
                  </a:lnTo>
                  <a:lnTo>
                    <a:pt x="1643" y="233"/>
                  </a:lnTo>
                  <a:lnTo>
                    <a:pt x="1643" y="202"/>
                  </a:lnTo>
                  <a:lnTo>
                    <a:pt x="1645" y="170"/>
                  </a:lnTo>
                  <a:lnTo>
                    <a:pt x="1645" y="170"/>
                  </a:lnTo>
                  <a:lnTo>
                    <a:pt x="1652" y="127"/>
                  </a:lnTo>
                  <a:lnTo>
                    <a:pt x="1657" y="106"/>
                  </a:lnTo>
                  <a:lnTo>
                    <a:pt x="1662" y="85"/>
                  </a:lnTo>
                  <a:lnTo>
                    <a:pt x="1668" y="65"/>
                  </a:lnTo>
                  <a:lnTo>
                    <a:pt x="1676" y="46"/>
                  </a:lnTo>
                  <a:lnTo>
                    <a:pt x="1684" y="27"/>
                  </a:lnTo>
                  <a:lnTo>
                    <a:pt x="1694" y="8"/>
                  </a:lnTo>
                  <a:lnTo>
                    <a:pt x="1694" y="8"/>
                  </a:lnTo>
                  <a:lnTo>
                    <a:pt x="169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A02541DB-1D5F-92DA-9B7B-4D5169D2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0"/>
              <a:ext cx="1119" cy="2198"/>
            </a:xfrm>
            <a:custGeom>
              <a:avLst/>
              <a:gdLst>
                <a:gd name="T0" fmla="*/ 1087 w 2240"/>
                <a:gd name="T1" fmla="*/ 11 h 4395"/>
                <a:gd name="T2" fmla="*/ 124 w 2240"/>
                <a:gd name="T3" fmla="*/ 33 h 4395"/>
                <a:gd name="T4" fmla="*/ 53 w 2240"/>
                <a:gd name="T5" fmla="*/ 86 h 4395"/>
                <a:gd name="T6" fmla="*/ 17 w 2240"/>
                <a:gd name="T7" fmla="*/ 164 h 4395"/>
                <a:gd name="T8" fmla="*/ 2 w 2240"/>
                <a:gd name="T9" fmla="*/ 333 h 4395"/>
                <a:gd name="T10" fmla="*/ 7 w 2240"/>
                <a:gd name="T11" fmla="*/ 1456 h 4395"/>
                <a:gd name="T12" fmla="*/ 6 w 2240"/>
                <a:gd name="T13" fmla="*/ 2212 h 4395"/>
                <a:gd name="T14" fmla="*/ 147 w 2240"/>
                <a:gd name="T15" fmla="*/ 2311 h 4395"/>
                <a:gd name="T16" fmla="*/ 221 w 2240"/>
                <a:gd name="T17" fmla="*/ 2393 h 4395"/>
                <a:gd name="T18" fmla="*/ 254 w 2240"/>
                <a:gd name="T19" fmla="*/ 2463 h 4395"/>
                <a:gd name="T20" fmla="*/ 259 w 2240"/>
                <a:gd name="T21" fmla="*/ 2541 h 4395"/>
                <a:gd name="T22" fmla="*/ 234 w 2240"/>
                <a:gd name="T23" fmla="*/ 2607 h 4395"/>
                <a:gd name="T24" fmla="*/ 183 w 2240"/>
                <a:gd name="T25" fmla="*/ 2670 h 4395"/>
                <a:gd name="T26" fmla="*/ 130 w 2240"/>
                <a:gd name="T27" fmla="*/ 2694 h 4395"/>
                <a:gd name="T28" fmla="*/ 69 w 2240"/>
                <a:gd name="T29" fmla="*/ 2702 h 4395"/>
                <a:gd name="T30" fmla="*/ 7 w 2240"/>
                <a:gd name="T31" fmla="*/ 2694 h 4395"/>
                <a:gd name="T32" fmla="*/ 5 w 2240"/>
                <a:gd name="T33" fmla="*/ 2890 h 4395"/>
                <a:gd name="T34" fmla="*/ 130 w 2240"/>
                <a:gd name="T35" fmla="*/ 2978 h 4395"/>
                <a:gd name="T36" fmla="*/ 208 w 2240"/>
                <a:gd name="T37" fmla="*/ 3053 h 4395"/>
                <a:gd name="T38" fmla="*/ 248 w 2240"/>
                <a:gd name="T39" fmla="*/ 3124 h 4395"/>
                <a:gd name="T40" fmla="*/ 259 w 2240"/>
                <a:gd name="T41" fmla="*/ 3220 h 4395"/>
                <a:gd name="T42" fmla="*/ 234 w 2240"/>
                <a:gd name="T43" fmla="*/ 3287 h 4395"/>
                <a:gd name="T44" fmla="*/ 191 w 2240"/>
                <a:gd name="T45" fmla="*/ 3343 h 4395"/>
                <a:gd name="T46" fmla="*/ 145 w 2240"/>
                <a:gd name="T47" fmla="*/ 3369 h 4395"/>
                <a:gd name="T48" fmla="*/ 69 w 2240"/>
                <a:gd name="T49" fmla="*/ 3382 h 4395"/>
                <a:gd name="T50" fmla="*/ 6 w 2240"/>
                <a:gd name="T51" fmla="*/ 3373 h 4395"/>
                <a:gd name="T52" fmla="*/ 3 w 2240"/>
                <a:gd name="T53" fmla="*/ 3498 h 4395"/>
                <a:gd name="T54" fmla="*/ 56 w 2240"/>
                <a:gd name="T55" fmla="*/ 3699 h 4395"/>
                <a:gd name="T56" fmla="*/ 129 w 2240"/>
                <a:gd name="T57" fmla="*/ 3710 h 4395"/>
                <a:gd name="T58" fmla="*/ 211 w 2240"/>
                <a:gd name="T59" fmla="*/ 3756 h 4395"/>
                <a:gd name="T60" fmla="*/ 236 w 2240"/>
                <a:gd name="T61" fmla="*/ 3803 h 4395"/>
                <a:gd name="T62" fmla="*/ 244 w 2240"/>
                <a:gd name="T63" fmla="*/ 3873 h 4395"/>
                <a:gd name="T64" fmla="*/ 225 w 2240"/>
                <a:gd name="T65" fmla="*/ 3968 h 4395"/>
                <a:gd name="T66" fmla="*/ 195 w 2240"/>
                <a:gd name="T67" fmla="*/ 4002 h 4395"/>
                <a:gd name="T68" fmla="*/ 84 w 2240"/>
                <a:gd name="T69" fmla="*/ 4053 h 4395"/>
                <a:gd name="T70" fmla="*/ 0 w 2240"/>
                <a:gd name="T71" fmla="*/ 4061 h 4395"/>
                <a:gd name="T72" fmla="*/ 0 w 2240"/>
                <a:gd name="T73" fmla="*/ 4221 h 4395"/>
                <a:gd name="T74" fmla="*/ 21 w 2240"/>
                <a:gd name="T75" fmla="*/ 4316 h 4395"/>
                <a:gd name="T76" fmla="*/ 46 w 2240"/>
                <a:gd name="T77" fmla="*/ 4352 h 4395"/>
                <a:gd name="T78" fmla="*/ 111 w 2240"/>
                <a:gd name="T79" fmla="*/ 4387 h 4395"/>
                <a:gd name="T80" fmla="*/ 240 w 2240"/>
                <a:gd name="T81" fmla="*/ 4395 h 4395"/>
                <a:gd name="T82" fmla="*/ 833 w 2240"/>
                <a:gd name="T83" fmla="*/ 4395 h 4395"/>
                <a:gd name="T84" fmla="*/ 833 w 2240"/>
                <a:gd name="T85" fmla="*/ 4395 h 4395"/>
                <a:gd name="T86" fmla="*/ 2027 w 2240"/>
                <a:gd name="T87" fmla="*/ 4392 h 4395"/>
                <a:gd name="T88" fmla="*/ 2110 w 2240"/>
                <a:gd name="T89" fmla="*/ 4362 h 4395"/>
                <a:gd name="T90" fmla="*/ 2189 w 2240"/>
                <a:gd name="T91" fmla="*/ 4285 h 4395"/>
                <a:gd name="T92" fmla="*/ 2219 w 2240"/>
                <a:gd name="T93" fmla="*/ 4211 h 4395"/>
                <a:gd name="T94" fmla="*/ 2233 w 2240"/>
                <a:gd name="T95" fmla="*/ 3987 h 4395"/>
                <a:gd name="T96" fmla="*/ 2240 w 2240"/>
                <a:gd name="T97" fmla="*/ 3096 h 4395"/>
                <a:gd name="T98" fmla="*/ 2220 w 2240"/>
                <a:gd name="T99" fmla="*/ 2181 h 4395"/>
                <a:gd name="T100" fmla="*/ 2191 w 2240"/>
                <a:gd name="T101" fmla="*/ 2035 h 4395"/>
                <a:gd name="T102" fmla="*/ 2184 w 2240"/>
                <a:gd name="T103" fmla="*/ 1911 h 4395"/>
                <a:gd name="T104" fmla="*/ 2202 w 2240"/>
                <a:gd name="T105" fmla="*/ 1799 h 4395"/>
                <a:gd name="T106" fmla="*/ 2234 w 2240"/>
                <a:gd name="T107" fmla="*/ 1722 h 4395"/>
                <a:gd name="T108" fmla="*/ 2217 w 2240"/>
                <a:gd name="T109" fmla="*/ 211 h 4395"/>
                <a:gd name="T110" fmla="*/ 2181 w 2240"/>
                <a:gd name="T111" fmla="*/ 108 h 4395"/>
                <a:gd name="T112" fmla="*/ 2112 w 2240"/>
                <a:gd name="T113" fmla="*/ 29 h 4395"/>
                <a:gd name="T114" fmla="*/ 2071 w 2240"/>
                <a:gd name="T115" fmla="*/ 11 h 4395"/>
                <a:gd name="T116" fmla="*/ 1951 w 2240"/>
                <a:gd name="T117" fmla="*/ 3 h 4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40" h="4395">
                  <a:moveTo>
                    <a:pt x="1758" y="0"/>
                  </a:moveTo>
                  <a:lnTo>
                    <a:pt x="1758" y="0"/>
                  </a:lnTo>
                  <a:lnTo>
                    <a:pt x="1531" y="1"/>
                  </a:lnTo>
                  <a:lnTo>
                    <a:pt x="1314" y="5"/>
                  </a:lnTo>
                  <a:lnTo>
                    <a:pt x="1087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66" y="15"/>
                  </a:lnTo>
                  <a:lnTo>
                    <a:pt x="147" y="22"/>
                  </a:lnTo>
                  <a:lnTo>
                    <a:pt x="124" y="33"/>
                  </a:lnTo>
                  <a:lnTo>
                    <a:pt x="99" y="47"/>
                  </a:lnTo>
                  <a:lnTo>
                    <a:pt x="87" y="54"/>
                  </a:lnTo>
                  <a:lnTo>
                    <a:pt x="76" y="64"/>
                  </a:lnTo>
                  <a:lnTo>
                    <a:pt x="65" y="74"/>
                  </a:lnTo>
                  <a:lnTo>
                    <a:pt x="53" y="86"/>
                  </a:lnTo>
                  <a:lnTo>
                    <a:pt x="45" y="97"/>
                  </a:lnTo>
                  <a:lnTo>
                    <a:pt x="38" y="111"/>
                  </a:lnTo>
                  <a:lnTo>
                    <a:pt x="38" y="111"/>
                  </a:lnTo>
                  <a:lnTo>
                    <a:pt x="27" y="139"/>
                  </a:lnTo>
                  <a:lnTo>
                    <a:pt x="17" y="164"/>
                  </a:lnTo>
                  <a:lnTo>
                    <a:pt x="10" y="191"/>
                  </a:lnTo>
                  <a:lnTo>
                    <a:pt x="5" y="218"/>
                  </a:lnTo>
                  <a:lnTo>
                    <a:pt x="2" y="250"/>
                  </a:lnTo>
                  <a:lnTo>
                    <a:pt x="0" y="288"/>
                  </a:lnTo>
                  <a:lnTo>
                    <a:pt x="2" y="333"/>
                  </a:lnTo>
                  <a:lnTo>
                    <a:pt x="3" y="387"/>
                  </a:lnTo>
                  <a:lnTo>
                    <a:pt x="3" y="387"/>
                  </a:lnTo>
                  <a:lnTo>
                    <a:pt x="6" y="497"/>
                  </a:lnTo>
                  <a:lnTo>
                    <a:pt x="7" y="728"/>
                  </a:lnTo>
                  <a:lnTo>
                    <a:pt x="7" y="1456"/>
                  </a:lnTo>
                  <a:lnTo>
                    <a:pt x="7" y="1456"/>
                  </a:lnTo>
                  <a:lnTo>
                    <a:pt x="6" y="1973"/>
                  </a:lnTo>
                  <a:lnTo>
                    <a:pt x="6" y="1973"/>
                  </a:lnTo>
                  <a:lnTo>
                    <a:pt x="6" y="2212"/>
                  </a:lnTo>
                  <a:lnTo>
                    <a:pt x="6" y="2212"/>
                  </a:lnTo>
                  <a:lnTo>
                    <a:pt x="51" y="2241"/>
                  </a:lnTo>
                  <a:lnTo>
                    <a:pt x="94" y="2272"/>
                  </a:lnTo>
                  <a:lnTo>
                    <a:pt x="94" y="2272"/>
                  </a:lnTo>
                  <a:lnTo>
                    <a:pt x="130" y="2298"/>
                  </a:lnTo>
                  <a:lnTo>
                    <a:pt x="147" y="2311"/>
                  </a:lnTo>
                  <a:lnTo>
                    <a:pt x="163" y="2326"/>
                  </a:lnTo>
                  <a:lnTo>
                    <a:pt x="179" y="2342"/>
                  </a:lnTo>
                  <a:lnTo>
                    <a:pt x="194" y="2357"/>
                  </a:lnTo>
                  <a:lnTo>
                    <a:pt x="208" y="2374"/>
                  </a:lnTo>
                  <a:lnTo>
                    <a:pt x="221" y="2393"/>
                  </a:lnTo>
                  <a:lnTo>
                    <a:pt x="221" y="2393"/>
                  </a:lnTo>
                  <a:lnTo>
                    <a:pt x="232" y="2410"/>
                  </a:lnTo>
                  <a:lnTo>
                    <a:pt x="240" y="2426"/>
                  </a:lnTo>
                  <a:lnTo>
                    <a:pt x="248" y="2445"/>
                  </a:lnTo>
                  <a:lnTo>
                    <a:pt x="254" y="2463"/>
                  </a:lnTo>
                  <a:lnTo>
                    <a:pt x="258" y="2481"/>
                  </a:lnTo>
                  <a:lnTo>
                    <a:pt x="261" y="2500"/>
                  </a:lnTo>
                  <a:lnTo>
                    <a:pt x="261" y="2520"/>
                  </a:lnTo>
                  <a:lnTo>
                    <a:pt x="259" y="2541"/>
                  </a:lnTo>
                  <a:lnTo>
                    <a:pt x="259" y="2541"/>
                  </a:lnTo>
                  <a:lnTo>
                    <a:pt x="257" y="2559"/>
                  </a:lnTo>
                  <a:lnTo>
                    <a:pt x="253" y="2575"/>
                  </a:lnTo>
                  <a:lnTo>
                    <a:pt x="246" y="2592"/>
                  </a:lnTo>
                  <a:lnTo>
                    <a:pt x="234" y="2607"/>
                  </a:lnTo>
                  <a:lnTo>
                    <a:pt x="234" y="2607"/>
                  </a:lnTo>
                  <a:lnTo>
                    <a:pt x="223" y="2624"/>
                  </a:lnTo>
                  <a:lnTo>
                    <a:pt x="212" y="2641"/>
                  </a:lnTo>
                  <a:lnTo>
                    <a:pt x="198" y="2656"/>
                  </a:lnTo>
                  <a:lnTo>
                    <a:pt x="191" y="2663"/>
                  </a:lnTo>
                  <a:lnTo>
                    <a:pt x="183" y="2670"/>
                  </a:lnTo>
                  <a:lnTo>
                    <a:pt x="183" y="2670"/>
                  </a:lnTo>
                  <a:lnTo>
                    <a:pt x="172" y="2677"/>
                  </a:lnTo>
                  <a:lnTo>
                    <a:pt x="159" y="2684"/>
                  </a:lnTo>
                  <a:lnTo>
                    <a:pt x="145" y="2690"/>
                  </a:lnTo>
                  <a:lnTo>
                    <a:pt x="130" y="2694"/>
                  </a:lnTo>
                  <a:lnTo>
                    <a:pt x="116" y="2698"/>
                  </a:lnTo>
                  <a:lnTo>
                    <a:pt x="101" y="2699"/>
                  </a:lnTo>
                  <a:lnTo>
                    <a:pt x="84" y="2701"/>
                  </a:lnTo>
                  <a:lnTo>
                    <a:pt x="69" y="2702"/>
                  </a:lnTo>
                  <a:lnTo>
                    <a:pt x="69" y="2702"/>
                  </a:lnTo>
                  <a:lnTo>
                    <a:pt x="42" y="2701"/>
                  </a:lnTo>
                  <a:lnTo>
                    <a:pt x="17" y="2697"/>
                  </a:lnTo>
                  <a:lnTo>
                    <a:pt x="17" y="2697"/>
                  </a:lnTo>
                  <a:lnTo>
                    <a:pt x="7" y="2694"/>
                  </a:lnTo>
                  <a:lnTo>
                    <a:pt x="7" y="2694"/>
                  </a:lnTo>
                  <a:lnTo>
                    <a:pt x="5" y="2694"/>
                  </a:lnTo>
                  <a:lnTo>
                    <a:pt x="5" y="2694"/>
                  </a:lnTo>
                  <a:lnTo>
                    <a:pt x="5" y="2825"/>
                  </a:lnTo>
                  <a:lnTo>
                    <a:pt x="5" y="2825"/>
                  </a:lnTo>
                  <a:lnTo>
                    <a:pt x="5" y="2890"/>
                  </a:lnTo>
                  <a:lnTo>
                    <a:pt x="5" y="2890"/>
                  </a:lnTo>
                  <a:lnTo>
                    <a:pt x="51" y="2921"/>
                  </a:lnTo>
                  <a:lnTo>
                    <a:pt x="94" y="2951"/>
                  </a:lnTo>
                  <a:lnTo>
                    <a:pt x="94" y="2951"/>
                  </a:lnTo>
                  <a:lnTo>
                    <a:pt x="130" y="2978"/>
                  </a:lnTo>
                  <a:lnTo>
                    <a:pt x="147" y="2990"/>
                  </a:lnTo>
                  <a:lnTo>
                    <a:pt x="163" y="3006"/>
                  </a:lnTo>
                  <a:lnTo>
                    <a:pt x="179" y="3021"/>
                  </a:lnTo>
                  <a:lnTo>
                    <a:pt x="194" y="3036"/>
                  </a:lnTo>
                  <a:lnTo>
                    <a:pt x="208" y="3053"/>
                  </a:lnTo>
                  <a:lnTo>
                    <a:pt x="221" y="3072"/>
                  </a:lnTo>
                  <a:lnTo>
                    <a:pt x="221" y="3072"/>
                  </a:lnTo>
                  <a:lnTo>
                    <a:pt x="232" y="3089"/>
                  </a:lnTo>
                  <a:lnTo>
                    <a:pt x="240" y="3106"/>
                  </a:lnTo>
                  <a:lnTo>
                    <a:pt x="248" y="3124"/>
                  </a:lnTo>
                  <a:lnTo>
                    <a:pt x="254" y="3142"/>
                  </a:lnTo>
                  <a:lnTo>
                    <a:pt x="258" y="3160"/>
                  </a:lnTo>
                  <a:lnTo>
                    <a:pt x="261" y="3180"/>
                  </a:lnTo>
                  <a:lnTo>
                    <a:pt x="261" y="3199"/>
                  </a:lnTo>
                  <a:lnTo>
                    <a:pt x="259" y="3220"/>
                  </a:lnTo>
                  <a:lnTo>
                    <a:pt x="259" y="3220"/>
                  </a:lnTo>
                  <a:lnTo>
                    <a:pt x="257" y="3238"/>
                  </a:lnTo>
                  <a:lnTo>
                    <a:pt x="253" y="3255"/>
                  </a:lnTo>
                  <a:lnTo>
                    <a:pt x="246" y="3272"/>
                  </a:lnTo>
                  <a:lnTo>
                    <a:pt x="234" y="3287"/>
                  </a:lnTo>
                  <a:lnTo>
                    <a:pt x="234" y="3287"/>
                  </a:lnTo>
                  <a:lnTo>
                    <a:pt x="223" y="3304"/>
                  </a:lnTo>
                  <a:lnTo>
                    <a:pt x="212" y="3320"/>
                  </a:lnTo>
                  <a:lnTo>
                    <a:pt x="198" y="3336"/>
                  </a:lnTo>
                  <a:lnTo>
                    <a:pt x="191" y="3343"/>
                  </a:lnTo>
                  <a:lnTo>
                    <a:pt x="183" y="3350"/>
                  </a:lnTo>
                  <a:lnTo>
                    <a:pt x="183" y="3350"/>
                  </a:lnTo>
                  <a:lnTo>
                    <a:pt x="172" y="3356"/>
                  </a:lnTo>
                  <a:lnTo>
                    <a:pt x="159" y="3363"/>
                  </a:lnTo>
                  <a:lnTo>
                    <a:pt x="145" y="3369"/>
                  </a:lnTo>
                  <a:lnTo>
                    <a:pt x="130" y="3373"/>
                  </a:lnTo>
                  <a:lnTo>
                    <a:pt x="116" y="3377"/>
                  </a:lnTo>
                  <a:lnTo>
                    <a:pt x="101" y="3379"/>
                  </a:lnTo>
                  <a:lnTo>
                    <a:pt x="84" y="3380"/>
                  </a:lnTo>
                  <a:lnTo>
                    <a:pt x="69" y="3382"/>
                  </a:lnTo>
                  <a:lnTo>
                    <a:pt x="69" y="3382"/>
                  </a:lnTo>
                  <a:lnTo>
                    <a:pt x="42" y="3380"/>
                  </a:lnTo>
                  <a:lnTo>
                    <a:pt x="17" y="3376"/>
                  </a:lnTo>
                  <a:lnTo>
                    <a:pt x="17" y="3376"/>
                  </a:lnTo>
                  <a:lnTo>
                    <a:pt x="6" y="3373"/>
                  </a:lnTo>
                  <a:lnTo>
                    <a:pt x="6" y="3373"/>
                  </a:lnTo>
                  <a:lnTo>
                    <a:pt x="3" y="3372"/>
                  </a:lnTo>
                  <a:lnTo>
                    <a:pt x="3" y="3372"/>
                  </a:lnTo>
                  <a:lnTo>
                    <a:pt x="3" y="3498"/>
                  </a:lnTo>
                  <a:lnTo>
                    <a:pt x="3" y="3498"/>
                  </a:lnTo>
                  <a:lnTo>
                    <a:pt x="2" y="3688"/>
                  </a:lnTo>
                  <a:lnTo>
                    <a:pt x="2" y="3688"/>
                  </a:lnTo>
                  <a:lnTo>
                    <a:pt x="20" y="3692"/>
                  </a:lnTo>
                  <a:lnTo>
                    <a:pt x="20" y="3692"/>
                  </a:lnTo>
                  <a:lnTo>
                    <a:pt x="56" y="3699"/>
                  </a:lnTo>
                  <a:lnTo>
                    <a:pt x="95" y="3705"/>
                  </a:lnTo>
                  <a:lnTo>
                    <a:pt x="95" y="3705"/>
                  </a:lnTo>
                  <a:lnTo>
                    <a:pt x="112" y="3706"/>
                  </a:lnTo>
                  <a:lnTo>
                    <a:pt x="129" y="3710"/>
                  </a:lnTo>
                  <a:lnTo>
                    <a:pt x="129" y="3710"/>
                  </a:lnTo>
                  <a:lnTo>
                    <a:pt x="149" y="3716"/>
                  </a:lnTo>
                  <a:lnTo>
                    <a:pt x="169" y="3724"/>
                  </a:lnTo>
                  <a:lnTo>
                    <a:pt x="187" y="3735"/>
                  </a:lnTo>
                  <a:lnTo>
                    <a:pt x="202" y="3749"/>
                  </a:lnTo>
                  <a:lnTo>
                    <a:pt x="211" y="3756"/>
                  </a:lnTo>
                  <a:lnTo>
                    <a:pt x="216" y="3764"/>
                  </a:lnTo>
                  <a:lnTo>
                    <a:pt x="222" y="3774"/>
                  </a:lnTo>
                  <a:lnTo>
                    <a:pt x="227" y="3782"/>
                  </a:lnTo>
                  <a:lnTo>
                    <a:pt x="232" y="3792"/>
                  </a:lnTo>
                  <a:lnTo>
                    <a:pt x="236" y="3803"/>
                  </a:lnTo>
                  <a:lnTo>
                    <a:pt x="239" y="3814"/>
                  </a:lnTo>
                  <a:lnTo>
                    <a:pt x="240" y="3826"/>
                  </a:lnTo>
                  <a:lnTo>
                    <a:pt x="240" y="3826"/>
                  </a:lnTo>
                  <a:lnTo>
                    <a:pt x="243" y="3849"/>
                  </a:lnTo>
                  <a:lnTo>
                    <a:pt x="244" y="3873"/>
                  </a:lnTo>
                  <a:lnTo>
                    <a:pt x="243" y="3898"/>
                  </a:lnTo>
                  <a:lnTo>
                    <a:pt x="240" y="3923"/>
                  </a:lnTo>
                  <a:lnTo>
                    <a:pt x="234" y="3947"/>
                  </a:lnTo>
                  <a:lnTo>
                    <a:pt x="230" y="3957"/>
                  </a:lnTo>
                  <a:lnTo>
                    <a:pt x="225" y="3968"/>
                  </a:lnTo>
                  <a:lnTo>
                    <a:pt x="219" y="3977"/>
                  </a:lnTo>
                  <a:lnTo>
                    <a:pt x="212" y="3987"/>
                  </a:lnTo>
                  <a:lnTo>
                    <a:pt x="205" y="3995"/>
                  </a:lnTo>
                  <a:lnTo>
                    <a:pt x="195" y="4002"/>
                  </a:lnTo>
                  <a:lnTo>
                    <a:pt x="195" y="4002"/>
                  </a:lnTo>
                  <a:lnTo>
                    <a:pt x="176" y="4016"/>
                  </a:lnTo>
                  <a:lnTo>
                    <a:pt x="154" y="4029"/>
                  </a:lnTo>
                  <a:lnTo>
                    <a:pt x="131" y="4039"/>
                  </a:lnTo>
                  <a:lnTo>
                    <a:pt x="108" y="4047"/>
                  </a:lnTo>
                  <a:lnTo>
                    <a:pt x="84" y="4053"/>
                  </a:lnTo>
                  <a:lnTo>
                    <a:pt x="59" y="4058"/>
                  </a:lnTo>
                  <a:lnTo>
                    <a:pt x="34" y="4061"/>
                  </a:lnTo>
                  <a:lnTo>
                    <a:pt x="9" y="4061"/>
                  </a:lnTo>
                  <a:lnTo>
                    <a:pt x="9" y="4061"/>
                  </a:lnTo>
                  <a:lnTo>
                    <a:pt x="0" y="4061"/>
                  </a:lnTo>
                  <a:lnTo>
                    <a:pt x="0" y="4061"/>
                  </a:lnTo>
                  <a:lnTo>
                    <a:pt x="0" y="4172"/>
                  </a:lnTo>
                  <a:lnTo>
                    <a:pt x="0" y="4172"/>
                  </a:lnTo>
                  <a:lnTo>
                    <a:pt x="0" y="4221"/>
                  </a:lnTo>
                  <a:lnTo>
                    <a:pt x="0" y="4221"/>
                  </a:lnTo>
                  <a:lnTo>
                    <a:pt x="2" y="4236"/>
                  </a:lnTo>
                  <a:lnTo>
                    <a:pt x="5" y="4253"/>
                  </a:lnTo>
                  <a:lnTo>
                    <a:pt x="7" y="4273"/>
                  </a:lnTo>
                  <a:lnTo>
                    <a:pt x="13" y="4293"/>
                  </a:lnTo>
                  <a:lnTo>
                    <a:pt x="21" y="4316"/>
                  </a:lnTo>
                  <a:lnTo>
                    <a:pt x="27" y="4325"/>
                  </a:lnTo>
                  <a:lnTo>
                    <a:pt x="33" y="4335"/>
                  </a:lnTo>
                  <a:lnTo>
                    <a:pt x="39" y="4344"/>
                  </a:lnTo>
                  <a:lnTo>
                    <a:pt x="46" y="4352"/>
                  </a:lnTo>
                  <a:lnTo>
                    <a:pt x="46" y="4352"/>
                  </a:lnTo>
                  <a:lnTo>
                    <a:pt x="62" y="4363"/>
                  </a:lnTo>
                  <a:lnTo>
                    <a:pt x="76" y="4373"/>
                  </a:lnTo>
                  <a:lnTo>
                    <a:pt x="92" y="4380"/>
                  </a:lnTo>
                  <a:lnTo>
                    <a:pt x="111" y="4387"/>
                  </a:lnTo>
                  <a:lnTo>
                    <a:pt x="111" y="4387"/>
                  </a:lnTo>
                  <a:lnTo>
                    <a:pt x="136" y="4391"/>
                  </a:lnTo>
                  <a:lnTo>
                    <a:pt x="163" y="4394"/>
                  </a:lnTo>
                  <a:lnTo>
                    <a:pt x="198" y="4395"/>
                  </a:lnTo>
                  <a:lnTo>
                    <a:pt x="240" y="4395"/>
                  </a:lnTo>
                  <a:lnTo>
                    <a:pt x="240" y="4395"/>
                  </a:lnTo>
                  <a:lnTo>
                    <a:pt x="544" y="4395"/>
                  </a:lnTo>
                  <a:lnTo>
                    <a:pt x="544" y="4395"/>
                  </a:lnTo>
                  <a:lnTo>
                    <a:pt x="551" y="4395"/>
                  </a:lnTo>
                  <a:lnTo>
                    <a:pt x="551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1997" y="4395"/>
                  </a:lnTo>
                  <a:lnTo>
                    <a:pt x="1997" y="4395"/>
                  </a:lnTo>
                  <a:lnTo>
                    <a:pt x="2006" y="4395"/>
                  </a:lnTo>
                  <a:lnTo>
                    <a:pt x="2027" y="4392"/>
                  </a:lnTo>
                  <a:lnTo>
                    <a:pt x="2040" y="4389"/>
                  </a:lnTo>
                  <a:lnTo>
                    <a:pt x="2056" y="4385"/>
                  </a:lnTo>
                  <a:lnTo>
                    <a:pt x="2074" y="4380"/>
                  </a:lnTo>
                  <a:lnTo>
                    <a:pt x="2092" y="4371"/>
                  </a:lnTo>
                  <a:lnTo>
                    <a:pt x="2110" y="4362"/>
                  </a:lnTo>
                  <a:lnTo>
                    <a:pt x="2130" y="4350"/>
                  </a:lnTo>
                  <a:lnTo>
                    <a:pt x="2148" y="4335"/>
                  </a:lnTo>
                  <a:lnTo>
                    <a:pt x="2166" y="4317"/>
                  </a:lnTo>
                  <a:lnTo>
                    <a:pt x="2183" y="4296"/>
                  </a:lnTo>
                  <a:lnTo>
                    <a:pt x="2189" y="4285"/>
                  </a:lnTo>
                  <a:lnTo>
                    <a:pt x="2196" y="4273"/>
                  </a:lnTo>
                  <a:lnTo>
                    <a:pt x="2203" y="4259"/>
                  </a:lnTo>
                  <a:lnTo>
                    <a:pt x="2209" y="4243"/>
                  </a:lnTo>
                  <a:lnTo>
                    <a:pt x="2215" y="4228"/>
                  </a:lnTo>
                  <a:lnTo>
                    <a:pt x="2219" y="4211"/>
                  </a:lnTo>
                  <a:lnTo>
                    <a:pt x="2219" y="4211"/>
                  </a:lnTo>
                  <a:lnTo>
                    <a:pt x="2222" y="4196"/>
                  </a:lnTo>
                  <a:lnTo>
                    <a:pt x="2224" y="4171"/>
                  </a:lnTo>
                  <a:lnTo>
                    <a:pt x="2228" y="4094"/>
                  </a:lnTo>
                  <a:lnTo>
                    <a:pt x="2233" y="3987"/>
                  </a:lnTo>
                  <a:lnTo>
                    <a:pt x="2235" y="3852"/>
                  </a:lnTo>
                  <a:lnTo>
                    <a:pt x="2237" y="3693"/>
                  </a:lnTo>
                  <a:lnTo>
                    <a:pt x="2238" y="3511"/>
                  </a:lnTo>
                  <a:lnTo>
                    <a:pt x="2240" y="3096"/>
                  </a:lnTo>
                  <a:lnTo>
                    <a:pt x="2240" y="3096"/>
                  </a:lnTo>
                  <a:lnTo>
                    <a:pt x="2238" y="2669"/>
                  </a:lnTo>
                  <a:lnTo>
                    <a:pt x="2237" y="2222"/>
                  </a:lnTo>
                  <a:lnTo>
                    <a:pt x="2237" y="2222"/>
                  </a:lnTo>
                  <a:lnTo>
                    <a:pt x="2228" y="2202"/>
                  </a:lnTo>
                  <a:lnTo>
                    <a:pt x="2220" y="2181"/>
                  </a:lnTo>
                  <a:lnTo>
                    <a:pt x="2213" y="2158"/>
                  </a:lnTo>
                  <a:lnTo>
                    <a:pt x="2208" y="2133"/>
                  </a:lnTo>
                  <a:lnTo>
                    <a:pt x="2208" y="2133"/>
                  </a:lnTo>
                  <a:lnTo>
                    <a:pt x="2199" y="2084"/>
                  </a:lnTo>
                  <a:lnTo>
                    <a:pt x="2191" y="2035"/>
                  </a:lnTo>
                  <a:lnTo>
                    <a:pt x="2185" y="1987"/>
                  </a:lnTo>
                  <a:lnTo>
                    <a:pt x="2183" y="1963"/>
                  </a:lnTo>
                  <a:lnTo>
                    <a:pt x="2183" y="1938"/>
                  </a:lnTo>
                  <a:lnTo>
                    <a:pt x="2183" y="1938"/>
                  </a:lnTo>
                  <a:lnTo>
                    <a:pt x="2184" y="1911"/>
                  </a:lnTo>
                  <a:lnTo>
                    <a:pt x="2185" y="1884"/>
                  </a:lnTo>
                  <a:lnTo>
                    <a:pt x="2185" y="1884"/>
                  </a:lnTo>
                  <a:lnTo>
                    <a:pt x="2192" y="1840"/>
                  </a:lnTo>
                  <a:lnTo>
                    <a:pt x="2196" y="1819"/>
                  </a:lnTo>
                  <a:lnTo>
                    <a:pt x="2202" y="1799"/>
                  </a:lnTo>
                  <a:lnTo>
                    <a:pt x="2208" y="1779"/>
                  </a:lnTo>
                  <a:lnTo>
                    <a:pt x="2216" y="1760"/>
                  </a:lnTo>
                  <a:lnTo>
                    <a:pt x="2224" y="1740"/>
                  </a:lnTo>
                  <a:lnTo>
                    <a:pt x="2234" y="1722"/>
                  </a:lnTo>
                  <a:lnTo>
                    <a:pt x="2234" y="1722"/>
                  </a:lnTo>
                  <a:lnTo>
                    <a:pt x="2228" y="1146"/>
                  </a:lnTo>
                  <a:lnTo>
                    <a:pt x="2224" y="667"/>
                  </a:lnTo>
                  <a:lnTo>
                    <a:pt x="2219" y="218"/>
                  </a:lnTo>
                  <a:lnTo>
                    <a:pt x="2219" y="218"/>
                  </a:lnTo>
                  <a:lnTo>
                    <a:pt x="2217" y="211"/>
                  </a:lnTo>
                  <a:lnTo>
                    <a:pt x="2213" y="191"/>
                  </a:lnTo>
                  <a:lnTo>
                    <a:pt x="2203" y="161"/>
                  </a:lnTo>
                  <a:lnTo>
                    <a:pt x="2198" y="145"/>
                  </a:lnTo>
                  <a:lnTo>
                    <a:pt x="2189" y="127"/>
                  </a:lnTo>
                  <a:lnTo>
                    <a:pt x="2181" y="108"/>
                  </a:lnTo>
                  <a:lnTo>
                    <a:pt x="2170" y="90"/>
                  </a:lnTo>
                  <a:lnTo>
                    <a:pt x="2159" y="72"/>
                  </a:lnTo>
                  <a:lnTo>
                    <a:pt x="2145" y="57"/>
                  </a:lnTo>
                  <a:lnTo>
                    <a:pt x="2130" y="42"/>
                  </a:lnTo>
                  <a:lnTo>
                    <a:pt x="2112" y="29"/>
                  </a:lnTo>
                  <a:lnTo>
                    <a:pt x="2103" y="24"/>
                  </a:lnTo>
                  <a:lnTo>
                    <a:pt x="2093" y="19"/>
                  </a:lnTo>
                  <a:lnTo>
                    <a:pt x="2082" y="15"/>
                  </a:lnTo>
                  <a:lnTo>
                    <a:pt x="2071" y="11"/>
                  </a:lnTo>
                  <a:lnTo>
                    <a:pt x="2071" y="11"/>
                  </a:lnTo>
                  <a:lnTo>
                    <a:pt x="2068" y="11"/>
                  </a:lnTo>
                  <a:lnTo>
                    <a:pt x="2068" y="11"/>
                  </a:lnTo>
                  <a:lnTo>
                    <a:pt x="2049" y="8"/>
                  </a:lnTo>
                  <a:lnTo>
                    <a:pt x="2022" y="5"/>
                  </a:lnTo>
                  <a:lnTo>
                    <a:pt x="1951" y="3"/>
                  </a:lnTo>
                  <a:lnTo>
                    <a:pt x="1862" y="0"/>
                  </a:lnTo>
                  <a:lnTo>
                    <a:pt x="1758" y="0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6F12D354-753B-1AAC-ED1A-2CF2A9FF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0"/>
              <a:ext cx="1119" cy="2198"/>
            </a:xfrm>
            <a:custGeom>
              <a:avLst/>
              <a:gdLst>
                <a:gd name="T0" fmla="*/ 1087 w 2240"/>
                <a:gd name="T1" fmla="*/ 11 h 4395"/>
                <a:gd name="T2" fmla="*/ 124 w 2240"/>
                <a:gd name="T3" fmla="*/ 33 h 4395"/>
                <a:gd name="T4" fmla="*/ 53 w 2240"/>
                <a:gd name="T5" fmla="*/ 86 h 4395"/>
                <a:gd name="T6" fmla="*/ 17 w 2240"/>
                <a:gd name="T7" fmla="*/ 164 h 4395"/>
                <a:gd name="T8" fmla="*/ 2 w 2240"/>
                <a:gd name="T9" fmla="*/ 333 h 4395"/>
                <a:gd name="T10" fmla="*/ 7 w 2240"/>
                <a:gd name="T11" fmla="*/ 1456 h 4395"/>
                <a:gd name="T12" fmla="*/ 6 w 2240"/>
                <a:gd name="T13" fmla="*/ 2212 h 4395"/>
                <a:gd name="T14" fmla="*/ 147 w 2240"/>
                <a:gd name="T15" fmla="*/ 2311 h 4395"/>
                <a:gd name="T16" fmla="*/ 221 w 2240"/>
                <a:gd name="T17" fmla="*/ 2393 h 4395"/>
                <a:gd name="T18" fmla="*/ 254 w 2240"/>
                <a:gd name="T19" fmla="*/ 2463 h 4395"/>
                <a:gd name="T20" fmla="*/ 259 w 2240"/>
                <a:gd name="T21" fmla="*/ 2541 h 4395"/>
                <a:gd name="T22" fmla="*/ 234 w 2240"/>
                <a:gd name="T23" fmla="*/ 2607 h 4395"/>
                <a:gd name="T24" fmla="*/ 183 w 2240"/>
                <a:gd name="T25" fmla="*/ 2670 h 4395"/>
                <a:gd name="T26" fmla="*/ 130 w 2240"/>
                <a:gd name="T27" fmla="*/ 2694 h 4395"/>
                <a:gd name="T28" fmla="*/ 69 w 2240"/>
                <a:gd name="T29" fmla="*/ 2702 h 4395"/>
                <a:gd name="T30" fmla="*/ 7 w 2240"/>
                <a:gd name="T31" fmla="*/ 2694 h 4395"/>
                <a:gd name="T32" fmla="*/ 5 w 2240"/>
                <a:gd name="T33" fmla="*/ 2890 h 4395"/>
                <a:gd name="T34" fmla="*/ 130 w 2240"/>
                <a:gd name="T35" fmla="*/ 2978 h 4395"/>
                <a:gd name="T36" fmla="*/ 208 w 2240"/>
                <a:gd name="T37" fmla="*/ 3053 h 4395"/>
                <a:gd name="T38" fmla="*/ 248 w 2240"/>
                <a:gd name="T39" fmla="*/ 3124 h 4395"/>
                <a:gd name="T40" fmla="*/ 259 w 2240"/>
                <a:gd name="T41" fmla="*/ 3220 h 4395"/>
                <a:gd name="T42" fmla="*/ 234 w 2240"/>
                <a:gd name="T43" fmla="*/ 3287 h 4395"/>
                <a:gd name="T44" fmla="*/ 191 w 2240"/>
                <a:gd name="T45" fmla="*/ 3343 h 4395"/>
                <a:gd name="T46" fmla="*/ 145 w 2240"/>
                <a:gd name="T47" fmla="*/ 3369 h 4395"/>
                <a:gd name="T48" fmla="*/ 69 w 2240"/>
                <a:gd name="T49" fmla="*/ 3382 h 4395"/>
                <a:gd name="T50" fmla="*/ 6 w 2240"/>
                <a:gd name="T51" fmla="*/ 3373 h 4395"/>
                <a:gd name="T52" fmla="*/ 3 w 2240"/>
                <a:gd name="T53" fmla="*/ 3498 h 4395"/>
                <a:gd name="T54" fmla="*/ 56 w 2240"/>
                <a:gd name="T55" fmla="*/ 3699 h 4395"/>
                <a:gd name="T56" fmla="*/ 129 w 2240"/>
                <a:gd name="T57" fmla="*/ 3710 h 4395"/>
                <a:gd name="T58" fmla="*/ 211 w 2240"/>
                <a:gd name="T59" fmla="*/ 3756 h 4395"/>
                <a:gd name="T60" fmla="*/ 236 w 2240"/>
                <a:gd name="T61" fmla="*/ 3803 h 4395"/>
                <a:gd name="T62" fmla="*/ 244 w 2240"/>
                <a:gd name="T63" fmla="*/ 3873 h 4395"/>
                <a:gd name="T64" fmla="*/ 225 w 2240"/>
                <a:gd name="T65" fmla="*/ 3968 h 4395"/>
                <a:gd name="T66" fmla="*/ 195 w 2240"/>
                <a:gd name="T67" fmla="*/ 4002 h 4395"/>
                <a:gd name="T68" fmla="*/ 84 w 2240"/>
                <a:gd name="T69" fmla="*/ 4053 h 4395"/>
                <a:gd name="T70" fmla="*/ 0 w 2240"/>
                <a:gd name="T71" fmla="*/ 4061 h 4395"/>
                <a:gd name="T72" fmla="*/ 0 w 2240"/>
                <a:gd name="T73" fmla="*/ 4221 h 4395"/>
                <a:gd name="T74" fmla="*/ 21 w 2240"/>
                <a:gd name="T75" fmla="*/ 4316 h 4395"/>
                <a:gd name="T76" fmla="*/ 46 w 2240"/>
                <a:gd name="T77" fmla="*/ 4352 h 4395"/>
                <a:gd name="T78" fmla="*/ 111 w 2240"/>
                <a:gd name="T79" fmla="*/ 4387 h 4395"/>
                <a:gd name="T80" fmla="*/ 240 w 2240"/>
                <a:gd name="T81" fmla="*/ 4395 h 4395"/>
                <a:gd name="T82" fmla="*/ 833 w 2240"/>
                <a:gd name="T83" fmla="*/ 4395 h 4395"/>
                <a:gd name="T84" fmla="*/ 833 w 2240"/>
                <a:gd name="T85" fmla="*/ 4395 h 4395"/>
                <a:gd name="T86" fmla="*/ 2027 w 2240"/>
                <a:gd name="T87" fmla="*/ 4392 h 4395"/>
                <a:gd name="T88" fmla="*/ 2110 w 2240"/>
                <a:gd name="T89" fmla="*/ 4362 h 4395"/>
                <a:gd name="T90" fmla="*/ 2189 w 2240"/>
                <a:gd name="T91" fmla="*/ 4285 h 4395"/>
                <a:gd name="T92" fmla="*/ 2219 w 2240"/>
                <a:gd name="T93" fmla="*/ 4211 h 4395"/>
                <a:gd name="T94" fmla="*/ 2233 w 2240"/>
                <a:gd name="T95" fmla="*/ 3987 h 4395"/>
                <a:gd name="T96" fmla="*/ 2240 w 2240"/>
                <a:gd name="T97" fmla="*/ 3096 h 4395"/>
                <a:gd name="T98" fmla="*/ 2220 w 2240"/>
                <a:gd name="T99" fmla="*/ 2181 h 4395"/>
                <a:gd name="T100" fmla="*/ 2191 w 2240"/>
                <a:gd name="T101" fmla="*/ 2035 h 4395"/>
                <a:gd name="T102" fmla="*/ 2184 w 2240"/>
                <a:gd name="T103" fmla="*/ 1911 h 4395"/>
                <a:gd name="T104" fmla="*/ 2202 w 2240"/>
                <a:gd name="T105" fmla="*/ 1799 h 4395"/>
                <a:gd name="T106" fmla="*/ 2234 w 2240"/>
                <a:gd name="T107" fmla="*/ 1722 h 4395"/>
                <a:gd name="T108" fmla="*/ 2217 w 2240"/>
                <a:gd name="T109" fmla="*/ 211 h 4395"/>
                <a:gd name="T110" fmla="*/ 2181 w 2240"/>
                <a:gd name="T111" fmla="*/ 108 h 4395"/>
                <a:gd name="T112" fmla="*/ 2112 w 2240"/>
                <a:gd name="T113" fmla="*/ 29 h 4395"/>
                <a:gd name="T114" fmla="*/ 2071 w 2240"/>
                <a:gd name="T115" fmla="*/ 11 h 4395"/>
                <a:gd name="T116" fmla="*/ 1951 w 2240"/>
                <a:gd name="T117" fmla="*/ 3 h 4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40" h="4395">
                  <a:moveTo>
                    <a:pt x="1758" y="0"/>
                  </a:moveTo>
                  <a:lnTo>
                    <a:pt x="1758" y="0"/>
                  </a:lnTo>
                  <a:lnTo>
                    <a:pt x="1531" y="1"/>
                  </a:lnTo>
                  <a:lnTo>
                    <a:pt x="1314" y="5"/>
                  </a:lnTo>
                  <a:lnTo>
                    <a:pt x="1087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66" y="15"/>
                  </a:lnTo>
                  <a:lnTo>
                    <a:pt x="147" y="22"/>
                  </a:lnTo>
                  <a:lnTo>
                    <a:pt x="124" y="33"/>
                  </a:lnTo>
                  <a:lnTo>
                    <a:pt x="99" y="47"/>
                  </a:lnTo>
                  <a:lnTo>
                    <a:pt x="87" y="54"/>
                  </a:lnTo>
                  <a:lnTo>
                    <a:pt x="76" y="64"/>
                  </a:lnTo>
                  <a:lnTo>
                    <a:pt x="65" y="74"/>
                  </a:lnTo>
                  <a:lnTo>
                    <a:pt x="53" y="86"/>
                  </a:lnTo>
                  <a:lnTo>
                    <a:pt x="45" y="97"/>
                  </a:lnTo>
                  <a:lnTo>
                    <a:pt x="38" y="111"/>
                  </a:lnTo>
                  <a:lnTo>
                    <a:pt x="38" y="111"/>
                  </a:lnTo>
                  <a:lnTo>
                    <a:pt x="27" y="139"/>
                  </a:lnTo>
                  <a:lnTo>
                    <a:pt x="17" y="164"/>
                  </a:lnTo>
                  <a:lnTo>
                    <a:pt x="10" y="191"/>
                  </a:lnTo>
                  <a:lnTo>
                    <a:pt x="5" y="218"/>
                  </a:lnTo>
                  <a:lnTo>
                    <a:pt x="2" y="250"/>
                  </a:lnTo>
                  <a:lnTo>
                    <a:pt x="0" y="288"/>
                  </a:lnTo>
                  <a:lnTo>
                    <a:pt x="2" y="333"/>
                  </a:lnTo>
                  <a:lnTo>
                    <a:pt x="3" y="387"/>
                  </a:lnTo>
                  <a:lnTo>
                    <a:pt x="3" y="387"/>
                  </a:lnTo>
                  <a:lnTo>
                    <a:pt x="6" y="497"/>
                  </a:lnTo>
                  <a:lnTo>
                    <a:pt x="7" y="728"/>
                  </a:lnTo>
                  <a:lnTo>
                    <a:pt x="7" y="1456"/>
                  </a:lnTo>
                  <a:lnTo>
                    <a:pt x="7" y="1456"/>
                  </a:lnTo>
                  <a:lnTo>
                    <a:pt x="6" y="1973"/>
                  </a:lnTo>
                  <a:lnTo>
                    <a:pt x="6" y="1973"/>
                  </a:lnTo>
                  <a:lnTo>
                    <a:pt x="6" y="2212"/>
                  </a:lnTo>
                  <a:lnTo>
                    <a:pt x="6" y="2212"/>
                  </a:lnTo>
                  <a:lnTo>
                    <a:pt x="51" y="2241"/>
                  </a:lnTo>
                  <a:lnTo>
                    <a:pt x="94" y="2272"/>
                  </a:lnTo>
                  <a:lnTo>
                    <a:pt x="94" y="2272"/>
                  </a:lnTo>
                  <a:lnTo>
                    <a:pt x="130" y="2298"/>
                  </a:lnTo>
                  <a:lnTo>
                    <a:pt x="147" y="2311"/>
                  </a:lnTo>
                  <a:lnTo>
                    <a:pt x="163" y="2326"/>
                  </a:lnTo>
                  <a:lnTo>
                    <a:pt x="179" y="2342"/>
                  </a:lnTo>
                  <a:lnTo>
                    <a:pt x="194" y="2357"/>
                  </a:lnTo>
                  <a:lnTo>
                    <a:pt x="208" y="2374"/>
                  </a:lnTo>
                  <a:lnTo>
                    <a:pt x="221" y="2393"/>
                  </a:lnTo>
                  <a:lnTo>
                    <a:pt x="221" y="2393"/>
                  </a:lnTo>
                  <a:lnTo>
                    <a:pt x="232" y="2410"/>
                  </a:lnTo>
                  <a:lnTo>
                    <a:pt x="240" y="2426"/>
                  </a:lnTo>
                  <a:lnTo>
                    <a:pt x="248" y="2445"/>
                  </a:lnTo>
                  <a:lnTo>
                    <a:pt x="254" y="2463"/>
                  </a:lnTo>
                  <a:lnTo>
                    <a:pt x="258" y="2481"/>
                  </a:lnTo>
                  <a:lnTo>
                    <a:pt x="261" y="2500"/>
                  </a:lnTo>
                  <a:lnTo>
                    <a:pt x="261" y="2520"/>
                  </a:lnTo>
                  <a:lnTo>
                    <a:pt x="259" y="2541"/>
                  </a:lnTo>
                  <a:lnTo>
                    <a:pt x="259" y="2541"/>
                  </a:lnTo>
                  <a:lnTo>
                    <a:pt x="257" y="2559"/>
                  </a:lnTo>
                  <a:lnTo>
                    <a:pt x="253" y="2575"/>
                  </a:lnTo>
                  <a:lnTo>
                    <a:pt x="246" y="2592"/>
                  </a:lnTo>
                  <a:lnTo>
                    <a:pt x="234" y="2607"/>
                  </a:lnTo>
                  <a:lnTo>
                    <a:pt x="234" y="2607"/>
                  </a:lnTo>
                  <a:lnTo>
                    <a:pt x="223" y="2624"/>
                  </a:lnTo>
                  <a:lnTo>
                    <a:pt x="212" y="2641"/>
                  </a:lnTo>
                  <a:lnTo>
                    <a:pt x="198" y="2656"/>
                  </a:lnTo>
                  <a:lnTo>
                    <a:pt x="191" y="2663"/>
                  </a:lnTo>
                  <a:lnTo>
                    <a:pt x="183" y="2670"/>
                  </a:lnTo>
                  <a:lnTo>
                    <a:pt x="183" y="2670"/>
                  </a:lnTo>
                  <a:lnTo>
                    <a:pt x="172" y="2677"/>
                  </a:lnTo>
                  <a:lnTo>
                    <a:pt x="159" y="2684"/>
                  </a:lnTo>
                  <a:lnTo>
                    <a:pt x="145" y="2690"/>
                  </a:lnTo>
                  <a:lnTo>
                    <a:pt x="130" y="2694"/>
                  </a:lnTo>
                  <a:lnTo>
                    <a:pt x="116" y="2698"/>
                  </a:lnTo>
                  <a:lnTo>
                    <a:pt x="101" y="2699"/>
                  </a:lnTo>
                  <a:lnTo>
                    <a:pt x="84" y="2701"/>
                  </a:lnTo>
                  <a:lnTo>
                    <a:pt x="69" y="2702"/>
                  </a:lnTo>
                  <a:lnTo>
                    <a:pt x="69" y="2702"/>
                  </a:lnTo>
                  <a:lnTo>
                    <a:pt x="42" y="2701"/>
                  </a:lnTo>
                  <a:lnTo>
                    <a:pt x="17" y="2697"/>
                  </a:lnTo>
                  <a:lnTo>
                    <a:pt x="17" y="2697"/>
                  </a:lnTo>
                  <a:lnTo>
                    <a:pt x="7" y="2694"/>
                  </a:lnTo>
                  <a:lnTo>
                    <a:pt x="7" y="2694"/>
                  </a:lnTo>
                  <a:lnTo>
                    <a:pt x="5" y="2694"/>
                  </a:lnTo>
                  <a:lnTo>
                    <a:pt x="5" y="2694"/>
                  </a:lnTo>
                  <a:lnTo>
                    <a:pt x="5" y="2825"/>
                  </a:lnTo>
                  <a:lnTo>
                    <a:pt x="5" y="2825"/>
                  </a:lnTo>
                  <a:lnTo>
                    <a:pt x="5" y="2890"/>
                  </a:lnTo>
                  <a:lnTo>
                    <a:pt x="5" y="2890"/>
                  </a:lnTo>
                  <a:lnTo>
                    <a:pt x="51" y="2921"/>
                  </a:lnTo>
                  <a:lnTo>
                    <a:pt x="94" y="2951"/>
                  </a:lnTo>
                  <a:lnTo>
                    <a:pt x="94" y="2951"/>
                  </a:lnTo>
                  <a:lnTo>
                    <a:pt x="130" y="2978"/>
                  </a:lnTo>
                  <a:lnTo>
                    <a:pt x="147" y="2990"/>
                  </a:lnTo>
                  <a:lnTo>
                    <a:pt x="163" y="3006"/>
                  </a:lnTo>
                  <a:lnTo>
                    <a:pt x="179" y="3021"/>
                  </a:lnTo>
                  <a:lnTo>
                    <a:pt x="194" y="3036"/>
                  </a:lnTo>
                  <a:lnTo>
                    <a:pt x="208" y="3053"/>
                  </a:lnTo>
                  <a:lnTo>
                    <a:pt x="221" y="3072"/>
                  </a:lnTo>
                  <a:lnTo>
                    <a:pt x="221" y="3072"/>
                  </a:lnTo>
                  <a:lnTo>
                    <a:pt x="232" y="3089"/>
                  </a:lnTo>
                  <a:lnTo>
                    <a:pt x="240" y="3106"/>
                  </a:lnTo>
                  <a:lnTo>
                    <a:pt x="248" y="3124"/>
                  </a:lnTo>
                  <a:lnTo>
                    <a:pt x="254" y="3142"/>
                  </a:lnTo>
                  <a:lnTo>
                    <a:pt x="258" y="3160"/>
                  </a:lnTo>
                  <a:lnTo>
                    <a:pt x="261" y="3180"/>
                  </a:lnTo>
                  <a:lnTo>
                    <a:pt x="261" y="3199"/>
                  </a:lnTo>
                  <a:lnTo>
                    <a:pt x="259" y="3220"/>
                  </a:lnTo>
                  <a:lnTo>
                    <a:pt x="259" y="3220"/>
                  </a:lnTo>
                  <a:lnTo>
                    <a:pt x="257" y="3238"/>
                  </a:lnTo>
                  <a:lnTo>
                    <a:pt x="253" y="3255"/>
                  </a:lnTo>
                  <a:lnTo>
                    <a:pt x="246" y="3272"/>
                  </a:lnTo>
                  <a:lnTo>
                    <a:pt x="234" y="3287"/>
                  </a:lnTo>
                  <a:lnTo>
                    <a:pt x="234" y="3287"/>
                  </a:lnTo>
                  <a:lnTo>
                    <a:pt x="223" y="3304"/>
                  </a:lnTo>
                  <a:lnTo>
                    <a:pt x="212" y="3320"/>
                  </a:lnTo>
                  <a:lnTo>
                    <a:pt x="198" y="3336"/>
                  </a:lnTo>
                  <a:lnTo>
                    <a:pt x="191" y="3343"/>
                  </a:lnTo>
                  <a:lnTo>
                    <a:pt x="183" y="3350"/>
                  </a:lnTo>
                  <a:lnTo>
                    <a:pt x="183" y="3350"/>
                  </a:lnTo>
                  <a:lnTo>
                    <a:pt x="172" y="3356"/>
                  </a:lnTo>
                  <a:lnTo>
                    <a:pt x="159" y="3363"/>
                  </a:lnTo>
                  <a:lnTo>
                    <a:pt x="145" y="3369"/>
                  </a:lnTo>
                  <a:lnTo>
                    <a:pt x="130" y="3373"/>
                  </a:lnTo>
                  <a:lnTo>
                    <a:pt x="116" y="3377"/>
                  </a:lnTo>
                  <a:lnTo>
                    <a:pt x="101" y="3379"/>
                  </a:lnTo>
                  <a:lnTo>
                    <a:pt x="84" y="3380"/>
                  </a:lnTo>
                  <a:lnTo>
                    <a:pt x="69" y="3382"/>
                  </a:lnTo>
                  <a:lnTo>
                    <a:pt x="69" y="3382"/>
                  </a:lnTo>
                  <a:lnTo>
                    <a:pt x="42" y="3380"/>
                  </a:lnTo>
                  <a:lnTo>
                    <a:pt x="17" y="3376"/>
                  </a:lnTo>
                  <a:lnTo>
                    <a:pt x="17" y="3376"/>
                  </a:lnTo>
                  <a:lnTo>
                    <a:pt x="6" y="3373"/>
                  </a:lnTo>
                  <a:lnTo>
                    <a:pt x="6" y="3373"/>
                  </a:lnTo>
                  <a:lnTo>
                    <a:pt x="3" y="3372"/>
                  </a:lnTo>
                  <a:lnTo>
                    <a:pt x="3" y="3372"/>
                  </a:lnTo>
                  <a:lnTo>
                    <a:pt x="3" y="3498"/>
                  </a:lnTo>
                  <a:lnTo>
                    <a:pt x="3" y="3498"/>
                  </a:lnTo>
                  <a:lnTo>
                    <a:pt x="2" y="3688"/>
                  </a:lnTo>
                  <a:lnTo>
                    <a:pt x="2" y="3688"/>
                  </a:lnTo>
                  <a:lnTo>
                    <a:pt x="20" y="3692"/>
                  </a:lnTo>
                  <a:lnTo>
                    <a:pt x="20" y="3692"/>
                  </a:lnTo>
                  <a:lnTo>
                    <a:pt x="56" y="3699"/>
                  </a:lnTo>
                  <a:lnTo>
                    <a:pt x="95" y="3705"/>
                  </a:lnTo>
                  <a:lnTo>
                    <a:pt x="95" y="3705"/>
                  </a:lnTo>
                  <a:lnTo>
                    <a:pt x="112" y="3706"/>
                  </a:lnTo>
                  <a:lnTo>
                    <a:pt x="129" y="3710"/>
                  </a:lnTo>
                  <a:lnTo>
                    <a:pt x="129" y="3710"/>
                  </a:lnTo>
                  <a:lnTo>
                    <a:pt x="149" y="3716"/>
                  </a:lnTo>
                  <a:lnTo>
                    <a:pt x="169" y="3724"/>
                  </a:lnTo>
                  <a:lnTo>
                    <a:pt x="187" y="3735"/>
                  </a:lnTo>
                  <a:lnTo>
                    <a:pt x="202" y="3749"/>
                  </a:lnTo>
                  <a:lnTo>
                    <a:pt x="211" y="3756"/>
                  </a:lnTo>
                  <a:lnTo>
                    <a:pt x="216" y="3764"/>
                  </a:lnTo>
                  <a:lnTo>
                    <a:pt x="222" y="3774"/>
                  </a:lnTo>
                  <a:lnTo>
                    <a:pt x="227" y="3782"/>
                  </a:lnTo>
                  <a:lnTo>
                    <a:pt x="232" y="3792"/>
                  </a:lnTo>
                  <a:lnTo>
                    <a:pt x="236" y="3803"/>
                  </a:lnTo>
                  <a:lnTo>
                    <a:pt x="239" y="3814"/>
                  </a:lnTo>
                  <a:lnTo>
                    <a:pt x="240" y="3826"/>
                  </a:lnTo>
                  <a:lnTo>
                    <a:pt x="240" y="3826"/>
                  </a:lnTo>
                  <a:lnTo>
                    <a:pt x="243" y="3849"/>
                  </a:lnTo>
                  <a:lnTo>
                    <a:pt x="244" y="3873"/>
                  </a:lnTo>
                  <a:lnTo>
                    <a:pt x="243" y="3898"/>
                  </a:lnTo>
                  <a:lnTo>
                    <a:pt x="240" y="3923"/>
                  </a:lnTo>
                  <a:lnTo>
                    <a:pt x="234" y="3947"/>
                  </a:lnTo>
                  <a:lnTo>
                    <a:pt x="230" y="3957"/>
                  </a:lnTo>
                  <a:lnTo>
                    <a:pt x="225" y="3968"/>
                  </a:lnTo>
                  <a:lnTo>
                    <a:pt x="219" y="3977"/>
                  </a:lnTo>
                  <a:lnTo>
                    <a:pt x="212" y="3987"/>
                  </a:lnTo>
                  <a:lnTo>
                    <a:pt x="205" y="3995"/>
                  </a:lnTo>
                  <a:lnTo>
                    <a:pt x="195" y="4002"/>
                  </a:lnTo>
                  <a:lnTo>
                    <a:pt x="195" y="4002"/>
                  </a:lnTo>
                  <a:lnTo>
                    <a:pt x="176" y="4016"/>
                  </a:lnTo>
                  <a:lnTo>
                    <a:pt x="154" y="4029"/>
                  </a:lnTo>
                  <a:lnTo>
                    <a:pt x="131" y="4039"/>
                  </a:lnTo>
                  <a:lnTo>
                    <a:pt x="108" y="4047"/>
                  </a:lnTo>
                  <a:lnTo>
                    <a:pt x="84" y="4053"/>
                  </a:lnTo>
                  <a:lnTo>
                    <a:pt x="59" y="4058"/>
                  </a:lnTo>
                  <a:lnTo>
                    <a:pt x="34" y="4061"/>
                  </a:lnTo>
                  <a:lnTo>
                    <a:pt x="9" y="4061"/>
                  </a:lnTo>
                  <a:lnTo>
                    <a:pt x="9" y="4061"/>
                  </a:lnTo>
                  <a:lnTo>
                    <a:pt x="0" y="4061"/>
                  </a:lnTo>
                  <a:lnTo>
                    <a:pt x="0" y="4061"/>
                  </a:lnTo>
                  <a:lnTo>
                    <a:pt x="0" y="4172"/>
                  </a:lnTo>
                  <a:lnTo>
                    <a:pt x="0" y="4172"/>
                  </a:lnTo>
                  <a:lnTo>
                    <a:pt x="0" y="4221"/>
                  </a:lnTo>
                  <a:lnTo>
                    <a:pt x="0" y="4221"/>
                  </a:lnTo>
                  <a:lnTo>
                    <a:pt x="2" y="4236"/>
                  </a:lnTo>
                  <a:lnTo>
                    <a:pt x="5" y="4253"/>
                  </a:lnTo>
                  <a:lnTo>
                    <a:pt x="7" y="4273"/>
                  </a:lnTo>
                  <a:lnTo>
                    <a:pt x="13" y="4293"/>
                  </a:lnTo>
                  <a:lnTo>
                    <a:pt x="21" y="4316"/>
                  </a:lnTo>
                  <a:lnTo>
                    <a:pt x="27" y="4325"/>
                  </a:lnTo>
                  <a:lnTo>
                    <a:pt x="33" y="4335"/>
                  </a:lnTo>
                  <a:lnTo>
                    <a:pt x="39" y="4344"/>
                  </a:lnTo>
                  <a:lnTo>
                    <a:pt x="46" y="4352"/>
                  </a:lnTo>
                  <a:lnTo>
                    <a:pt x="46" y="4352"/>
                  </a:lnTo>
                  <a:lnTo>
                    <a:pt x="62" y="4363"/>
                  </a:lnTo>
                  <a:lnTo>
                    <a:pt x="76" y="4373"/>
                  </a:lnTo>
                  <a:lnTo>
                    <a:pt x="92" y="4380"/>
                  </a:lnTo>
                  <a:lnTo>
                    <a:pt x="111" y="4387"/>
                  </a:lnTo>
                  <a:lnTo>
                    <a:pt x="111" y="4387"/>
                  </a:lnTo>
                  <a:lnTo>
                    <a:pt x="136" y="4391"/>
                  </a:lnTo>
                  <a:lnTo>
                    <a:pt x="163" y="4394"/>
                  </a:lnTo>
                  <a:lnTo>
                    <a:pt x="198" y="4395"/>
                  </a:lnTo>
                  <a:lnTo>
                    <a:pt x="240" y="4395"/>
                  </a:lnTo>
                  <a:lnTo>
                    <a:pt x="240" y="4395"/>
                  </a:lnTo>
                  <a:lnTo>
                    <a:pt x="544" y="4395"/>
                  </a:lnTo>
                  <a:lnTo>
                    <a:pt x="544" y="4395"/>
                  </a:lnTo>
                  <a:lnTo>
                    <a:pt x="551" y="4395"/>
                  </a:lnTo>
                  <a:lnTo>
                    <a:pt x="551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833" y="4395"/>
                  </a:lnTo>
                  <a:lnTo>
                    <a:pt x="1997" y="4395"/>
                  </a:lnTo>
                  <a:lnTo>
                    <a:pt x="1997" y="4395"/>
                  </a:lnTo>
                  <a:lnTo>
                    <a:pt x="2006" y="4395"/>
                  </a:lnTo>
                  <a:lnTo>
                    <a:pt x="2027" y="4392"/>
                  </a:lnTo>
                  <a:lnTo>
                    <a:pt x="2040" y="4389"/>
                  </a:lnTo>
                  <a:lnTo>
                    <a:pt x="2056" y="4385"/>
                  </a:lnTo>
                  <a:lnTo>
                    <a:pt x="2074" y="4380"/>
                  </a:lnTo>
                  <a:lnTo>
                    <a:pt x="2092" y="4371"/>
                  </a:lnTo>
                  <a:lnTo>
                    <a:pt x="2110" y="4362"/>
                  </a:lnTo>
                  <a:lnTo>
                    <a:pt x="2130" y="4350"/>
                  </a:lnTo>
                  <a:lnTo>
                    <a:pt x="2148" y="4335"/>
                  </a:lnTo>
                  <a:lnTo>
                    <a:pt x="2166" y="4317"/>
                  </a:lnTo>
                  <a:lnTo>
                    <a:pt x="2183" y="4296"/>
                  </a:lnTo>
                  <a:lnTo>
                    <a:pt x="2189" y="4285"/>
                  </a:lnTo>
                  <a:lnTo>
                    <a:pt x="2196" y="4273"/>
                  </a:lnTo>
                  <a:lnTo>
                    <a:pt x="2203" y="4259"/>
                  </a:lnTo>
                  <a:lnTo>
                    <a:pt x="2209" y="4243"/>
                  </a:lnTo>
                  <a:lnTo>
                    <a:pt x="2215" y="4228"/>
                  </a:lnTo>
                  <a:lnTo>
                    <a:pt x="2219" y="4211"/>
                  </a:lnTo>
                  <a:lnTo>
                    <a:pt x="2219" y="4211"/>
                  </a:lnTo>
                  <a:lnTo>
                    <a:pt x="2222" y="4196"/>
                  </a:lnTo>
                  <a:lnTo>
                    <a:pt x="2224" y="4171"/>
                  </a:lnTo>
                  <a:lnTo>
                    <a:pt x="2228" y="4094"/>
                  </a:lnTo>
                  <a:lnTo>
                    <a:pt x="2233" y="3987"/>
                  </a:lnTo>
                  <a:lnTo>
                    <a:pt x="2235" y="3852"/>
                  </a:lnTo>
                  <a:lnTo>
                    <a:pt x="2237" y="3693"/>
                  </a:lnTo>
                  <a:lnTo>
                    <a:pt x="2238" y="3511"/>
                  </a:lnTo>
                  <a:lnTo>
                    <a:pt x="2240" y="3096"/>
                  </a:lnTo>
                  <a:lnTo>
                    <a:pt x="2240" y="3096"/>
                  </a:lnTo>
                  <a:lnTo>
                    <a:pt x="2238" y="2669"/>
                  </a:lnTo>
                  <a:lnTo>
                    <a:pt x="2237" y="2222"/>
                  </a:lnTo>
                  <a:lnTo>
                    <a:pt x="2237" y="2222"/>
                  </a:lnTo>
                  <a:lnTo>
                    <a:pt x="2228" y="2202"/>
                  </a:lnTo>
                  <a:lnTo>
                    <a:pt x="2220" y="2181"/>
                  </a:lnTo>
                  <a:lnTo>
                    <a:pt x="2213" y="2158"/>
                  </a:lnTo>
                  <a:lnTo>
                    <a:pt x="2208" y="2133"/>
                  </a:lnTo>
                  <a:lnTo>
                    <a:pt x="2208" y="2133"/>
                  </a:lnTo>
                  <a:lnTo>
                    <a:pt x="2199" y="2084"/>
                  </a:lnTo>
                  <a:lnTo>
                    <a:pt x="2191" y="2035"/>
                  </a:lnTo>
                  <a:lnTo>
                    <a:pt x="2185" y="1987"/>
                  </a:lnTo>
                  <a:lnTo>
                    <a:pt x="2183" y="1963"/>
                  </a:lnTo>
                  <a:lnTo>
                    <a:pt x="2183" y="1938"/>
                  </a:lnTo>
                  <a:lnTo>
                    <a:pt x="2183" y="1938"/>
                  </a:lnTo>
                  <a:lnTo>
                    <a:pt x="2184" y="1911"/>
                  </a:lnTo>
                  <a:lnTo>
                    <a:pt x="2185" y="1884"/>
                  </a:lnTo>
                  <a:lnTo>
                    <a:pt x="2185" y="1884"/>
                  </a:lnTo>
                  <a:lnTo>
                    <a:pt x="2192" y="1840"/>
                  </a:lnTo>
                  <a:lnTo>
                    <a:pt x="2196" y="1819"/>
                  </a:lnTo>
                  <a:lnTo>
                    <a:pt x="2202" y="1799"/>
                  </a:lnTo>
                  <a:lnTo>
                    <a:pt x="2208" y="1779"/>
                  </a:lnTo>
                  <a:lnTo>
                    <a:pt x="2216" y="1760"/>
                  </a:lnTo>
                  <a:lnTo>
                    <a:pt x="2224" y="1740"/>
                  </a:lnTo>
                  <a:lnTo>
                    <a:pt x="2234" y="1722"/>
                  </a:lnTo>
                  <a:lnTo>
                    <a:pt x="2234" y="1722"/>
                  </a:lnTo>
                  <a:lnTo>
                    <a:pt x="2228" y="1146"/>
                  </a:lnTo>
                  <a:lnTo>
                    <a:pt x="2224" y="667"/>
                  </a:lnTo>
                  <a:lnTo>
                    <a:pt x="2219" y="218"/>
                  </a:lnTo>
                  <a:lnTo>
                    <a:pt x="2219" y="218"/>
                  </a:lnTo>
                  <a:lnTo>
                    <a:pt x="2217" y="211"/>
                  </a:lnTo>
                  <a:lnTo>
                    <a:pt x="2213" y="191"/>
                  </a:lnTo>
                  <a:lnTo>
                    <a:pt x="2203" y="161"/>
                  </a:lnTo>
                  <a:lnTo>
                    <a:pt x="2198" y="145"/>
                  </a:lnTo>
                  <a:lnTo>
                    <a:pt x="2189" y="127"/>
                  </a:lnTo>
                  <a:lnTo>
                    <a:pt x="2181" y="108"/>
                  </a:lnTo>
                  <a:lnTo>
                    <a:pt x="2170" y="90"/>
                  </a:lnTo>
                  <a:lnTo>
                    <a:pt x="2159" y="72"/>
                  </a:lnTo>
                  <a:lnTo>
                    <a:pt x="2145" y="57"/>
                  </a:lnTo>
                  <a:lnTo>
                    <a:pt x="2130" y="42"/>
                  </a:lnTo>
                  <a:lnTo>
                    <a:pt x="2112" y="29"/>
                  </a:lnTo>
                  <a:lnTo>
                    <a:pt x="2103" y="24"/>
                  </a:lnTo>
                  <a:lnTo>
                    <a:pt x="2093" y="19"/>
                  </a:lnTo>
                  <a:lnTo>
                    <a:pt x="2082" y="15"/>
                  </a:lnTo>
                  <a:lnTo>
                    <a:pt x="2071" y="11"/>
                  </a:lnTo>
                  <a:lnTo>
                    <a:pt x="2071" y="11"/>
                  </a:lnTo>
                  <a:lnTo>
                    <a:pt x="2068" y="11"/>
                  </a:lnTo>
                  <a:lnTo>
                    <a:pt x="2068" y="11"/>
                  </a:lnTo>
                  <a:lnTo>
                    <a:pt x="2049" y="8"/>
                  </a:lnTo>
                  <a:lnTo>
                    <a:pt x="2022" y="5"/>
                  </a:lnTo>
                  <a:lnTo>
                    <a:pt x="1951" y="3"/>
                  </a:lnTo>
                  <a:lnTo>
                    <a:pt x="1862" y="0"/>
                  </a:lnTo>
                  <a:lnTo>
                    <a:pt x="175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97CF5203-ABC6-D4F4-92B0-578AE15C4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377"/>
              <a:ext cx="1" cy="0"/>
            </a:xfrm>
            <a:custGeom>
              <a:avLst/>
              <a:gdLst>
                <a:gd name="T0" fmla="*/ 0 w 2"/>
                <a:gd name="T1" fmla="*/ 0 w 2"/>
                <a:gd name="T2" fmla="*/ 0 w 2"/>
                <a:gd name="T3" fmla="*/ 0 w 2"/>
                <a:gd name="T4" fmla="*/ 2 w 2"/>
                <a:gd name="T5" fmla="*/ 2 w 2"/>
                <a:gd name="T6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0AC8B920-FF4F-2AC7-84B9-35222BF5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377"/>
              <a:ext cx="1" cy="0"/>
            </a:xfrm>
            <a:custGeom>
              <a:avLst/>
              <a:gdLst>
                <a:gd name="T0" fmla="*/ 0 w 2"/>
                <a:gd name="T1" fmla="*/ 0 w 2"/>
                <a:gd name="T2" fmla="*/ 0 w 2"/>
                <a:gd name="T3" fmla="*/ 0 w 2"/>
                <a:gd name="T4" fmla="*/ 2 w 2"/>
                <a:gd name="T5" fmla="*/ 2 w 2"/>
                <a:gd name="T6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B723D9AC-A37C-A5C3-63F7-CD1DE0FE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16"/>
              <a:ext cx="2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3 w 3"/>
                <a:gd name="T9" fmla="*/ 1 h 1"/>
                <a:gd name="T10" fmla="*/ 3 w 3"/>
                <a:gd name="T11" fmla="*/ 1 h 1"/>
                <a:gd name="T12" fmla="*/ 0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91900FEA-5AF6-9644-9CAA-3B01B499C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16"/>
              <a:ext cx="2" cy="1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3 w 3"/>
                <a:gd name="T9" fmla="*/ 1 h 1"/>
                <a:gd name="T10" fmla="*/ 3 w 3"/>
                <a:gd name="T11" fmla="*/ 1 h 1"/>
                <a:gd name="T12" fmla="*/ 0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EBF0E917-6A31-9EFD-30E4-CE047E10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876"/>
              <a:ext cx="55" cy="9"/>
            </a:xfrm>
            <a:custGeom>
              <a:avLst/>
              <a:gdLst>
                <a:gd name="T0" fmla="*/ 0 w 109"/>
                <a:gd name="T1" fmla="*/ 0 h 18"/>
                <a:gd name="T2" fmla="*/ 0 w 109"/>
                <a:gd name="T3" fmla="*/ 0 h 18"/>
                <a:gd name="T4" fmla="*/ 39 w 109"/>
                <a:gd name="T5" fmla="*/ 8 h 18"/>
                <a:gd name="T6" fmla="*/ 79 w 109"/>
                <a:gd name="T7" fmla="*/ 14 h 18"/>
                <a:gd name="T8" fmla="*/ 79 w 109"/>
                <a:gd name="T9" fmla="*/ 14 h 18"/>
                <a:gd name="T10" fmla="*/ 93 w 109"/>
                <a:gd name="T11" fmla="*/ 15 h 18"/>
                <a:gd name="T12" fmla="*/ 109 w 109"/>
                <a:gd name="T13" fmla="*/ 18 h 18"/>
                <a:gd name="T14" fmla="*/ 109 w 109"/>
                <a:gd name="T15" fmla="*/ 18 h 18"/>
                <a:gd name="T16" fmla="*/ 92 w 109"/>
                <a:gd name="T17" fmla="*/ 14 h 18"/>
                <a:gd name="T18" fmla="*/ 75 w 109"/>
                <a:gd name="T19" fmla="*/ 13 h 18"/>
                <a:gd name="T20" fmla="*/ 75 w 109"/>
                <a:gd name="T21" fmla="*/ 13 h 18"/>
                <a:gd name="T22" fmla="*/ 36 w 109"/>
                <a:gd name="T23" fmla="*/ 7 h 18"/>
                <a:gd name="T24" fmla="*/ 0 w 109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" h="18">
                  <a:moveTo>
                    <a:pt x="0" y="0"/>
                  </a:moveTo>
                  <a:lnTo>
                    <a:pt x="0" y="0"/>
                  </a:lnTo>
                  <a:lnTo>
                    <a:pt x="39" y="8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93" y="15"/>
                  </a:lnTo>
                  <a:lnTo>
                    <a:pt x="109" y="18"/>
                  </a:lnTo>
                  <a:lnTo>
                    <a:pt x="109" y="18"/>
                  </a:lnTo>
                  <a:lnTo>
                    <a:pt x="92" y="14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36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3F4C2247-8929-E099-43C4-E7B683BF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876"/>
              <a:ext cx="55" cy="9"/>
            </a:xfrm>
            <a:custGeom>
              <a:avLst/>
              <a:gdLst>
                <a:gd name="T0" fmla="*/ 0 w 109"/>
                <a:gd name="T1" fmla="*/ 0 h 18"/>
                <a:gd name="T2" fmla="*/ 0 w 109"/>
                <a:gd name="T3" fmla="*/ 0 h 18"/>
                <a:gd name="T4" fmla="*/ 39 w 109"/>
                <a:gd name="T5" fmla="*/ 8 h 18"/>
                <a:gd name="T6" fmla="*/ 79 w 109"/>
                <a:gd name="T7" fmla="*/ 14 h 18"/>
                <a:gd name="T8" fmla="*/ 79 w 109"/>
                <a:gd name="T9" fmla="*/ 14 h 18"/>
                <a:gd name="T10" fmla="*/ 93 w 109"/>
                <a:gd name="T11" fmla="*/ 15 h 18"/>
                <a:gd name="T12" fmla="*/ 109 w 109"/>
                <a:gd name="T13" fmla="*/ 18 h 18"/>
                <a:gd name="T14" fmla="*/ 109 w 109"/>
                <a:gd name="T15" fmla="*/ 18 h 18"/>
                <a:gd name="T16" fmla="*/ 92 w 109"/>
                <a:gd name="T17" fmla="*/ 14 h 18"/>
                <a:gd name="T18" fmla="*/ 75 w 109"/>
                <a:gd name="T19" fmla="*/ 13 h 18"/>
                <a:gd name="T20" fmla="*/ 75 w 109"/>
                <a:gd name="T21" fmla="*/ 13 h 18"/>
                <a:gd name="T22" fmla="*/ 36 w 109"/>
                <a:gd name="T23" fmla="*/ 7 h 18"/>
                <a:gd name="T24" fmla="*/ 0 w 109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" h="18">
                  <a:moveTo>
                    <a:pt x="0" y="0"/>
                  </a:moveTo>
                  <a:lnTo>
                    <a:pt x="0" y="0"/>
                  </a:lnTo>
                  <a:lnTo>
                    <a:pt x="39" y="8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93" y="15"/>
                  </a:lnTo>
                  <a:lnTo>
                    <a:pt x="109" y="18"/>
                  </a:lnTo>
                  <a:lnTo>
                    <a:pt x="109" y="18"/>
                  </a:lnTo>
                  <a:lnTo>
                    <a:pt x="92" y="14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36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4BC63791-4173-CA58-A849-CBEC9B808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745"/>
              <a:ext cx="63" cy="8"/>
            </a:xfrm>
            <a:custGeom>
              <a:avLst/>
              <a:gdLst>
                <a:gd name="T0" fmla="*/ 0 w 125"/>
                <a:gd name="T1" fmla="*/ 0 h 17"/>
                <a:gd name="T2" fmla="*/ 0 w 125"/>
                <a:gd name="T3" fmla="*/ 0 h 17"/>
                <a:gd name="T4" fmla="*/ 32 w 125"/>
                <a:gd name="T5" fmla="*/ 7 h 17"/>
                <a:gd name="T6" fmla="*/ 62 w 125"/>
                <a:gd name="T7" fmla="*/ 13 h 17"/>
                <a:gd name="T8" fmla="*/ 94 w 125"/>
                <a:gd name="T9" fmla="*/ 16 h 17"/>
                <a:gd name="T10" fmla="*/ 125 w 125"/>
                <a:gd name="T11" fmla="*/ 17 h 17"/>
                <a:gd name="T12" fmla="*/ 125 w 125"/>
                <a:gd name="T13" fmla="*/ 16 h 17"/>
                <a:gd name="T14" fmla="*/ 125 w 125"/>
                <a:gd name="T15" fmla="*/ 16 h 17"/>
                <a:gd name="T16" fmla="*/ 121 w 125"/>
                <a:gd name="T17" fmla="*/ 16 h 17"/>
                <a:gd name="T18" fmla="*/ 121 w 125"/>
                <a:gd name="T19" fmla="*/ 16 h 17"/>
                <a:gd name="T20" fmla="*/ 121 w 125"/>
                <a:gd name="T21" fmla="*/ 16 h 17"/>
                <a:gd name="T22" fmla="*/ 91 w 125"/>
                <a:gd name="T23" fmla="*/ 14 h 17"/>
                <a:gd name="T24" fmla="*/ 61 w 125"/>
                <a:gd name="T25" fmla="*/ 12 h 17"/>
                <a:gd name="T26" fmla="*/ 30 w 125"/>
                <a:gd name="T27" fmla="*/ 7 h 17"/>
                <a:gd name="T28" fmla="*/ 0 w 125"/>
                <a:gd name="T2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5" h="17">
                  <a:moveTo>
                    <a:pt x="0" y="0"/>
                  </a:moveTo>
                  <a:lnTo>
                    <a:pt x="0" y="0"/>
                  </a:lnTo>
                  <a:lnTo>
                    <a:pt x="32" y="7"/>
                  </a:lnTo>
                  <a:lnTo>
                    <a:pt x="62" y="13"/>
                  </a:lnTo>
                  <a:lnTo>
                    <a:pt x="94" y="16"/>
                  </a:lnTo>
                  <a:lnTo>
                    <a:pt x="125" y="17"/>
                  </a:lnTo>
                  <a:lnTo>
                    <a:pt x="125" y="16"/>
                  </a:lnTo>
                  <a:lnTo>
                    <a:pt x="125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91" y="14"/>
                  </a:lnTo>
                  <a:lnTo>
                    <a:pt x="61" y="12"/>
                  </a:lnTo>
                  <a:lnTo>
                    <a:pt x="3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99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5CD61F44-CAF5-60F2-CF26-EE24B0782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745"/>
              <a:ext cx="63" cy="8"/>
            </a:xfrm>
            <a:custGeom>
              <a:avLst/>
              <a:gdLst>
                <a:gd name="T0" fmla="*/ 0 w 125"/>
                <a:gd name="T1" fmla="*/ 0 h 17"/>
                <a:gd name="T2" fmla="*/ 0 w 125"/>
                <a:gd name="T3" fmla="*/ 0 h 17"/>
                <a:gd name="T4" fmla="*/ 32 w 125"/>
                <a:gd name="T5" fmla="*/ 7 h 17"/>
                <a:gd name="T6" fmla="*/ 62 w 125"/>
                <a:gd name="T7" fmla="*/ 13 h 17"/>
                <a:gd name="T8" fmla="*/ 94 w 125"/>
                <a:gd name="T9" fmla="*/ 16 h 17"/>
                <a:gd name="T10" fmla="*/ 125 w 125"/>
                <a:gd name="T11" fmla="*/ 17 h 17"/>
                <a:gd name="T12" fmla="*/ 125 w 125"/>
                <a:gd name="T13" fmla="*/ 16 h 17"/>
                <a:gd name="T14" fmla="*/ 125 w 125"/>
                <a:gd name="T15" fmla="*/ 16 h 17"/>
                <a:gd name="T16" fmla="*/ 121 w 125"/>
                <a:gd name="T17" fmla="*/ 16 h 17"/>
                <a:gd name="T18" fmla="*/ 121 w 125"/>
                <a:gd name="T19" fmla="*/ 16 h 17"/>
                <a:gd name="T20" fmla="*/ 121 w 125"/>
                <a:gd name="T21" fmla="*/ 16 h 17"/>
                <a:gd name="T22" fmla="*/ 91 w 125"/>
                <a:gd name="T23" fmla="*/ 14 h 17"/>
                <a:gd name="T24" fmla="*/ 61 w 125"/>
                <a:gd name="T25" fmla="*/ 12 h 17"/>
                <a:gd name="T26" fmla="*/ 30 w 125"/>
                <a:gd name="T27" fmla="*/ 7 h 17"/>
                <a:gd name="T28" fmla="*/ 0 w 125"/>
                <a:gd name="T2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5" h="17">
                  <a:moveTo>
                    <a:pt x="0" y="0"/>
                  </a:moveTo>
                  <a:lnTo>
                    <a:pt x="0" y="0"/>
                  </a:lnTo>
                  <a:lnTo>
                    <a:pt x="32" y="7"/>
                  </a:lnTo>
                  <a:lnTo>
                    <a:pt x="62" y="13"/>
                  </a:lnTo>
                  <a:lnTo>
                    <a:pt x="94" y="16"/>
                  </a:lnTo>
                  <a:lnTo>
                    <a:pt x="125" y="17"/>
                  </a:lnTo>
                  <a:lnTo>
                    <a:pt x="125" y="16"/>
                  </a:lnTo>
                  <a:lnTo>
                    <a:pt x="125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91" y="14"/>
                  </a:lnTo>
                  <a:lnTo>
                    <a:pt x="61" y="12"/>
                  </a:lnTo>
                  <a:lnTo>
                    <a:pt x="30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0AB7B446-4C9F-4005-2BB0-3838588A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10"/>
              <a:ext cx="208" cy="242"/>
            </a:xfrm>
            <a:custGeom>
              <a:avLst/>
              <a:gdLst>
                <a:gd name="T0" fmla="*/ 0 w 415"/>
                <a:gd name="T1" fmla="*/ 0 h 485"/>
                <a:gd name="T2" fmla="*/ 0 w 415"/>
                <a:gd name="T3" fmla="*/ 0 h 485"/>
                <a:gd name="T4" fmla="*/ 0 w 415"/>
                <a:gd name="T5" fmla="*/ 4 h 485"/>
                <a:gd name="T6" fmla="*/ 0 w 415"/>
                <a:gd name="T7" fmla="*/ 4 h 485"/>
                <a:gd name="T8" fmla="*/ 35 w 415"/>
                <a:gd name="T9" fmla="*/ 42 h 485"/>
                <a:gd name="T10" fmla="*/ 68 w 415"/>
                <a:gd name="T11" fmla="*/ 80 h 485"/>
                <a:gd name="T12" fmla="*/ 132 w 415"/>
                <a:gd name="T13" fmla="*/ 153 h 485"/>
                <a:gd name="T14" fmla="*/ 132 w 415"/>
                <a:gd name="T15" fmla="*/ 153 h 485"/>
                <a:gd name="T16" fmla="*/ 205 w 415"/>
                <a:gd name="T17" fmla="*/ 233 h 485"/>
                <a:gd name="T18" fmla="*/ 277 w 415"/>
                <a:gd name="T19" fmla="*/ 314 h 485"/>
                <a:gd name="T20" fmla="*/ 313 w 415"/>
                <a:gd name="T21" fmla="*/ 354 h 485"/>
                <a:gd name="T22" fmla="*/ 348 w 415"/>
                <a:gd name="T23" fmla="*/ 397 h 485"/>
                <a:gd name="T24" fmla="*/ 380 w 415"/>
                <a:gd name="T25" fmla="*/ 440 h 485"/>
                <a:gd name="T26" fmla="*/ 411 w 415"/>
                <a:gd name="T27" fmla="*/ 483 h 485"/>
                <a:gd name="T28" fmla="*/ 411 w 415"/>
                <a:gd name="T29" fmla="*/ 483 h 485"/>
                <a:gd name="T30" fmla="*/ 411 w 415"/>
                <a:gd name="T31" fmla="*/ 483 h 485"/>
                <a:gd name="T32" fmla="*/ 411 w 415"/>
                <a:gd name="T33" fmla="*/ 485 h 485"/>
                <a:gd name="T34" fmla="*/ 411 w 415"/>
                <a:gd name="T35" fmla="*/ 485 h 485"/>
                <a:gd name="T36" fmla="*/ 411 w 415"/>
                <a:gd name="T37" fmla="*/ 485 h 485"/>
                <a:gd name="T38" fmla="*/ 415 w 415"/>
                <a:gd name="T39" fmla="*/ 485 h 485"/>
                <a:gd name="T40" fmla="*/ 415 w 415"/>
                <a:gd name="T41" fmla="*/ 485 h 485"/>
                <a:gd name="T42" fmla="*/ 415 w 415"/>
                <a:gd name="T43" fmla="*/ 485 h 485"/>
                <a:gd name="T44" fmla="*/ 384 w 415"/>
                <a:gd name="T45" fmla="*/ 440 h 485"/>
                <a:gd name="T46" fmla="*/ 352 w 415"/>
                <a:gd name="T47" fmla="*/ 397 h 485"/>
                <a:gd name="T48" fmla="*/ 317 w 415"/>
                <a:gd name="T49" fmla="*/ 355 h 485"/>
                <a:gd name="T50" fmla="*/ 281 w 415"/>
                <a:gd name="T51" fmla="*/ 314 h 485"/>
                <a:gd name="T52" fmla="*/ 209 w 415"/>
                <a:gd name="T53" fmla="*/ 233 h 485"/>
                <a:gd name="T54" fmla="*/ 136 w 415"/>
                <a:gd name="T55" fmla="*/ 155 h 485"/>
                <a:gd name="T56" fmla="*/ 136 w 415"/>
                <a:gd name="T57" fmla="*/ 155 h 485"/>
                <a:gd name="T58" fmla="*/ 70 w 415"/>
                <a:gd name="T59" fmla="*/ 77 h 485"/>
                <a:gd name="T60" fmla="*/ 35 w 415"/>
                <a:gd name="T61" fmla="*/ 38 h 485"/>
                <a:gd name="T62" fmla="*/ 0 w 415"/>
                <a:gd name="T63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5" h="48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35" y="42"/>
                  </a:lnTo>
                  <a:lnTo>
                    <a:pt x="68" y="80"/>
                  </a:lnTo>
                  <a:lnTo>
                    <a:pt x="132" y="153"/>
                  </a:lnTo>
                  <a:lnTo>
                    <a:pt x="132" y="153"/>
                  </a:lnTo>
                  <a:lnTo>
                    <a:pt x="205" y="233"/>
                  </a:lnTo>
                  <a:lnTo>
                    <a:pt x="277" y="314"/>
                  </a:lnTo>
                  <a:lnTo>
                    <a:pt x="313" y="354"/>
                  </a:lnTo>
                  <a:lnTo>
                    <a:pt x="348" y="397"/>
                  </a:lnTo>
                  <a:lnTo>
                    <a:pt x="380" y="440"/>
                  </a:lnTo>
                  <a:lnTo>
                    <a:pt x="411" y="483"/>
                  </a:lnTo>
                  <a:lnTo>
                    <a:pt x="411" y="483"/>
                  </a:lnTo>
                  <a:lnTo>
                    <a:pt x="411" y="483"/>
                  </a:lnTo>
                  <a:lnTo>
                    <a:pt x="411" y="485"/>
                  </a:lnTo>
                  <a:lnTo>
                    <a:pt x="411" y="485"/>
                  </a:lnTo>
                  <a:lnTo>
                    <a:pt x="411" y="485"/>
                  </a:lnTo>
                  <a:lnTo>
                    <a:pt x="415" y="485"/>
                  </a:lnTo>
                  <a:lnTo>
                    <a:pt x="415" y="485"/>
                  </a:lnTo>
                  <a:lnTo>
                    <a:pt x="415" y="485"/>
                  </a:lnTo>
                  <a:lnTo>
                    <a:pt x="384" y="440"/>
                  </a:lnTo>
                  <a:lnTo>
                    <a:pt x="352" y="397"/>
                  </a:lnTo>
                  <a:lnTo>
                    <a:pt x="317" y="355"/>
                  </a:lnTo>
                  <a:lnTo>
                    <a:pt x="281" y="314"/>
                  </a:lnTo>
                  <a:lnTo>
                    <a:pt x="209" y="233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70" y="77"/>
                  </a:lnTo>
                  <a:lnTo>
                    <a:pt x="35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C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4BF327A5-B842-4C9D-7DBC-F2511761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10"/>
              <a:ext cx="208" cy="242"/>
            </a:xfrm>
            <a:custGeom>
              <a:avLst/>
              <a:gdLst>
                <a:gd name="T0" fmla="*/ 0 w 415"/>
                <a:gd name="T1" fmla="*/ 0 h 485"/>
                <a:gd name="T2" fmla="*/ 0 w 415"/>
                <a:gd name="T3" fmla="*/ 0 h 485"/>
                <a:gd name="T4" fmla="*/ 0 w 415"/>
                <a:gd name="T5" fmla="*/ 4 h 485"/>
                <a:gd name="T6" fmla="*/ 0 w 415"/>
                <a:gd name="T7" fmla="*/ 4 h 485"/>
                <a:gd name="T8" fmla="*/ 35 w 415"/>
                <a:gd name="T9" fmla="*/ 42 h 485"/>
                <a:gd name="T10" fmla="*/ 68 w 415"/>
                <a:gd name="T11" fmla="*/ 80 h 485"/>
                <a:gd name="T12" fmla="*/ 132 w 415"/>
                <a:gd name="T13" fmla="*/ 153 h 485"/>
                <a:gd name="T14" fmla="*/ 132 w 415"/>
                <a:gd name="T15" fmla="*/ 153 h 485"/>
                <a:gd name="T16" fmla="*/ 205 w 415"/>
                <a:gd name="T17" fmla="*/ 233 h 485"/>
                <a:gd name="T18" fmla="*/ 277 w 415"/>
                <a:gd name="T19" fmla="*/ 314 h 485"/>
                <a:gd name="T20" fmla="*/ 313 w 415"/>
                <a:gd name="T21" fmla="*/ 354 h 485"/>
                <a:gd name="T22" fmla="*/ 348 w 415"/>
                <a:gd name="T23" fmla="*/ 397 h 485"/>
                <a:gd name="T24" fmla="*/ 380 w 415"/>
                <a:gd name="T25" fmla="*/ 440 h 485"/>
                <a:gd name="T26" fmla="*/ 411 w 415"/>
                <a:gd name="T27" fmla="*/ 483 h 485"/>
                <a:gd name="T28" fmla="*/ 411 w 415"/>
                <a:gd name="T29" fmla="*/ 483 h 485"/>
                <a:gd name="T30" fmla="*/ 411 w 415"/>
                <a:gd name="T31" fmla="*/ 483 h 485"/>
                <a:gd name="T32" fmla="*/ 411 w 415"/>
                <a:gd name="T33" fmla="*/ 485 h 485"/>
                <a:gd name="T34" fmla="*/ 411 w 415"/>
                <a:gd name="T35" fmla="*/ 485 h 485"/>
                <a:gd name="T36" fmla="*/ 411 w 415"/>
                <a:gd name="T37" fmla="*/ 485 h 485"/>
                <a:gd name="T38" fmla="*/ 415 w 415"/>
                <a:gd name="T39" fmla="*/ 485 h 485"/>
                <a:gd name="T40" fmla="*/ 415 w 415"/>
                <a:gd name="T41" fmla="*/ 485 h 485"/>
                <a:gd name="T42" fmla="*/ 415 w 415"/>
                <a:gd name="T43" fmla="*/ 485 h 485"/>
                <a:gd name="T44" fmla="*/ 384 w 415"/>
                <a:gd name="T45" fmla="*/ 440 h 485"/>
                <a:gd name="T46" fmla="*/ 352 w 415"/>
                <a:gd name="T47" fmla="*/ 397 h 485"/>
                <a:gd name="T48" fmla="*/ 317 w 415"/>
                <a:gd name="T49" fmla="*/ 355 h 485"/>
                <a:gd name="T50" fmla="*/ 281 w 415"/>
                <a:gd name="T51" fmla="*/ 314 h 485"/>
                <a:gd name="T52" fmla="*/ 209 w 415"/>
                <a:gd name="T53" fmla="*/ 233 h 485"/>
                <a:gd name="T54" fmla="*/ 136 w 415"/>
                <a:gd name="T55" fmla="*/ 155 h 485"/>
                <a:gd name="T56" fmla="*/ 136 w 415"/>
                <a:gd name="T57" fmla="*/ 155 h 485"/>
                <a:gd name="T58" fmla="*/ 70 w 415"/>
                <a:gd name="T59" fmla="*/ 77 h 485"/>
                <a:gd name="T60" fmla="*/ 35 w 415"/>
                <a:gd name="T61" fmla="*/ 38 h 485"/>
                <a:gd name="T62" fmla="*/ 0 w 415"/>
                <a:gd name="T63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5" h="48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35" y="42"/>
                  </a:lnTo>
                  <a:lnTo>
                    <a:pt x="68" y="80"/>
                  </a:lnTo>
                  <a:lnTo>
                    <a:pt x="132" y="153"/>
                  </a:lnTo>
                  <a:lnTo>
                    <a:pt x="132" y="153"/>
                  </a:lnTo>
                  <a:lnTo>
                    <a:pt x="205" y="233"/>
                  </a:lnTo>
                  <a:lnTo>
                    <a:pt x="277" y="314"/>
                  </a:lnTo>
                  <a:lnTo>
                    <a:pt x="313" y="354"/>
                  </a:lnTo>
                  <a:lnTo>
                    <a:pt x="348" y="397"/>
                  </a:lnTo>
                  <a:lnTo>
                    <a:pt x="380" y="440"/>
                  </a:lnTo>
                  <a:lnTo>
                    <a:pt x="411" y="483"/>
                  </a:lnTo>
                  <a:lnTo>
                    <a:pt x="411" y="483"/>
                  </a:lnTo>
                  <a:lnTo>
                    <a:pt x="411" y="483"/>
                  </a:lnTo>
                  <a:lnTo>
                    <a:pt x="411" y="485"/>
                  </a:lnTo>
                  <a:lnTo>
                    <a:pt x="411" y="485"/>
                  </a:lnTo>
                  <a:lnTo>
                    <a:pt x="411" y="485"/>
                  </a:lnTo>
                  <a:lnTo>
                    <a:pt x="415" y="485"/>
                  </a:lnTo>
                  <a:lnTo>
                    <a:pt x="415" y="485"/>
                  </a:lnTo>
                  <a:lnTo>
                    <a:pt x="415" y="485"/>
                  </a:lnTo>
                  <a:lnTo>
                    <a:pt x="384" y="440"/>
                  </a:lnTo>
                  <a:lnTo>
                    <a:pt x="352" y="397"/>
                  </a:lnTo>
                  <a:lnTo>
                    <a:pt x="317" y="355"/>
                  </a:lnTo>
                  <a:lnTo>
                    <a:pt x="281" y="314"/>
                  </a:lnTo>
                  <a:lnTo>
                    <a:pt x="209" y="233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70" y="77"/>
                  </a:lnTo>
                  <a:lnTo>
                    <a:pt x="35" y="3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2A16EAE9-66A5-FF38-9A18-C460C5F2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12"/>
              <a:ext cx="206" cy="240"/>
            </a:xfrm>
            <a:custGeom>
              <a:avLst/>
              <a:gdLst>
                <a:gd name="T0" fmla="*/ 0 w 411"/>
                <a:gd name="T1" fmla="*/ 0 h 481"/>
                <a:gd name="T2" fmla="*/ 0 w 411"/>
                <a:gd name="T3" fmla="*/ 0 h 481"/>
                <a:gd name="T4" fmla="*/ 10 w 411"/>
                <a:gd name="T5" fmla="*/ 42 h 481"/>
                <a:gd name="T6" fmla="*/ 17 w 411"/>
                <a:gd name="T7" fmla="*/ 85 h 481"/>
                <a:gd name="T8" fmla="*/ 24 w 411"/>
                <a:gd name="T9" fmla="*/ 130 h 481"/>
                <a:gd name="T10" fmla="*/ 31 w 411"/>
                <a:gd name="T11" fmla="*/ 176 h 481"/>
                <a:gd name="T12" fmla="*/ 39 w 411"/>
                <a:gd name="T13" fmla="*/ 220 h 481"/>
                <a:gd name="T14" fmla="*/ 45 w 411"/>
                <a:gd name="T15" fmla="*/ 241 h 481"/>
                <a:gd name="T16" fmla="*/ 51 w 411"/>
                <a:gd name="T17" fmla="*/ 264 h 481"/>
                <a:gd name="T18" fmla="*/ 58 w 411"/>
                <a:gd name="T19" fmla="*/ 284 h 481"/>
                <a:gd name="T20" fmla="*/ 67 w 411"/>
                <a:gd name="T21" fmla="*/ 305 h 481"/>
                <a:gd name="T22" fmla="*/ 77 w 411"/>
                <a:gd name="T23" fmla="*/ 325 h 481"/>
                <a:gd name="T24" fmla="*/ 89 w 411"/>
                <a:gd name="T25" fmla="*/ 343 h 481"/>
                <a:gd name="T26" fmla="*/ 89 w 411"/>
                <a:gd name="T27" fmla="*/ 343 h 481"/>
                <a:gd name="T28" fmla="*/ 97 w 411"/>
                <a:gd name="T29" fmla="*/ 355 h 481"/>
                <a:gd name="T30" fmla="*/ 107 w 411"/>
                <a:gd name="T31" fmla="*/ 367 h 481"/>
                <a:gd name="T32" fmla="*/ 117 w 411"/>
                <a:gd name="T33" fmla="*/ 376 h 481"/>
                <a:gd name="T34" fmla="*/ 128 w 411"/>
                <a:gd name="T35" fmla="*/ 387 h 481"/>
                <a:gd name="T36" fmla="*/ 150 w 411"/>
                <a:gd name="T37" fmla="*/ 406 h 481"/>
                <a:gd name="T38" fmla="*/ 175 w 411"/>
                <a:gd name="T39" fmla="*/ 421 h 481"/>
                <a:gd name="T40" fmla="*/ 202 w 411"/>
                <a:gd name="T41" fmla="*/ 435 h 481"/>
                <a:gd name="T42" fmla="*/ 230 w 411"/>
                <a:gd name="T43" fmla="*/ 447 h 481"/>
                <a:gd name="T44" fmla="*/ 259 w 411"/>
                <a:gd name="T45" fmla="*/ 457 h 481"/>
                <a:gd name="T46" fmla="*/ 290 w 411"/>
                <a:gd name="T47" fmla="*/ 465 h 481"/>
                <a:gd name="T48" fmla="*/ 290 w 411"/>
                <a:gd name="T49" fmla="*/ 465 h 481"/>
                <a:gd name="T50" fmla="*/ 320 w 411"/>
                <a:gd name="T51" fmla="*/ 472 h 481"/>
                <a:gd name="T52" fmla="*/ 351 w 411"/>
                <a:gd name="T53" fmla="*/ 477 h 481"/>
                <a:gd name="T54" fmla="*/ 381 w 411"/>
                <a:gd name="T55" fmla="*/ 479 h 481"/>
                <a:gd name="T56" fmla="*/ 411 w 411"/>
                <a:gd name="T57" fmla="*/ 481 h 481"/>
                <a:gd name="T58" fmla="*/ 411 w 411"/>
                <a:gd name="T59" fmla="*/ 479 h 481"/>
                <a:gd name="T60" fmla="*/ 411 w 411"/>
                <a:gd name="T61" fmla="*/ 479 h 481"/>
                <a:gd name="T62" fmla="*/ 380 w 411"/>
                <a:gd name="T63" fmla="*/ 436 h 481"/>
                <a:gd name="T64" fmla="*/ 348 w 411"/>
                <a:gd name="T65" fmla="*/ 393 h 481"/>
                <a:gd name="T66" fmla="*/ 313 w 411"/>
                <a:gd name="T67" fmla="*/ 350 h 481"/>
                <a:gd name="T68" fmla="*/ 277 w 411"/>
                <a:gd name="T69" fmla="*/ 310 h 481"/>
                <a:gd name="T70" fmla="*/ 205 w 411"/>
                <a:gd name="T71" fmla="*/ 229 h 481"/>
                <a:gd name="T72" fmla="*/ 132 w 411"/>
                <a:gd name="T73" fmla="*/ 149 h 481"/>
                <a:gd name="T74" fmla="*/ 132 w 411"/>
                <a:gd name="T75" fmla="*/ 149 h 481"/>
                <a:gd name="T76" fmla="*/ 68 w 411"/>
                <a:gd name="T77" fmla="*/ 76 h 481"/>
                <a:gd name="T78" fmla="*/ 35 w 411"/>
                <a:gd name="T79" fmla="*/ 38 h 481"/>
                <a:gd name="T80" fmla="*/ 0 w 411"/>
                <a:gd name="T81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1" h="481">
                  <a:moveTo>
                    <a:pt x="0" y="0"/>
                  </a:moveTo>
                  <a:lnTo>
                    <a:pt x="0" y="0"/>
                  </a:lnTo>
                  <a:lnTo>
                    <a:pt x="10" y="42"/>
                  </a:lnTo>
                  <a:lnTo>
                    <a:pt x="17" y="85"/>
                  </a:lnTo>
                  <a:lnTo>
                    <a:pt x="24" y="130"/>
                  </a:lnTo>
                  <a:lnTo>
                    <a:pt x="31" y="176"/>
                  </a:lnTo>
                  <a:lnTo>
                    <a:pt x="39" y="220"/>
                  </a:lnTo>
                  <a:lnTo>
                    <a:pt x="45" y="241"/>
                  </a:lnTo>
                  <a:lnTo>
                    <a:pt x="51" y="264"/>
                  </a:lnTo>
                  <a:lnTo>
                    <a:pt x="58" y="284"/>
                  </a:lnTo>
                  <a:lnTo>
                    <a:pt x="67" y="305"/>
                  </a:lnTo>
                  <a:lnTo>
                    <a:pt x="77" y="325"/>
                  </a:lnTo>
                  <a:lnTo>
                    <a:pt x="89" y="343"/>
                  </a:lnTo>
                  <a:lnTo>
                    <a:pt x="89" y="343"/>
                  </a:lnTo>
                  <a:lnTo>
                    <a:pt x="97" y="355"/>
                  </a:lnTo>
                  <a:lnTo>
                    <a:pt x="107" y="367"/>
                  </a:lnTo>
                  <a:lnTo>
                    <a:pt x="117" y="376"/>
                  </a:lnTo>
                  <a:lnTo>
                    <a:pt x="128" y="387"/>
                  </a:lnTo>
                  <a:lnTo>
                    <a:pt x="150" y="406"/>
                  </a:lnTo>
                  <a:lnTo>
                    <a:pt x="175" y="421"/>
                  </a:lnTo>
                  <a:lnTo>
                    <a:pt x="202" y="435"/>
                  </a:lnTo>
                  <a:lnTo>
                    <a:pt x="230" y="447"/>
                  </a:lnTo>
                  <a:lnTo>
                    <a:pt x="259" y="457"/>
                  </a:lnTo>
                  <a:lnTo>
                    <a:pt x="290" y="465"/>
                  </a:lnTo>
                  <a:lnTo>
                    <a:pt x="290" y="465"/>
                  </a:lnTo>
                  <a:lnTo>
                    <a:pt x="320" y="472"/>
                  </a:lnTo>
                  <a:lnTo>
                    <a:pt x="351" y="477"/>
                  </a:lnTo>
                  <a:lnTo>
                    <a:pt x="381" y="479"/>
                  </a:lnTo>
                  <a:lnTo>
                    <a:pt x="411" y="481"/>
                  </a:lnTo>
                  <a:lnTo>
                    <a:pt x="411" y="479"/>
                  </a:lnTo>
                  <a:lnTo>
                    <a:pt x="411" y="479"/>
                  </a:lnTo>
                  <a:lnTo>
                    <a:pt x="380" y="436"/>
                  </a:lnTo>
                  <a:lnTo>
                    <a:pt x="348" y="393"/>
                  </a:lnTo>
                  <a:lnTo>
                    <a:pt x="313" y="350"/>
                  </a:lnTo>
                  <a:lnTo>
                    <a:pt x="277" y="310"/>
                  </a:lnTo>
                  <a:lnTo>
                    <a:pt x="205" y="229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68" y="76"/>
                  </a:lnTo>
                  <a:lnTo>
                    <a:pt x="35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F91B35FC-E853-0436-BFFB-B404A698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12"/>
              <a:ext cx="206" cy="240"/>
            </a:xfrm>
            <a:custGeom>
              <a:avLst/>
              <a:gdLst>
                <a:gd name="T0" fmla="*/ 0 w 411"/>
                <a:gd name="T1" fmla="*/ 0 h 481"/>
                <a:gd name="T2" fmla="*/ 0 w 411"/>
                <a:gd name="T3" fmla="*/ 0 h 481"/>
                <a:gd name="T4" fmla="*/ 10 w 411"/>
                <a:gd name="T5" fmla="*/ 42 h 481"/>
                <a:gd name="T6" fmla="*/ 17 w 411"/>
                <a:gd name="T7" fmla="*/ 85 h 481"/>
                <a:gd name="T8" fmla="*/ 24 w 411"/>
                <a:gd name="T9" fmla="*/ 130 h 481"/>
                <a:gd name="T10" fmla="*/ 31 w 411"/>
                <a:gd name="T11" fmla="*/ 176 h 481"/>
                <a:gd name="T12" fmla="*/ 39 w 411"/>
                <a:gd name="T13" fmla="*/ 220 h 481"/>
                <a:gd name="T14" fmla="*/ 45 w 411"/>
                <a:gd name="T15" fmla="*/ 241 h 481"/>
                <a:gd name="T16" fmla="*/ 51 w 411"/>
                <a:gd name="T17" fmla="*/ 264 h 481"/>
                <a:gd name="T18" fmla="*/ 58 w 411"/>
                <a:gd name="T19" fmla="*/ 284 h 481"/>
                <a:gd name="T20" fmla="*/ 67 w 411"/>
                <a:gd name="T21" fmla="*/ 305 h 481"/>
                <a:gd name="T22" fmla="*/ 77 w 411"/>
                <a:gd name="T23" fmla="*/ 325 h 481"/>
                <a:gd name="T24" fmla="*/ 89 w 411"/>
                <a:gd name="T25" fmla="*/ 343 h 481"/>
                <a:gd name="T26" fmla="*/ 89 w 411"/>
                <a:gd name="T27" fmla="*/ 343 h 481"/>
                <a:gd name="T28" fmla="*/ 97 w 411"/>
                <a:gd name="T29" fmla="*/ 355 h 481"/>
                <a:gd name="T30" fmla="*/ 107 w 411"/>
                <a:gd name="T31" fmla="*/ 367 h 481"/>
                <a:gd name="T32" fmla="*/ 117 w 411"/>
                <a:gd name="T33" fmla="*/ 376 h 481"/>
                <a:gd name="T34" fmla="*/ 128 w 411"/>
                <a:gd name="T35" fmla="*/ 387 h 481"/>
                <a:gd name="T36" fmla="*/ 150 w 411"/>
                <a:gd name="T37" fmla="*/ 406 h 481"/>
                <a:gd name="T38" fmla="*/ 175 w 411"/>
                <a:gd name="T39" fmla="*/ 421 h 481"/>
                <a:gd name="T40" fmla="*/ 202 w 411"/>
                <a:gd name="T41" fmla="*/ 435 h 481"/>
                <a:gd name="T42" fmla="*/ 230 w 411"/>
                <a:gd name="T43" fmla="*/ 447 h 481"/>
                <a:gd name="T44" fmla="*/ 259 w 411"/>
                <a:gd name="T45" fmla="*/ 457 h 481"/>
                <a:gd name="T46" fmla="*/ 290 w 411"/>
                <a:gd name="T47" fmla="*/ 465 h 481"/>
                <a:gd name="T48" fmla="*/ 290 w 411"/>
                <a:gd name="T49" fmla="*/ 465 h 481"/>
                <a:gd name="T50" fmla="*/ 320 w 411"/>
                <a:gd name="T51" fmla="*/ 472 h 481"/>
                <a:gd name="T52" fmla="*/ 351 w 411"/>
                <a:gd name="T53" fmla="*/ 477 h 481"/>
                <a:gd name="T54" fmla="*/ 381 w 411"/>
                <a:gd name="T55" fmla="*/ 479 h 481"/>
                <a:gd name="T56" fmla="*/ 411 w 411"/>
                <a:gd name="T57" fmla="*/ 481 h 481"/>
                <a:gd name="T58" fmla="*/ 411 w 411"/>
                <a:gd name="T59" fmla="*/ 479 h 481"/>
                <a:gd name="T60" fmla="*/ 411 w 411"/>
                <a:gd name="T61" fmla="*/ 479 h 481"/>
                <a:gd name="T62" fmla="*/ 380 w 411"/>
                <a:gd name="T63" fmla="*/ 436 h 481"/>
                <a:gd name="T64" fmla="*/ 348 w 411"/>
                <a:gd name="T65" fmla="*/ 393 h 481"/>
                <a:gd name="T66" fmla="*/ 313 w 411"/>
                <a:gd name="T67" fmla="*/ 350 h 481"/>
                <a:gd name="T68" fmla="*/ 277 w 411"/>
                <a:gd name="T69" fmla="*/ 310 h 481"/>
                <a:gd name="T70" fmla="*/ 205 w 411"/>
                <a:gd name="T71" fmla="*/ 229 h 481"/>
                <a:gd name="T72" fmla="*/ 132 w 411"/>
                <a:gd name="T73" fmla="*/ 149 h 481"/>
                <a:gd name="T74" fmla="*/ 132 w 411"/>
                <a:gd name="T75" fmla="*/ 149 h 481"/>
                <a:gd name="T76" fmla="*/ 68 w 411"/>
                <a:gd name="T77" fmla="*/ 76 h 481"/>
                <a:gd name="T78" fmla="*/ 35 w 411"/>
                <a:gd name="T79" fmla="*/ 38 h 481"/>
                <a:gd name="T80" fmla="*/ 0 w 411"/>
                <a:gd name="T81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1" h="481">
                  <a:moveTo>
                    <a:pt x="0" y="0"/>
                  </a:moveTo>
                  <a:lnTo>
                    <a:pt x="0" y="0"/>
                  </a:lnTo>
                  <a:lnTo>
                    <a:pt x="10" y="42"/>
                  </a:lnTo>
                  <a:lnTo>
                    <a:pt x="17" y="85"/>
                  </a:lnTo>
                  <a:lnTo>
                    <a:pt x="24" y="130"/>
                  </a:lnTo>
                  <a:lnTo>
                    <a:pt x="31" y="176"/>
                  </a:lnTo>
                  <a:lnTo>
                    <a:pt x="39" y="220"/>
                  </a:lnTo>
                  <a:lnTo>
                    <a:pt x="45" y="241"/>
                  </a:lnTo>
                  <a:lnTo>
                    <a:pt x="51" y="264"/>
                  </a:lnTo>
                  <a:lnTo>
                    <a:pt x="58" y="284"/>
                  </a:lnTo>
                  <a:lnTo>
                    <a:pt x="67" y="305"/>
                  </a:lnTo>
                  <a:lnTo>
                    <a:pt x="77" y="325"/>
                  </a:lnTo>
                  <a:lnTo>
                    <a:pt x="89" y="343"/>
                  </a:lnTo>
                  <a:lnTo>
                    <a:pt x="89" y="343"/>
                  </a:lnTo>
                  <a:lnTo>
                    <a:pt x="97" y="355"/>
                  </a:lnTo>
                  <a:lnTo>
                    <a:pt x="107" y="367"/>
                  </a:lnTo>
                  <a:lnTo>
                    <a:pt x="117" y="376"/>
                  </a:lnTo>
                  <a:lnTo>
                    <a:pt x="128" y="387"/>
                  </a:lnTo>
                  <a:lnTo>
                    <a:pt x="150" y="406"/>
                  </a:lnTo>
                  <a:lnTo>
                    <a:pt x="175" y="421"/>
                  </a:lnTo>
                  <a:lnTo>
                    <a:pt x="202" y="435"/>
                  </a:lnTo>
                  <a:lnTo>
                    <a:pt x="230" y="447"/>
                  </a:lnTo>
                  <a:lnTo>
                    <a:pt x="259" y="457"/>
                  </a:lnTo>
                  <a:lnTo>
                    <a:pt x="290" y="465"/>
                  </a:lnTo>
                  <a:lnTo>
                    <a:pt x="290" y="465"/>
                  </a:lnTo>
                  <a:lnTo>
                    <a:pt x="320" y="472"/>
                  </a:lnTo>
                  <a:lnTo>
                    <a:pt x="351" y="477"/>
                  </a:lnTo>
                  <a:lnTo>
                    <a:pt x="381" y="479"/>
                  </a:lnTo>
                  <a:lnTo>
                    <a:pt x="411" y="481"/>
                  </a:lnTo>
                  <a:lnTo>
                    <a:pt x="411" y="479"/>
                  </a:lnTo>
                  <a:lnTo>
                    <a:pt x="411" y="479"/>
                  </a:lnTo>
                  <a:lnTo>
                    <a:pt x="380" y="436"/>
                  </a:lnTo>
                  <a:lnTo>
                    <a:pt x="348" y="393"/>
                  </a:lnTo>
                  <a:lnTo>
                    <a:pt x="313" y="350"/>
                  </a:lnTo>
                  <a:lnTo>
                    <a:pt x="277" y="310"/>
                  </a:lnTo>
                  <a:lnTo>
                    <a:pt x="205" y="229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68" y="76"/>
                  </a:lnTo>
                  <a:lnTo>
                    <a:pt x="35" y="3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4" name="Freeform 61">
              <a:extLst>
                <a:ext uri="{FF2B5EF4-FFF2-40B4-BE49-F238E27FC236}">
                  <a16:creationId xmlns:a16="http://schemas.microsoft.com/office/drawing/2014/main" id="{7B2AB903-EA0F-115F-1A17-10E7E240A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0"/>
              <a:ext cx="2338" cy="2580"/>
            </a:xfrm>
            <a:custGeom>
              <a:avLst/>
              <a:gdLst>
                <a:gd name="T0" fmla="*/ 90 w 4677"/>
                <a:gd name="T1" fmla="*/ 4124 h 5161"/>
                <a:gd name="T2" fmla="*/ 199 w 4677"/>
                <a:gd name="T3" fmla="*/ 3866 h 5161"/>
                <a:gd name="T4" fmla="*/ 462 w 4677"/>
                <a:gd name="T5" fmla="*/ 3410 h 5161"/>
                <a:gd name="T6" fmla="*/ 497 w 4677"/>
                <a:gd name="T7" fmla="*/ 3156 h 5161"/>
                <a:gd name="T8" fmla="*/ 403 w 4677"/>
                <a:gd name="T9" fmla="*/ 2901 h 5161"/>
                <a:gd name="T10" fmla="*/ 228 w 4677"/>
                <a:gd name="T11" fmla="*/ 2434 h 5161"/>
                <a:gd name="T12" fmla="*/ 218 w 4677"/>
                <a:gd name="T13" fmla="*/ 2152 h 5161"/>
                <a:gd name="T14" fmla="*/ 356 w 4677"/>
                <a:gd name="T15" fmla="*/ 1772 h 5161"/>
                <a:gd name="T16" fmla="*/ 538 w 4677"/>
                <a:gd name="T17" fmla="*/ 1253 h 5161"/>
                <a:gd name="T18" fmla="*/ 902 w 4677"/>
                <a:gd name="T19" fmla="*/ 585 h 5161"/>
                <a:gd name="T20" fmla="*/ 1104 w 4677"/>
                <a:gd name="T21" fmla="*/ 372 h 5161"/>
                <a:gd name="T22" fmla="*/ 1522 w 4677"/>
                <a:gd name="T23" fmla="*/ 146 h 5161"/>
                <a:gd name="T24" fmla="*/ 1898 w 4677"/>
                <a:gd name="T25" fmla="*/ 45 h 5161"/>
                <a:gd name="T26" fmla="*/ 2058 w 4677"/>
                <a:gd name="T27" fmla="*/ 92 h 5161"/>
                <a:gd name="T28" fmla="*/ 2137 w 4677"/>
                <a:gd name="T29" fmla="*/ 86 h 5161"/>
                <a:gd name="T30" fmla="*/ 2397 w 4677"/>
                <a:gd name="T31" fmla="*/ 19 h 5161"/>
                <a:gd name="T32" fmla="*/ 2680 w 4677"/>
                <a:gd name="T33" fmla="*/ 60 h 5161"/>
                <a:gd name="T34" fmla="*/ 3236 w 4677"/>
                <a:gd name="T35" fmla="*/ 234 h 5161"/>
                <a:gd name="T36" fmla="*/ 3484 w 4677"/>
                <a:gd name="T37" fmla="*/ 433 h 5161"/>
                <a:gd name="T38" fmla="*/ 3731 w 4677"/>
                <a:gd name="T39" fmla="*/ 860 h 5161"/>
                <a:gd name="T40" fmla="*/ 3915 w 4677"/>
                <a:gd name="T41" fmla="*/ 1371 h 5161"/>
                <a:gd name="T42" fmla="*/ 4028 w 4677"/>
                <a:gd name="T43" fmla="*/ 1982 h 5161"/>
                <a:gd name="T44" fmla="*/ 4151 w 4677"/>
                <a:gd name="T45" fmla="*/ 2374 h 5161"/>
                <a:gd name="T46" fmla="*/ 4407 w 4677"/>
                <a:gd name="T47" fmla="*/ 2815 h 5161"/>
                <a:gd name="T48" fmla="*/ 4603 w 4677"/>
                <a:gd name="T49" fmla="*/ 3325 h 5161"/>
                <a:gd name="T50" fmla="*/ 4660 w 4677"/>
                <a:gd name="T51" fmla="*/ 3794 h 5161"/>
                <a:gd name="T52" fmla="*/ 4567 w 4677"/>
                <a:gd name="T53" fmla="*/ 4355 h 5161"/>
                <a:gd name="T54" fmla="*/ 4495 w 4677"/>
                <a:gd name="T55" fmla="*/ 4651 h 5161"/>
                <a:gd name="T56" fmla="*/ 4534 w 4677"/>
                <a:gd name="T57" fmla="*/ 5101 h 5161"/>
                <a:gd name="T58" fmla="*/ 4549 w 4677"/>
                <a:gd name="T59" fmla="*/ 5153 h 5161"/>
                <a:gd name="T60" fmla="*/ 4528 w 4677"/>
                <a:gd name="T61" fmla="*/ 4740 h 5161"/>
                <a:gd name="T62" fmla="*/ 4501 w 4677"/>
                <a:gd name="T63" fmla="*/ 4607 h 5161"/>
                <a:gd name="T64" fmla="*/ 4656 w 4677"/>
                <a:gd name="T65" fmla="*/ 4001 h 5161"/>
                <a:gd name="T66" fmla="*/ 4666 w 4677"/>
                <a:gd name="T67" fmla="*/ 3554 h 5161"/>
                <a:gd name="T68" fmla="*/ 4566 w 4677"/>
                <a:gd name="T69" fmla="*/ 3148 h 5161"/>
                <a:gd name="T70" fmla="*/ 4365 w 4677"/>
                <a:gd name="T71" fmla="*/ 2705 h 5161"/>
                <a:gd name="T72" fmla="*/ 4126 w 4677"/>
                <a:gd name="T73" fmla="*/ 2272 h 5161"/>
                <a:gd name="T74" fmla="*/ 4004 w 4677"/>
                <a:gd name="T75" fmla="*/ 1732 h 5161"/>
                <a:gd name="T76" fmla="*/ 3871 w 4677"/>
                <a:gd name="T77" fmla="*/ 1165 h 5161"/>
                <a:gd name="T78" fmla="*/ 3660 w 4677"/>
                <a:gd name="T79" fmla="*/ 679 h 5161"/>
                <a:gd name="T80" fmla="*/ 3439 w 4677"/>
                <a:gd name="T81" fmla="*/ 358 h 5161"/>
                <a:gd name="T82" fmla="*/ 3091 w 4677"/>
                <a:gd name="T83" fmla="*/ 152 h 5161"/>
                <a:gd name="T84" fmla="*/ 2645 w 4677"/>
                <a:gd name="T85" fmla="*/ 32 h 5161"/>
                <a:gd name="T86" fmla="*/ 2381 w 4677"/>
                <a:gd name="T87" fmla="*/ 4 h 5161"/>
                <a:gd name="T88" fmla="*/ 2087 w 4677"/>
                <a:gd name="T89" fmla="*/ 102 h 5161"/>
                <a:gd name="T90" fmla="*/ 1945 w 4677"/>
                <a:gd name="T91" fmla="*/ 32 h 5161"/>
                <a:gd name="T92" fmla="*/ 1659 w 4677"/>
                <a:gd name="T93" fmla="*/ 78 h 5161"/>
                <a:gd name="T94" fmla="*/ 1186 w 4677"/>
                <a:gd name="T95" fmla="*/ 295 h 5161"/>
                <a:gd name="T96" fmla="*/ 927 w 4677"/>
                <a:gd name="T97" fmla="*/ 519 h 5161"/>
                <a:gd name="T98" fmla="*/ 622 w 4677"/>
                <a:gd name="T99" fmla="*/ 1044 h 5161"/>
                <a:gd name="T100" fmla="*/ 385 w 4677"/>
                <a:gd name="T101" fmla="*/ 1615 h 5161"/>
                <a:gd name="T102" fmla="*/ 229 w 4677"/>
                <a:gd name="T103" fmla="*/ 2048 h 5161"/>
                <a:gd name="T104" fmla="*/ 192 w 4677"/>
                <a:gd name="T105" fmla="*/ 2325 h 5161"/>
                <a:gd name="T106" fmla="*/ 289 w 4677"/>
                <a:gd name="T107" fmla="*/ 2681 h 5161"/>
                <a:gd name="T108" fmla="*/ 460 w 4677"/>
                <a:gd name="T109" fmla="*/ 3080 h 5161"/>
                <a:gd name="T110" fmla="*/ 470 w 4677"/>
                <a:gd name="T111" fmla="*/ 3327 h 5161"/>
                <a:gd name="T112" fmla="*/ 274 w 4677"/>
                <a:gd name="T113" fmla="*/ 3713 h 5161"/>
                <a:gd name="T114" fmla="*/ 80 w 4677"/>
                <a:gd name="T115" fmla="*/ 4104 h 5161"/>
                <a:gd name="T116" fmla="*/ 0 w 4677"/>
                <a:gd name="T117" fmla="*/ 4611 h 5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77" h="5161">
                  <a:moveTo>
                    <a:pt x="16" y="4611"/>
                  </a:moveTo>
                  <a:lnTo>
                    <a:pt x="16" y="4611"/>
                  </a:lnTo>
                  <a:lnTo>
                    <a:pt x="23" y="4536"/>
                  </a:lnTo>
                  <a:lnTo>
                    <a:pt x="32" y="4461"/>
                  </a:lnTo>
                  <a:lnTo>
                    <a:pt x="41" y="4385"/>
                  </a:lnTo>
                  <a:lnTo>
                    <a:pt x="54" y="4312"/>
                  </a:lnTo>
                  <a:lnTo>
                    <a:pt x="54" y="4312"/>
                  </a:lnTo>
                  <a:lnTo>
                    <a:pt x="64" y="4249"/>
                  </a:lnTo>
                  <a:lnTo>
                    <a:pt x="76" y="4186"/>
                  </a:lnTo>
                  <a:lnTo>
                    <a:pt x="90" y="4124"/>
                  </a:lnTo>
                  <a:lnTo>
                    <a:pt x="98" y="4093"/>
                  </a:lnTo>
                  <a:lnTo>
                    <a:pt x="108" y="4062"/>
                  </a:lnTo>
                  <a:lnTo>
                    <a:pt x="108" y="4062"/>
                  </a:lnTo>
                  <a:lnTo>
                    <a:pt x="117" y="4037"/>
                  </a:lnTo>
                  <a:lnTo>
                    <a:pt x="126" y="4011"/>
                  </a:lnTo>
                  <a:lnTo>
                    <a:pt x="136" y="3986"/>
                  </a:lnTo>
                  <a:lnTo>
                    <a:pt x="147" y="3962"/>
                  </a:lnTo>
                  <a:lnTo>
                    <a:pt x="172" y="3913"/>
                  </a:lnTo>
                  <a:lnTo>
                    <a:pt x="199" y="3866"/>
                  </a:lnTo>
                  <a:lnTo>
                    <a:pt x="199" y="3866"/>
                  </a:lnTo>
                  <a:lnTo>
                    <a:pt x="224" y="3822"/>
                  </a:lnTo>
                  <a:lnTo>
                    <a:pt x="252" y="3778"/>
                  </a:lnTo>
                  <a:lnTo>
                    <a:pt x="310" y="3689"/>
                  </a:lnTo>
                  <a:lnTo>
                    <a:pt x="339" y="3645"/>
                  </a:lnTo>
                  <a:lnTo>
                    <a:pt x="367" y="3599"/>
                  </a:lnTo>
                  <a:lnTo>
                    <a:pt x="395" y="3553"/>
                  </a:lnTo>
                  <a:lnTo>
                    <a:pt x="420" y="3506"/>
                  </a:lnTo>
                  <a:lnTo>
                    <a:pt x="442" y="3458"/>
                  </a:lnTo>
                  <a:lnTo>
                    <a:pt x="454" y="3433"/>
                  </a:lnTo>
                  <a:lnTo>
                    <a:pt x="462" y="3410"/>
                  </a:lnTo>
                  <a:lnTo>
                    <a:pt x="472" y="3386"/>
                  </a:lnTo>
                  <a:lnTo>
                    <a:pt x="479" y="3361"/>
                  </a:lnTo>
                  <a:lnTo>
                    <a:pt x="486" y="3336"/>
                  </a:lnTo>
                  <a:lnTo>
                    <a:pt x="491" y="3311"/>
                  </a:lnTo>
                  <a:lnTo>
                    <a:pt x="495" y="3286"/>
                  </a:lnTo>
                  <a:lnTo>
                    <a:pt x="498" y="3261"/>
                  </a:lnTo>
                  <a:lnTo>
                    <a:pt x="499" y="3234"/>
                  </a:lnTo>
                  <a:lnTo>
                    <a:pt x="501" y="3209"/>
                  </a:lnTo>
                  <a:lnTo>
                    <a:pt x="499" y="3183"/>
                  </a:lnTo>
                  <a:lnTo>
                    <a:pt x="497" y="3156"/>
                  </a:lnTo>
                  <a:lnTo>
                    <a:pt x="491" y="3130"/>
                  </a:lnTo>
                  <a:lnTo>
                    <a:pt x="486" y="3103"/>
                  </a:lnTo>
                  <a:lnTo>
                    <a:pt x="486" y="3103"/>
                  </a:lnTo>
                  <a:lnTo>
                    <a:pt x="479" y="3077"/>
                  </a:lnTo>
                  <a:lnTo>
                    <a:pt x="469" y="3050"/>
                  </a:lnTo>
                  <a:lnTo>
                    <a:pt x="459" y="3025"/>
                  </a:lnTo>
                  <a:lnTo>
                    <a:pt x="449" y="3000"/>
                  </a:lnTo>
                  <a:lnTo>
                    <a:pt x="427" y="2950"/>
                  </a:lnTo>
                  <a:lnTo>
                    <a:pt x="403" y="2901"/>
                  </a:lnTo>
                  <a:lnTo>
                    <a:pt x="403" y="2901"/>
                  </a:lnTo>
                  <a:lnTo>
                    <a:pt x="377" y="2846"/>
                  </a:lnTo>
                  <a:lnTo>
                    <a:pt x="352" y="2790"/>
                  </a:lnTo>
                  <a:lnTo>
                    <a:pt x="328" y="2734"/>
                  </a:lnTo>
                  <a:lnTo>
                    <a:pt x="306" y="2677"/>
                  </a:lnTo>
                  <a:lnTo>
                    <a:pt x="306" y="2677"/>
                  </a:lnTo>
                  <a:lnTo>
                    <a:pt x="284" y="2617"/>
                  </a:lnTo>
                  <a:lnTo>
                    <a:pt x="263" y="2557"/>
                  </a:lnTo>
                  <a:lnTo>
                    <a:pt x="243" y="2495"/>
                  </a:lnTo>
                  <a:lnTo>
                    <a:pt x="235" y="2464"/>
                  </a:lnTo>
                  <a:lnTo>
                    <a:pt x="228" y="2434"/>
                  </a:lnTo>
                  <a:lnTo>
                    <a:pt x="221" y="2402"/>
                  </a:lnTo>
                  <a:lnTo>
                    <a:pt x="215" y="2370"/>
                  </a:lnTo>
                  <a:lnTo>
                    <a:pt x="211" y="2339"/>
                  </a:lnTo>
                  <a:lnTo>
                    <a:pt x="208" y="2307"/>
                  </a:lnTo>
                  <a:lnTo>
                    <a:pt x="207" y="2275"/>
                  </a:lnTo>
                  <a:lnTo>
                    <a:pt x="207" y="2243"/>
                  </a:lnTo>
                  <a:lnTo>
                    <a:pt x="210" y="2211"/>
                  </a:lnTo>
                  <a:lnTo>
                    <a:pt x="214" y="2179"/>
                  </a:lnTo>
                  <a:lnTo>
                    <a:pt x="214" y="2179"/>
                  </a:lnTo>
                  <a:lnTo>
                    <a:pt x="218" y="2152"/>
                  </a:lnTo>
                  <a:lnTo>
                    <a:pt x="224" y="2126"/>
                  </a:lnTo>
                  <a:lnTo>
                    <a:pt x="231" y="2099"/>
                  </a:lnTo>
                  <a:lnTo>
                    <a:pt x="238" y="2074"/>
                  </a:lnTo>
                  <a:lnTo>
                    <a:pt x="254" y="2023"/>
                  </a:lnTo>
                  <a:lnTo>
                    <a:pt x="274" y="1973"/>
                  </a:lnTo>
                  <a:lnTo>
                    <a:pt x="293" y="1923"/>
                  </a:lnTo>
                  <a:lnTo>
                    <a:pt x="314" y="1873"/>
                  </a:lnTo>
                  <a:lnTo>
                    <a:pt x="335" y="1822"/>
                  </a:lnTo>
                  <a:lnTo>
                    <a:pt x="356" y="1772"/>
                  </a:lnTo>
                  <a:lnTo>
                    <a:pt x="356" y="1772"/>
                  </a:lnTo>
                  <a:lnTo>
                    <a:pt x="367" y="1739"/>
                  </a:lnTo>
                  <a:lnTo>
                    <a:pt x="378" y="1704"/>
                  </a:lnTo>
                  <a:lnTo>
                    <a:pt x="398" y="1634"/>
                  </a:lnTo>
                  <a:lnTo>
                    <a:pt x="416" y="1565"/>
                  </a:lnTo>
                  <a:lnTo>
                    <a:pt x="426" y="1530"/>
                  </a:lnTo>
                  <a:lnTo>
                    <a:pt x="438" y="1495"/>
                  </a:lnTo>
                  <a:lnTo>
                    <a:pt x="438" y="1495"/>
                  </a:lnTo>
                  <a:lnTo>
                    <a:pt x="469" y="1414"/>
                  </a:lnTo>
                  <a:lnTo>
                    <a:pt x="502" y="1334"/>
                  </a:lnTo>
                  <a:lnTo>
                    <a:pt x="538" y="1253"/>
                  </a:lnTo>
                  <a:lnTo>
                    <a:pt x="575" y="1174"/>
                  </a:lnTo>
                  <a:lnTo>
                    <a:pt x="615" y="1096"/>
                  </a:lnTo>
                  <a:lnTo>
                    <a:pt x="655" y="1018"/>
                  </a:lnTo>
                  <a:lnTo>
                    <a:pt x="696" y="941"/>
                  </a:lnTo>
                  <a:lnTo>
                    <a:pt x="738" y="865"/>
                  </a:lnTo>
                  <a:lnTo>
                    <a:pt x="738" y="865"/>
                  </a:lnTo>
                  <a:lnTo>
                    <a:pt x="777" y="794"/>
                  </a:lnTo>
                  <a:lnTo>
                    <a:pt x="817" y="723"/>
                  </a:lnTo>
                  <a:lnTo>
                    <a:pt x="859" y="654"/>
                  </a:lnTo>
                  <a:lnTo>
                    <a:pt x="902" y="585"/>
                  </a:lnTo>
                  <a:lnTo>
                    <a:pt x="902" y="585"/>
                  </a:lnTo>
                  <a:lnTo>
                    <a:pt x="920" y="557"/>
                  </a:lnTo>
                  <a:lnTo>
                    <a:pt x="938" y="530"/>
                  </a:lnTo>
                  <a:lnTo>
                    <a:pt x="959" y="504"/>
                  </a:lnTo>
                  <a:lnTo>
                    <a:pt x="980" y="479"/>
                  </a:lnTo>
                  <a:lnTo>
                    <a:pt x="980" y="479"/>
                  </a:lnTo>
                  <a:lnTo>
                    <a:pt x="1009" y="450"/>
                  </a:lnTo>
                  <a:lnTo>
                    <a:pt x="1040" y="422"/>
                  </a:lnTo>
                  <a:lnTo>
                    <a:pt x="1070" y="397"/>
                  </a:lnTo>
                  <a:lnTo>
                    <a:pt x="1104" y="372"/>
                  </a:lnTo>
                  <a:lnTo>
                    <a:pt x="1104" y="372"/>
                  </a:lnTo>
                  <a:lnTo>
                    <a:pt x="1136" y="349"/>
                  </a:lnTo>
                  <a:lnTo>
                    <a:pt x="1168" y="327"/>
                  </a:lnTo>
                  <a:lnTo>
                    <a:pt x="1201" y="306"/>
                  </a:lnTo>
                  <a:lnTo>
                    <a:pt x="1236" y="285"/>
                  </a:lnTo>
                  <a:lnTo>
                    <a:pt x="1270" y="266"/>
                  </a:lnTo>
                  <a:lnTo>
                    <a:pt x="1304" y="246"/>
                  </a:lnTo>
                  <a:lnTo>
                    <a:pt x="1375" y="210"/>
                  </a:lnTo>
                  <a:lnTo>
                    <a:pt x="1448" y="177"/>
                  </a:lnTo>
                  <a:lnTo>
                    <a:pt x="1522" y="146"/>
                  </a:lnTo>
                  <a:lnTo>
                    <a:pt x="1595" y="118"/>
                  </a:lnTo>
                  <a:lnTo>
                    <a:pt x="1671" y="92"/>
                  </a:lnTo>
                  <a:lnTo>
                    <a:pt x="1671" y="92"/>
                  </a:lnTo>
                  <a:lnTo>
                    <a:pt x="1726" y="75"/>
                  </a:lnTo>
                  <a:lnTo>
                    <a:pt x="1754" y="67"/>
                  </a:lnTo>
                  <a:lnTo>
                    <a:pt x="1782" y="60"/>
                  </a:lnTo>
                  <a:lnTo>
                    <a:pt x="1811" y="54"/>
                  </a:lnTo>
                  <a:lnTo>
                    <a:pt x="1839" y="49"/>
                  </a:lnTo>
                  <a:lnTo>
                    <a:pt x="1868" y="46"/>
                  </a:lnTo>
                  <a:lnTo>
                    <a:pt x="1898" y="45"/>
                  </a:lnTo>
                  <a:lnTo>
                    <a:pt x="1898" y="45"/>
                  </a:lnTo>
                  <a:lnTo>
                    <a:pt x="1920" y="46"/>
                  </a:lnTo>
                  <a:lnTo>
                    <a:pt x="1943" y="47"/>
                  </a:lnTo>
                  <a:lnTo>
                    <a:pt x="1969" y="52"/>
                  </a:lnTo>
                  <a:lnTo>
                    <a:pt x="1994" y="57"/>
                  </a:lnTo>
                  <a:lnTo>
                    <a:pt x="2017" y="65"/>
                  </a:lnTo>
                  <a:lnTo>
                    <a:pt x="2028" y="71"/>
                  </a:lnTo>
                  <a:lnTo>
                    <a:pt x="2040" y="78"/>
                  </a:lnTo>
                  <a:lnTo>
                    <a:pt x="2049" y="85"/>
                  </a:lnTo>
                  <a:lnTo>
                    <a:pt x="2058" y="92"/>
                  </a:lnTo>
                  <a:lnTo>
                    <a:pt x="2066" y="100"/>
                  </a:lnTo>
                  <a:lnTo>
                    <a:pt x="2073" y="110"/>
                  </a:lnTo>
                  <a:lnTo>
                    <a:pt x="2073" y="110"/>
                  </a:lnTo>
                  <a:lnTo>
                    <a:pt x="2074" y="113"/>
                  </a:lnTo>
                  <a:lnTo>
                    <a:pt x="2077" y="114"/>
                  </a:lnTo>
                  <a:lnTo>
                    <a:pt x="2081" y="114"/>
                  </a:lnTo>
                  <a:lnTo>
                    <a:pt x="2084" y="113"/>
                  </a:lnTo>
                  <a:lnTo>
                    <a:pt x="2084" y="113"/>
                  </a:lnTo>
                  <a:lnTo>
                    <a:pt x="2111" y="99"/>
                  </a:lnTo>
                  <a:lnTo>
                    <a:pt x="2137" y="86"/>
                  </a:lnTo>
                  <a:lnTo>
                    <a:pt x="2165" y="74"/>
                  </a:lnTo>
                  <a:lnTo>
                    <a:pt x="2194" y="63"/>
                  </a:lnTo>
                  <a:lnTo>
                    <a:pt x="2222" y="54"/>
                  </a:lnTo>
                  <a:lnTo>
                    <a:pt x="2251" y="46"/>
                  </a:lnTo>
                  <a:lnTo>
                    <a:pt x="2280" y="38"/>
                  </a:lnTo>
                  <a:lnTo>
                    <a:pt x="2310" y="32"/>
                  </a:lnTo>
                  <a:lnTo>
                    <a:pt x="2310" y="32"/>
                  </a:lnTo>
                  <a:lnTo>
                    <a:pt x="2339" y="26"/>
                  </a:lnTo>
                  <a:lnTo>
                    <a:pt x="2368" y="22"/>
                  </a:lnTo>
                  <a:lnTo>
                    <a:pt x="2397" y="19"/>
                  </a:lnTo>
                  <a:lnTo>
                    <a:pt x="2427" y="18"/>
                  </a:lnTo>
                  <a:lnTo>
                    <a:pt x="2456" y="17"/>
                  </a:lnTo>
                  <a:lnTo>
                    <a:pt x="2485" y="18"/>
                  </a:lnTo>
                  <a:lnTo>
                    <a:pt x="2514" y="21"/>
                  </a:lnTo>
                  <a:lnTo>
                    <a:pt x="2544" y="24"/>
                  </a:lnTo>
                  <a:lnTo>
                    <a:pt x="2544" y="24"/>
                  </a:lnTo>
                  <a:lnTo>
                    <a:pt x="2566" y="28"/>
                  </a:lnTo>
                  <a:lnTo>
                    <a:pt x="2590" y="33"/>
                  </a:lnTo>
                  <a:lnTo>
                    <a:pt x="2634" y="46"/>
                  </a:lnTo>
                  <a:lnTo>
                    <a:pt x="2680" y="60"/>
                  </a:lnTo>
                  <a:lnTo>
                    <a:pt x="2725" y="72"/>
                  </a:lnTo>
                  <a:lnTo>
                    <a:pt x="2725" y="72"/>
                  </a:lnTo>
                  <a:lnTo>
                    <a:pt x="2899" y="116"/>
                  </a:lnTo>
                  <a:lnTo>
                    <a:pt x="2986" y="139"/>
                  </a:lnTo>
                  <a:lnTo>
                    <a:pt x="3028" y="152"/>
                  </a:lnTo>
                  <a:lnTo>
                    <a:pt x="3071" y="166"/>
                  </a:lnTo>
                  <a:lnTo>
                    <a:pt x="3113" y="180"/>
                  </a:lnTo>
                  <a:lnTo>
                    <a:pt x="3155" y="196"/>
                  </a:lnTo>
                  <a:lnTo>
                    <a:pt x="3195" y="214"/>
                  </a:lnTo>
                  <a:lnTo>
                    <a:pt x="3236" y="234"/>
                  </a:lnTo>
                  <a:lnTo>
                    <a:pt x="3275" y="255"/>
                  </a:lnTo>
                  <a:lnTo>
                    <a:pt x="3312" y="278"/>
                  </a:lnTo>
                  <a:lnTo>
                    <a:pt x="3350" y="303"/>
                  </a:lnTo>
                  <a:lnTo>
                    <a:pt x="3386" y="333"/>
                  </a:lnTo>
                  <a:lnTo>
                    <a:pt x="3386" y="333"/>
                  </a:lnTo>
                  <a:lnTo>
                    <a:pt x="3407" y="351"/>
                  </a:lnTo>
                  <a:lnTo>
                    <a:pt x="3428" y="370"/>
                  </a:lnTo>
                  <a:lnTo>
                    <a:pt x="3447" y="391"/>
                  </a:lnTo>
                  <a:lnTo>
                    <a:pt x="3465" y="412"/>
                  </a:lnTo>
                  <a:lnTo>
                    <a:pt x="3484" y="433"/>
                  </a:lnTo>
                  <a:lnTo>
                    <a:pt x="3502" y="455"/>
                  </a:lnTo>
                  <a:lnTo>
                    <a:pt x="3535" y="501"/>
                  </a:lnTo>
                  <a:lnTo>
                    <a:pt x="3566" y="549"/>
                  </a:lnTo>
                  <a:lnTo>
                    <a:pt x="3595" y="596"/>
                  </a:lnTo>
                  <a:lnTo>
                    <a:pt x="3623" y="645"/>
                  </a:lnTo>
                  <a:lnTo>
                    <a:pt x="3649" y="695"/>
                  </a:lnTo>
                  <a:lnTo>
                    <a:pt x="3649" y="695"/>
                  </a:lnTo>
                  <a:lnTo>
                    <a:pt x="3679" y="749"/>
                  </a:lnTo>
                  <a:lnTo>
                    <a:pt x="3705" y="805"/>
                  </a:lnTo>
                  <a:lnTo>
                    <a:pt x="3731" y="860"/>
                  </a:lnTo>
                  <a:lnTo>
                    <a:pt x="3757" y="916"/>
                  </a:lnTo>
                  <a:lnTo>
                    <a:pt x="3780" y="973"/>
                  </a:lnTo>
                  <a:lnTo>
                    <a:pt x="3804" y="1030"/>
                  </a:lnTo>
                  <a:lnTo>
                    <a:pt x="3825" y="1087"/>
                  </a:lnTo>
                  <a:lnTo>
                    <a:pt x="3846" y="1146"/>
                  </a:lnTo>
                  <a:lnTo>
                    <a:pt x="3846" y="1146"/>
                  </a:lnTo>
                  <a:lnTo>
                    <a:pt x="3865" y="1201"/>
                  </a:lnTo>
                  <a:lnTo>
                    <a:pt x="3882" y="1257"/>
                  </a:lnTo>
                  <a:lnTo>
                    <a:pt x="3899" y="1314"/>
                  </a:lnTo>
                  <a:lnTo>
                    <a:pt x="3915" y="1371"/>
                  </a:lnTo>
                  <a:lnTo>
                    <a:pt x="3929" y="1428"/>
                  </a:lnTo>
                  <a:lnTo>
                    <a:pt x="3943" y="1485"/>
                  </a:lnTo>
                  <a:lnTo>
                    <a:pt x="3956" y="1543"/>
                  </a:lnTo>
                  <a:lnTo>
                    <a:pt x="3967" y="1601"/>
                  </a:lnTo>
                  <a:lnTo>
                    <a:pt x="3967" y="1601"/>
                  </a:lnTo>
                  <a:lnTo>
                    <a:pt x="3977" y="1655"/>
                  </a:lnTo>
                  <a:lnTo>
                    <a:pt x="3985" y="1710"/>
                  </a:lnTo>
                  <a:lnTo>
                    <a:pt x="4002" y="1818"/>
                  </a:lnTo>
                  <a:lnTo>
                    <a:pt x="4018" y="1928"/>
                  </a:lnTo>
                  <a:lnTo>
                    <a:pt x="4028" y="1982"/>
                  </a:lnTo>
                  <a:lnTo>
                    <a:pt x="4039" y="2037"/>
                  </a:lnTo>
                  <a:lnTo>
                    <a:pt x="4039" y="2037"/>
                  </a:lnTo>
                  <a:lnTo>
                    <a:pt x="4049" y="2080"/>
                  </a:lnTo>
                  <a:lnTo>
                    <a:pt x="4060" y="2123"/>
                  </a:lnTo>
                  <a:lnTo>
                    <a:pt x="4073" y="2165"/>
                  </a:lnTo>
                  <a:lnTo>
                    <a:pt x="4085" y="2208"/>
                  </a:lnTo>
                  <a:lnTo>
                    <a:pt x="4100" y="2250"/>
                  </a:lnTo>
                  <a:lnTo>
                    <a:pt x="4116" y="2292"/>
                  </a:lnTo>
                  <a:lnTo>
                    <a:pt x="4132" y="2332"/>
                  </a:lnTo>
                  <a:lnTo>
                    <a:pt x="4151" y="2374"/>
                  </a:lnTo>
                  <a:lnTo>
                    <a:pt x="4151" y="2374"/>
                  </a:lnTo>
                  <a:lnTo>
                    <a:pt x="4173" y="2418"/>
                  </a:lnTo>
                  <a:lnTo>
                    <a:pt x="4197" y="2463"/>
                  </a:lnTo>
                  <a:lnTo>
                    <a:pt x="4223" y="2507"/>
                  </a:lnTo>
                  <a:lnTo>
                    <a:pt x="4248" y="2549"/>
                  </a:lnTo>
                  <a:lnTo>
                    <a:pt x="4302" y="2635"/>
                  </a:lnTo>
                  <a:lnTo>
                    <a:pt x="4354" y="2722"/>
                  </a:lnTo>
                  <a:lnTo>
                    <a:pt x="4354" y="2722"/>
                  </a:lnTo>
                  <a:lnTo>
                    <a:pt x="4382" y="2768"/>
                  </a:lnTo>
                  <a:lnTo>
                    <a:pt x="4407" y="2815"/>
                  </a:lnTo>
                  <a:lnTo>
                    <a:pt x="4432" y="2864"/>
                  </a:lnTo>
                  <a:lnTo>
                    <a:pt x="4456" y="2912"/>
                  </a:lnTo>
                  <a:lnTo>
                    <a:pt x="4478" y="2963"/>
                  </a:lnTo>
                  <a:lnTo>
                    <a:pt x="4500" y="3013"/>
                  </a:lnTo>
                  <a:lnTo>
                    <a:pt x="4520" y="3064"/>
                  </a:lnTo>
                  <a:lnTo>
                    <a:pt x="4539" y="3116"/>
                  </a:lnTo>
                  <a:lnTo>
                    <a:pt x="4557" y="3167"/>
                  </a:lnTo>
                  <a:lnTo>
                    <a:pt x="4574" y="3219"/>
                  </a:lnTo>
                  <a:lnTo>
                    <a:pt x="4589" y="3272"/>
                  </a:lnTo>
                  <a:lnTo>
                    <a:pt x="4603" y="3325"/>
                  </a:lnTo>
                  <a:lnTo>
                    <a:pt x="4616" y="3377"/>
                  </a:lnTo>
                  <a:lnTo>
                    <a:pt x="4627" y="3430"/>
                  </a:lnTo>
                  <a:lnTo>
                    <a:pt x="4638" y="3483"/>
                  </a:lnTo>
                  <a:lnTo>
                    <a:pt x="4646" y="3536"/>
                  </a:lnTo>
                  <a:lnTo>
                    <a:pt x="4646" y="3536"/>
                  </a:lnTo>
                  <a:lnTo>
                    <a:pt x="4653" y="3588"/>
                  </a:lnTo>
                  <a:lnTo>
                    <a:pt x="4657" y="3639"/>
                  </a:lnTo>
                  <a:lnTo>
                    <a:pt x="4660" y="3691"/>
                  </a:lnTo>
                  <a:lnTo>
                    <a:pt x="4662" y="3742"/>
                  </a:lnTo>
                  <a:lnTo>
                    <a:pt x="4660" y="3794"/>
                  </a:lnTo>
                  <a:lnTo>
                    <a:pt x="4657" y="3845"/>
                  </a:lnTo>
                  <a:lnTo>
                    <a:pt x="4653" y="3898"/>
                  </a:lnTo>
                  <a:lnTo>
                    <a:pt x="4648" y="3950"/>
                  </a:lnTo>
                  <a:lnTo>
                    <a:pt x="4641" y="4001"/>
                  </a:lnTo>
                  <a:lnTo>
                    <a:pt x="4634" y="4053"/>
                  </a:lnTo>
                  <a:lnTo>
                    <a:pt x="4624" y="4104"/>
                  </a:lnTo>
                  <a:lnTo>
                    <a:pt x="4614" y="4154"/>
                  </a:lnTo>
                  <a:lnTo>
                    <a:pt x="4592" y="4256"/>
                  </a:lnTo>
                  <a:lnTo>
                    <a:pt x="4567" y="4355"/>
                  </a:lnTo>
                  <a:lnTo>
                    <a:pt x="4567" y="4355"/>
                  </a:lnTo>
                  <a:lnTo>
                    <a:pt x="4549" y="4419"/>
                  </a:lnTo>
                  <a:lnTo>
                    <a:pt x="4529" y="4480"/>
                  </a:lnTo>
                  <a:lnTo>
                    <a:pt x="4508" y="4543"/>
                  </a:lnTo>
                  <a:lnTo>
                    <a:pt x="4485" y="4604"/>
                  </a:lnTo>
                  <a:lnTo>
                    <a:pt x="4485" y="4604"/>
                  </a:lnTo>
                  <a:lnTo>
                    <a:pt x="4485" y="4610"/>
                  </a:lnTo>
                  <a:lnTo>
                    <a:pt x="4485" y="4614"/>
                  </a:lnTo>
                  <a:lnTo>
                    <a:pt x="4488" y="4625"/>
                  </a:lnTo>
                  <a:lnTo>
                    <a:pt x="4488" y="4625"/>
                  </a:lnTo>
                  <a:lnTo>
                    <a:pt x="4495" y="4651"/>
                  </a:lnTo>
                  <a:lnTo>
                    <a:pt x="4500" y="4678"/>
                  </a:lnTo>
                  <a:lnTo>
                    <a:pt x="4510" y="4731"/>
                  </a:lnTo>
                  <a:lnTo>
                    <a:pt x="4510" y="4731"/>
                  </a:lnTo>
                  <a:lnTo>
                    <a:pt x="4517" y="4782"/>
                  </a:lnTo>
                  <a:lnTo>
                    <a:pt x="4524" y="4835"/>
                  </a:lnTo>
                  <a:lnTo>
                    <a:pt x="4528" y="4888"/>
                  </a:lnTo>
                  <a:lnTo>
                    <a:pt x="4531" y="4941"/>
                  </a:lnTo>
                  <a:lnTo>
                    <a:pt x="4532" y="4994"/>
                  </a:lnTo>
                  <a:lnTo>
                    <a:pt x="4534" y="5047"/>
                  </a:lnTo>
                  <a:lnTo>
                    <a:pt x="4534" y="5101"/>
                  </a:lnTo>
                  <a:lnTo>
                    <a:pt x="4532" y="5153"/>
                  </a:lnTo>
                  <a:lnTo>
                    <a:pt x="4532" y="5153"/>
                  </a:lnTo>
                  <a:lnTo>
                    <a:pt x="4532" y="5157"/>
                  </a:lnTo>
                  <a:lnTo>
                    <a:pt x="4535" y="5159"/>
                  </a:lnTo>
                  <a:lnTo>
                    <a:pt x="4538" y="5161"/>
                  </a:lnTo>
                  <a:lnTo>
                    <a:pt x="4540" y="5161"/>
                  </a:lnTo>
                  <a:lnTo>
                    <a:pt x="4543" y="5161"/>
                  </a:lnTo>
                  <a:lnTo>
                    <a:pt x="4546" y="5159"/>
                  </a:lnTo>
                  <a:lnTo>
                    <a:pt x="4547" y="5157"/>
                  </a:lnTo>
                  <a:lnTo>
                    <a:pt x="4549" y="5153"/>
                  </a:lnTo>
                  <a:lnTo>
                    <a:pt x="4549" y="5153"/>
                  </a:lnTo>
                  <a:lnTo>
                    <a:pt x="4550" y="5101"/>
                  </a:lnTo>
                  <a:lnTo>
                    <a:pt x="4550" y="5050"/>
                  </a:lnTo>
                  <a:lnTo>
                    <a:pt x="4549" y="4998"/>
                  </a:lnTo>
                  <a:lnTo>
                    <a:pt x="4547" y="4946"/>
                  </a:lnTo>
                  <a:lnTo>
                    <a:pt x="4545" y="4894"/>
                  </a:lnTo>
                  <a:lnTo>
                    <a:pt x="4540" y="4842"/>
                  </a:lnTo>
                  <a:lnTo>
                    <a:pt x="4535" y="4791"/>
                  </a:lnTo>
                  <a:lnTo>
                    <a:pt x="4528" y="4740"/>
                  </a:lnTo>
                  <a:lnTo>
                    <a:pt x="4528" y="4740"/>
                  </a:lnTo>
                  <a:lnTo>
                    <a:pt x="4524" y="4711"/>
                  </a:lnTo>
                  <a:lnTo>
                    <a:pt x="4518" y="4682"/>
                  </a:lnTo>
                  <a:lnTo>
                    <a:pt x="4513" y="4653"/>
                  </a:lnTo>
                  <a:lnTo>
                    <a:pt x="4504" y="4625"/>
                  </a:lnTo>
                  <a:lnTo>
                    <a:pt x="4504" y="4625"/>
                  </a:lnTo>
                  <a:lnTo>
                    <a:pt x="4500" y="4610"/>
                  </a:lnTo>
                  <a:lnTo>
                    <a:pt x="4500" y="4610"/>
                  </a:lnTo>
                  <a:lnTo>
                    <a:pt x="4500" y="4612"/>
                  </a:lnTo>
                  <a:lnTo>
                    <a:pt x="4501" y="4607"/>
                  </a:lnTo>
                  <a:lnTo>
                    <a:pt x="4501" y="4607"/>
                  </a:lnTo>
                  <a:lnTo>
                    <a:pt x="4525" y="4544"/>
                  </a:lnTo>
                  <a:lnTo>
                    <a:pt x="4546" y="4481"/>
                  </a:lnTo>
                  <a:lnTo>
                    <a:pt x="4567" y="4417"/>
                  </a:lnTo>
                  <a:lnTo>
                    <a:pt x="4585" y="4353"/>
                  </a:lnTo>
                  <a:lnTo>
                    <a:pt x="4585" y="4353"/>
                  </a:lnTo>
                  <a:lnTo>
                    <a:pt x="4609" y="4253"/>
                  </a:lnTo>
                  <a:lnTo>
                    <a:pt x="4630" y="4153"/>
                  </a:lnTo>
                  <a:lnTo>
                    <a:pt x="4639" y="4103"/>
                  </a:lnTo>
                  <a:lnTo>
                    <a:pt x="4648" y="4051"/>
                  </a:lnTo>
                  <a:lnTo>
                    <a:pt x="4656" y="4001"/>
                  </a:lnTo>
                  <a:lnTo>
                    <a:pt x="4663" y="3950"/>
                  </a:lnTo>
                  <a:lnTo>
                    <a:pt x="4663" y="3950"/>
                  </a:lnTo>
                  <a:lnTo>
                    <a:pt x="4669" y="3901"/>
                  </a:lnTo>
                  <a:lnTo>
                    <a:pt x="4673" y="3851"/>
                  </a:lnTo>
                  <a:lnTo>
                    <a:pt x="4676" y="3802"/>
                  </a:lnTo>
                  <a:lnTo>
                    <a:pt x="4677" y="3752"/>
                  </a:lnTo>
                  <a:lnTo>
                    <a:pt x="4677" y="3703"/>
                  </a:lnTo>
                  <a:lnTo>
                    <a:pt x="4676" y="3653"/>
                  </a:lnTo>
                  <a:lnTo>
                    <a:pt x="4671" y="3604"/>
                  </a:lnTo>
                  <a:lnTo>
                    <a:pt x="4666" y="3554"/>
                  </a:lnTo>
                  <a:lnTo>
                    <a:pt x="4666" y="3554"/>
                  </a:lnTo>
                  <a:lnTo>
                    <a:pt x="4657" y="3503"/>
                  </a:lnTo>
                  <a:lnTo>
                    <a:pt x="4649" y="3451"/>
                  </a:lnTo>
                  <a:lnTo>
                    <a:pt x="4638" y="3400"/>
                  </a:lnTo>
                  <a:lnTo>
                    <a:pt x="4625" y="3350"/>
                  </a:lnTo>
                  <a:lnTo>
                    <a:pt x="4613" y="3298"/>
                  </a:lnTo>
                  <a:lnTo>
                    <a:pt x="4598" y="3248"/>
                  </a:lnTo>
                  <a:lnTo>
                    <a:pt x="4582" y="3198"/>
                  </a:lnTo>
                  <a:lnTo>
                    <a:pt x="4566" y="3148"/>
                  </a:lnTo>
                  <a:lnTo>
                    <a:pt x="4566" y="3148"/>
                  </a:lnTo>
                  <a:lnTo>
                    <a:pt x="4547" y="3096"/>
                  </a:lnTo>
                  <a:lnTo>
                    <a:pt x="4528" y="3046"/>
                  </a:lnTo>
                  <a:lnTo>
                    <a:pt x="4508" y="2995"/>
                  </a:lnTo>
                  <a:lnTo>
                    <a:pt x="4486" y="2945"/>
                  </a:lnTo>
                  <a:lnTo>
                    <a:pt x="4464" y="2896"/>
                  </a:lnTo>
                  <a:lnTo>
                    <a:pt x="4440" y="2846"/>
                  </a:lnTo>
                  <a:lnTo>
                    <a:pt x="4417" y="2797"/>
                  </a:lnTo>
                  <a:lnTo>
                    <a:pt x="4390" y="2750"/>
                  </a:lnTo>
                  <a:lnTo>
                    <a:pt x="4390" y="2750"/>
                  </a:lnTo>
                  <a:lnTo>
                    <a:pt x="4365" y="2705"/>
                  </a:lnTo>
                  <a:lnTo>
                    <a:pt x="4339" y="2662"/>
                  </a:lnTo>
                  <a:lnTo>
                    <a:pt x="4284" y="2574"/>
                  </a:lnTo>
                  <a:lnTo>
                    <a:pt x="4256" y="2531"/>
                  </a:lnTo>
                  <a:lnTo>
                    <a:pt x="4230" y="2488"/>
                  </a:lnTo>
                  <a:lnTo>
                    <a:pt x="4205" y="2443"/>
                  </a:lnTo>
                  <a:lnTo>
                    <a:pt x="4181" y="2397"/>
                  </a:lnTo>
                  <a:lnTo>
                    <a:pt x="4181" y="2397"/>
                  </a:lnTo>
                  <a:lnTo>
                    <a:pt x="4162" y="2357"/>
                  </a:lnTo>
                  <a:lnTo>
                    <a:pt x="4144" y="2315"/>
                  </a:lnTo>
                  <a:lnTo>
                    <a:pt x="4126" y="2272"/>
                  </a:lnTo>
                  <a:lnTo>
                    <a:pt x="4110" y="2229"/>
                  </a:lnTo>
                  <a:lnTo>
                    <a:pt x="4096" y="2186"/>
                  </a:lnTo>
                  <a:lnTo>
                    <a:pt x="4082" y="2143"/>
                  </a:lnTo>
                  <a:lnTo>
                    <a:pt x="4071" y="2098"/>
                  </a:lnTo>
                  <a:lnTo>
                    <a:pt x="4060" y="2055"/>
                  </a:lnTo>
                  <a:lnTo>
                    <a:pt x="4060" y="2055"/>
                  </a:lnTo>
                  <a:lnTo>
                    <a:pt x="4049" y="2001"/>
                  </a:lnTo>
                  <a:lnTo>
                    <a:pt x="4038" y="1948"/>
                  </a:lnTo>
                  <a:lnTo>
                    <a:pt x="4021" y="1839"/>
                  </a:lnTo>
                  <a:lnTo>
                    <a:pt x="4004" y="1732"/>
                  </a:lnTo>
                  <a:lnTo>
                    <a:pt x="3988" y="1623"/>
                  </a:lnTo>
                  <a:lnTo>
                    <a:pt x="3988" y="1623"/>
                  </a:lnTo>
                  <a:lnTo>
                    <a:pt x="3977" y="1565"/>
                  </a:lnTo>
                  <a:lnTo>
                    <a:pt x="3965" y="1508"/>
                  </a:lnTo>
                  <a:lnTo>
                    <a:pt x="3951" y="1449"/>
                  </a:lnTo>
                  <a:lnTo>
                    <a:pt x="3938" y="1392"/>
                  </a:lnTo>
                  <a:lnTo>
                    <a:pt x="3922" y="1335"/>
                  </a:lnTo>
                  <a:lnTo>
                    <a:pt x="3907" y="1278"/>
                  </a:lnTo>
                  <a:lnTo>
                    <a:pt x="3889" y="1221"/>
                  </a:lnTo>
                  <a:lnTo>
                    <a:pt x="3871" y="1165"/>
                  </a:lnTo>
                  <a:lnTo>
                    <a:pt x="3851" y="1108"/>
                  </a:lnTo>
                  <a:lnTo>
                    <a:pt x="3830" y="1053"/>
                  </a:lnTo>
                  <a:lnTo>
                    <a:pt x="3809" y="998"/>
                  </a:lnTo>
                  <a:lnTo>
                    <a:pt x="3787" y="943"/>
                  </a:lnTo>
                  <a:lnTo>
                    <a:pt x="3763" y="888"/>
                  </a:lnTo>
                  <a:lnTo>
                    <a:pt x="3738" y="835"/>
                  </a:lnTo>
                  <a:lnTo>
                    <a:pt x="3713" y="781"/>
                  </a:lnTo>
                  <a:lnTo>
                    <a:pt x="3687" y="728"/>
                  </a:lnTo>
                  <a:lnTo>
                    <a:pt x="3687" y="728"/>
                  </a:lnTo>
                  <a:lnTo>
                    <a:pt x="3660" y="679"/>
                  </a:lnTo>
                  <a:lnTo>
                    <a:pt x="3634" y="631"/>
                  </a:lnTo>
                  <a:lnTo>
                    <a:pt x="3606" y="582"/>
                  </a:lnTo>
                  <a:lnTo>
                    <a:pt x="3577" y="533"/>
                  </a:lnTo>
                  <a:lnTo>
                    <a:pt x="3546" y="486"/>
                  </a:lnTo>
                  <a:lnTo>
                    <a:pt x="3513" y="441"/>
                  </a:lnTo>
                  <a:lnTo>
                    <a:pt x="3495" y="419"/>
                  </a:lnTo>
                  <a:lnTo>
                    <a:pt x="3477" y="398"/>
                  </a:lnTo>
                  <a:lnTo>
                    <a:pt x="3459" y="377"/>
                  </a:lnTo>
                  <a:lnTo>
                    <a:pt x="3439" y="358"/>
                  </a:lnTo>
                  <a:lnTo>
                    <a:pt x="3439" y="358"/>
                  </a:lnTo>
                  <a:lnTo>
                    <a:pt x="3406" y="327"/>
                  </a:lnTo>
                  <a:lnTo>
                    <a:pt x="3369" y="298"/>
                  </a:lnTo>
                  <a:lnTo>
                    <a:pt x="3333" y="271"/>
                  </a:lnTo>
                  <a:lnTo>
                    <a:pt x="3296" y="246"/>
                  </a:lnTo>
                  <a:lnTo>
                    <a:pt x="3255" y="224"/>
                  </a:lnTo>
                  <a:lnTo>
                    <a:pt x="3215" y="203"/>
                  </a:lnTo>
                  <a:lnTo>
                    <a:pt x="3174" y="185"/>
                  </a:lnTo>
                  <a:lnTo>
                    <a:pt x="3131" y="167"/>
                  </a:lnTo>
                  <a:lnTo>
                    <a:pt x="3131" y="167"/>
                  </a:lnTo>
                  <a:lnTo>
                    <a:pt x="3091" y="152"/>
                  </a:lnTo>
                  <a:lnTo>
                    <a:pt x="3051" y="139"/>
                  </a:lnTo>
                  <a:lnTo>
                    <a:pt x="3009" y="127"/>
                  </a:lnTo>
                  <a:lnTo>
                    <a:pt x="2967" y="114"/>
                  </a:lnTo>
                  <a:lnTo>
                    <a:pt x="2882" y="93"/>
                  </a:lnTo>
                  <a:lnTo>
                    <a:pt x="2798" y="74"/>
                  </a:lnTo>
                  <a:lnTo>
                    <a:pt x="2798" y="74"/>
                  </a:lnTo>
                  <a:lnTo>
                    <a:pt x="2722" y="54"/>
                  </a:lnTo>
                  <a:lnTo>
                    <a:pt x="2683" y="43"/>
                  </a:lnTo>
                  <a:lnTo>
                    <a:pt x="2645" y="32"/>
                  </a:lnTo>
                  <a:lnTo>
                    <a:pt x="2645" y="32"/>
                  </a:lnTo>
                  <a:lnTo>
                    <a:pt x="2617" y="25"/>
                  </a:lnTo>
                  <a:lnTo>
                    <a:pt x="2591" y="18"/>
                  </a:lnTo>
                  <a:lnTo>
                    <a:pt x="2565" y="13"/>
                  </a:lnTo>
                  <a:lnTo>
                    <a:pt x="2537" y="7"/>
                  </a:lnTo>
                  <a:lnTo>
                    <a:pt x="2509" y="4"/>
                  </a:lnTo>
                  <a:lnTo>
                    <a:pt x="2481" y="1"/>
                  </a:lnTo>
                  <a:lnTo>
                    <a:pt x="2453" y="0"/>
                  </a:lnTo>
                  <a:lnTo>
                    <a:pt x="2425" y="1"/>
                  </a:lnTo>
                  <a:lnTo>
                    <a:pt x="2425" y="1"/>
                  </a:lnTo>
                  <a:lnTo>
                    <a:pt x="2381" y="4"/>
                  </a:lnTo>
                  <a:lnTo>
                    <a:pt x="2335" y="10"/>
                  </a:lnTo>
                  <a:lnTo>
                    <a:pt x="2290" y="18"/>
                  </a:lnTo>
                  <a:lnTo>
                    <a:pt x="2244" y="28"/>
                  </a:lnTo>
                  <a:lnTo>
                    <a:pt x="2201" y="42"/>
                  </a:lnTo>
                  <a:lnTo>
                    <a:pt x="2157" y="58"/>
                  </a:lnTo>
                  <a:lnTo>
                    <a:pt x="2116" y="77"/>
                  </a:lnTo>
                  <a:lnTo>
                    <a:pt x="2076" y="99"/>
                  </a:lnTo>
                  <a:lnTo>
                    <a:pt x="2076" y="99"/>
                  </a:lnTo>
                  <a:lnTo>
                    <a:pt x="2087" y="102"/>
                  </a:lnTo>
                  <a:lnTo>
                    <a:pt x="2087" y="102"/>
                  </a:lnTo>
                  <a:lnTo>
                    <a:pt x="2080" y="92"/>
                  </a:lnTo>
                  <a:lnTo>
                    <a:pt x="2073" y="84"/>
                  </a:lnTo>
                  <a:lnTo>
                    <a:pt x="2065" y="75"/>
                  </a:lnTo>
                  <a:lnTo>
                    <a:pt x="2056" y="68"/>
                  </a:lnTo>
                  <a:lnTo>
                    <a:pt x="2047" y="63"/>
                  </a:lnTo>
                  <a:lnTo>
                    <a:pt x="2035" y="57"/>
                  </a:lnTo>
                  <a:lnTo>
                    <a:pt x="2013" y="47"/>
                  </a:lnTo>
                  <a:lnTo>
                    <a:pt x="1991" y="40"/>
                  </a:lnTo>
                  <a:lnTo>
                    <a:pt x="1967" y="35"/>
                  </a:lnTo>
                  <a:lnTo>
                    <a:pt x="1945" y="32"/>
                  </a:lnTo>
                  <a:lnTo>
                    <a:pt x="1923" y="29"/>
                  </a:lnTo>
                  <a:lnTo>
                    <a:pt x="1923" y="29"/>
                  </a:lnTo>
                  <a:lnTo>
                    <a:pt x="1889" y="28"/>
                  </a:lnTo>
                  <a:lnTo>
                    <a:pt x="1856" y="31"/>
                  </a:lnTo>
                  <a:lnTo>
                    <a:pt x="1822" y="35"/>
                  </a:lnTo>
                  <a:lnTo>
                    <a:pt x="1789" y="40"/>
                  </a:lnTo>
                  <a:lnTo>
                    <a:pt x="1757" y="49"/>
                  </a:lnTo>
                  <a:lnTo>
                    <a:pt x="1723" y="57"/>
                  </a:lnTo>
                  <a:lnTo>
                    <a:pt x="1659" y="78"/>
                  </a:lnTo>
                  <a:lnTo>
                    <a:pt x="1659" y="78"/>
                  </a:lnTo>
                  <a:lnTo>
                    <a:pt x="1579" y="106"/>
                  </a:lnTo>
                  <a:lnTo>
                    <a:pt x="1498" y="138"/>
                  </a:lnTo>
                  <a:lnTo>
                    <a:pt x="1458" y="155"/>
                  </a:lnTo>
                  <a:lnTo>
                    <a:pt x="1417" y="173"/>
                  </a:lnTo>
                  <a:lnTo>
                    <a:pt x="1378" y="191"/>
                  </a:lnTo>
                  <a:lnTo>
                    <a:pt x="1338" y="210"/>
                  </a:lnTo>
                  <a:lnTo>
                    <a:pt x="1300" y="230"/>
                  </a:lnTo>
                  <a:lnTo>
                    <a:pt x="1261" y="251"/>
                  </a:lnTo>
                  <a:lnTo>
                    <a:pt x="1224" y="273"/>
                  </a:lnTo>
                  <a:lnTo>
                    <a:pt x="1186" y="295"/>
                  </a:lnTo>
                  <a:lnTo>
                    <a:pt x="1150" y="319"/>
                  </a:lnTo>
                  <a:lnTo>
                    <a:pt x="1114" y="344"/>
                  </a:lnTo>
                  <a:lnTo>
                    <a:pt x="1079" y="369"/>
                  </a:lnTo>
                  <a:lnTo>
                    <a:pt x="1045" y="395"/>
                  </a:lnTo>
                  <a:lnTo>
                    <a:pt x="1045" y="395"/>
                  </a:lnTo>
                  <a:lnTo>
                    <a:pt x="1019" y="418"/>
                  </a:lnTo>
                  <a:lnTo>
                    <a:pt x="994" y="443"/>
                  </a:lnTo>
                  <a:lnTo>
                    <a:pt x="970" y="466"/>
                  </a:lnTo>
                  <a:lnTo>
                    <a:pt x="948" y="493"/>
                  </a:lnTo>
                  <a:lnTo>
                    <a:pt x="927" y="519"/>
                  </a:lnTo>
                  <a:lnTo>
                    <a:pt x="907" y="547"/>
                  </a:lnTo>
                  <a:lnTo>
                    <a:pt x="888" y="575"/>
                  </a:lnTo>
                  <a:lnTo>
                    <a:pt x="868" y="604"/>
                  </a:lnTo>
                  <a:lnTo>
                    <a:pt x="868" y="604"/>
                  </a:lnTo>
                  <a:lnTo>
                    <a:pt x="825" y="675"/>
                  </a:lnTo>
                  <a:lnTo>
                    <a:pt x="784" y="748"/>
                  </a:lnTo>
                  <a:lnTo>
                    <a:pt x="742" y="821"/>
                  </a:lnTo>
                  <a:lnTo>
                    <a:pt x="703" y="894"/>
                  </a:lnTo>
                  <a:lnTo>
                    <a:pt x="703" y="894"/>
                  </a:lnTo>
                  <a:lnTo>
                    <a:pt x="622" y="1044"/>
                  </a:lnTo>
                  <a:lnTo>
                    <a:pt x="583" y="1121"/>
                  </a:lnTo>
                  <a:lnTo>
                    <a:pt x="545" y="1197"/>
                  </a:lnTo>
                  <a:lnTo>
                    <a:pt x="511" y="1274"/>
                  </a:lnTo>
                  <a:lnTo>
                    <a:pt x="476" y="1352"/>
                  </a:lnTo>
                  <a:lnTo>
                    <a:pt x="444" y="1431"/>
                  </a:lnTo>
                  <a:lnTo>
                    <a:pt x="415" y="1511"/>
                  </a:lnTo>
                  <a:lnTo>
                    <a:pt x="415" y="1511"/>
                  </a:lnTo>
                  <a:lnTo>
                    <a:pt x="398" y="1562"/>
                  </a:lnTo>
                  <a:lnTo>
                    <a:pt x="391" y="1589"/>
                  </a:lnTo>
                  <a:lnTo>
                    <a:pt x="385" y="1615"/>
                  </a:lnTo>
                  <a:lnTo>
                    <a:pt x="385" y="1615"/>
                  </a:lnTo>
                  <a:lnTo>
                    <a:pt x="374" y="1662"/>
                  </a:lnTo>
                  <a:lnTo>
                    <a:pt x="360" y="1708"/>
                  </a:lnTo>
                  <a:lnTo>
                    <a:pt x="345" y="1754"/>
                  </a:lnTo>
                  <a:lnTo>
                    <a:pt x="327" y="1799"/>
                  </a:lnTo>
                  <a:lnTo>
                    <a:pt x="327" y="1799"/>
                  </a:lnTo>
                  <a:lnTo>
                    <a:pt x="286" y="1898"/>
                  </a:lnTo>
                  <a:lnTo>
                    <a:pt x="267" y="1948"/>
                  </a:lnTo>
                  <a:lnTo>
                    <a:pt x="247" y="1996"/>
                  </a:lnTo>
                  <a:lnTo>
                    <a:pt x="229" y="2048"/>
                  </a:lnTo>
                  <a:lnTo>
                    <a:pt x="214" y="2098"/>
                  </a:lnTo>
                  <a:lnTo>
                    <a:pt x="208" y="2124"/>
                  </a:lnTo>
                  <a:lnTo>
                    <a:pt x="203" y="2150"/>
                  </a:lnTo>
                  <a:lnTo>
                    <a:pt x="197" y="2176"/>
                  </a:lnTo>
                  <a:lnTo>
                    <a:pt x="193" y="2202"/>
                  </a:lnTo>
                  <a:lnTo>
                    <a:pt x="193" y="2202"/>
                  </a:lnTo>
                  <a:lnTo>
                    <a:pt x="190" y="2233"/>
                  </a:lnTo>
                  <a:lnTo>
                    <a:pt x="189" y="2264"/>
                  </a:lnTo>
                  <a:lnTo>
                    <a:pt x="190" y="2294"/>
                  </a:lnTo>
                  <a:lnTo>
                    <a:pt x="192" y="2325"/>
                  </a:lnTo>
                  <a:lnTo>
                    <a:pt x="195" y="2356"/>
                  </a:lnTo>
                  <a:lnTo>
                    <a:pt x="200" y="2386"/>
                  </a:lnTo>
                  <a:lnTo>
                    <a:pt x="206" y="2417"/>
                  </a:lnTo>
                  <a:lnTo>
                    <a:pt x="213" y="2447"/>
                  </a:lnTo>
                  <a:lnTo>
                    <a:pt x="221" y="2477"/>
                  </a:lnTo>
                  <a:lnTo>
                    <a:pt x="229" y="2507"/>
                  </a:lnTo>
                  <a:lnTo>
                    <a:pt x="247" y="2566"/>
                  </a:lnTo>
                  <a:lnTo>
                    <a:pt x="268" y="2624"/>
                  </a:lnTo>
                  <a:lnTo>
                    <a:pt x="289" y="2681"/>
                  </a:lnTo>
                  <a:lnTo>
                    <a:pt x="289" y="2681"/>
                  </a:lnTo>
                  <a:lnTo>
                    <a:pt x="310" y="2736"/>
                  </a:lnTo>
                  <a:lnTo>
                    <a:pt x="332" y="2789"/>
                  </a:lnTo>
                  <a:lnTo>
                    <a:pt x="356" y="2841"/>
                  </a:lnTo>
                  <a:lnTo>
                    <a:pt x="381" y="2893"/>
                  </a:lnTo>
                  <a:lnTo>
                    <a:pt x="381" y="2893"/>
                  </a:lnTo>
                  <a:lnTo>
                    <a:pt x="406" y="2946"/>
                  </a:lnTo>
                  <a:lnTo>
                    <a:pt x="430" y="2999"/>
                  </a:lnTo>
                  <a:lnTo>
                    <a:pt x="441" y="3025"/>
                  </a:lnTo>
                  <a:lnTo>
                    <a:pt x="452" y="3052"/>
                  </a:lnTo>
                  <a:lnTo>
                    <a:pt x="460" y="3080"/>
                  </a:lnTo>
                  <a:lnTo>
                    <a:pt x="469" y="3107"/>
                  </a:lnTo>
                  <a:lnTo>
                    <a:pt x="469" y="3107"/>
                  </a:lnTo>
                  <a:lnTo>
                    <a:pt x="476" y="3135"/>
                  </a:lnTo>
                  <a:lnTo>
                    <a:pt x="481" y="3163"/>
                  </a:lnTo>
                  <a:lnTo>
                    <a:pt x="483" y="3191"/>
                  </a:lnTo>
                  <a:lnTo>
                    <a:pt x="484" y="3219"/>
                  </a:lnTo>
                  <a:lnTo>
                    <a:pt x="483" y="3247"/>
                  </a:lnTo>
                  <a:lnTo>
                    <a:pt x="480" y="3273"/>
                  </a:lnTo>
                  <a:lnTo>
                    <a:pt x="476" y="3300"/>
                  </a:lnTo>
                  <a:lnTo>
                    <a:pt x="470" y="3327"/>
                  </a:lnTo>
                  <a:lnTo>
                    <a:pt x="463" y="3354"/>
                  </a:lnTo>
                  <a:lnTo>
                    <a:pt x="455" y="3379"/>
                  </a:lnTo>
                  <a:lnTo>
                    <a:pt x="445" y="3405"/>
                  </a:lnTo>
                  <a:lnTo>
                    <a:pt x="434" y="3432"/>
                  </a:lnTo>
                  <a:lnTo>
                    <a:pt x="412" y="3482"/>
                  </a:lnTo>
                  <a:lnTo>
                    <a:pt x="385" y="3532"/>
                  </a:lnTo>
                  <a:lnTo>
                    <a:pt x="385" y="3532"/>
                  </a:lnTo>
                  <a:lnTo>
                    <a:pt x="359" y="3578"/>
                  </a:lnTo>
                  <a:lnTo>
                    <a:pt x="331" y="3624"/>
                  </a:lnTo>
                  <a:lnTo>
                    <a:pt x="274" y="3713"/>
                  </a:lnTo>
                  <a:lnTo>
                    <a:pt x="217" y="3802"/>
                  </a:lnTo>
                  <a:lnTo>
                    <a:pt x="189" y="3848"/>
                  </a:lnTo>
                  <a:lnTo>
                    <a:pt x="164" y="3894"/>
                  </a:lnTo>
                  <a:lnTo>
                    <a:pt x="164" y="3894"/>
                  </a:lnTo>
                  <a:lnTo>
                    <a:pt x="150" y="3919"/>
                  </a:lnTo>
                  <a:lnTo>
                    <a:pt x="137" y="3945"/>
                  </a:lnTo>
                  <a:lnTo>
                    <a:pt x="126" y="3972"/>
                  </a:lnTo>
                  <a:lnTo>
                    <a:pt x="115" y="3997"/>
                  </a:lnTo>
                  <a:lnTo>
                    <a:pt x="97" y="4050"/>
                  </a:lnTo>
                  <a:lnTo>
                    <a:pt x="80" y="4104"/>
                  </a:lnTo>
                  <a:lnTo>
                    <a:pt x="66" y="4159"/>
                  </a:lnTo>
                  <a:lnTo>
                    <a:pt x="54" y="4214"/>
                  </a:lnTo>
                  <a:lnTo>
                    <a:pt x="44" y="4270"/>
                  </a:lnTo>
                  <a:lnTo>
                    <a:pt x="34" y="4327"/>
                  </a:lnTo>
                  <a:lnTo>
                    <a:pt x="34" y="4327"/>
                  </a:lnTo>
                  <a:lnTo>
                    <a:pt x="23" y="4397"/>
                  </a:lnTo>
                  <a:lnTo>
                    <a:pt x="13" y="4468"/>
                  </a:lnTo>
                  <a:lnTo>
                    <a:pt x="5" y="4540"/>
                  </a:lnTo>
                  <a:lnTo>
                    <a:pt x="0" y="4611"/>
                  </a:lnTo>
                  <a:lnTo>
                    <a:pt x="0" y="4611"/>
                  </a:lnTo>
                  <a:lnTo>
                    <a:pt x="0" y="4615"/>
                  </a:lnTo>
                  <a:lnTo>
                    <a:pt x="2" y="4617"/>
                  </a:lnTo>
                  <a:lnTo>
                    <a:pt x="4" y="4618"/>
                  </a:lnTo>
                  <a:lnTo>
                    <a:pt x="8" y="4619"/>
                  </a:lnTo>
                  <a:lnTo>
                    <a:pt x="11" y="4618"/>
                  </a:lnTo>
                  <a:lnTo>
                    <a:pt x="13" y="4617"/>
                  </a:lnTo>
                  <a:lnTo>
                    <a:pt x="15" y="4615"/>
                  </a:lnTo>
                  <a:lnTo>
                    <a:pt x="16" y="4611"/>
                  </a:lnTo>
                  <a:lnTo>
                    <a:pt x="16" y="4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5" name="Freeform 62">
              <a:extLst>
                <a:ext uri="{FF2B5EF4-FFF2-40B4-BE49-F238E27FC236}">
                  <a16:creationId xmlns:a16="http://schemas.microsoft.com/office/drawing/2014/main" id="{DD632991-70AF-1665-0A16-89778DC8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415"/>
              <a:ext cx="1204" cy="1592"/>
            </a:xfrm>
            <a:custGeom>
              <a:avLst/>
              <a:gdLst>
                <a:gd name="T0" fmla="*/ 2392 w 2408"/>
                <a:gd name="T1" fmla="*/ 1428 h 3184"/>
                <a:gd name="T2" fmla="*/ 2331 w 2408"/>
                <a:gd name="T3" fmla="*/ 1249 h 3184"/>
                <a:gd name="T4" fmla="*/ 2125 w 2408"/>
                <a:gd name="T5" fmla="*/ 881 h 3184"/>
                <a:gd name="T6" fmla="*/ 1863 w 2408"/>
                <a:gd name="T7" fmla="*/ 410 h 3184"/>
                <a:gd name="T8" fmla="*/ 1743 w 2408"/>
                <a:gd name="T9" fmla="*/ 268 h 3184"/>
                <a:gd name="T10" fmla="*/ 1533 w 2408"/>
                <a:gd name="T11" fmla="*/ 131 h 3184"/>
                <a:gd name="T12" fmla="*/ 1164 w 2408"/>
                <a:gd name="T13" fmla="*/ 12 h 3184"/>
                <a:gd name="T14" fmla="*/ 776 w 2408"/>
                <a:gd name="T15" fmla="*/ 19 h 3184"/>
                <a:gd name="T16" fmla="*/ 481 w 2408"/>
                <a:gd name="T17" fmla="*/ 117 h 3184"/>
                <a:gd name="T18" fmla="*/ 354 w 2408"/>
                <a:gd name="T19" fmla="*/ 204 h 3184"/>
                <a:gd name="T20" fmla="*/ 125 w 2408"/>
                <a:gd name="T21" fmla="*/ 490 h 3184"/>
                <a:gd name="T22" fmla="*/ 50 w 2408"/>
                <a:gd name="T23" fmla="*/ 665 h 3184"/>
                <a:gd name="T24" fmla="*/ 3 w 2408"/>
                <a:gd name="T25" fmla="*/ 965 h 3184"/>
                <a:gd name="T26" fmla="*/ 22 w 2408"/>
                <a:gd name="T27" fmla="*/ 1289 h 3184"/>
                <a:gd name="T28" fmla="*/ 71 w 2408"/>
                <a:gd name="T29" fmla="*/ 1747 h 3184"/>
                <a:gd name="T30" fmla="*/ 74 w 2408"/>
                <a:gd name="T31" fmla="*/ 2076 h 3184"/>
                <a:gd name="T32" fmla="*/ 109 w 2408"/>
                <a:gd name="T33" fmla="*/ 2240 h 3184"/>
                <a:gd name="T34" fmla="*/ 228 w 2408"/>
                <a:gd name="T35" fmla="*/ 2476 h 3184"/>
                <a:gd name="T36" fmla="*/ 418 w 2408"/>
                <a:gd name="T37" fmla="*/ 2765 h 3184"/>
                <a:gd name="T38" fmla="*/ 698 w 2408"/>
                <a:gd name="T39" fmla="*/ 3024 h 3184"/>
                <a:gd name="T40" fmla="*/ 868 w 2408"/>
                <a:gd name="T41" fmla="*/ 3129 h 3184"/>
                <a:gd name="T42" fmla="*/ 1100 w 2408"/>
                <a:gd name="T43" fmla="*/ 3182 h 3184"/>
                <a:gd name="T44" fmla="*/ 1241 w 2408"/>
                <a:gd name="T45" fmla="*/ 3167 h 3184"/>
                <a:gd name="T46" fmla="*/ 1468 w 2408"/>
                <a:gd name="T47" fmla="*/ 3074 h 3184"/>
                <a:gd name="T48" fmla="*/ 1766 w 2408"/>
                <a:gd name="T49" fmla="*/ 2896 h 3184"/>
                <a:gd name="T50" fmla="*/ 1959 w 2408"/>
                <a:gd name="T51" fmla="*/ 2719 h 3184"/>
                <a:gd name="T52" fmla="*/ 2145 w 2408"/>
                <a:gd name="T53" fmla="*/ 2464 h 3184"/>
                <a:gd name="T54" fmla="*/ 2285 w 2408"/>
                <a:gd name="T55" fmla="*/ 2169 h 3184"/>
                <a:gd name="T56" fmla="*/ 2273 w 2408"/>
                <a:gd name="T57" fmla="*/ 2159 h 3184"/>
                <a:gd name="T58" fmla="*/ 2185 w 2408"/>
                <a:gd name="T59" fmla="*/ 2362 h 3184"/>
                <a:gd name="T60" fmla="*/ 2014 w 2408"/>
                <a:gd name="T61" fmla="*/ 2625 h 3184"/>
                <a:gd name="T62" fmla="*/ 1813 w 2408"/>
                <a:gd name="T63" fmla="*/ 2838 h 3184"/>
                <a:gd name="T64" fmla="*/ 1501 w 2408"/>
                <a:gd name="T65" fmla="*/ 3038 h 3184"/>
                <a:gd name="T66" fmla="*/ 1249 w 2408"/>
                <a:gd name="T67" fmla="*/ 3149 h 3184"/>
                <a:gd name="T68" fmla="*/ 1079 w 2408"/>
                <a:gd name="T69" fmla="*/ 3164 h 3184"/>
                <a:gd name="T70" fmla="*/ 907 w 2408"/>
                <a:gd name="T71" fmla="*/ 3125 h 3184"/>
                <a:gd name="T72" fmla="*/ 748 w 2408"/>
                <a:gd name="T73" fmla="*/ 3040 h 3184"/>
                <a:gd name="T74" fmla="*/ 501 w 2408"/>
                <a:gd name="T75" fmla="*/ 2831 h 3184"/>
                <a:gd name="T76" fmla="*/ 337 w 2408"/>
                <a:gd name="T77" fmla="*/ 2625 h 3184"/>
                <a:gd name="T78" fmla="*/ 153 w 2408"/>
                <a:gd name="T79" fmla="*/ 2301 h 3184"/>
                <a:gd name="T80" fmla="*/ 92 w 2408"/>
                <a:gd name="T81" fmla="*/ 2087 h 3184"/>
                <a:gd name="T82" fmla="*/ 85 w 2408"/>
                <a:gd name="T83" fmla="*/ 1810 h 3184"/>
                <a:gd name="T84" fmla="*/ 73 w 2408"/>
                <a:gd name="T85" fmla="*/ 1498 h 3184"/>
                <a:gd name="T86" fmla="*/ 17 w 2408"/>
                <a:gd name="T87" fmla="*/ 1040 h 3184"/>
                <a:gd name="T88" fmla="*/ 56 w 2408"/>
                <a:gd name="T89" fmla="*/ 710 h 3184"/>
                <a:gd name="T90" fmla="*/ 128 w 2408"/>
                <a:gd name="T91" fmla="*/ 519 h 3184"/>
                <a:gd name="T92" fmla="*/ 359 w 2408"/>
                <a:gd name="T93" fmla="*/ 223 h 3184"/>
                <a:gd name="T94" fmla="*/ 494 w 2408"/>
                <a:gd name="T95" fmla="*/ 128 h 3184"/>
                <a:gd name="T96" fmla="*/ 752 w 2408"/>
                <a:gd name="T97" fmla="*/ 40 h 3184"/>
                <a:gd name="T98" fmla="*/ 1102 w 2408"/>
                <a:gd name="T99" fmla="*/ 21 h 3184"/>
                <a:gd name="T100" fmla="*/ 1441 w 2408"/>
                <a:gd name="T101" fmla="*/ 107 h 3184"/>
                <a:gd name="T102" fmla="*/ 1693 w 2408"/>
                <a:gd name="T103" fmla="*/ 250 h 3184"/>
                <a:gd name="T104" fmla="*/ 1830 w 2408"/>
                <a:gd name="T105" fmla="*/ 394 h 3184"/>
                <a:gd name="T106" fmla="*/ 2181 w 2408"/>
                <a:gd name="T107" fmla="*/ 1016 h 3184"/>
                <a:gd name="T108" fmla="*/ 2342 w 2408"/>
                <a:gd name="T109" fmla="*/ 1310 h 3184"/>
                <a:gd name="T110" fmla="*/ 2388 w 2408"/>
                <a:gd name="T111" fmla="*/ 1520 h 3184"/>
                <a:gd name="T112" fmla="*/ 2399 w 2408"/>
                <a:gd name="T113" fmla="*/ 1606 h 3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08" h="3184">
                  <a:moveTo>
                    <a:pt x="2408" y="1598"/>
                  </a:moveTo>
                  <a:lnTo>
                    <a:pt x="2408" y="1598"/>
                  </a:lnTo>
                  <a:lnTo>
                    <a:pt x="2408" y="1565"/>
                  </a:lnTo>
                  <a:lnTo>
                    <a:pt x="2406" y="1530"/>
                  </a:lnTo>
                  <a:lnTo>
                    <a:pt x="2404" y="1496"/>
                  </a:lnTo>
                  <a:lnTo>
                    <a:pt x="2399" y="1462"/>
                  </a:lnTo>
                  <a:lnTo>
                    <a:pt x="2392" y="1428"/>
                  </a:lnTo>
                  <a:lnTo>
                    <a:pt x="2385" y="1395"/>
                  </a:lnTo>
                  <a:lnTo>
                    <a:pt x="2377" y="1361"/>
                  </a:lnTo>
                  <a:lnTo>
                    <a:pt x="2367" y="1329"/>
                  </a:lnTo>
                  <a:lnTo>
                    <a:pt x="2367" y="1329"/>
                  </a:lnTo>
                  <a:lnTo>
                    <a:pt x="2356" y="1301"/>
                  </a:lnTo>
                  <a:lnTo>
                    <a:pt x="2345" y="1275"/>
                  </a:lnTo>
                  <a:lnTo>
                    <a:pt x="2331" y="1249"/>
                  </a:lnTo>
                  <a:lnTo>
                    <a:pt x="2317" y="1222"/>
                  </a:lnTo>
                  <a:lnTo>
                    <a:pt x="2288" y="1171"/>
                  </a:lnTo>
                  <a:lnTo>
                    <a:pt x="2259" y="1120"/>
                  </a:lnTo>
                  <a:lnTo>
                    <a:pt x="2259" y="1120"/>
                  </a:lnTo>
                  <a:lnTo>
                    <a:pt x="2192" y="1001"/>
                  </a:lnTo>
                  <a:lnTo>
                    <a:pt x="2125" y="881"/>
                  </a:lnTo>
                  <a:lnTo>
                    <a:pt x="2125" y="881"/>
                  </a:lnTo>
                  <a:lnTo>
                    <a:pt x="2068" y="775"/>
                  </a:lnTo>
                  <a:lnTo>
                    <a:pt x="2011" y="667"/>
                  </a:lnTo>
                  <a:lnTo>
                    <a:pt x="1954" y="559"/>
                  </a:lnTo>
                  <a:lnTo>
                    <a:pt x="1923" y="507"/>
                  </a:lnTo>
                  <a:lnTo>
                    <a:pt x="1892" y="455"/>
                  </a:lnTo>
                  <a:lnTo>
                    <a:pt x="1892" y="455"/>
                  </a:lnTo>
                  <a:lnTo>
                    <a:pt x="1863" y="410"/>
                  </a:lnTo>
                  <a:lnTo>
                    <a:pt x="1833" y="367"/>
                  </a:lnTo>
                  <a:lnTo>
                    <a:pt x="1817" y="346"/>
                  </a:lnTo>
                  <a:lnTo>
                    <a:pt x="1799" y="326"/>
                  </a:lnTo>
                  <a:lnTo>
                    <a:pt x="1782" y="306"/>
                  </a:lnTo>
                  <a:lnTo>
                    <a:pt x="1763" y="288"/>
                  </a:lnTo>
                  <a:lnTo>
                    <a:pt x="1763" y="288"/>
                  </a:lnTo>
                  <a:lnTo>
                    <a:pt x="1743" y="268"/>
                  </a:lnTo>
                  <a:lnTo>
                    <a:pt x="1723" y="250"/>
                  </a:lnTo>
                  <a:lnTo>
                    <a:pt x="1700" y="234"/>
                  </a:lnTo>
                  <a:lnTo>
                    <a:pt x="1678" y="217"/>
                  </a:lnTo>
                  <a:lnTo>
                    <a:pt x="1631" y="186"/>
                  </a:lnTo>
                  <a:lnTo>
                    <a:pt x="1583" y="157"/>
                  </a:lnTo>
                  <a:lnTo>
                    <a:pt x="1583" y="157"/>
                  </a:lnTo>
                  <a:lnTo>
                    <a:pt x="1533" y="131"/>
                  </a:lnTo>
                  <a:lnTo>
                    <a:pt x="1483" y="107"/>
                  </a:lnTo>
                  <a:lnTo>
                    <a:pt x="1432" y="85"/>
                  </a:lnTo>
                  <a:lnTo>
                    <a:pt x="1379" y="65"/>
                  </a:lnTo>
                  <a:lnTo>
                    <a:pt x="1326" y="48"/>
                  </a:lnTo>
                  <a:lnTo>
                    <a:pt x="1273" y="35"/>
                  </a:lnTo>
                  <a:lnTo>
                    <a:pt x="1219" y="22"/>
                  </a:lnTo>
                  <a:lnTo>
                    <a:pt x="1164" y="12"/>
                  </a:lnTo>
                  <a:lnTo>
                    <a:pt x="1109" y="7"/>
                  </a:lnTo>
                  <a:lnTo>
                    <a:pt x="1053" y="3"/>
                  </a:lnTo>
                  <a:lnTo>
                    <a:pt x="997" y="0"/>
                  </a:lnTo>
                  <a:lnTo>
                    <a:pt x="941" y="1"/>
                  </a:lnTo>
                  <a:lnTo>
                    <a:pt x="886" y="4"/>
                  </a:lnTo>
                  <a:lnTo>
                    <a:pt x="830" y="11"/>
                  </a:lnTo>
                  <a:lnTo>
                    <a:pt x="776" y="19"/>
                  </a:lnTo>
                  <a:lnTo>
                    <a:pt x="720" y="30"/>
                  </a:lnTo>
                  <a:lnTo>
                    <a:pt x="720" y="30"/>
                  </a:lnTo>
                  <a:lnTo>
                    <a:pt x="670" y="43"/>
                  </a:lnTo>
                  <a:lnTo>
                    <a:pt x="620" y="57"/>
                  </a:lnTo>
                  <a:lnTo>
                    <a:pt x="572" y="75"/>
                  </a:lnTo>
                  <a:lnTo>
                    <a:pt x="525" y="94"/>
                  </a:lnTo>
                  <a:lnTo>
                    <a:pt x="481" y="117"/>
                  </a:lnTo>
                  <a:lnTo>
                    <a:pt x="458" y="129"/>
                  </a:lnTo>
                  <a:lnTo>
                    <a:pt x="436" y="143"/>
                  </a:lnTo>
                  <a:lnTo>
                    <a:pt x="415" y="157"/>
                  </a:lnTo>
                  <a:lnTo>
                    <a:pt x="394" y="172"/>
                  </a:lnTo>
                  <a:lnTo>
                    <a:pt x="373" y="188"/>
                  </a:lnTo>
                  <a:lnTo>
                    <a:pt x="354" y="204"/>
                  </a:lnTo>
                  <a:lnTo>
                    <a:pt x="354" y="204"/>
                  </a:lnTo>
                  <a:lnTo>
                    <a:pt x="315" y="239"/>
                  </a:lnTo>
                  <a:lnTo>
                    <a:pt x="277" y="277"/>
                  </a:lnTo>
                  <a:lnTo>
                    <a:pt x="244" y="317"/>
                  </a:lnTo>
                  <a:lnTo>
                    <a:pt x="210" y="358"/>
                  </a:lnTo>
                  <a:lnTo>
                    <a:pt x="180" y="401"/>
                  </a:lnTo>
                  <a:lnTo>
                    <a:pt x="152" y="445"/>
                  </a:lnTo>
                  <a:lnTo>
                    <a:pt x="125" y="490"/>
                  </a:lnTo>
                  <a:lnTo>
                    <a:pt x="100" y="536"/>
                  </a:lnTo>
                  <a:lnTo>
                    <a:pt x="100" y="536"/>
                  </a:lnTo>
                  <a:lnTo>
                    <a:pt x="89" y="561"/>
                  </a:lnTo>
                  <a:lnTo>
                    <a:pt x="78" y="587"/>
                  </a:lnTo>
                  <a:lnTo>
                    <a:pt x="68" y="612"/>
                  </a:lnTo>
                  <a:lnTo>
                    <a:pt x="59" y="639"/>
                  </a:lnTo>
                  <a:lnTo>
                    <a:pt x="50" y="665"/>
                  </a:lnTo>
                  <a:lnTo>
                    <a:pt x="43" y="692"/>
                  </a:lnTo>
                  <a:lnTo>
                    <a:pt x="31" y="745"/>
                  </a:lnTo>
                  <a:lnTo>
                    <a:pt x="21" y="799"/>
                  </a:lnTo>
                  <a:lnTo>
                    <a:pt x="13" y="855"/>
                  </a:lnTo>
                  <a:lnTo>
                    <a:pt x="7" y="909"/>
                  </a:lnTo>
                  <a:lnTo>
                    <a:pt x="3" y="965"/>
                  </a:lnTo>
                  <a:lnTo>
                    <a:pt x="3" y="965"/>
                  </a:lnTo>
                  <a:lnTo>
                    <a:pt x="1" y="998"/>
                  </a:lnTo>
                  <a:lnTo>
                    <a:pt x="0" y="1030"/>
                  </a:lnTo>
                  <a:lnTo>
                    <a:pt x="0" y="1063"/>
                  </a:lnTo>
                  <a:lnTo>
                    <a:pt x="1" y="1095"/>
                  </a:lnTo>
                  <a:lnTo>
                    <a:pt x="7" y="1159"/>
                  </a:lnTo>
                  <a:lnTo>
                    <a:pt x="13" y="1225"/>
                  </a:lnTo>
                  <a:lnTo>
                    <a:pt x="22" y="1289"/>
                  </a:lnTo>
                  <a:lnTo>
                    <a:pt x="32" y="1353"/>
                  </a:lnTo>
                  <a:lnTo>
                    <a:pt x="53" y="1481"/>
                  </a:lnTo>
                  <a:lnTo>
                    <a:pt x="53" y="1481"/>
                  </a:lnTo>
                  <a:lnTo>
                    <a:pt x="61" y="1548"/>
                  </a:lnTo>
                  <a:lnTo>
                    <a:pt x="67" y="1613"/>
                  </a:lnTo>
                  <a:lnTo>
                    <a:pt x="71" y="1680"/>
                  </a:lnTo>
                  <a:lnTo>
                    <a:pt x="71" y="1747"/>
                  </a:lnTo>
                  <a:lnTo>
                    <a:pt x="71" y="1747"/>
                  </a:lnTo>
                  <a:lnTo>
                    <a:pt x="68" y="1868"/>
                  </a:lnTo>
                  <a:lnTo>
                    <a:pt x="67" y="1928"/>
                  </a:lnTo>
                  <a:lnTo>
                    <a:pt x="67" y="1989"/>
                  </a:lnTo>
                  <a:lnTo>
                    <a:pt x="67" y="1989"/>
                  </a:lnTo>
                  <a:lnTo>
                    <a:pt x="71" y="2046"/>
                  </a:lnTo>
                  <a:lnTo>
                    <a:pt x="74" y="2076"/>
                  </a:lnTo>
                  <a:lnTo>
                    <a:pt x="77" y="2103"/>
                  </a:lnTo>
                  <a:lnTo>
                    <a:pt x="81" y="2133"/>
                  </a:lnTo>
                  <a:lnTo>
                    <a:pt x="86" y="2160"/>
                  </a:lnTo>
                  <a:lnTo>
                    <a:pt x="93" y="2188"/>
                  </a:lnTo>
                  <a:lnTo>
                    <a:pt x="102" y="2216"/>
                  </a:lnTo>
                  <a:lnTo>
                    <a:pt x="102" y="2216"/>
                  </a:lnTo>
                  <a:lnTo>
                    <a:pt x="109" y="2240"/>
                  </a:lnTo>
                  <a:lnTo>
                    <a:pt x="117" y="2262"/>
                  </a:lnTo>
                  <a:lnTo>
                    <a:pt x="127" y="2284"/>
                  </a:lnTo>
                  <a:lnTo>
                    <a:pt x="138" y="2307"/>
                  </a:lnTo>
                  <a:lnTo>
                    <a:pt x="160" y="2350"/>
                  </a:lnTo>
                  <a:lnTo>
                    <a:pt x="183" y="2392"/>
                  </a:lnTo>
                  <a:lnTo>
                    <a:pt x="183" y="2392"/>
                  </a:lnTo>
                  <a:lnTo>
                    <a:pt x="228" y="2476"/>
                  </a:lnTo>
                  <a:lnTo>
                    <a:pt x="277" y="2560"/>
                  </a:lnTo>
                  <a:lnTo>
                    <a:pt x="302" y="2602"/>
                  </a:lnTo>
                  <a:lnTo>
                    <a:pt x="327" y="2642"/>
                  </a:lnTo>
                  <a:lnTo>
                    <a:pt x="355" y="2683"/>
                  </a:lnTo>
                  <a:lnTo>
                    <a:pt x="383" y="2722"/>
                  </a:lnTo>
                  <a:lnTo>
                    <a:pt x="383" y="2722"/>
                  </a:lnTo>
                  <a:lnTo>
                    <a:pt x="418" y="2765"/>
                  </a:lnTo>
                  <a:lnTo>
                    <a:pt x="453" y="2805"/>
                  </a:lnTo>
                  <a:lnTo>
                    <a:pt x="492" y="2844"/>
                  </a:lnTo>
                  <a:lnTo>
                    <a:pt x="531" y="2883"/>
                  </a:lnTo>
                  <a:lnTo>
                    <a:pt x="571" y="2919"/>
                  </a:lnTo>
                  <a:lnTo>
                    <a:pt x="613" y="2954"/>
                  </a:lnTo>
                  <a:lnTo>
                    <a:pt x="698" y="3024"/>
                  </a:lnTo>
                  <a:lnTo>
                    <a:pt x="698" y="3024"/>
                  </a:lnTo>
                  <a:lnTo>
                    <a:pt x="731" y="3049"/>
                  </a:lnTo>
                  <a:lnTo>
                    <a:pt x="763" y="3072"/>
                  </a:lnTo>
                  <a:lnTo>
                    <a:pt x="798" y="3095"/>
                  </a:lnTo>
                  <a:lnTo>
                    <a:pt x="833" y="3115"/>
                  </a:lnTo>
                  <a:lnTo>
                    <a:pt x="833" y="3115"/>
                  </a:lnTo>
                  <a:lnTo>
                    <a:pt x="850" y="3122"/>
                  </a:lnTo>
                  <a:lnTo>
                    <a:pt x="868" y="3129"/>
                  </a:lnTo>
                  <a:lnTo>
                    <a:pt x="901" y="3141"/>
                  </a:lnTo>
                  <a:lnTo>
                    <a:pt x="937" y="3149"/>
                  </a:lnTo>
                  <a:lnTo>
                    <a:pt x="972" y="3157"/>
                  </a:lnTo>
                  <a:lnTo>
                    <a:pt x="972" y="3157"/>
                  </a:lnTo>
                  <a:lnTo>
                    <a:pt x="1046" y="3174"/>
                  </a:lnTo>
                  <a:lnTo>
                    <a:pt x="1082" y="3181"/>
                  </a:lnTo>
                  <a:lnTo>
                    <a:pt x="1100" y="3182"/>
                  </a:lnTo>
                  <a:lnTo>
                    <a:pt x="1120" y="3184"/>
                  </a:lnTo>
                  <a:lnTo>
                    <a:pt x="1120" y="3184"/>
                  </a:lnTo>
                  <a:lnTo>
                    <a:pt x="1145" y="3184"/>
                  </a:lnTo>
                  <a:lnTo>
                    <a:pt x="1168" y="3182"/>
                  </a:lnTo>
                  <a:lnTo>
                    <a:pt x="1193" y="3178"/>
                  </a:lnTo>
                  <a:lnTo>
                    <a:pt x="1217" y="3174"/>
                  </a:lnTo>
                  <a:lnTo>
                    <a:pt x="1241" y="3167"/>
                  </a:lnTo>
                  <a:lnTo>
                    <a:pt x="1264" y="3160"/>
                  </a:lnTo>
                  <a:lnTo>
                    <a:pt x="1310" y="3143"/>
                  </a:lnTo>
                  <a:lnTo>
                    <a:pt x="1310" y="3143"/>
                  </a:lnTo>
                  <a:lnTo>
                    <a:pt x="1351" y="3128"/>
                  </a:lnTo>
                  <a:lnTo>
                    <a:pt x="1390" y="3111"/>
                  </a:lnTo>
                  <a:lnTo>
                    <a:pt x="1429" y="3093"/>
                  </a:lnTo>
                  <a:lnTo>
                    <a:pt x="1468" y="3074"/>
                  </a:lnTo>
                  <a:lnTo>
                    <a:pt x="1544" y="3033"/>
                  </a:lnTo>
                  <a:lnTo>
                    <a:pt x="1618" y="2992"/>
                  </a:lnTo>
                  <a:lnTo>
                    <a:pt x="1618" y="2992"/>
                  </a:lnTo>
                  <a:lnTo>
                    <a:pt x="1656" y="2969"/>
                  </a:lnTo>
                  <a:lnTo>
                    <a:pt x="1693" y="2946"/>
                  </a:lnTo>
                  <a:lnTo>
                    <a:pt x="1730" y="2922"/>
                  </a:lnTo>
                  <a:lnTo>
                    <a:pt x="1766" y="2896"/>
                  </a:lnTo>
                  <a:lnTo>
                    <a:pt x="1801" y="2870"/>
                  </a:lnTo>
                  <a:lnTo>
                    <a:pt x="1835" y="2843"/>
                  </a:lnTo>
                  <a:lnTo>
                    <a:pt x="1867" y="2813"/>
                  </a:lnTo>
                  <a:lnTo>
                    <a:pt x="1899" y="2784"/>
                  </a:lnTo>
                  <a:lnTo>
                    <a:pt x="1899" y="2784"/>
                  </a:lnTo>
                  <a:lnTo>
                    <a:pt x="1930" y="2751"/>
                  </a:lnTo>
                  <a:lnTo>
                    <a:pt x="1959" y="2719"/>
                  </a:lnTo>
                  <a:lnTo>
                    <a:pt x="1989" y="2684"/>
                  </a:lnTo>
                  <a:lnTo>
                    <a:pt x="2016" y="2649"/>
                  </a:lnTo>
                  <a:lnTo>
                    <a:pt x="2043" y="2613"/>
                  </a:lnTo>
                  <a:lnTo>
                    <a:pt x="2069" y="2577"/>
                  </a:lnTo>
                  <a:lnTo>
                    <a:pt x="2119" y="2503"/>
                  </a:lnTo>
                  <a:lnTo>
                    <a:pt x="2119" y="2503"/>
                  </a:lnTo>
                  <a:lnTo>
                    <a:pt x="2145" y="2464"/>
                  </a:lnTo>
                  <a:lnTo>
                    <a:pt x="2168" y="2424"/>
                  </a:lnTo>
                  <a:lnTo>
                    <a:pt x="2192" y="2383"/>
                  </a:lnTo>
                  <a:lnTo>
                    <a:pt x="2214" y="2341"/>
                  </a:lnTo>
                  <a:lnTo>
                    <a:pt x="2235" y="2300"/>
                  </a:lnTo>
                  <a:lnTo>
                    <a:pt x="2253" y="2257"/>
                  </a:lnTo>
                  <a:lnTo>
                    <a:pt x="2270" y="2212"/>
                  </a:lnTo>
                  <a:lnTo>
                    <a:pt x="2285" y="2169"/>
                  </a:lnTo>
                  <a:lnTo>
                    <a:pt x="2285" y="2169"/>
                  </a:lnTo>
                  <a:lnTo>
                    <a:pt x="2285" y="2165"/>
                  </a:lnTo>
                  <a:lnTo>
                    <a:pt x="2284" y="2162"/>
                  </a:lnTo>
                  <a:lnTo>
                    <a:pt x="2282" y="2159"/>
                  </a:lnTo>
                  <a:lnTo>
                    <a:pt x="2280" y="2158"/>
                  </a:lnTo>
                  <a:lnTo>
                    <a:pt x="2275" y="2158"/>
                  </a:lnTo>
                  <a:lnTo>
                    <a:pt x="2273" y="2159"/>
                  </a:lnTo>
                  <a:lnTo>
                    <a:pt x="2270" y="2160"/>
                  </a:lnTo>
                  <a:lnTo>
                    <a:pt x="2268" y="2163"/>
                  </a:lnTo>
                  <a:lnTo>
                    <a:pt x="2268" y="2163"/>
                  </a:lnTo>
                  <a:lnTo>
                    <a:pt x="2252" y="2215"/>
                  </a:lnTo>
                  <a:lnTo>
                    <a:pt x="2232" y="2265"/>
                  </a:lnTo>
                  <a:lnTo>
                    <a:pt x="2209" y="2314"/>
                  </a:lnTo>
                  <a:lnTo>
                    <a:pt x="2185" y="2362"/>
                  </a:lnTo>
                  <a:lnTo>
                    <a:pt x="2158" y="2410"/>
                  </a:lnTo>
                  <a:lnTo>
                    <a:pt x="2129" y="2456"/>
                  </a:lnTo>
                  <a:lnTo>
                    <a:pt x="2100" y="2502"/>
                  </a:lnTo>
                  <a:lnTo>
                    <a:pt x="2071" y="2546"/>
                  </a:lnTo>
                  <a:lnTo>
                    <a:pt x="2071" y="2546"/>
                  </a:lnTo>
                  <a:lnTo>
                    <a:pt x="2043" y="2585"/>
                  </a:lnTo>
                  <a:lnTo>
                    <a:pt x="2014" y="2625"/>
                  </a:lnTo>
                  <a:lnTo>
                    <a:pt x="1983" y="2663"/>
                  </a:lnTo>
                  <a:lnTo>
                    <a:pt x="1952" y="2701"/>
                  </a:lnTo>
                  <a:lnTo>
                    <a:pt x="1920" y="2738"/>
                  </a:lnTo>
                  <a:lnTo>
                    <a:pt x="1886" y="2773"/>
                  </a:lnTo>
                  <a:lnTo>
                    <a:pt x="1851" y="2806"/>
                  </a:lnTo>
                  <a:lnTo>
                    <a:pt x="1813" y="2838"/>
                  </a:lnTo>
                  <a:lnTo>
                    <a:pt x="1813" y="2838"/>
                  </a:lnTo>
                  <a:lnTo>
                    <a:pt x="1771" y="2870"/>
                  </a:lnTo>
                  <a:lnTo>
                    <a:pt x="1728" y="2901"/>
                  </a:lnTo>
                  <a:lnTo>
                    <a:pt x="1685" y="2932"/>
                  </a:lnTo>
                  <a:lnTo>
                    <a:pt x="1639" y="2960"/>
                  </a:lnTo>
                  <a:lnTo>
                    <a:pt x="1595" y="2987"/>
                  </a:lnTo>
                  <a:lnTo>
                    <a:pt x="1547" y="3012"/>
                  </a:lnTo>
                  <a:lnTo>
                    <a:pt x="1501" y="3038"/>
                  </a:lnTo>
                  <a:lnTo>
                    <a:pt x="1454" y="3063"/>
                  </a:lnTo>
                  <a:lnTo>
                    <a:pt x="1454" y="3063"/>
                  </a:lnTo>
                  <a:lnTo>
                    <a:pt x="1411" y="3083"/>
                  </a:lnTo>
                  <a:lnTo>
                    <a:pt x="1365" y="3104"/>
                  </a:lnTo>
                  <a:lnTo>
                    <a:pt x="1319" y="3124"/>
                  </a:lnTo>
                  <a:lnTo>
                    <a:pt x="1273" y="3142"/>
                  </a:lnTo>
                  <a:lnTo>
                    <a:pt x="1249" y="3149"/>
                  </a:lnTo>
                  <a:lnTo>
                    <a:pt x="1225" y="3154"/>
                  </a:lnTo>
                  <a:lnTo>
                    <a:pt x="1200" y="3160"/>
                  </a:lnTo>
                  <a:lnTo>
                    <a:pt x="1177" y="3164"/>
                  </a:lnTo>
                  <a:lnTo>
                    <a:pt x="1152" y="3166"/>
                  </a:lnTo>
                  <a:lnTo>
                    <a:pt x="1128" y="3167"/>
                  </a:lnTo>
                  <a:lnTo>
                    <a:pt x="1103" y="3166"/>
                  </a:lnTo>
                  <a:lnTo>
                    <a:pt x="1079" y="3164"/>
                  </a:lnTo>
                  <a:lnTo>
                    <a:pt x="1079" y="3164"/>
                  </a:lnTo>
                  <a:lnTo>
                    <a:pt x="1040" y="3157"/>
                  </a:lnTo>
                  <a:lnTo>
                    <a:pt x="1001" y="3148"/>
                  </a:lnTo>
                  <a:lnTo>
                    <a:pt x="964" y="3139"/>
                  </a:lnTo>
                  <a:lnTo>
                    <a:pt x="926" y="3131"/>
                  </a:lnTo>
                  <a:lnTo>
                    <a:pt x="926" y="3131"/>
                  </a:lnTo>
                  <a:lnTo>
                    <a:pt x="907" y="3125"/>
                  </a:lnTo>
                  <a:lnTo>
                    <a:pt x="889" y="3120"/>
                  </a:lnTo>
                  <a:lnTo>
                    <a:pt x="872" y="3114"/>
                  </a:lnTo>
                  <a:lnTo>
                    <a:pt x="854" y="3106"/>
                  </a:lnTo>
                  <a:lnTo>
                    <a:pt x="820" y="3089"/>
                  </a:lnTo>
                  <a:lnTo>
                    <a:pt x="788" y="3070"/>
                  </a:lnTo>
                  <a:lnTo>
                    <a:pt x="788" y="3070"/>
                  </a:lnTo>
                  <a:lnTo>
                    <a:pt x="748" y="3040"/>
                  </a:lnTo>
                  <a:lnTo>
                    <a:pt x="707" y="3010"/>
                  </a:lnTo>
                  <a:lnTo>
                    <a:pt x="668" y="2978"/>
                  </a:lnTo>
                  <a:lnTo>
                    <a:pt x="631" y="2946"/>
                  </a:lnTo>
                  <a:lnTo>
                    <a:pt x="631" y="2946"/>
                  </a:lnTo>
                  <a:lnTo>
                    <a:pt x="586" y="2908"/>
                  </a:lnTo>
                  <a:lnTo>
                    <a:pt x="543" y="2870"/>
                  </a:lnTo>
                  <a:lnTo>
                    <a:pt x="501" y="2831"/>
                  </a:lnTo>
                  <a:lnTo>
                    <a:pt x="481" y="2812"/>
                  </a:lnTo>
                  <a:lnTo>
                    <a:pt x="461" y="2791"/>
                  </a:lnTo>
                  <a:lnTo>
                    <a:pt x="461" y="2791"/>
                  </a:lnTo>
                  <a:lnTo>
                    <a:pt x="428" y="2751"/>
                  </a:lnTo>
                  <a:lnTo>
                    <a:pt x="396" y="2710"/>
                  </a:lnTo>
                  <a:lnTo>
                    <a:pt x="365" y="2669"/>
                  </a:lnTo>
                  <a:lnTo>
                    <a:pt x="337" y="2625"/>
                  </a:lnTo>
                  <a:lnTo>
                    <a:pt x="309" y="2582"/>
                  </a:lnTo>
                  <a:lnTo>
                    <a:pt x="283" y="2538"/>
                  </a:lnTo>
                  <a:lnTo>
                    <a:pt x="233" y="2447"/>
                  </a:lnTo>
                  <a:lnTo>
                    <a:pt x="233" y="2447"/>
                  </a:lnTo>
                  <a:lnTo>
                    <a:pt x="192" y="2375"/>
                  </a:lnTo>
                  <a:lnTo>
                    <a:pt x="153" y="2301"/>
                  </a:lnTo>
                  <a:lnTo>
                    <a:pt x="153" y="2301"/>
                  </a:lnTo>
                  <a:lnTo>
                    <a:pt x="139" y="2273"/>
                  </a:lnTo>
                  <a:lnTo>
                    <a:pt x="128" y="2243"/>
                  </a:lnTo>
                  <a:lnTo>
                    <a:pt x="117" y="2212"/>
                  </a:lnTo>
                  <a:lnTo>
                    <a:pt x="109" y="2181"/>
                  </a:lnTo>
                  <a:lnTo>
                    <a:pt x="102" y="2151"/>
                  </a:lnTo>
                  <a:lnTo>
                    <a:pt x="96" y="2119"/>
                  </a:lnTo>
                  <a:lnTo>
                    <a:pt x="92" y="2087"/>
                  </a:lnTo>
                  <a:lnTo>
                    <a:pt x="88" y="2055"/>
                  </a:lnTo>
                  <a:lnTo>
                    <a:pt x="88" y="2055"/>
                  </a:lnTo>
                  <a:lnTo>
                    <a:pt x="85" y="2024"/>
                  </a:lnTo>
                  <a:lnTo>
                    <a:pt x="84" y="1993"/>
                  </a:lnTo>
                  <a:lnTo>
                    <a:pt x="84" y="1932"/>
                  </a:lnTo>
                  <a:lnTo>
                    <a:pt x="84" y="1871"/>
                  </a:lnTo>
                  <a:lnTo>
                    <a:pt x="85" y="1810"/>
                  </a:lnTo>
                  <a:lnTo>
                    <a:pt x="86" y="1747"/>
                  </a:lnTo>
                  <a:lnTo>
                    <a:pt x="86" y="1686"/>
                  </a:lnTo>
                  <a:lnTo>
                    <a:pt x="85" y="1624"/>
                  </a:lnTo>
                  <a:lnTo>
                    <a:pt x="84" y="1594"/>
                  </a:lnTo>
                  <a:lnTo>
                    <a:pt x="81" y="1563"/>
                  </a:lnTo>
                  <a:lnTo>
                    <a:pt x="81" y="1563"/>
                  </a:lnTo>
                  <a:lnTo>
                    <a:pt x="73" y="1498"/>
                  </a:lnTo>
                  <a:lnTo>
                    <a:pt x="63" y="1432"/>
                  </a:lnTo>
                  <a:lnTo>
                    <a:pt x="40" y="1301"/>
                  </a:lnTo>
                  <a:lnTo>
                    <a:pt x="32" y="1236"/>
                  </a:lnTo>
                  <a:lnTo>
                    <a:pt x="24" y="1172"/>
                  </a:lnTo>
                  <a:lnTo>
                    <a:pt x="18" y="1105"/>
                  </a:lnTo>
                  <a:lnTo>
                    <a:pt x="17" y="1073"/>
                  </a:lnTo>
                  <a:lnTo>
                    <a:pt x="17" y="1040"/>
                  </a:lnTo>
                  <a:lnTo>
                    <a:pt x="17" y="1040"/>
                  </a:lnTo>
                  <a:lnTo>
                    <a:pt x="18" y="980"/>
                  </a:lnTo>
                  <a:lnTo>
                    <a:pt x="21" y="919"/>
                  </a:lnTo>
                  <a:lnTo>
                    <a:pt x="28" y="859"/>
                  </a:lnTo>
                  <a:lnTo>
                    <a:pt x="36" y="797"/>
                  </a:lnTo>
                  <a:lnTo>
                    <a:pt x="47" y="739"/>
                  </a:lnTo>
                  <a:lnTo>
                    <a:pt x="56" y="710"/>
                  </a:lnTo>
                  <a:lnTo>
                    <a:pt x="63" y="681"/>
                  </a:lnTo>
                  <a:lnTo>
                    <a:pt x="73" y="651"/>
                  </a:lnTo>
                  <a:lnTo>
                    <a:pt x="82" y="622"/>
                  </a:lnTo>
                  <a:lnTo>
                    <a:pt x="93" y="594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28" y="519"/>
                  </a:lnTo>
                  <a:lnTo>
                    <a:pt x="155" y="472"/>
                  </a:lnTo>
                  <a:lnTo>
                    <a:pt x="183" y="426"/>
                  </a:lnTo>
                  <a:lnTo>
                    <a:pt x="213" y="381"/>
                  </a:lnTo>
                  <a:lnTo>
                    <a:pt x="247" y="338"/>
                  </a:lnTo>
                  <a:lnTo>
                    <a:pt x="283" y="298"/>
                  </a:lnTo>
                  <a:lnTo>
                    <a:pt x="319" y="259"/>
                  </a:lnTo>
                  <a:lnTo>
                    <a:pt x="359" y="223"/>
                  </a:lnTo>
                  <a:lnTo>
                    <a:pt x="359" y="223"/>
                  </a:lnTo>
                  <a:lnTo>
                    <a:pt x="380" y="204"/>
                  </a:lnTo>
                  <a:lnTo>
                    <a:pt x="403" y="186"/>
                  </a:lnTo>
                  <a:lnTo>
                    <a:pt x="425" y="171"/>
                  </a:lnTo>
                  <a:lnTo>
                    <a:pt x="447" y="156"/>
                  </a:lnTo>
                  <a:lnTo>
                    <a:pt x="471" y="142"/>
                  </a:lnTo>
                  <a:lnTo>
                    <a:pt x="494" y="128"/>
                  </a:lnTo>
                  <a:lnTo>
                    <a:pt x="518" y="117"/>
                  </a:lnTo>
                  <a:lnTo>
                    <a:pt x="543" y="106"/>
                  </a:lnTo>
                  <a:lnTo>
                    <a:pt x="568" y="94"/>
                  </a:lnTo>
                  <a:lnTo>
                    <a:pt x="593" y="85"/>
                  </a:lnTo>
                  <a:lnTo>
                    <a:pt x="645" y="68"/>
                  </a:lnTo>
                  <a:lnTo>
                    <a:pt x="698" y="53"/>
                  </a:lnTo>
                  <a:lnTo>
                    <a:pt x="752" y="40"/>
                  </a:lnTo>
                  <a:lnTo>
                    <a:pt x="752" y="40"/>
                  </a:lnTo>
                  <a:lnTo>
                    <a:pt x="809" y="29"/>
                  </a:lnTo>
                  <a:lnTo>
                    <a:pt x="868" y="22"/>
                  </a:lnTo>
                  <a:lnTo>
                    <a:pt x="926" y="18"/>
                  </a:lnTo>
                  <a:lnTo>
                    <a:pt x="985" y="16"/>
                  </a:lnTo>
                  <a:lnTo>
                    <a:pt x="1043" y="16"/>
                  </a:lnTo>
                  <a:lnTo>
                    <a:pt x="1102" y="21"/>
                  </a:lnTo>
                  <a:lnTo>
                    <a:pt x="1160" y="28"/>
                  </a:lnTo>
                  <a:lnTo>
                    <a:pt x="1217" y="39"/>
                  </a:lnTo>
                  <a:lnTo>
                    <a:pt x="1217" y="39"/>
                  </a:lnTo>
                  <a:lnTo>
                    <a:pt x="1274" y="51"/>
                  </a:lnTo>
                  <a:lnTo>
                    <a:pt x="1331" y="67"/>
                  </a:lnTo>
                  <a:lnTo>
                    <a:pt x="1387" y="85"/>
                  </a:lnTo>
                  <a:lnTo>
                    <a:pt x="1441" y="107"/>
                  </a:lnTo>
                  <a:lnTo>
                    <a:pt x="1494" y="131"/>
                  </a:lnTo>
                  <a:lnTo>
                    <a:pt x="1546" y="157"/>
                  </a:lnTo>
                  <a:lnTo>
                    <a:pt x="1597" y="185"/>
                  </a:lnTo>
                  <a:lnTo>
                    <a:pt x="1647" y="217"/>
                  </a:lnTo>
                  <a:lnTo>
                    <a:pt x="1647" y="217"/>
                  </a:lnTo>
                  <a:lnTo>
                    <a:pt x="1671" y="234"/>
                  </a:lnTo>
                  <a:lnTo>
                    <a:pt x="1693" y="250"/>
                  </a:lnTo>
                  <a:lnTo>
                    <a:pt x="1716" y="268"/>
                  </a:lnTo>
                  <a:lnTo>
                    <a:pt x="1737" y="288"/>
                  </a:lnTo>
                  <a:lnTo>
                    <a:pt x="1757" y="307"/>
                  </a:lnTo>
                  <a:lnTo>
                    <a:pt x="1777" y="328"/>
                  </a:lnTo>
                  <a:lnTo>
                    <a:pt x="1795" y="349"/>
                  </a:lnTo>
                  <a:lnTo>
                    <a:pt x="1812" y="371"/>
                  </a:lnTo>
                  <a:lnTo>
                    <a:pt x="1830" y="394"/>
                  </a:lnTo>
                  <a:lnTo>
                    <a:pt x="1845" y="416"/>
                  </a:lnTo>
                  <a:lnTo>
                    <a:pt x="1877" y="463"/>
                  </a:lnTo>
                  <a:lnTo>
                    <a:pt x="1906" y="512"/>
                  </a:lnTo>
                  <a:lnTo>
                    <a:pt x="1934" y="564"/>
                  </a:lnTo>
                  <a:lnTo>
                    <a:pt x="1934" y="564"/>
                  </a:lnTo>
                  <a:lnTo>
                    <a:pt x="2099" y="866"/>
                  </a:lnTo>
                  <a:lnTo>
                    <a:pt x="2181" y="1016"/>
                  </a:lnTo>
                  <a:lnTo>
                    <a:pt x="2266" y="1166"/>
                  </a:lnTo>
                  <a:lnTo>
                    <a:pt x="2266" y="1166"/>
                  </a:lnTo>
                  <a:lnTo>
                    <a:pt x="2306" y="1237"/>
                  </a:lnTo>
                  <a:lnTo>
                    <a:pt x="2326" y="1272"/>
                  </a:lnTo>
                  <a:lnTo>
                    <a:pt x="2334" y="1292"/>
                  </a:lnTo>
                  <a:lnTo>
                    <a:pt x="2342" y="1310"/>
                  </a:lnTo>
                  <a:lnTo>
                    <a:pt x="2342" y="1310"/>
                  </a:lnTo>
                  <a:lnTo>
                    <a:pt x="2353" y="1342"/>
                  </a:lnTo>
                  <a:lnTo>
                    <a:pt x="2363" y="1375"/>
                  </a:lnTo>
                  <a:lnTo>
                    <a:pt x="2372" y="1409"/>
                  </a:lnTo>
                  <a:lnTo>
                    <a:pt x="2378" y="1443"/>
                  </a:lnTo>
                  <a:lnTo>
                    <a:pt x="2378" y="1443"/>
                  </a:lnTo>
                  <a:lnTo>
                    <a:pt x="2384" y="1481"/>
                  </a:lnTo>
                  <a:lnTo>
                    <a:pt x="2388" y="1520"/>
                  </a:lnTo>
                  <a:lnTo>
                    <a:pt x="2391" y="1559"/>
                  </a:lnTo>
                  <a:lnTo>
                    <a:pt x="2391" y="1598"/>
                  </a:lnTo>
                  <a:lnTo>
                    <a:pt x="2391" y="1598"/>
                  </a:lnTo>
                  <a:lnTo>
                    <a:pt x="2391" y="1602"/>
                  </a:lnTo>
                  <a:lnTo>
                    <a:pt x="2394" y="1604"/>
                  </a:lnTo>
                  <a:lnTo>
                    <a:pt x="2397" y="1605"/>
                  </a:lnTo>
                  <a:lnTo>
                    <a:pt x="2399" y="1606"/>
                  </a:lnTo>
                  <a:lnTo>
                    <a:pt x="2402" y="1605"/>
                  </a:lnTo>
                  <a:lnTo>
                    <a:pt x="2405" y="1604"/>
                  </a:lnTo>
                  <a:lnTo>
                    <a:pt x="2406" y="1602"/>
                  </a:lnTo>
                  <a:lnTo>
                    <a:pt x="2408" y="1598"/>
                  </a:lnTo>
                  <a:lnTo>
                    <a:pt x="2408" y="15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6" name="Freeform 63">
              <a:extLst>
                <a:ext uri="{FF2B5EF4-FFF2-40B4-BE49-F238E27FC236}">
                  <a16:creationId xmlns:a16="http://schemas.microsoft.com/office/drawing/2014/main" id="{DBD633DB-E02F-F787-41C6-4AB3AAE0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989"/>
              <a:ext cx="263" cy="515"/>
            </a:xfrm>
            <a:custGeom>
              <a:avLst/>
              <a:gdLst>
                <a:gd name="T0" fmla="*/ 153 w 526"/>
                <a:gd name="T1" fmla="*/ 414 h 1031"/>
                <a:gd name="T2" fmla="*/ 199 w 526"/>
                <a:gd name="T3" fmla="*/ 255 h 1031"/>
                <a:gd name="T4" fmla="*/ 238 w 526"/>
                <a:gd name="T5" fmla="*/ 138 h 1031"/>
                <a:gd name="T6" fmla="*/ 272 w 526"/>
                <a:gd name="T7" fmla="*/ 85 h 1031"/>
                <a:gd name="T8" fmla="*/ 334 w 526"/>
                <a:gd name="T9" fmla="*/ 35 h 1031"/>
                <a:gd name="T10" fmla="*/ 382 w 526"/>
                <a:gd name="T11" fmla="*/ 20 h 1031"/>
                <a:gd name="T12" fmla="*/ 435 w 526"/>
                <a:gd name="T13" fmla="*/ 30 h 1031"/>
                <a:gd name="T14" fmla="*/ 467 w 526"/>
                <a:gd name="T15" fmla="*/ 57 h 1031"/>
                <a:gd name="T16" fmla="*/ 494 w 526"/>
                <a:gd name="T17" fmla="*/ 113 h 1031"/>
                <a:gd name="T18" fmla="*/ 508 w 526"/>
                <a:gd name="T19" fmla="*/ 194 h 1031"/>
                <a:gd name="T20" fmla="*/ 508 w 526"/>
                <a:gd name="T21" fmla="*/ 287 h 1031"/>
                <a:gd name="T22" fmla="*/ 478 w 526"/>
                <a:gd name="T23" fmla="*/ 450 h 1031"/>
                <a:gd name="T24" fmla="*/ 422 w 526"/>
                <a:gd name="T25" fmla="*/ 607 h 1031"/>
                <a:gd name="T26" fmla="*/ 341 w 526"/>
                <a:gd name="T27" fmla="*/ 798 h 1031"/>
                <a:gd name="T28" fmla="*/ 292 w 526"/>
                <a:gd name="T29" fmla="*/ 872 h 1031"/>
                <a:gd name="T30" fmla="*/ 254 w 526"/>
                <a:gd name="T31" fmla="*/ 905 h 1031"/>
                <a:gd name="T32" fmla="*/ 194 w 526"/>
                <a:gd name="T33" fmla="*/ 923 h 1031"/>
                <a:gd name="T34" fmla="*/ 160 w 526"/>
                <a:gd name="T35" fmla="*/ 916 h 1031"/>
                <a:gd name="T36" fmla="*/ 134 w 526"/>
                <a:gd name="T37" fmla="*/ 896 h 1031"/>
                <a:gd name="T38" fmla="*/ 82 w 526"/>
                <a:gd name="T39" fmla="*/ 837 h 1031"/>
                <a:gd name="T40" fmla="*/ 71 w 526"/>
                <a:gd name="T41" fmla="*/ 837 h 1031"/>
                <a:gd name="T42" fmla="*/ 36 w 526"/>
                <a:gd name="T43" fmla="*/ 932 h 1031"/>
                <a:gd name="T44" fmla="*/ 0 w 526"/>
                <a:gd name="T45" fmla="*/ 1028 h 1031"/>
                <a:gd name="T46" fmla="*/ 11 w 526"/>
                <a:gd name="T47" fmla="*/ 1031 h 1031"/>
                <a:gd name="T48" fmla="*/ 53 w 526"/>
                <a:gd name="T49" fmla="*/ 936 h 1031"/>
                <a:gd name="T50" fmla="*/ 71 w 526"/>
                <a:gd name="T51" fmla="*/ 848 h 1031"/>
                <a:gd name="T52" fmla="*/ 117 w 526"/>
                <a:gd name="T53" fmla="*/ 900 h 1031"/>
                <a:gd name="T54" fmla="*/ 155 w 526"/>
                <a:gd name="T55" fmla="*/ 932 h 1031"/>
                <a:gd name="T56" fmla="*/ 182 w 526"/>
                <a:gd name="T57" fmla="*/ 940 h 1031"/>
                <a:gd name="T58" fmla="*/ 224 w 526"/>
                <a:gd name="T59" fmla="*/ 936 h 1031"/>
                <a:gd name="T60" fmla="*/ 290 w 526"/>
                <a:gd name="T61" fmla="*/ 898 h 1031"/>
                <a:gd name="T62" fmla="*/ 336 w 526"/>
                <a:gd name="T63" fmla="*/ 845 h 1031"/>
                <a:gd name="T64" fmla="*/ 396 w 526"/>
                <a:gd name="T65" fmla="*/ 720 h 1031"/>
                <a:gd name="T66" fmla="*/ 461 w 526"/>
                <a:gd name="T67" fmla="*/ 549 h 1031"/>
                <a:gd name="T68" fmla="*/ 511 w 526"/>
                <a:gd name="T69" fmla="*/ 400 h 1031"/>
                <a:gd name="T70" fmla="*/ 526 w 526"/>
                <a:gd name="T71" fmla="*/ 284 h 1031"/>
                <a:gd name="T72" fmla="*/ 524 w 526"/>
                <a:gd name="T73" fmla="*/ 197 h 1031"/>
                <a:gd name="T74" fmla="*/ 503 w 526"/>
                <a:gd name="T75" fmla="*/ 91 h 1031"/>
                <a:gd name="T76" fmla="*/ 478 w 526"/>
                <a:gd name="T77" fmla="*/ 45 h 1031"/>
                <a:gd name="T78" fmla="*/ 436 w 526"/>
                <a:gd name="T79" fmla="*/ 11 h 1031"/>
                <a:gd name="T80" fmla="*/ 390 w 526"/>
                <a:gd name="T81" fmla="*/ 0 h 1031"/>
                <a:gd name="T82" fmla="*/ 330 w 526"/>
                <a:gd name="T83" fmla="*/ 17 h 1031"/>
                <a:gd name="T84" fmla="*/ 277 w 526"/>
                <a:gd name="T85" fmla="*/ 56 h 1031"/>
                <a:gd name="T86" fmla="*/ 237 w 526"/>
                <a:gd name="T87" fmla="*/ 106 h 1031"/>
                <a:gd name="T88" fmla="*/ 212 w 526"/>
                <a:gd name="T89" fmla="*/ 158 h 1031"/>
                <a:gd name="T90" fmla="*/ 176 w 526"/>
                <a:gd name="T91" fmla="*/ 280 h 1031"/>
                <a:gd name="T92" fmla="*/ 139 w 526"/>
                <a:gd name="T93" fmla="*/ 404 h 1031"/>
                <a:gd name="T94" fmla="*/ 121 w 526"/>
                <a:gd name="T95" fmla="*/ 446 h 1031"/>
                <a:gd name="T96" fmla="*/ 128 w 526"/>
                <a:gd name="T97" fmla="*/ 456 h 1031"/>
                <a:gd name="T98" fmla="*/ 137 w 526"/>
                <a:gd name="T99" fmla="*/ 451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6" h="1031">
                  <a:moveTo>
                    <a:pt x="137" y="451"/>
                  </a:moveTo>
                  <a:lnTo>
                    <a:pt x="137" y="451"/>
                  </a:lnTo>
                  <a:lnTo>
                    <a:pt x="146" y="433"/>
                  </a:lnTo>
                  <a:lnTo>
                    <a:pt x="153" y="414"/>
                  </a:lnTo>
                  <a:lnTo>
                    <a:pt x="167" y="375"/>
                  </a:lnTo>
                  <a:lnTo>
                    <a:pt x="178" y="336"/>
                  </a:lnTo>
                  <a:lnTo>
                    <a:pt x="189" y="295"/>
                  </a:lnTo>
                  <a:lnTo>
                    <a:pt x="199" y="255"/>
                  </a:lnTo>
                  <a:lnTo>
                    <a:pt x="210" y="216"/>
                  </a:lnTo>
                  <a:lnTo>
                    <a:pt x="223" y="177"/>
                  </a:lnTo>
                  <a:lnTo>
                    <a:pt x="230" y="158"/>
                  </a:lnTo>
                  <a:lnTo>
                    <a:pt x="238" y="138"/>
                  </a:lnTo>
                  <a:lnTo>
                    <a:pt x="238" y="138"/>
                  </a:lnTo>
                  <a:lnTo>
                    <a:pt x="248" y="120"/>
                  </a:lnTo>
                  <a:lnTo>
                    <a:pt x="259" y="102"/>
                  </a:lnTo>
                  <a:lnTo>
                    <a:pt x="272" y="85"/>
                  </a:lnTo>
                  <a:lnTo>
                    <a:pt x="284" y="70"/>
                  </a:lnTo>
                  <a:lnTo>
                    <a:pt x="299" y="56"/>
                  </a:lnTo>
                  <a:lnTo>
                    <a:pt x="316" y="45"/>
                  </a:lnTo>
                  <a:lnTo>
                    <a:pt x="334" y="35"/>
                  </a:lnTo>
                  <a:lnTo>
                    <a:pt x="354" y="27"/>
                  </a:lnTo>
                  <a:lnTo>
                    <a:pt x="354" y="27"/>
                  </a:lnTo>
                  <a:lnTo>
                    <a:pt x="368" y="23"/>
                  </a:lnTo>
                  <a:lnTo>
                    <a:pt x="382" y="20"/>
                  </a:lnTo>
                  <a:lnTo>
                    <a:pt x="396" y="20"/>
                  </a:lnTo>
                  <a:lnTo>
                    <a:pt x="408" y="21"/>
                  </a:lnTo>
                  <a:lnTo>
                    <a:pt x="422" y="24"/>
                  </a:lnTo>
                  <a:lnTo>
                    <a:pt x="435" y="30"/>
                  </a:lnTo>
                  <a:lnTo>
                    <a:pt x="446" y="37"/>
                  </a:lnTo>
                  <a:lnTo>
                    <a:pt x="457" y="46"/>
                  </a:lnTo>
                  <a:lnTo>
                    <a:pt x="457" y="46"/>
                  </a:lnTo>
                  <a:lnTo>
                    <a:pt x="467" y="57"/>
                  </a:lnTo>
                  <a:lnTo>
                    <a:pt x="475" y="70"/>
                  </a:lnTo>
                  <a:lnTo>
                    <a:pt x="483" y="84"/>
                  </a:lnTo>
                  <a:lnTo>
                    <a:pt x="489" y="98"/>
                  </a:lnTo>
                  <a:lnTo>
                    <a:pt x="494" y="113"/>
                  </a:lnTo>
                  <a:lnTo>
                    <a:pt x="499" y="128"/>
                  </a:lnTo>
                  <a:lnTo>
                    <a:pt x="501" y="144"/>
                  </a:lnTo>
                  <a:lnTo>
                    <a:pt x="504" y="160"/>
                  </a:lnTo>
                  <a:lnTo>
                    <a:pt x="508" y="194"/>
                  </a:lnTo>
                  <a:lnTo>
                    <a:pt x="510" y="226"/>
                  </a:lnTo>
                  <a:lnTo>
                    <a:pt x="510" y="258"/>
                  </a:lnTo>
                  <a:lnTo>
                    <a:pt x="508" y="287"/>
                  </a:lnTo>
                  <a:lnTo>
                    <a:pt x="508" y="287"/>
                  </a:lnTo>
                  <a:lnTo>
                    <a:pt x="504" y="329"/>
                  </a:lnTo>
                  <a:lnTo>
                    <a:pt x="499" y="369"/>
                  </a:lnTo>
                  <a:lnTo>
                    <a:pt x="489" y="410"/>
                  </a:lnTo>
                  <a:lnTo>
                    <a:pt x="478" y="450"/>
                  </a:lnTo>
                  <a:lnTo>
                    <a:pt x="465" y="489"/>
                  </a:lnTo>
                  <a:lnTo>
                    <a:pt x="451" y="529"/>
                  </a:lnTo>
                  <a:lnTo>
                    <a:pt x="422" y="607"/>
                  </a:lnTo>
                  <a:lnTo>
                    <a:pt x="422" y="607"/>
                  </a:lnTo>
                  <a:lnTo>
                    <a:pt x="391" y="687"/>
                  </a:lnTo>
                  <a:lnTo>
                    <a:pt x="357" y="766"/>
                  </a:lnTo>
                  <a:lnTo>
                    <a:pt x="357" y="766"/>
                  </a:lnTo>
                  <a:lnTo>
                    <a:pt x="341" y="798"/>
                  </a:lnTo>
                  <a:lnTo>
                    <a:pt x="325" y="829"/>
                  </a:lnTo>
                  <a:lnTo>
                    <a:pt x="315" y="844"/>
                  </a:lnTo>
                  <a:lnTo>
                    <a:pt x="305" y="858"/>
                  </a:lnTo>
                  <a:lnTo>
                    <a:pt x="292" y="872"/>
                  </a:lnTo>
                  <a:lnTo>
                    <a:pt x="280" y="884"/>
                  </a:lnTo>
                  <a:lnTo>
                    <a:pt x="280" y="884"/>
                  </a:lnTo>
                  <a:lnTo>
                    <a:pt x="267" y="896"/>
                  </a:lnTo>
                  <a:lnTo>
                    <a:pt x="254" y="905"/>
                  </a:lnTo>
                  <a:lnTo>
                    <a:pt x="237" y="914"/>
                  </a:lnTo>
                  <a:lnTo>
                    <a:pt x="220" y="919"/>
                  </a:lnTo>
                  <a:lnTo>
                    <a:pt x="202" y="922"/>
                  </a:lnTo>
                  <a:lnTo>
                    <a:pt x="194" y="923"/>
                  </a:lnTo>
                  <a:lnTo>
                    <a:pt x="185" y="922"/>
                  </a:lnTo>
                  <a:lnTo>
                    <a:pt x="177" y="922"/>
                  </a:lnTo>
                  <a:lnTo>
                    <a:pt x="169" y="919"/>
                  </a:lnTo>
                  <a:lnTo>
                    <a:pt x="160" y="916"/>
                  </a:lnTo>
                  <a:lnTo>
                    <a:pt x="153" y="912"/>
                  </a:lnTo>
                  <a:lnTo>
                    <a:pt x="153" y="912"/>
                  </a:lnTo>
                  <a:lnTo>
                    <a:pt x="142" y="905"/>
                  </a:lnTo>
                  <a:lnTo>
                    <a:pt x="134" y="896"/>
                  </a:lnTo>
                  <a:lnTo>
                    <a:pt x="117" y="876"/>
                  </a:lnTo>
                  <a:lnTo>
                    <a:pt x="100" y="855"/>
                  </a:lnTo>
                  <a:lnTo>
                    <a:pt x="92" y="845"/>
                  </a:lnTo>
                  <a:lnTo>
                    <a:pt x="82" y="837"/>
                  </a:lnTo>
                  <a:lnTo>
                    <a:pt x="82" y="837"/>
                  </a:lnTo>
                  <a:lnTo>
                    <a:pt x="78" y="834"/>
                  </a:lnTo>
                  <a:lnTo>
                    <a:pt x="74" y="834"/>
                  </a:lnTo>
                  <a:lnTo>
                    <a:pt x="71" y="837"/>
                  </a:lnTo>
                  <a:lnTo>
                    <a:pt x="68" y="840"/>
                  </a:lnTo>
                  <a:lnTo>
                    <a:pt x="68" y="840"/>
                  </a:lnTo>
                  <a:lnTo>
                    <a:pt x="54" y="886"/>
                  </a:lnTo>
                  <a:lnTo>
                    <a:pt x="36" y="932"/>
                  </a:lnTo>
                  <a:lnTo>
                    <a:pt x="0" y="1021"/>
                  </a:lnTo>
                  <a:lnTo>
                    <a:pt x="0" y="1021"/>
                  </a:lnTo>
                  <a:lnTo>
                    <a:pt x="0" y="1025"/>
                  </a:lnTo>
                  <a:lnTo>
                    <a:pt x="0" y="1028"/>
                  </a:lnTo>
                  <a:lnTo>
                    <a:pt x="3" y="1029"/>
                  </a:lnTo>
                  <a:lnTo>
                    <a:pt x="6" y="1031"/>
                  </a:lnTo>
                  <a:lnTo>
                    <a:pt x="8" y="1031"/>
                  </a:lnTo>
                  <a:lnTo>
                    <a:pt x="11" y="1031"/>
                  </a:lnTo>
                  <a:lnTo>
                    <a:pt x="14" y="1029"/>
                  </a:lnTo>
                  <a:lnTo>
                    <a:pt x="17" y="1025"/>
                  </a:lnTo>
                  <a:lnTo>
                    <a:pt x="17" y="1025"/>
                  </a:lnTo>
                  <a:lnTo>
                    <a:pt x="53" y="936"/>
                  </a:lnTo>
                  <a:lnTo>
                    <a:pt x="70" y="891"/>
                  </a:lnTo>
                  <a:lnTo>
                    <a:pt x="85" y="845"/>
                  </a:lnTo>
                  <a:lnTo>
                    <a:pt x="85" y="845"/>
                  </a:lnTo>
                  <a:lnTo>
                    <a:pt x="71" y="848"/>
                  </a:lnTo>
                  <a:lnTo>
                    <a:pt x="71" y="848"/>
                  </a:lnTo>
                  <a:lnTo>
                    <a:pt x="84" y="859"/>
                  </a:lnTo>
                  <a:lnTo>
                    <a:pt x="95" y="873"/>
                  </a:lnTo>
                  <a:lnTo>
                    <a:pt x="117" y="900"/>
                  </a:lnTo>
                  <a:lnTo>
                    <a:pt x="128" y="912"/>
                  </a:lnTo>
                  <a:lnTo>
                    <a:pt x="141" y="923"/>
                  </a:lnTo>
                  <a:lnTo>
                    <a:pt x="148" y="928"/>
                  </a:lnTo>
                  <a:lnTo>
                    <a:pt x="155" y="932"/>
                  </a:lnTo>
                  <a:lnTo>
                    <a:pt x="163" y="936"/>
                  </a:lnTo>
                  <a:lnTo>
                    <a:pt x="171" y="937"/>
                  </a:lnTo>
                  <a:lnTo>
                    <a:pt x="171" y="937"/>
                  </a:lnTo>
                  <a:lnTo>
                    <a:pt x="182" y="940"/>
                  </a:lnTo>
                  <a:lnTo>
                    <a:pt x="194" y="940"/>
                  </a:lnTo>
                  <a:lnTo>
                    <a:pt x="203" y="940"/>
                  </a:lnTo>
                  <a:lnTo>
                    <a:pt x="215" y="939"/>
                  </a:lnTo>
                  <a:lnTo>
                    <a:pt x="224" y="936"/>
                  </a:lnTo>
                  <a:lnTo>
                    <a:pt x="235" y="932"/>
                  </a:lnTo>
                  <a:lnTo>
                    <a:pt x="255" y="923"/>
                  </a:lnTo>
                  <a:lnTo>
                    <a:pt x="273" y="911"/>
                  </a:lnTo>
                  <a:lnTo>
                    <a:pt x="290" y="898"/>
                  </a:lnTo>
                  <a:lnTo>
                    <a:pt x="305" y="883"/>
                  </a:lnTo>
                  <a:lnTo>
                    <a:pt x="319" y="868"/>
                  </a:lnTo>
                  <a:lnTo>
                    <a:pt x="319" y="868"/>
                  </a:lnTo>
                  <a:lnTo>
                    <a:pt x="336" y="845"/>
                  </a:lnTo>
                  <a:lnTo>
                    <a:pt x="350" y="822"/>
                  </a:lnTo>
                  <a:lnTo>
                    <a:pt x="362" y="798"/>
                  </a:lnTo>
                  <a:lnTo>
                    <a:pt x="375" y="772"/>
                  </a:lnTo>
                  <a:lnTo>
                    <a:pt x="396" y="720"/>
                  </a:lnTo>
                  <a:lnTo>
                    <a:pt x="416" y="669"/>
                  </a:lnTo>
                  <a:lnTo>
                    <a:pt x="416" y="669"/>
                  </a:lnTo>
                  <a:lnTo>
                    <a:pt x="440" y="609"/>
                  </a:lnTo>
                  <a:lnTo>
                    <a:pt x="461" y="549"/>
                  </a:lnTo>
                  <a:lnTo>
                    <a:pt x="482" y="488"/>
                  </a:lnTo>
                  <a:lnTo>
                    <a:pt x="503" y="428"/>
                  </a:lnTo>
                  <a:lnTo>
                    <a:pt x="503" y="428"/>
                  </a:lnTo>
                  <a:lnTo>
                    <a:pt x="511" y="400"/>
                  </a:lnTo>
                  <a:lnTo>
                    <a:pt x="517" y="371"/>
                  </a:lnTo>
                  <a:lnTo>
                    <a:pt x="521" y="343"/>
                  </a:lnTo>
                  <a:lnTo>
                    <a:pt x="524" y="314"/>
                  </a:lnTo>
                  <a:lnTo>
                    <a:pt x="526" y="284"/>
                  </a:lnTo>
                  <a:lnTo>
                    <a:pt x="526" y="254"/>
                  </a:lnTo>
                  <a:lnTo>
                    <a:pt x="525" y="226"/>
                  </a:lnTo>
                  <a:lnTo>
                    <a:pt x="524" y="197"/>
                  </a:lnTo>
                  <a:lnTo>
                    <a:pt x="524" y="197"/>
                  </a:lnTo>
                  <a:lnTo>
                    <a:pt x="521" y="172"/>
                  </a:lnTo>
                  <a:lnTo>
                    <a:pt x="517" y="145"/>
                  </a:lnTo>
                  <a:lnTo>
                    <a:pt x="511" y="117"/>
                  </a:lnTo>
                  <a:lnTo>
                    <a:pt x="503" y="91"/>
                  </a:lnTo>
                  <a:lnTo>
                    <a:pt x="497" y="78"/>
                  </a:lnTo>
                  <a:lnTo>
                    <a:pt x="492" y="67"/>
                  </a:lnTo>
                  <a:lnTo>
                    <a:pt x="485" y="55"/>
                  </a:lnTo>
                  <a:lnTo>
                    <a:pt x="478" y="45"/>
                  </a:lnTo>
                  <a:lnTo>
                    <a:pt x="468" y="35"/>
                  </a:lnTo>
                  <a:lnTo>
                    <a:pt x="460" y="25"/>
                  </a:lnTo>
                  <a:lnTo>
                    <a:pt x="448" y="18"/>
                  </a:lnTo>
                  <a:lnTo>
                    <a:pt x="436" y="11"/>
                  </a:lnTo>
                  <a:lnTo>
                    <a:pt x="436" y="11"/>
                  </a:lnTo>
                  <a:lnTo>
                    <a:pt x="421" y="6"/>
                  </a:lnTo>
                  <a:lnTo>
                    <a:pt x="405" y="2"/>
                  </a:lnTo>
                  <a:lnTo>
                    <a:pt x="390" y="0"/>
                  </a:lnTo>
                  <a:lnTo>
                    <a:pt x="375" y="2"/>
                  </a:lnTo>
                  <a:lnTo>
                    <a:pt x="359" y="6"/>
                  </a:lnTo>
                  <a:lnTo>
                    <a:pt x="344" y="10"/>
                  </a:lnTo>
                  <a:lnTo>
                    <a:pt x="330" y="17"/>
                  </a:lnTo>
                  <a:lnTo>
                    <a:pt x="316" y="25"/>
                  </a:lnTo>
                  <a:lnTo>
                    <a:pt x="302" y="34"/>
                  </a:lnTo>
                  <a:lnTo>
                    <a:pt x="290" y="45"/>
                  </a:lnTo>
                  <a:lnTo>
                    <a:pt x="277" y="56"/>
                  </a:lnTo>
                  <a:lnTo>
                    <a:pt x="266" y="69"/>
                  </a:lnTo>
                  <a:lnTo>
                    <a:pt x="255" y="80"/>
                  </a:lnTo>
                  <a:lnTo>
                    <a:pt x="245" y="94"/>
                  </a:lnTo>
                  <a:lnTo>
                    <a:pt x="237" y="106"/>
                  </a:lnTo>
                  <a:lnTo>
                    <a:pt x="230" y="119"/>
                  </a:lnTo>
                  <a:lnTo>
                    <a:pt x="230" y="119"/>
                  </a:lnTo>
                  <a:lnTo>
                    <a:pt x="220" y="138"/>
                  </a:lnTo>
                  <a:lnTo>
                    <a:pt x="212" y="158"/>
                  </a:lnTo>
                  <a:lnTo>
                    <a:pt x="203" y="177"/>
                  </a:lnTo>
                  <a:lnTo>
                    <a:pt x="198" y="198"/>
                  </a:lnTo>
                  <a:lnTo>
                    <a:pt x="185" y="238"/>
                  </a:lnTo>
                  <a:lnTo>
                    <a:pt x="176" y="280"/>
                  </a:lnTo>
                  <a:lnTo>
                    <a:pt x="164" y="322"/>
                  </a:lnTo>
                  <a:lnTo>
                    <a:pt x="153" y="364"/>
                  </a:lnTo>
                  <a:lnTo>
                    <a:pt x="146" y="383"/>
                  </a:lnTo>
                  <a:lnTo>
                    <a:pt x="139" y="404"/>
                  </a:lnTo>
                  <a:lnTo>
                    <a:pt x="131" y="424"/>
                  </a:lnTo>
                  <a:lnTo>
                    <a:pt x="123" y="443"/>
                  </a:lnTo>
                  <a:lnTo>
                    <a:pt x="123" y="443"/>
                  </a:lnTo>
                  <a:lnTo>
                    <a:pt x="121" y="446"/>
                  </a:lnTo>
                  <a:lnTo>
                    <a:pt x="121" y="450"/>
                  </a:lnTo>
                  <a:lnTo>
                    <a:pt x="124" y="453"/>
                  </a:lnTo>
                  <a:lnTo>
                    <a:pt x="125" y="454"/>
                  </a:lnTo>
                  <a:lnTo>
                    <a:pt x="128" y="456"/>
                  </a:lnTo>
                  <a:lnTo>
                    <a:pt x="132" y="456"/>
                  </a:lnTo>
                  <a:lnTo>
                    <a:pt x="135" y="454"/>
                  </a:lnTo>
                  <a:lnTo>
                    <a:pt x="137" y="451"/>
                  </a:lnTo>
                  <a:lnTo>
                    <a:pt x="137" y="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7" name="Freeform 64">
              <a:extLst>
                <a:ext uri="{FF2B5EF4-FFF2-40B4-BE49-F238E27FC236}">
                  <a16:creationId xmlns:a16="http://schemas.microsoft.com/office/drawing/2014/main" id="{166E2714-EA23-252F-41A5-3ED42465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946"/>
              <a:ext cx="1870" cy="517"/>
            </a:xfrm>
            <a:custGeom>
              <a:avLst/>
              <a:gdLst>
                <a:gd name="T0" fmla="*/ 3685 w 3742"/>
                <a:gd name="T1" fmla="*/ 261 h 1034"/>
                <a:gd name="T2" fmla="*/ 3715 w 3742"/>
                <a:gd name="T3" fmla="*/ 381 h 1034"/>
                <a:gd name="T4" fmla="*/ 3719 w 3742"/>
                <a:gd name="T5" fmla="*/ 515 h 1034"/>
                <a:gd name="T6" fmla="*/ 3682 w 3742"/>
                <a:gd name="T7" fmla="*/ 605 h 1034"/>
                <a:gd name="T8" fmla="*/ 3598 w 3742"/>
                <a:gd name="T9" fmla="*/ 701 h 1034"/>
                <a:gd name="T10" fmla="*/ 3534 w 3742"/>
                <a:gd name="T11" fmla="*/ 714 h 1034"/>
                <a:gd name="T12" fmla="*/ 3423 w 3742"/>
                <a:gd name="T13" fmla="*/ 733 h 1034"/>
                <a:gd name="T14" fmla="*/ 3215 w 3742"/>
                <a:gd name="T15" fmla="*/ 772 h 1034"/>
                <a:gd name="T16" fmla="*/ 3058 w 3742"/>
                <a:gd name="T17" fmla="*/ 764 h 1034"/>
                <a:gd name="T18" fmla="*/ 2863 w 3742"/>
                <a:gd name="T19" fmla="*/ 707 h 1034"/>
                <a:gd name="T20" fmla="*/ 2628 w 3742"/>
                <a:gd name="T21" fmla="*/ 637 h 1034"/>
                <a:gd name="T22" fmla="*/ 2506 w 3742"/>
                <a:gd name="T23" fmla="*/ 634 h 1034"/>
                <a:gd name="T24" fmla="*/ 2196 w 3742"/>
                <a:gd name="T25" fmla="*/ 678 h 1034"/>
                <a:gd name="T26" fmla="*/ 1916 w 3742"/>
                <a:gd name="T27" fmla="*/ 718 h 1034"/>
                <a:gd name="T28" fmla="*/ 1679 w 3742"/>
                <a:gd name="T29" fmla="*/ 806 h 1034"/>
                <a:gd name="T30" fmla="*/ 1418 w 3742"/>
                <a:gd name="T31" fmla="*/ 935 h 1034"/>
                <a:gd name="T32" fmla="*/ 1281 w 3742"/>
                <a:gd name="T33" fmla="*/ 1008 h 1034"/>
                <a:gd name="T34" fmla="*/ 1184 w 3742"/>
                <a:gd name="T35" fmla="*/ 1019 h 1034"/>
                <a:gd name="T36" fmla="*/ 879 w 3742"/>
                <a:gd name="T37" fmla="*/ 1008 h 1034"/>
                <a:gd name="T38" fmla="*/ 763 w 3742"/>
                <a:gd name="T39" fmla="*/ 985 h 1034"/>
                <a:gd name="T40" fmla="*/ 664 w 3742"/>
                <a:gd name="T41" fmla="*/ 932 h 1034"/>
                <a:gd name="T42" fmla="*/ 511 w 3742"/>
                <a:gd name="T43" fmla="*/ 763 h 1034"/>
                <a:gd name="T44" fmla="*/ 324 w 3742"/>
                <a:gd name="T45" fmla="*/ 488 h 1034"/>
                <a:gd name="T46" fmla="*/ 212 w 3742"/>
                <a:gd name="T47" fmla="*/ 355 h 1034"/>
                <a:gd name="T48" fmla="*/ 120 w 3742"/>
                <a:gd name="T49" fmla="*/ 295 h 1034"/>
                <a:gd name="T50" fmla="*/ 15 w 3742"/>
                <a:gd name="T51" fmla="*/ 267 h 1034"/>
                <a:gd name="T52" fmla="*/ 8 w 3742"/>
                <a:gd name="T53" fmla="*/ 279 h 1034"/>
                <a:gd name="T54" fmla="*/ 18 w 3742"/>
                <a:gd name="T55" fmla="*/ 272 h 1034"/>
                <a:gd name="T56" fmla="*/ 6 w 3742"/>
                <a:gd name="T57" fmla="*/ 264 h 1034"/>
                <a:gd name="T58" fmla="*/ 3 w 3742"/>
                <a:gd name="T59" fmla="*/ 279 h 1034"/>
                <a:gd name="T60" fmla="*/ 64 w 3742"/>
                <a:gd name="T61" fmla="*/ 295 h 1034"/>
                <a:gd name="T62" fmla="*/ 164 w 3742"/>
                <a:gd name="T63" fmla="*/ 339 h 1034"/>
                <a:gd name="T64" fmla="*/ 265 w 3742"/>
                <a:gd name="T65" fmla="*/ 437 h 1034"/>
                <a:gd name="T66" fmla="*/ 437 w 3742"/>
                <a:gd name="T67" fmla="*/ 687 h 1034"/>
                <a:gd name="T68" fmla="*/ 607 w 3742"/>
                <a:gd name="T69" fmla="*/ 902 h 1034"/>
                <a:gd name="T70" fmla="*/ 720 w 3742"/>
                <a:gd name="T71" fmla="*/ 987 h 1034"/>
                <a:gd name="T72" fmla="*/ 827 w 3742"/>
                <a:gd name="T73" fmla="*/ 1020 h 1034"/>
                <a:gd name="T74" fmla="*/ 1076 w 3742"/>
                <a:gd name="T75" fmla="*/ 1031 h 1034"/>
                <a:gd name="T76" fmla="*/ 1244 w 3742"/>
                <a:gd name="T77" fmla="*/ 1031 h 1034"/>
                <a:gd name="T78" fmla="*/ 1342 w 3742"/>
                <a:gd name="T79" fmla="*/ 999 h 1034"/>
                <a:gd name="T80" fmla="*/ 1539 w 3742"/>
                <a:gd name="T81" fmla="*/ 891 h 1034"/>
                <a:gd name="T82" fmla="*/ 1810 w 3742"/>
                <a:gd name="T83" fmla="*/ 769 h 1034"/>
                <a:gd name="T84" fmla="*/ 2016 w 3742"/>
                <a:gd name="T85" fmla="*/ 717 h 1034"/>
                <a:gd name="T86" fmla="*/ 2420 w 3742"/>
                <a:gd name="T87" fmla="*/ 668 h 1034"/>
                <a:gd name="T88" fmla="*/ 2571 w 3742"/>
                <a:gd name="T89" fmla="*/ 648 h 1034"/>
                <a:gd name="T90" fmla="*/ 2700 w 3742"/>
                <a:gd name="T91" fmla="*/ 671 h 1034"/>
                <a:gd name="T92" fmla="*/ 2979 w 3742"/>
                <a:gd name="T93" fmla="*/ 763 h 1034"/>
                <a:gd name="T94" fmla="*/ 3150 w 3742"/>
                <a:gd name="T95" fmla="*/ 792 h 1034"/>
                <a:gd name="T96" fmla="*/ 3311 w 3742"/>
                <a:gd name="T97" fmla="*/ 776 h 1034"/>
                <a:gd name="T98" fmla="*/ 3523 w 3742"/>
                <a:gd name="T99" fmla="*/ 733 h 1034"/>
                <a:gd name="T100" fmla="*/ 3608 w 3742"/>
                <a:gd name="T101" fmla="*/ 717 h 1034"/>
                <a:gd name="T102" fmla="*/ 3687 w 3742"/>
                <a:gd name="T103" fmla="*/ 626 h 1034"/>
                <a:gd name="T104" fmla="*/ 3735 w 3742"/>
                <a:gd name="T105" fmla="*/ 530 h 1034"/>
                <a:gd name="T106" fmla="*/ 3740 w 3742"/>
                <a:gd name="T107" fmla="*/ 435 h 1034"/>
                <a:gd name="T108" fmla="*/ 3690 w 3742"/>
                <a:gd name="T109" fmla="*/ 227 h 1034"/>
                <a:gd name="T110" fmla="*/ 3587 w 3742"/>
                <a:gd name="T111" fmla="*/ 4 h 1034"/>
                <a:gd name="T112" fmla="*/ 3573 w 3742"/>
                <a:gd name="T113" fmla="*/ 4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742" h="1034">
                  <a:moveTo>
                    <a:pt x="3572" y="12"/>
                  </a:moveTo>
                  <a:lnTo>
                    <a:pt x="3572" y="12"/>
                  </a:lnTo>
                  <a:lnTo>
                    <a:pt x="3604" y="73"/>
                  </a:lnTo>
                  <a:lnTo>
                    <a:pt x="3634" y="135"/>
                  </a:lnTo>
                  <a:lnTo>
                    <a:pt x="3661" y="197"/>
                  </a:lnTo>
                  <a:lnTo>
                    <a:pt x="3685" y="261"/>
                  </a:lnTo>
                  <a:lnTo>
                    <a:pt x="3685" y="261"/>
                  </a:lnTo>
                  <a:lnTo>
                    <a:pt x="3693" y="284"/>
                  </a:lnTo>
                  <a:lnTo>
                    <a:pt x="3700" y="309"/>
                  </a:lnTo>
                  <a:lnTo>
                    <a:pt x="3705" y="332"/>
                  </a:lnTo>
                  <a:lnTo>
                    <a:pt x="3711" y="356"/>
                  </a:lnTo>
                  <a:lnTo>
                    <a:pt x="3715" y="381"/>
                  </a:lnTo>
                  <a:lnTo>
                    <a:pt x="3719" y="405"/>
                  </a:lnTo>
                  <a:lnTo>
                    <a:pt x="3724" y="455"/>
                  </a:lnTo>
                  <a:lnTo>
                    <a:pt x="3724" y="455"/>
                  </a:lnTo>
                  <a:lnTo>
                    <a:pt x="3724" y="476"/>
                  </a:lnTo>
                  <a:lnTo>
                    <a:pt x="3724" y="495"/>
                  </a:lnTo>
                  <a:lnTo>
                    <a:pt x="3719" y="515"/>
                  </a:lnTo>
                  <a:lnTo>
                    <a:pt x="3715" y="534"/>
                  </a:lnTo>
                  <a:lnTo>
                    <a:pt x="3710" y="552"/>
                  </a:lnTo>
                  <a:lnTo>
                    <a:pt x="3701" y="570"/>
                  </a:lnTo>
                  <a:lnTo>
                    <a:pt x="3692" y="588"/>
                  </a:lnTo>
                  <a:lnTo>
                    <a:pt x="3682" y="605"/>
                  </a:lnTo>
                  <a:lnTo>
                    <a:pt x="3682" y="605"/>
                  </a:lnTo>
                  <a:lnTo>
                    <a:pt x="3659" y="639"/>
                  </a:lnTo>
                  <a:lnTo>
                    <a:pt x="3648" y="655"/>
                  </a:lnTo>
                  <a:lnTo>
                    <a:pt x="3636" y="671"/>
                  </a:lnTo>
                  <a:lnTo>
                    <a:pt x="3622" y="685"/>
                  </a:lnTo>
                  <a:lnTo>
                    <a:pt x="3607" y="696"/>
                  </a:lnTo>
                  <a:lnTo>
                    <a:pt x="3598" y="701"/>
                  </a:lnTo>
                  <a:lnTo>
                    <a:pt x="3588" y="705"/>
                  </a:lnTo>
                  <a:lnTo>
                    <a:pt x="3579" y="708"/>
                  </a:lnTo>
                  <a:lnTo>
                    <a:pt x="3569" y="711"/>
                  </a:lnTo>
                  <a:lnTo>
                    <a:pt x="3569" y="711"/>
                  </a:lnTo>
                  <a:lnTo>
                    <a:pt x="3552" y="712"/>
                  </a:lnTo>
                  <a:lnTo>
                    <a:pt x="3534" y="714"/>
                  </a:lnTo>
                  <a:lnTo>
                    <a:pt x="3516" y="715"/>
                  </a:lnTo>
                  <a:lnTo>
                    <a:pt x="3498" y="717"/>
                  </a:lnTo>
                  <a:lnTo>
                    <a:pt x="3498" y="717"/>
                  </a:lnTo>
                  <a:lnTo>
                    <a:pt x="3480" y="721"/>
                  </a:lnTo>
                  <a:lnTo>
                    <a:pt x="3460" y="724"/>
                  </a:lnTo>
                  <a:lnTo>
                    <a:pt x="3423" y="733"/>
                  </a:lnTo>
                  <a:lnTo>
                    <a:pt x="3423" y="733"/>
                  </a:lnTo>
                  <a:lnTo>
                    <a:pt x="3371" y="746"/>
                  </a:lnTo>
                  <a:lnTo>
                    <a:pt x="3320" y="757"/>
                  </a:lnTo>
                  <a:lnTo>
                    <a:pt x="3268" y="767"/>
                  </a:lnTo>
                  <a:lnTo>
                    <a:pt x="3242" y="769"/>
                  </a:lnTo>
                  <a:lnTo>
                    <a:pt x="3215" y="772"/>
                  </a:lnTo>
                  <a:lnTo>
                    <a:pt x="3215" y="772"/>
                  </a:lnTo>
                  <a:lnTo>
                    <a:pt x="3183" y="775"/>
                  </a:lnTo>
                  <a:lnTo>
                    <a:pt x="3151" y="775"/>
                  </a:lnTo>
                  <a:lnTo>
                    <a:pt x="3119" y="772"/>
                  </a:lnTo>
                  <a:lnTo>
                    <a:pt x="3089" y="769"/>
                  </a:lnTo>
                  <a:lnTo>
                    <a:pt x="3058" y="764"/>
                  </a:lnTo>
                  <a:lnTo>
                    <a:pt x="3026" y="758"/>
                  </a:lnTo>
                  <a:lnTo>
                    <a:pt x="2995" y="750"/>
                  </a:lnTo>
                  <a:lnTo>
                    <a:pt x="2965" y="742"/>
                  </a:lnTo>
                  <a:lnTo>
                    <a:pt x="2965" y="742"/>
                  </a:lnTo>
                  <a:lnTo>
                    <a:pt x="2913" y="725"/>
                  </a:lnTo>
                  <a:lnTo>
                    <a:pt x="2863" y="707"/>
                  </a:lnTo>
                  <a:lnTo>
                    <a:pt x="2811" y="689"/>
                  </a:lnTo>
                  <a:lnTo>
                    <a:pt x="2759" y="671"/>
                  </a:lnTo>
                  <a:lnTo>
                    <a:pt x="2707" y="654"/>
                  </a:lnTo>
                  <a:lnTo>
                    <a:pt x="2681" y="647"/>
                  </a:lnTo>
                  <a:lnTo>
                    <a:pt x="2654" y="641"/>
                  </a:lnTo>
                  <a:lnTo>
                    <a:pt x="2628" y="637"/>
                  </a:lnTo>
                  <a:lnTo>
                    <a:pt x="2600" y="633"/>
                  </a:lnTo>
                  <a:lnTo>
                    <a:pt x="2573" y="632"/>
                  </a:lnTo>
                  <a:lnTo>
                    <a:pt x="2547" y="632"/>
                  </a:lnTo>
                  <a:lnTo>
                    <a:pt x="2547" y="632"/>
                  </a:lnTo>
                  <a:lnTo>
                    <a:pt x="2527" y="632"/>
                  </a:lnTo>
                  <a:lnTo>
                    <a:pt x="2506" y="634"/>
                  </a:lnTo>
                  <a:lnTo>
                    <a:pt x="2468" y="641"/>
                  </a:lnTo>
                  <a:lnTo>
                    <a:pt x="2429" y="648"/>
                  </a:lnTo>
                  <a:lnTo>
                    <a:pt x="2390" y="655"/>
                  </a:lnTo>
                  <a:lnTo>
                    <a:pt x="2390" y="655"/>
                  </a:lnTo>
                  <a:lnTo>
                    <a:pt x="2292" y="668"/>
                  </a:lnTo>
                  <a:lnTo>
                    <a:pt x="2196" y="678"/>
                  </a:lnTo>
                  <a:lnTo>
                    <a:pt x="2196" y="678"/>
                  </a:lnTo>
                  <a:lnTo>
                    <a:pt x="2115" y="686"/>
                  </a:lnTo>
                  <a:lnTo>
                    <a:pt x="2034" y="696"/>
                  </a:lnTo>
                  <a:lnTo>
                    <a:pt x="1995" y="701"/>
                  </a:lnTo>
                  <a:lnTo>
                    <a:pt x="1955" y="708"/>
                  </a:lnTo>
                  <a:lnTo>
                    <a:pt x="1916" y="718"/>
                  </a:lnTo>
                  <a:lnTo>
                    <a:pt x="1877" y="729"/>
                  </a:lnTo>
                  <a:lnTo>
                    <a:pt x="1877" y="729"/>
                  </a:lnTo>
                  <a:lnTo>
                    <a:pt x="1827" y="746"/>
                  </a:lnTo>
                  <a:lnTo>
                    <a:pt x="1777" y="764"/>
                  </a:lnTo>
                  <a:lnTo>
                    <a:pt x="1728" y="785"/>
                  </a:lnTo>
                  <a:lnTo>
                    <a:pt x="1679" y="806"/>
                  </a:lnTo>
                  <a:lnTo>
                    <a:pt x="1631" y="828"/>
                  </a:lnTo>
                  <a:lnTo>
                    <a:pt x="1582" y="850"/>
                  </a:lnTo>
                  <a:lnTo>
                    <a:pt x="1487" y="898"/>
                  </a:lnTo>
                  <a:lnTo>
                    <a:pt x="1487" y="898"/>
                  </a:lnTo>
                  <a:lnTo>
                    <a:pt x="1452" y="916"/>
                  </a:lnTo>
                  <a:lnTo>
                    <a:pt x="1418" y="935"/>
                  </a:lnTo>
                  <a:lnTo>
                    <a:pt x="1351" y="976"/>
                  </a:lnTo>
                  <a:lnTo>
                    <a:pt x="1351" y="976"/>
                  </a:lnTo>
                  <a:lnTo>
                    <a:pt x="1323" y="991"/>
                  </a:lnTo>
                  <a:lnTo>
                    <a:pt x="1309" y="996"/>
                  </a:lnTo>
                  <a:lnTo>
                    <a:pt x="1295" y="1002"/>
                  </a:lnTo>
                  <a:lnTo>
                    <a:pt x="1281" y="1008"/>
                  </a:lnTo>
                  <a:lnTo>
                    <a:pt x="1267" y="1010"/>
                  </a:lnTo>
                  <a:lnTo>
                    <a:pt x="1252" y="1013"/>
                  </a:lnTo>
                  <a:lnTo>
                    <a:pt x="1237" y="1016"/>
                  </a:lnTo>
                  <a:lnTo>
                    <a:pt x="1237" y="1016"/>
                  </a:lnTo>
                  <a:lnTo>
                    <a:pt x="1210" y="1017"/>
                  </a:lnTo>
                  <a:lnTo>
                    <a:pt x="1184" y="1019"/>
                  </a:lnTo>
                  <a:lnTo>
                    <a:pt x="1131" y="1017"/>
                  </a:lnTo>
                  <a:lnTo>
                    <a:pt x="1078" y="1015"/>
                  </a:lnTo>
                  <a:lnTo>
                    <a:pt x="1025" y="1013"/>
                  </a:lnTo>
                  <a:lnTo>
                    <a:pt x="1025" y="1013"/>
                  </a:lnTo>
                  <a:lnTo>
                    <a:pt x="926" y="1010"/>
                  </a:lnTo>
                  <a:lnTo>
                    <a:pt x="879" y="1008"/>
                  </a:lnTo>
                  <a:lnTo>
                    <a:pt x="854" y="1005"/>
                  </a:lnTo>
                  <a:lnTo>
                    <a:pt x="830" y="1002"/>
                  </a:lnTo>
                  <a:lnTo>
                    <a:pt x="830" y="1002"/>
                  </a:lnTo>
                  <a:lnTo>
                    <a:pt x="808" y="998"/>
                  </a:lnTo>
                  <a:lnTo>
                    <a:pt x="785" y="992"/>
                  </a:lnTo>
                  <a:lnTo>
                    <a:pt x="763" y="985"/>
                  </a:lnTo>
                  <a:lnTo>
                    <a:pt x="742" y="978"/>
                  </a:lnTo>
                  <a:lnTo>
                    <a:pt x="723" y="969"/>
                  </a:lnTo>
                  <a:lnTo>
                    <a:pt x="702" y="957"/>
                  </a:lnTo>
                  <a:lnTo>
                    <a:pt x="684" y="946"/>
                  </a:lnTo>
                  <a:lnTo>
                    <a:pt x="664" y="932"/>
                  </a:lnTo>
                  <a:lnTo>
                    <a:pt x="664" y="932"/>
                  </a:lnTo>
                  <a:lnTo>
                    <a:pt x="643" y="914"/>
                  </a:lnTo>
                  <a:lnTo>
                    <a:pt x="622" y="895"/>
                  </a:lnTo>
                  <a:lnTo>
                    <a:pt x="602" y="874"/>
                  </a:lnTo>
                  <a:lnTo>
                    <a:pt x="582" y="853"/>
                  </a:lnTo>
                  <a:lnTo>
                    <a:pt x="546" y="808"/>
                  </a:lnTo>
                  <a:lnTo>
                    <a:pt x="511" y="763"/>
                  </a:lnTo>
                  <a:lnTo>
                    <a:pt x="511" y="763"/>
                  </a:lnTo>
                  <a:lnTo>
                    <a:pt x="479" y="718"/>
                  </a:lnTo>
                  <a:lnTo>
                    <a:pt x="448" y="672"/>
                  </a:lnTo>
                  <a:lnTo>
                    <a:pt x="387" y="580"/>
                  </a:lnTo>
                  <a:lnTo>
                    <a:pt x="356" y="534"/>
                  </a:lnTo>
                  <a:lnTo>
                    <a:pt x="324" y="488"/>
                  </a:lnTo>
                  <a:lnTo>
                    <a:pt x="292" y="445"/>
                  </a:lnTo>
                  <a:lnTo>
                    <a:pt x="256" y="402"/>
                  </a:lnTo>
                  <a:lnTo>
                    <a:pt x="256" y="402"/>
                  </a:lnTo>
                  <a:lnTo>
                    <a:pt x="242" y="385"/>
                  </a:lnTo>
                  <a:lnTo>
                    <a:pt x="227" y="370"/>
                  </a:lnTo>
                  <a:lnTo>
                    <a:pt x="212" y="355"/>
                  </a:lnTo>
                  <a:lnTo>
                    <a:pt x="195" y="341"/>
                  </a:lnTo>
                  <a:lnTo>
                    <a:pt x="177" y="328"/>
                  </a:lnTo>
                  <a:lnTo>
                    <a:pt x="159" y="316"/>
                  </a:lnTo>
                  <a:lnTo>
                    <a:pt x="139" y="304"/>
                  </a:lnTo>
                  <a:lnTo>
                    <a:pt x="120" y="295"/>
                  </a:lnTo>
                  <a:lnTo>
                    <a:pt x="120" y="295"/>
                  </a:lnTo>
                  <a:lnTo>
                    <a:pt x="93" y="285"/>
                  </a:lnTo>
                  <a:lnTo>
                    <a:pt x="67" y="277"/>
                  </a:lnTo>
                  <a:lnTo>
                    <a:pt x="67" y="277"/>
                  </a:lnTo>
                  <a:lnTo>
                    <a:pt x="26" y="270"/>
                  </a:lnTo>
                  <a:lnTo>
                    <a:pt x="26" y="270"/>
                  </a:lnTo>
                  <a:lnTo>
                    <a:pt x="15" y="267"/>
                  </a:lnTo>
                  <a:lnTo>
                    <a:pt x="15" y="267"/>
                  </a:lnTo>
                  <a:lnTo>
                    <a:pt x="13" y="267"/>
                  </a:lnTo>
                  <a:lnTo>
                    <a:pt x="11" y="268"/>
                  </a:lnTo>
                  <a:lnTo>
                    <a:pt x="8" y="272"/>
                  </a:lnTo>
                  <a:lnTo>
                    <a:pt x="7" y="278"/>
                  </a:lnTo>
                  <a:lnTo>
                    <a:pt x="8" y="279"/>
                  </a:lnTo>
                  <a:lnTo>
                    <a:pt x="10" y="281"/>
                  </a:lnTo>
                  <a:lnTo>
                    <a:pt x="10" y="281"/>
                  </a:lnTo>
                  <a:lnTo>
                    <a:pt x="14" y="279"/>
                  </a:lnTo>
                  <a:lnTo>
                    <a:pt x="15" y="278"/>
                  </a:lnTo>
                  <a:lnTo>
                    <a:pt x="17" y="275"/>
                  </a:lnTo>
                  <a:lnTo>
                    <a:pt x="18" y="272"/>
                  </a:lnTo>
                  <a:lnTo>
                    <a:pt x="17" y="268"/>
                  </a:lnTo>
                  <a:lnTo>
                    <a:pt x="15" y="266"/>
                  </a:lnTo>
                  <a:lnTo>
                    <a:pt x="14" y="264"/>
                  </a:lnTo>
                  <a:lnTo>
                    <a:pt x="10" y="264"/>
                  </a:lnTo>
                  <a:lnTo>
                    <a:pt x="10" y="264"/>
                  </a:lnTo>
                  <a:lnTo>
                    <a:pt x="6" y="264"/>
                  </a:lnTo>
                  <a:lnTo>
                    <a:pt x="3" y="266"/>
                  </a:lnTo>
                  <a:lnTo>
                    <a:pt x="0" y="268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7"/>
                  </a:lnTo>
                  <a:lnTo>
                    <a:pt x="3" y="279"/>
                  </a:lnTo>
                  <a:lnTo>
                    <a:pt x="7" y="282"/>
                  </a:lnTo>
                  <a:lnTo>
                    <a:pt x="11" y="284"/>
                  </a:lnTo>
                  <a:lnTo>
                    <a:pt x="21" y="285"/>
                  </a:lnTo>
                  <a:lnTo>
                    <a:pt x="28" y="286"/>
                  </a:lnTo>
                  <a:lnTo>
                    <a:pt x="28" y="286"/>
                  </a:lnTo>
                  <a:lnTo>
                    <a:pt x="64" y="295"/>
                  </a:lnTo>
                  <a:lnTo>
                    <a:pt x="82" y="300"/>
                  </a:lnTo>
                  <a:lnTo>
                    <a:pt x="99" y="306"/>
                  </a:lnTo>
                  <a:lnTo>
                    <a:pt x="116" y="313"/>
                  </a:lnTo>
                  <a:lnTo>
                    <a:pt x="132" y="320"/>
                  </a:lnTo>
                  <a:lnTo>
                    <a:pt x="148" y="328"/>
                  </a:lnTo>
                  <a:lnTo>
                    <a:pt x="164" y="339"/>
                  </a:lnTo>
                  <a:lnTo>
                    <a:pt x="164" y="339"/>
                  </a:lnTo>
                  <a:lnTo>
                    <a:pt x="187" y="356"/>
                  </a:lnTo>
                  <a:lnTo>
                    <a:pt x="207" y="374"/>
                  </a:lnTo>
                  <a:lnTo>
                    <a:pt x="228" y="394"/>
                  </a:lnTo>
                  <a:lnTo>
                    <a:pt x="246" y="416"/>
                  </a:lnTo>
                  <a:lnTo>
                    <a:pt x="265" y="437"/>
                  </a:lnTo>
                  <a:lnTo>
                    <a:pt x="281" y="459"/>
                  </a:lnTo>
                  <a:lnTo>
                    <a:pt x="315" y="505"/>
                  </a:lnTo>
                  <a:lnTo>
                    <a:pt x="315" y="505"/>
                  </a:lnTo>
                  <a:lnTo>
                    <a:pt x="376" y="597"/>
                  </a:lnTo>
                  <a:lnTo>
                    <a:pt x="437" y="687"/>
                  </a:lnTo>
                  <a:lnTo>
                    <a:pt x="437" y="687"/>
                  </a:lnTo>
                  <a:lnTo>
                    <a:pt x="469" y="733"/>
                  </a:lnTo>
                  <a:lnTo>
                    <a:pt x="503" y="779"/>
                  </a:lnTo>
                  <a:lnTo>
                    <a:pt x="538" y="824"/>
                  </a:lnTo>
                  <a:lnTo>
                    <a:pt x="574" y="867"/>
                  </a:lnTo>
                  <a:lnTo>
                    <a:pt x="574" y="867"/>
                  </a:lnTo>
                  <a:lnTo>
                    <a:pt x="607" y="902"/>
                  </a:lnTo>
                  <a:lnTo>
                    <a:pt x="624" y="918"/>
                  </a:lnTo>
                  <a:lnTo>
                    <a:pt x="642" y="934"/>
                  </a:lnTo>
                  <a:lnTo>
                    <a:pt x="660" y="949"/>
                  </a:lnTo>
                  <a:lnTo>
                    <a:pt x="680" y="963"/>
                  </a:lnTo>
                  <a:lnTo>
                    <a:pt x="699" y="976"/>
                  </a:lnTo>
                  <a:lnTo>
                    <a:pt x="720" y="987"/>
                  </a:lnTo>
                  <a:lnTo>
                    <a:pt x="720" y="987"/>
                  </a:lnTo>
                  <a:lnTo>
                    <a:pt x="741" y="996"/>
                  </a:lnTo>
                  <a:lnTo>
                    <a:pt x="762" y="1003"/>
                  </a:lnTo>
                  <a:lnTo>
                    <a:pt x="784" y="1010"/>
                  </a:lnTo>
                  <a:lnTo>
                    <a:pt x="806" y="1016"/>
                  </a:lnTo>
                  <a:lnTo>
                    <a:pt x="827" y="1020"/>
                  </a:lnTo>
                  <a:lnTo>
                    <a:pt x="851" y="1023"/>
                  </a:lnTo>
                  <a:lnTo>
                    <a:pt x="895" y="1027"/>
                  </a:lnTo>
                  <a:lnTo>
                    <a:pt x="941" y="1030"/>
                  </a:lnTo>
                  <a:lnTo>
                    <a:pt x="987" y="1030"/>
                  </a:lnTo>
                  <a:lnTo>
                    <a:pt x="1032" y="1030"/>
                  </a:lnTo>
                  <a:lnTo>
                    <a:pt x="1076" y="1031"/>
                  </a:lnTo>
                  <a:lnTo>
                    <a:pt x="1076" y="1031"/>
                  </a:lnTo>
                  <a:lnTo>
                    <a:pt x="1124" y="1033"/>
                  </a:lnTo>
                  <a:lnTo>
                    <a:pt x="1172" y="1034"/>
                  </a:lnTo>
                  <a:lnTo>
                    <a:pt x="1196" y="1034"/>
                  </a:lnTo>
                  <a:lnTo>
                    <a:pt x="1220" y="1034"/>
                  </a:lnTo>
                  <a:lnTo>
                    <a:pt x="1244" y="1031"/>
                  </a:lnTo>
                  <a:lnTo>
                    <a:pt x="1267" y="1028"/>
                  </a:lnTo>
                  <a:lnTo>
                    <a:pt x="1267" y="1028"/>
                  </a:lnTo>
                  <a:lnTo>
                    <a:pt x="1280" y="1026"/>
                  </a:lnTo>
                  <a:lnTo>
                    <a:pt x="1294" y="1021"/>
                  </a:lnTo>
                  <a:lnTo>
                    <a:pt x="1319" y="1012"/>
                  </a:lnTo>
                  <a:lnTo>
                    <a:pt x="1342" y="999"/>
                  </a:lnTo>
                  <a:lnTo>
                    <a:pt x="1366" y="985"/>
                  </a:lnTo>
                  <a:lnTo>
                    <a:pt x="1366" y="985"/>
                  </a:lnTo>
                  <a:lnTo>
                    <a:pt x="1409" y="960"/>
                  </a:lnTo>
                  <a:lnTo>
                    <a:pt x="1451" y="935"/>
                  </a:lnTo>
                  <a:lnTo>
                    <a:pt x="1494" y="913"/>
                  </a:lnTo>
                  <a:lnTo>
                    <a:pt x="1539" y="891"/>
                  </a:lnTo>
                  <a:lnTo>
                    <a:pt x="1582" y="868"/>
                  </a:lnTo>
                  <a:lnTo>
                    <a:pt x="1626" y="847"/>
                  </a:lnTo>
                  <a:lnTo>
                    <a:pt x="1717" y="808"/>
                  </a:lnTo>
                  <a:lnTo>
                    <a:pt x="1717" y="808"/>
                  </a:lnTo>
                  <a:lnTo>
                    <a:pt x="1764" y="789"/>
                  </a:lnTo>
                  <a:lnTo>
                    <a:pt x="1810" y="769"/>
                  </a:lnTo>
                  <a:lnTo>
                    <a:pt x="1859" y="753"/>
                  </a:lnTo>
                  <a:lnTo>
                    <a:pt x="1908" y="737"/>
                  </a:lnTo>
                  <a:lnTo>
                    <a:pt x="1908" y="737"/>
                  </a:lnTo>
                  <a:lnTo>
                    <a:pt x="1943" y="728"/>
                  </a:lnTo>
                  <a:lnTo>
                    <a:pt x="1980" y="722"/>
                  </a:lnTo>
                  <a:lnTo>
                    <a:pt x="2016" y="717"/>
                  </a:lnTo>
                  <a:lnTo>
                    <a:pt x="2053" y="711"/>
                  </a:lnTo>
                  <a:lnTo>
                    <a:pt x="2053" y="711"/>
                  </a:lnTo>
                  <a:lnTo>
                    <a:pt x="2144" y="700"/>
                  </a:lnTo>
                  <a:lnTo>
                    <a:pt x="2236" y="690"/>
                  </a:lnTo>
                  <a:lnTo>
                    <a:pt x="2330" y="680"/>
                  </a:lnTo>
                  <a:lnTo>
                    <a:pt x="2420" y="668"/>
                  </a:lnTo>
                  <a:lnTo>
                    <a:pt x="2420" y="668"/>
                  </a:lnTo>
                  <a:lnTo>
                    <a:pt x="2463" y="661"/>
                  </a:lnTo>
                  <a:lnTo>
                    <a:pt x="2506" y="653"/>
                  </a:lnTo>
                  <a:lnTo>
                    <a:pt x="2527" y="651"/>
                  </a:lnTo>
                  <a:lnTo>
                    <a:pt x="2548" y="648"/>
                  </a:lnTo>
                  <a:lnTo>
                    <a:pt x="2571" y="648"/>
                  </a:lnTo>
                  <a:lnTo>
                    <a:pt x="2591" y="650"/>
                  </a:lnTo>
                  <a:lnTo>
                    <a:pt x="2591" y="650"/>
                  </a:lnTo>
                  <a:lnTo>
                    <a:pt x="2619" y="653"/>
                  </a:lnTo>
                  <a:lnTo>
                    <a:pt x="2646" y="658"/>
                  </a:lnTo>
                  <a:lnTo>
                    <a:pt x="2674" y="664"/>
                  </a:lnTo>
                  <a:lnTo>
                    <a:pt x="2700" y="671"/>
                  </a:lnTo>
                  <a:lnTo>
                    <a:pt x="2753" y="687"/>
                  </a:lnTo>
                  <a:lnTo>
                    <a:pt x="2804" y="705"/>
                  </a:lnTo>
                  <a:lnTo>
                    <a:pt x="2804" y="705"/>
                  </a:lnTo>
                  <a:lnTo>
                    <a:pt x="2862" y="725"/>
                  </a:lnTo>
                  <a:lnTo>
                    <a:pt x="2920" y="744"/>
                  </a:lnTo>
                  <a:lnTo>
                    <a:pt x="2979" y="763"/>
                  </a:lnTo>
                  <a:lnTo>
                    <a:pt x="3038" y="778"/>
                  </a:lnTo>
                  <a:lnTo>
                    <a:pt x="3038" y="778"/>
                  </a:lnTo>
                  <a:lnTo>
                    <a:pt x="3066" y="783"/>
                  </a:lnTo>
                  <a:lnTo>
                    <a:pt x="3094" y="788"/>
                  </a:lnTo>
                  <a:lnTo>
                    <a:pt x="3122" y="790"/>
                  </a:lnTo>
                  <a:lnTo>
                    <a:pt x="3150" y="792"/>
                  </a:lnTo>
                  <a:lnTo>
                    <a:pt x="3178" y="792"/>
                  </a:lnTo>
                  <a:lnTo>
                    <a:pt x="3207" y="790"/>
                  </a:lnTo>
                  <a:lnTo>
                    <a:pt x="3235" y="788"/>
                  </a:lnTo>
                  <a:lnTo>
                    <a:pt x="3263" y="785"/>
                  </a:lnTo>
                  <a:lnTo>
                    <a:pt x="3263" y="785"/>
                  </a:lnTo>
                  <a:lnTo>
                    <a:pt x="3311" y="776"/>
                  </a:lnTo>
                  <a:lnTo>
                    <a:pt x="3359" y="765"/>
                  </a:lnTo>
                  <a:lnTo>
                    <a:pt x="3453" y="743"/>
                  </a:lnTo>
                  <a:lnTo>
                    <a:pt x="3453" y="743"/>
                  </a:lnTo>
                  <a:lnTo>
                    <a:pt x="3470" y="739"/>
                  </a:lnTo>
                  <a:lnTo>
                    <a:pt x="3488" y="737"/>
                  </a:lnTo>
                  <a:lnTo>
                    <a:pt x="3523" y="733"/>
                  </a:lnTo>
                  <a:lnTo>
                    <a:pt x="3558" y="729"/>
                  </a:lnTo>
                  <a:lnTo>
                    <a:pt x="3575" y="726"/>
                  </a:lnTo>
                  <a:lnTo>
                    <a:pt x="3593" y="722"/>
                  </a:lnTo>
                  <a:lnTo>
                    <a:pt x="3593" y="722"/>
                  </a:lnTo>
                  <a:lnTo>
                    <a:pt x="3600" y="719"/>
                  </a:lnTo>
                  <a:lnTo>
                    <a:pt x="3608" y="717"/>
                  </a:lnTo>
                  <a:lnTo>
                    <a:pt x="3622" y="707"/>
                  </a:lnTo>
                  <a:lnTo>
                    <a:pt x="3636" y="696"/>
                  </a:lnTo>
                  <a:lnTo>
                    <a:pt x="3647" y="683"/>
                  </a:lnTo>
                  <a:lnTo>
                    <a:pt x="3658" y="669"/>
                  </a:lnTo>
                  <a:lnTo>
                    <a:pt x="3669" y="655"/>
                  </a:lnTo>
                  <a:lnTo>
                    <a:pt x="3687" y="626"/>
                  </a:lnTo>
                  <a:lnTo>
                    <a:pt x="3687" y="626"/>
                  </a:lnTo>
                  <a:lnTo>
                    <a:pt x="3707" y="595"/>
                  </a:lnTo>
                  <a:lnTo>
                    <a:pt x="3715" y="580"/>
                  </a:lnTo>
                  <a:lnTo>
                    <a:pt x="3724" y="563"/>
                  </a:lnTo>
                  <a:lnTo>
                    <a:pt x="3729" y="547"/>
                  </a:lnTo>
                  <a:lnTo>
                    <a:pt x="3735" y="530"/>
                  </a:lnTo>
                  <a:lnTo>
                    <a:pt x="3739" y="512"/>
                  </a:lnTo>
                  <a:lnTo>
                    <a:pt x="3740" y="494"/>
                  </a:lnTo>
                  <a:lnTo>
                    <a:pt x="3740" y="494"/>
                  </a:lnTo>
                  <a:lnTo>
                    <a:pt x="3742" y="474"/>
                  </a:lnTo>
                  <a:lnTo>
                    <a:pt x="3742" y="455"/>
                  </a:lnTo>
                  <a:lnTo>
                    <a:pt x="3740" y="435"/>
                  </a:lnTo>
                  <a:lnTo>
                    <a:pt x="3739" y="417"/>
                  </a:lnTo>
                  <a:lnTo>
                    <a:pt x="3733" y="378"/>
                  </a:lnTo>
                  <a:lnTo>
                    <a:pt x="3726" y="339"/>
                  </a:lnTo>
                  <a:lnTo>
                    <a:pt x="3715" y="302"/>
                  </a:lnTo>
                  <a:lnTo>
                    <a:pt x="3704" y="264"/>
                  </a:lnTo>
                  <a:lnTo>
                    <a:pt x="3690" y="227"/>
                  </a:lnTo>
                  <a:lnTo>
                    <a:pt x="3676" y="192"/>
                  </a:lnTo>
                  <a:lnTo>
                    <a:pt x="3676" y="192"/>
                  </a:lnTo>
                  <a:lnTo>
                    <a:pt x="3657" y="144"/>
                  </a:lnTo>
                  <a:lnTo>
                    <a:pt x="3634" y="97"/>
                  </a:lnTo>
                  <a:lnTo>
                    <a:pt x="3611" y="50"/>
                  </a:lnTo>
                  <a:lnTo>
                    <a:pt x="3587" y="4"/>
                  </a:lnTo>
                  <a:lnTo>
                    <a:pt x="3587" y="4"/>
                  </a:lnTo>
                  <a:lnTo>
                    <a:pt x="3584" y="1"/>
                  </a:lnTo>
                  <a:lnTo>
                    <a:pt x="3581" y="0"/>
                  </a:lnTo>
                  <a:lnTo>
                    <a:pt x="3579" y="0"/>
                  </a:lnTo>
                  <a:lnTo>
                    <a:pt x="3576" y="1"/>
                  </a:lnTo>
                  <a:lnTo>
                    <a:pt x="3573" y="4"/>
                  </a:lnTo>
                  <a:lnTo>
                    <a:pt x="3572" y="7"/>
                  </a:lnTo>
                  <a:lnTo>
                    <a:pt x="3570" y="9"/>
                  </a:lnTo>
                  <a:lnTo>
                    <a:pt x="3572" y="12"/>
                  </a:lnTo>
                  <a:lnTo>
                    <a:pt x="357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8" name="Freeform 65">
              <a:extLst>
                <a:ext uri="{FF2B5EF4-FFF2-40B4-BE49-F238E27FC236}">
                  <a16:creationId xmlns:a16="http://schemas.microsoft.com/office/drawing/2014/main" id="{CB7EAF96-011C-D57C-43E7-4F7899D7F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078"/>
              <a:ext cx="541" cy="679"/>
            </a:xfrm>
            <a:custGeom>
              <a:avLst/>
              <a:gdLst>
                <a:gd name="T0" fmla="*/ 929 w 1082"/>
                <a:gd name="T1" fmla="*/ 54 h 1357"/>
                <a:gd name="T2" fmla="*/ 986 w 1082"/>
                <a:gd name="T3" fmla="*/ 143 h 1357"/>
                <a:gd name="T4" fmla="*/ 1027 w 1082"/>
                <a:gd name="T5" fmla="*/ 241 h 1357"/>
                <a:gd name="T6" fmla="*/ 1052 w 1082"/>
                <a:gd name="T7" fmla="*/ 344 h 1357"/>
                <a:gd name="T8" fmla="*/ 1067 w 1082"/>
                <a:gd name="T9" fmla="*/ 504 h 1357"/>
                <a:gd name="T10" fmla="*/ 1049 w 1082"/>
                <a:gd name="T11" fmla="*/ 692 h 1357"/>
                <a:gd name="T12" fmla="*/ 1021 w 1082"/>
                <a:gd name="T13" fmla="*/ 795 h 1357"/>
                <a:gd name="T14" fmla="*/ 988 w 1082"/>
                <a:gd name="T15" fmla="*/ 878 h 1357"/>
                <a:gd name="T16" fmla="*/ 897 w 1082"/>
                <a:gd name="T17" fmla="*/ 1042 h 1357"/>
                <a:gd name="T18" fmla="*/ 826 w 1082"/>
                <a:gd name="T19" fmla="*/ 1159 h 1357"/>
                <a:gd name="T20" fmla="*/ 775 w 1082"/>
                <a:gd name="T21" fmla="*/ 1222 h 1357"/>
                <a:gd name="T22" fmla="*/ 695 w 1082"/>
                <a:gd name="T23" fmla="*/ 1281 h 1357"/>
                <a:gd name="T24" fmla="*/ 606 w 1082"/>
                <a:gd name="T25" fmla="*/ 1318 h 1357"/>
                <a:gd name="T26" fmla="*/ 510 w 1082"/>
                <a:gd name="T27" fmla="*/ 1338 h 1357"/>
                <a:gd name="T28" fmla="*/ 413 w 1082"/>
                <a:gd name="T29" fmla="*/ 1340 h 1357"/>
                <a:gd name="T30" fmla="*/ 311 w 1082"/>
                <a:gd name="T31" fmla="*/ 1328 h 1357"/>
                <a:gd name="T32" fmla="*/ 233 w 1082"/>
                <a:gd name="T33" fmla="*/ 1303 h 1357"/>
                <a:gd name="T34" fmla="*/ 162 w 1082"/>
                <a:gd name="T35" fmla="*/ 1262 h 1357"/>
                <a:gd name="T36" fmla="*/ 117 w 1082"/>
                <a:gd name="T37" fmla="*/ 1222 h 1357"/>
                <a:gd name="T38" fmla="*/ 71 w 1082"/>
                <a:gd name="T39" fmla="*/ 1141 h 1357"/>
                <a:gd name="T40" fmla="*/ 48 w 1082"/>
                <a:gd name="T41" fmla="*/ 1048 h 1357"/>
                <a:gd name="T42" fmla="*/ 23 w 1082"/>
                <a:gd name="T43" fmla="*/ 882 h 1357"/>
                <a:gd name="T44" fmla="*/ 13 w 1082"/>
                <a:gd name="T45" fmla="*/ 856 h 1357"/>
                <a:gd name="T46" fmla="*/ 2 w 1082"/>
                <a:gd name="T47" fmla="*/ 859 h 1357"/>
                <a:gd name="T48" fmla="*/ 6 w 1082"/>
                <a:gd name="T49" fmla="*/ 889 h 1357"/>
                <a:gd name="T50" fmla="*/ 37 w 1082"/>
                <a:gd name="T51" fmla="*/ 1066 h 1357"/>
                <a:gd name="T52" fmla="*/ 64 w 1082"/>
                <a:gd name="T53" fmla="*/ 1164 h 1357"/>
                <a:gd name="T54" fmla="*/ 120 w 1082"/>
                <a:gd name="T55" fmla="*/ 1249 h 1357"/>
                <a:gd name="T56" fmla="*/ 170 w 1082"/>
                <a:gd name="T57" fmla="*/ 1290 h 1357"/>
                <a:gd name="T58" fmla="*/ 251 w 1082"/>
                <a:gd name="T59" fmla="*/ 1329 h 1357"/>
                <a:gd name="T60" fmla="*/ 339 w 1082"/>
                <a:gd name="T61" fmla="*/ 1350 h 1357"/>
                <a:gd name="T62" fmla="*/ 449 w 1082"/>
                <a:gd name="T63" fmla="*/ 1357 h 1357"/>
                <a:gd name="T64" fmla="*/ 560 w 1082"/>
                <a:gd name="T65" fmla="*/ 1346 h 1357"/>
                <a:gd name="T66" fmla="*/ 647 w 1082"/>
                <a:gd name="T67" fmla="*/ 1321 h 1357"/>
                <a:gd name="T68" fmla="*/ 727 w 1082"/>
                <a:gd name="T69" fmla="*/ 1281 h 1357"/>
                <a:gd name="T70" fmla="*/ 780 w 1082"/>
                <a:gd name="T71" fmla="*/ 1239 h 1357"/>
                <a:gd name="T72" fmla="*/ 844 w 1082"/>
                <a:gd name="T73" fmla="*/ 1162 h 1357"/>
                <a:gd name="T74" fmla="*/ 928 w 1082"/>
                <a:gd name="T75" fmla="*/ 1023 h 1357"/>
                <a:gd name="T76" fmla="*/ 1013 w 1082"/>
                <a:gd name="T77" fmla="*/ 861 h 1357"/>
                <a:gd name="T78" fmla="*/ 1052 w 1082"/>
                <a:gd name="T79" fmla="*/ 753 h 1357"/>
                <a:gd name="T80" fmla="*/ 1074 w 1082"/>
                <a:gd name="T81" fmla="*/ 639 h 1357"/>
                <a:gd name="T82" fmla="*/ 1082 w 1082"/>
                <a:gd name="T83" fmla="*/ 522 h 1357"/>
                <a:gd name="T84" fmla="*/ 1074 w 1082"/>
                <a:gd name="T85" fmla="*/ 377 h 1357"/>
                <a:gd name="T86" fmla="*/ 1053 w 1082"/>
                <a:gd name="T87" fmla="*/ 268 h 1357"/>
                <a:gd name="T88" fmla="*/ 1014 w 1082"/>
                <a:gd name="T89" fmla="*/ 163 h 1357"/>
                <a:gd name="T90" fmla="*/ 960 w 1082"/>
                <a:gd name="T91" fmla="*/ 67 h 1357"/>
                <a:gd name="T92" fmla="*/ 907 w 1082"/>
                <a:gd name="T93" fmla="*/ 1 h 1357"/>
                <a:gd name="T94" fmla="*/ 894 w 1082"/>
                <a:gd name="T95" fmla="*/ 1 h 1357"/>
                <a:gd name="T96" fmla="*/ 894 w 1082"/>
                <a:gd name="T97" fmla="*/ 14 h 1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2" h="1357">
                  <a:moveTo>
                    <a:pt x="894" y="14"/>
                  </a:moveTo>
                  <a:lnTo>
                    <a:pt x="894" y="14"/>
                  </a:lnTo>
                  <a:lnTo>
                    <a:pt x="913" y="33"/>
                  </a:lnTo>
                  <a:lnTo>
                    <a:pt x="929" y="54"/>
                  </a:lnTo>
                  <a:lnTo>
                    <a:pt x="946" y="75"/>
                  </a:lnTo>
                  <a:lnTo>
                    <a:pt x="960" y="97"/>
                  </a:lnTo>
                  <a:lnTo>
                    <a:pt x="974" y="119"/>
                  </a:lnTo>
                  <a:lnTo>
                    <a:pt x="986" y="143"/>
                  </a:lnTo>
                  <a:lnTo>
                    <a:pt x="997" y="167"/>
                  </a:lnTo>
                  <a:lnTo>
                    <a:pt x="1009" y="192"/>
                  </a:lnTo>
                  <a:lnTo>
                    <a:pt x="1018" y="216"/>
                  </a:lnTo>
                  <a:lnTo>
                    <a:pt x="1027" y="241"/>
                  </a:lnTo>
                  <a:lnTo>
                    <a:pt x="1035" y="266"/>
                  </a:lnTo>
                  <a:lnTo>
                    <a:pt x="1042" y="292"/>
                  </a:lnTo>
                  <a:lnTo>
                    <a:pt x="1048" y="319"/>
                  </a:lnTo>
                  <a:lnTo>
                    <a:pt x="1052" y="344"/>
                  </a:lnTo>
                  <a:lnTo>
                    <a:pt x="1060" y="396"/>
                  </a:lnTo>
                  <a:lnTo>
                    <a:pt x="1060" y="396"/>
                  </a:lnTo>
                  <a:lnTo>
                    <a:pt x="1064" y="449"/>
                  </a:lnTo>
                  <a:lnTo>
                    <a:pt x="1067" y="504"/>
                  </a:lnTo>
                  <a:lnTo>
                    <a:pt x="1066" y="558"/>
                  </a:lnTo>
                  <a:lnTo>
                    <a:pt x="1061" y="611"/>
                  </a:lnTo>
                  <a:lnTo>
                    <a:pt x="1053" y="665"/>
                  </a:lnTo>
                  <a:lnTo>
                    <a:pt x="1049" y="692"/>
                  </a:lnTo>
                  <a:lnTo>
                    <a:pt x="1043" y="718"/>
                  </a:lnTo>
                  <a:lnTo>
                    <a:pt x="1036" y="745"/>
                  </a:lnTo>
                  <a:lnTo>
                    <a:pt x="1029" y="770"/>
                  </a:lnTo>
                  <a:lnTo>
                    <a:pt x="1021" y="795"/>
                  </a:lnTo>
                  <a:lnTo>
                    <a:pt x="1011" y="820"/>
                  </a:lnTo>
                  <a:lnTo>
                    <a:pt x="1011" y="820"/>
                  </a:lnTo>
                  <a:lnTo>
                    <a:pt x="1000" y="849"/>
                  </a:lnTo>
                  <a:lnTo>
                    <a:pt x="988" y="878"/>
                  </a:lnTo>
                  <a:lnTo>
                    <a:pt x="974" y="906"/>
                  </a:lnTo>
                  <a:lnTo>
                    <a:pt x="958" y="934"/>
                  </a:lnTo>
                  <a:lnTo>
                    <a:pt x="928" y="988"/>
                  </a:lnTo>
                  <a:lnTo>
                    <a:pt x="897" y="1042"/>
                  </a:lnTo>
                  <a:lnTo>
                    <a:pt x="897" y="1042"/>
                  </a:lnTo>
                  <a:lnTo>
                    <a:pt x="869" y="1090"/>
                  </a:lnTo>
                  <a:lnTo>
                    <a:pt x="841" y="1136"/>
                  </a:lnTo>
                  <a:lnTo>
                    <a:pt x="826" y="1159"/>
                  </a:lnTo>
                  <a:lnTo>
                    <a:pt x="809" y="1182"/>
                  </a:lnTo>
                  <a:lnTo>
                    <a:pt x="793" y="1203"/>
                  </a:lnTo>
                  <a:lnTo>
                    <a:pt x="775" y="1222"/>
                  </a:lnTo>
                  <a:lnTo>
                    <a:pt x="775" y="1222"/>
                  </a:lnTo>
                  <a:lnTo>
                    <a:pt x="757" y="1239"/>
                  </a:lnTo>
                  <a:lnTo>
                    <a:pt x="737" y="1254"/>
                  </a:lnTo>
                  <a:lnTo>
                    <a:pt x="716" y="1268"/>
                  </a:lnTo>
                  <a:lnTo>
                    <a:pt x="695" y="1281"/>
                  </a:lnTo>
                  <a:lnTo>
                    <a:pt x="674" y="1292"/>
                  </a:lnTo>
                  <a:lnTo>
                    <a:pt x="652" y="1301"/>
                  </a:lnTo>
                  <a:lnTo>
                    <a:pt x="630" y="1311"/>
                  </a:lnTo>
                  <a:lnTo>
                    <a:pt x="606" y="1318"/>
                  </a:lnTo>
                  <a:lnTo>
                    <a:pt x="582" y="1324"/>
                  </a:lnTo>
                  <a:lnTo>
                    <a:pt x="559" y="1329"/>
                  </a:lnTo>
                  <a:lnTo>
                    <a:pt x="534" y="1333"/>
                  </a:lnTo>
                  <a:lnTo>
                    <a:pt x="510" y="1338"/>
                  </a:lnTo>
                  <a:lnTo>
                    <a:pt x="485" y="1339"/>
                  </a:lnTo>
                  <a:lnTo>
                    <a:pt x="460" y="1340"/>
                  </a:lnTo>
                  <a:lnTo>
                    <a:pt x="436" y="1340"/>
                  </a:lnTo>
                  <a:lnTo>
                    <a:pt x="413" y="1340"/>
                  </a:lnTo>
                  <a:lnTo>
                    <a:pt x="413" y="1340"/>
                  </a:lnTo>
                  <a:lnTo>
                    <a:pt x="372" y="1338"/>
                  </a:lnTo>
                  <a:lnTo>
                    <a:pt x="332" y="1332"/>
                  </a:lnTo>
                  <a:lnTo>
                    <a:pt x="311" y="1328"/>
                  </a:lnTo>
                  <a:lnTo>
                    <a:pt x="291" y="1322"/>
                  </a:lnTo>
                  <a:lnTo>
                    <a:pt x="271" y="1317"/>
                  </a:lnTo>
                  <a:lnTo>
                    <a:pt x="251" y="1310"/>
                  </a:lnTo>
                  <a:lnTo>
                    <a:pt x="233" y="1303"/>
                  </a:lnTo>
                  <a:lnTo>
                    <a:pt x="213" y="1294"/>
                  </a:lnTo>
                  <a:lnTo>
                    <a:pt x="195" y="1285"/>
                  </a:lnTo>
                  <a:lnTo>
                    <a:pt x="179" y="1275"/>
                  </a:lnTo>
                  <a:lnTo>
                    <a:pt x="162" y="1262"/>
                  </a:lnTo>
                  <a:lnTo>
                    <a:pt x="147" y="1250"/>
                  </a:lnTo>
                  <a:lnTo>
                    <a:pt x="131" y="1236"/>
                  </a:lnTo>
                  <a:lnTo>
                    <a:pt x="117" y="1222"/>
                  </a:lnTo>
                  <a:lnTo>
                    <a:pt x="117" y="1222"/>
                  </a:lnTo>
                  <a:lnTo>
                    <a:pt x="102" y="1203"/>
                  </a:lnTo>
                  <a:lnTo>
                    <a:pt x="91" y="1183"/>
                  </a:lnTo>
                  <a:lnTo>
                    <a:pt x="80" y="1162"/>
                  </a:lnTo>
                  <a:lnTo>
                    <a:pt x="71" y="1141"/>
                  </a:lnTo>
                  <a:lnTo>
                    <a:pt x="63" y="1119"/>
                  </a:lnTo>
                  <a:lnTo>
                    <a:pt x="58" y="1095"/>
                  </a:lnTo>
                  <a:lnTo>
                    <a:pt x="52" y="1072"/>
                  </a:lnTo>
                  <a:lnTo>
                    <a:pt x="48" y="1048"/>
                  </a:lnTo>
                  <a:lnTo>
                    <a:pt x="41" y="1001"/>
                  </a:lnTo>
                  <a:lnTo>
                    <a:pt x="34" y="952"/>
                  </a:lnTo>
                  <a:lnTo>
                    <a:pt x="27" y="906"/>
                  </a:lnTo>
                  <a:lnTo>
                    <a:pt x="23" y="882"/>
                  </a:lnTo>
                  <a:lnTo>
                    <a:pt x="17" y="860"/>
                  </a:lnTo>
                  <a:lnTo>
                    <a:pt x="17" y="860"/>
                  </a:lnTo>
                  <a:lnTo>
                    <a:pt x="16" y="857"/>
                  </a:lnTo>
                  <a:lnTo>
                    <a:pt x="13" y="856"/>
                  </a:lnTo>
                  <a:lnTo>
                    <a:pt x="10" y="855"/>
                  </a:lnTo>
                  <a:lnTo>
                    <a:pt x="7" y="855"/>
                  </a:lnTo>
                  <a:lnTo>
                    <a:pt x="5" y="856"/>
                  </a:lnTo>
                  <a:lnTo>
                    <a:pt x="2" y="859"/>
                  </a:lnTo>
                  <a:lnTo>
                    <a:pt x="0" y="861"/>
                  </a:lnTo>
                  <a:lnTo>
                    <a:pt x="0" y="866"/>
                  </a:lnTo>
                  <a:lnTo>
                    <a:pt x="0" y="866"/>
                  </a:lnTo>
                  <a:lnTo>
                    <a:pt x="6" y="889"/>
                  </a:lnTo>
                  <a:lnTo>
                    <a:pt x="12" y="914"/>
                  </a:lnTo>
                  <a:lnTo>
                    <a:pt x="20" y="965"/>
                  </a:lnTo>
                  <a:lnTo>
                    <a:pt x="27" y="1016"/>
                  </a:lnTo>
                  <a:lnTo>
                    <a:pt x="37" y="1066"/>
                  </a:lnTo>
                  <a:lnTo>
                    <a:pt x="41" y="1091"/>
                  </a:lnTo>
                  <a:lnTo>
                    <a:pt x="48" y="1116"/>
                  </a:lnTo>
                  <a:lnTo>
                    <a:pt x="55" y="1140"/>
                  </a:lnTo>
                  <a:lnTo>
                    <a:pt x="64" y="1164"/>
                  </a:lnTo>
                  <a:lnTo>
                    <a:pt x="76" y="1187"/>
                  </a:lnTo>
                  <a:lnTo>
                    <a:pt x="88" y="1208"/>
                  </a:lnTo>
                  <a:lnTo>
                    <a:pt x="102" y="1229"/>
                  </a:lnTo>
                  <a:lnTo>
                    <a:pt x="120" y="1249"/>
                  </a:lnTo>
                  <a:lnTo>
                    <a:pt x="120" y="1249"/>
                  </a:lnTo>
                  <a:lnTo>
                    <a:pt x="135" y="1264"/>
                  </a:lnTo>
                  <a:lnTo>
                    <a:pt x="152" y="1278"/>
                  </a:lnTo>
                  <a:lnTo>
                    <a:pt x="170" y="1290"/>
                  </a:lnTo>
                  <a:lnTo>
                    <a:pt x="190" y="1301"/>
                  </a:lnTo>
                  <a:lnTo>
                    <a:pt x="209" y="1313"/>
                  </a:lnTo>
                  <a:lnTo>
                    <a:pt x="230" y="1321"/>
                  </a:lnTo>
                  <a:lnTo>
                    <a:pt x="251" y="1329"/>
                  </a:lnTo>
                  <a:lnTo>
                    <a:pt x="272" y="1335"/>
                  </a:lnTo>
                  <a:lnTo>
                    <a:pt x="294" y="1342"/>
                  </a:lnTo>
                  <a:lnTo>
                    <a:pt x="317" y="1346"/>
                  </a:lnTo>
                  <a:lnTo>
                    <a:pt x="339" y="1350"/>
                  </a:lnTo>
                  <a:lnTo>
                    <a:pt x="361" y="1353"/>
                  </a:lnTo>
                  <a:lnTo>
                    <a:pt x="406" y="1357"/>
                  </a:lnTo>
                  <a:lnTo>
                    <a:pt x="449" y="1357"/>
                  </a:lnTo>
                  <a:lnTo>
                    <a:pt x="449" y="1357"/>
                  </a:lnTo>
                  <a:lnTo>
                    <a:pt x="493" y="1356"/>
                  </a:lnTo>
                  <a:lnTo>
                    <a:pt x="516" y="1353"/>
                  </a:lnTo>
                  <a:lnTo>
                    <a:pt x="539" y="1350"/>
                  </a:lnTo>
                  <a:lnTo>
                    <a:pt x="560" y="1346"/>
                  </a:lnTo>
                  <a:lnTo>
                    <a:pt x="582" y="1342"/>
                  </a:lnTo>
                  <a:lnTo>
                    <a:pt x="605" y="1336"/>
                  </a:lnTo>
                  <a:lnTo>
                    <a:pt x="626" y="1329"/>
                  </a:lnTo>
                  <a:lnTo>
                    <a:pt x="647" y="1321"/>
                  </a:lnTo>
                  <a:lnTo>
                    <a:pt x="667" y="1313"/>
                  </a:lnTo>
                  <a:lnTo>
                    <a:pt x="688" y="1303"/>
                  </a:lnTo>
                  <a:lnTo>
                    <a:pt x="708" y="1292"/>
                  </a:lnTo>
                  <a:lnTo>
                    <a:pt x="727" y="1281"/>
                  </a:lnTo>
                  <a:lnTo>
                    <a:pt x="745" y="1268"/>
                  </a:lnTo>
                  <a:lnTo>
                    <a:pt x="764" y="1254"/>
                  </a:lnTo>
                  <a:lnTo>
                    <a:pt x="780" y="1239"/>
                  </a:lnTo>
                  <a:lnTo>
                    <a:pt x="780" y="1239"/>
                  </a:lnTo>
                  <a:lnTo>
                    <a:pt x="798" y="1221"/>
                  </a:lnTo>
                  <a:lnTo>
                    <a:pt x="815" y="1203"/>
                  </a:lnTo>
                  <a:lnTo>
                    <a:pt x="830" y="1183"/>
                  </a:lnTo>
                  <a:lnTo>
                    <a:pt x="844" y="1162"/>
                  </a:lnTo>
                  <a:lnTo>
                    <a:pt x="871" y="1119"/>
                  </a:lnTo>
                  <a:lnTo>
                    <a:pt x="897" y="1076"/>
                  </a:lnTo>
                  <a:lnTo>
                    <a:pt x="897" y="1076"/>
                  </a:lnTo>
                  <a:lnTo>
                    <a:pt x="928" y="1023"/>
                  </a:lnTo>
                  <a:lnTo>
                    <a:pt x="957" y="970"/>
                  </a:lnTo>
                  <a:lnTo>
                    <a:pt x="986" y="917"/>
                  </a:lnTo>
                  <a:lnTo>
                    <a:pt x="1013" y="861"/>
                  </a:lnTo>
                  <a:lnTo>
                    <a:pt x="1013" y="861"/>
                  </a:lnTo>
                  <a:lnTo>
                    <a:pt x="1024" y="835"/>
                  </a:lnTo>
                  <a:lnTo>
                    <a:pt x="1034" y="809"/>
                  </a:lnTo>
                  <a:lnTo>
                    <a:pt x="1043" y="781"/>
                  </a:lnTo>
                  <a:lnTo>
                    <a:pt x="1052" y="753"/>
                  </a:lnTo>
                  <a:lnTo>
                    <a:pt x="1059" y="724"/>
                  </a:lnTo>
                  <a:lnTo>
                    <a:pt x="1064" y="696"/>
                  </a:lnTo>
                  <a:lnTo>
                    <a:pt x="1070" y="667"/>
                  </a:lnTo>
                  <a:lnTo>
                    <a:pt x="1074" y="639"/>
                  </a:lnTo>
                  <a:lnTo>
                    <a:pt x="1078" y="610"/>
                  </a:lnTo>
                  <a:lnTo>
                    <a:pt x="1080" y="580"/>
                  </a:lnTo>
                  <a:lnTo>
                    <a:pt x="1082" y="551"/>
                  </a:lnTo>
                  <a:lnTo>
                    <a:pt x="1082" y="522"/>
                  </a:lnTo>
                  <a:lnTo>
                    <a:pt x="1082" y="463"/>
                  </a:lnTo>
                  <a:lnTo>
                    <a:pt x="1078" y="405"/>
                  </a:lnTo>
                  <a:lnTo>
                    <a:pt x="1078" y="405"/>
                  </a:lnTo>
                  <a:lnTo>
                    <a:pt x="1074" y="377"/>
                  </a:lnTo>
                  <a:lnTo>
                    <a:pt x="1070" y="349"/>
                  </a:lnTo>
                  <a:lnTo>
                    <a:pt x="1066" y="323"/>
                  </a:lnTo>
                  <a:lnTo>
                    <a:pt x="1060" y="295"/>
                  </a:lnTo>
                  <a:lnTo>
                    <a:pt x="1053" y="268"/>
                  </a:lnTo>
                  <a:lnTo>
                    <a:pt x="1045" y="241"/>
                  </a:lnTo>
                  <a:lnTo>
                    <a:pt x="1035" y="214"/>
                  </a:lnTo>
                  <a:lnTo>
                    <a:pt x="1025" y="189"/>
                  </a:lnTo>
                  <a:lnTo>
                    <a:pt x="1014" y="163"/>
                  </a:lnTo>
                  <a:lnTo>
                    <a:pt x="1003" y="138"/>
                  </a:lnTo>
                  <a:lnTo>
                    <a:pt x="989" y="114"/>
                  </a:lnTo>
                  <a:lnTo>
                    <a:pt x="975" y="90"/>
                  </a:lnTo>
                  <a:lnTo>
                    <a:pt x="960" y="67"/>
                  </a:lnTo>
                  <a:lnTo>
                    <a:pt x="943" y="44"/>
                  </a:lnTo>
                  <a:lnTo>
                    <a:pt x="925" y="22"/>
                  </a:lnTo>
                  <a:lnTo>
                    <a:pt x="907" y="1"/>
                  </a:lnTo>
                  <a:lnTo>
                    <a:pt x="907" y="1"/>
                  </a:lnTo>
                  <a:lnTo>
                    <a:pt x="903" y="0"/>
                  </a:lnTo>
                  <a:lnTo>
                    <a:pt x="900" y="0"/>
                  </a:lnTo>
                  <a:lnTo>
                    <a:pt x="897" y="0"/>
                  </a:lnTo>
                  <a:lnTo>
                    <a:pt x="894" y="1"/>
                  </a:lnTo>
                  <a:lnTo>
                    <a:pt x="893" y="4"/>
                  </a:lnTo>
                  <a:lnTo>
                    <a:pt x="892" y="7"/>
                  </a:lnTo>
                  <a:lnTo>
                    <a:pt x="893" y="11"/>
                  </a:lnTo>
                  <a:lnTo>
                    <a:pt x="894" y="14"/>
                  </a:lnTo>
                  <a:lnTo>
                    <a:pt x="89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69" name="Freeform 66">
              <a:extLst>
                <a:ext uri="{FF2B5EF4-FFF2-40B4-BE49-F238E27FC236}">
                  <a16:creationId xmlns:a16="http://schemas.microsoft.com/office/drawing/2014/main" id="{768C0BFF-2183-6AE0-101A-B8583649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470"/>
              <a:ext cx="85" cy="548"/>
            </a:xfrm>
            <a:custGeom>
              <a:avLst/>
              <a:gdLst>
                <a:gd name="T0" fmla="*/ 0 w 170"/>
                <a:gd name="T1" fmla="*/ 9 h 1095"/>
                <a:gd name="T2" fmla="*/ 23 w 170"/>
                <a:gd name="T3" fmla="*/ 76 h 1095"/>
                <a:gd name="T4" fmla="*/ 49 w 170"/>
                <a:gd name="T5" fmla="*/ 142 h 1095"/>
                <a:gd name="T6" fmla="*/ 90 w 170"/>
                <a:gd name="T7" fmla="*/ 239 h 1095"/>
                <a:gd name="T8" fmla="*/ 102 w 170"/>
                <a:gd name="T9" fmla="*/ 272 h 1095"/>
                <a:gd name="T10" fmla="*/ 123 w 170"/>
                <a:gd name="T11" fmla="*/ 343 h 1095"/>
                <a:gd name="T12" fmla="*/ 137 w 170"/>
                <a:gd name="T13" fmla="*/ 417 h 1095"/>
                <a:gd name="T14" fmla="*/ 147 w 170"/>
                <a:gd name="T15" fmla="*/ 492 h 1095"/>
                <a:gd name="T16" fmla="*/ 152 w 170"/>
                <a:gd name="T17" fmla="*/ 566 h 1095"/>
                <a:gd name="T18" fmla="*/ 154 w 170"/>
                <a:gd name="T19" fmla="*/ 602 h 1095"/>
                <a:gd name="T20" fmla="*/ 152 w 170"/>
                <a:gd name="T21" fmla="*/ 675 h 1095"/>
                <a:gd name="T22" fmla="*/ 144 w 170"/>
                <a:gd name="T23" fmla="*/ 746 h 1095"/>
                <a:gd name="T24" fmla="*/ 130 w 170"/>
                <a:gd name="T25" fmla="*/ 815 h 1095"/>
                <a:gd name="T26" fmla="*/ 120 w 170"/>
                <a:gd name="T27" fmla="*/ 850 h 1095"/>
                <a:gd name="T28" fmla="*/ 94 w 170"/>
                <a:gd name="T29" fmla="*/ 916 h 1095"/>
                <a:gd name="T30" fmla="*/ 65 w 170"/>
                <a:gd name="T31" fmla="*/ 980 h 1095"/>
                <a:gd name="T32" fmla="*/ 58 w 170"/>
                <a:gd name="T33" fmla="*/ 994 h 1095"/>
                <a:gd name="T34" fmla="*/ 31 w 170"/>
                <a:gd name="T35" fmla="*/ 1031 h 1095"/>
                <a:gd name="T36" fmla="*/ 7 w 170"/>
                <a:gd name="T37" fmla="*/ 1072 h 1095"/>
                <a:gd name="T38" fmla="*/ 0 w 170"/>
                <a:gd name="T39" fmla="*/ 1085 h 1095"/>
                <a:gd name="T40" fmla="*/ 0 w 170"/>
                <a:gd name="T41" fmla="*/ 1091 h 1095"/>
                <a:gd name="T42" fmla="*/ 6 w 170"/>
                <a:gd name="T43" fmla="*/ 1095 h 1095"/>
                <a:gd name="T44" fmla="*/ 12 w 170"/>
                <a:gd name="T45" fmla="*/ 1094 h 1095"/>
                <a:gd name="T46" fmla="*/ 17 w 170"/>
                <a:gd name="T47" fmla="*/ 1090 h 1095"/>
                <a:gd name="T48" fmla="*/ 24 w 170"/>
                <a:gd name="T49" fmla="*/ 1074 h 1095"/>
                <a:gd name="T50" fmla="*/ 49 w 170"/>
                <a:gd name="T51" fmla="*/ 1034 h 1095"/>
                <a:gd name="T52" fmla="*/ 76 w 170"/>
                <a:gd name="T53" fmla="*/ 995 h 1095"/>
                <a:gd name="T54" fmla="*/ 83 w 170"/>
                <a:gd name="T55" fmla="*/ 980 h 1095"/>
                <a:gd name="T56" fmla="*/ 112 w 170"/>
                <a:gd name="T57" fmla="*/ 918 h 1095"/>
                <a:gd name="T58" fmla="*/ 136 w 170"/>
                <a:gd name="T59" fmla="*/ 854 h 1095"/>
                <a:gd name="T60" fmla="*/ 147 w 170"/>
                <a:gd name="T61" fmla="*/ 821 h 1095"/>
                <a:gd name="T62" fmla="*/ 161 w 170"/>
                <a:gd name="T63" fmla="*/ 751 h 1095"/>
                <a:gd name="T64" fmla="*/ 169 w 170"/>
                <a:gd name="T65" fmla="*/ 682 h 1095"/>
                <a:gd name="T66" fmla="*/ 170 w 170"/>
                <a:gd name="T67" fmla="*/ 612 h 1095"/>
                <a:gd name="T68" fmla="*/ 170 w 170"/>
                <a:gd name="T69" fmla="*/ 577 h 1095"/>
                <a:gd name="T70" fmla="*/ 165 w 170"/>
                <a:gd name="T71" fmla="*/ 504 h 1095"/>
                <a:gd name="T72" fmla="*/ 155 w 170"/>
                <a:gd name="T73" fmla="*/ 431 h 1095"/>
                <a:gd name="T74" fmla="*/ 141 w 170"/>
                <a:gd name="T75" fmla="*/ 359 h 1095"/>
                <a:gd name="T76" fmla="*/ 124 w 170"/>
                <a:gd name="T77" fmla="*/ 286 h 1095"/>
                <a:gd name="T78" fmla="*/ 101 w 170"/>
                <a:gd name="T79" fmla="*/ 215 h 1095"/>
                <a:gd name="T80" fmla="*/ 71 w 170"/>
                <a:gd name="T81" fmla="*/ 146 h 1095"/>
                <a:gd name="T82" fmla="*/ 42 w 170"/>
                <a:gd name="T83" fmla="*/ 76 h 1095"/>
                <a:gd name="T84" fmla="*/ 17 w 170"/>
                <a:gd name="T85" fmla="*/ 5 h 1095"/>
                <a:gd name="T86" fmla="*/ 16 w 170"/>
                <a:gd name="T87" fmla="*/ 1 h 1095"/>
                <a:gd name="T88" fmla="*/ 10 w 170"/>
                <a:gd name="T89" fmla="*/ 0 h 1095"/>
                <a:gd name="T90" fmla="*/ 3 w 170"/>
                <a:gd name="T91" fmla="*/ 1 h 1095"/>
                <a:gd name="T92" fmla="*/ 0 w 170"/>
                <a:gd name="T93" fmla="*/ 5 h 1095"/>
                <a:gd name="T94" fmla="*/ 0 w 170"/>
                <a:gd name="T95" fmla="*/ 9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095">
                  <a:moveTo>
                    <a:pt x="0" y="9"/>
                  </a:moveTo>
                  <a:lnTo>
                    <a:pt x="0" y="9"/>
                  </a:lnTo>
                  <a:lnTo>
                    <a:pt x="12" y="43"/>
                  </a:lnTo>
                  <a:lnTo>
                    <a:pt x="23" y="76"/>
                  </a:lnTo>
                  <a:lnTo>
                    <a:pt x="35" y="110"/>
                  </a:lnTo>
                  <a:lnTo>
                    <a:pt x="49" y="142"/>
                  </a:lnTo>
                  <a:lnTo>
                    <a:pt x="77" y="207"/>
                  </a:lnTo>
                  <a:lnTo>
                    <a:pt x="90" y="239"/>
                  </a:lnTo>
                  <a:lnTo>
                    <a:pt x="102" y="272"/>
                  </a:lnTo>
                  <a:lnTo>
                    <a:pt x="102" y="272"/>
                  </a:lnTo>
                  <a:lnTo>
                    <a:pt x="113" y="307"/>
                  </a:lnTo>
                  <a:lnTo>
                    <a:pt x="123" y="343"/>
                  </a:lnTo>
                  <a:lnTo>
                    <a:pt x="131" y="381"/>
                  </a:lnTo>
                  <a:lnTo>
                    <a:pt x="137" y="417"/>
                  </a:lnTo>
                  <a:lnTo>
                    <a:pt x="142" y="455"/>
                  </a:lnTo>
                  <a:lnTo>
                    <a:pt x="147" y="492"/>
                  </a:lnTo>
                  <a:lnTo>
                    <a:pt x="151" y="530"/>
                  </a:lnTo>
                  <a:lnTo>
                    <a:pt x="152" y="566"/>
                  </a:lnTo>
                  <a:lnTo>
                    <a:pt x="152" y="566"/>
                  </a:lnTo>
                  <a:lnTo>
                    <a:pt x="154" y="602"/>
                  </a:lnTo>
                  <a:lnTo>
                    <a:pt x="154" y="639"/>
                  </a:lnTo>
                  <a:lnTo>
                    <a:pt x="152" y="675"/>
                  </a:lnTo>
                  <a:lnTo>
                    <a:pt x="149" y="710"/>
                  </a:lnTo>
                  <a:lnTo>
                    <a:pt x="144" y="746"/>
                  </a:lnTo>
                  <a:lnTo>
                    <a:pt x="138" y="781"/>
                  </a:lnTo>
                  <a:lnTo>
                    <a:pt x="130" y="815"/>
                  </a:lnTo>
                  <a:lnTo>
                    <a:pt x="120" y="850"/>
                  </a:lnTo>
                  <a:lnTo>
                    <a:pt x="120" y="850"/>
                  </a:lnTo>
                  <a:lnTo>
                    <a:pt x="108" y="884"/>
                  </a:lnTo>
                  <a:lnTo>
                    <a:pt x="94" y="916"/>
                  </a:lnTo>
                  <a:lnTo>
                    <a:pt x="80" y="948"/>
                  </a:lnTo>
                  <a:lnTo>
                    <a:pt x="65" y="980"/>
                  </a:lnTo>
                  <a:lnTo>
                    <a:pt x="65" y="980"/>
                  </a:lnTo>
                  <a:lnTo>
                    <a:pt x="58" y="994"/>
                  </a:lnTo>
                  <a:lnTo>
                    <a:pt x="49" y="1006"/>
                  </a:lnTo>
                  <a:lnTo>
                    <a:pt x="31" y="1031"/>
                  </a:lnTo>
                  <a:lnTo>
                    <a:pt x="14" y="1058"/>
                  </a:lnTo>
                  <a:lnTo>
                    <a:pt x="7" y="1072"/>
                  </a:lnTo>
                  <a:lnTo>
                    <a:pt x="0" y="1085"/>
                  </a:lnTo>
                  <a:lnTo>
                    <a:pt x="0" y="1085"/>
                  </a:lnTo>
                  <a:lnTo>
                    <a:pt x="0" y="1088"/>
                  </a:lnTo>
                  <a:lnTo>
                    <a:pt x="0" y="1091"/>
                  </a:lnTo>
                  <a:lnTo>
                    <a:pt x="3" y="1094"/>
                  </a:lnTo>
                  <a:lnTo>
                    <a:pt x="6" y="1095"/>
                  </a:lnTo>
                  <a:lnTo>
                    <a:pt x="9" y="1095"/>
                  </a:lnTo>
                  <a:lnTo>
                    <a:pt x="12" y="1094"/>
                  </a:lnTo>
                  <a:lnTo>
                    <a:pt x="14" y="1092"/>
                  </a:lnTo>
                  <a:lnTo>
                    <a:pt x="17" y="1090"/>
                  </a:lnTo>
                  <a:lnTo>
                    <a:pt x="17" y="1090"/>
                  </a:lnTo>
                  <a:lnTo>
                    <a:pt x="24" y="1074"/>
                  </a:lnTo>
                  <a:lnTo>
                    <a:pt x="31" y="1060"/>
                  </a:lnTo>
                  <a:lnTo>
                    <a:pt x="49" y="1034"/>
                  </a:lnTo>
                  <a:lnTo>
                    <a:pt x="67" y="1007"/>
                  </a:lnTo>
                  <a:lnTo>
                    <a:pt x="76" y="995"/>
                  </a:lnTo>
                  <a:lnTo>
                    <a:pt x="83" y="980"/>
                  </a:lnTo>
                  <a:lnTo>
                    <a:pt x="83" y="980"/>
                  </a:lnTo>
                  <a:lnTo>
                    <a:pt x="98" y="949"/>
                  </a:lnTo>
                  <a:lnTo>
                    <a:pt x="112" y="918"/>
                  </a:lnTo>
                  <a:lnTo>
                    <a:pt x="124" y="886"/>
                  </a:lnTo>
                  <a:lnTo>
                    <a:pt x="136" y="854"/>
                  </a:lnTo>
                  <a:lnTo>
                    <a:pt x="136" y="854"/>
                  </a:lnTo>
                  <a:lnTo>
                    <a:pt x="147" y="821"/>
                  </a:lnTo>
                  <a:lnTo>
                    <a:pt x="154" y="786"/>
                  </a:lnTo>
                  <a:lnTo>
                    <a:pt x="161" y="751"/>
                  </a:lnTo>
                  <a:lnTo>
                    <a:pt x="165" y="717"/>
                  </a:lnTo>
                  <a:lnTo>
                    <a:pt x="169" y="682"/>
                  </a:lnTo>
                  <a:lnTo>
                    <a:pt x="170" y="647"/>
                  </a:lnTo>
                  <a:lnTo>
                    <a:pt x="170" y="612"/>
                  </a:lnTo>
                  <a:lnTo>
                    <a:pt x="170" y="577"/>
                  </a:lnTo>
                  <a:lnTo>
                    <a:pt x="170" y="577"/>
                  </a:lnTo>
                  <a:lnTo>
                    <a:pt x="168" y="540"/>
                  </a:lnTo>
                  <a:lnTo>
                    <a:pt x="165" y="504"/>
                  </a:lnTo>
                  <a:lnTo>
                    <a:pt x="161" y="467"/>
                  </a:lnTo>
                  <a:lnTo>
                    <a:pt x="155" y="431"/>
                  </a:lnTo>
                  <a:lnTo>
                    <a:pt x="149" y="395"/>
                  </a:lnTo>
                  <a:lnTo>
                    <a:pt x="141" y="359"/>
                  </a:lnTo>
                  <a:lnTo>
                    <a:pt x="124" y="286"/>
                  </a:lnTo>
                  <a:lnTo>
                    <a:pt x="124" y="286"/>
                  </a:lnTo>
                  <a:lnTo>
                    <a:pt x="113" y="250"/>
                  </a:lnTo>
                  <a:lnTo>
                    <a:pt x="101" y="215"/>
                  </a:lnTo>
                  <a:lnTo>
                    <a:pt x="87" y="181"/>
                  </a:lnTo>
                  <a:lnTo>
                    <a:pt x="71" y="146"/>
                  </a:lnTo>
                  <a:lnTo>
                    <a:pt x="56" y="111"/>
                  </a:lnTo>
                  <a:lnTo>
                    <a:pt x="42" y="76"/>
                  </a:lnTo>
                  <a:lnTo>
                    <a:pt x="28" y="4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0" name="Freeform 67">
              <a:extLst>
                <a:ext uri="{FF2B5EF4-FFF2-40B4-BE49-F238E27FC236}">
                  <a16:creationId xmlns:a16="http://schemas.microsoft.com/office/drawing/2014/main" id="{7FAF2464-4C21-BDDE-C1E8-1C7C9C4C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672"/>
              <a:ext cx="256" cy="793"/>
            </a:xfrm>
            <a:custGeom>
              <a:avLst/>
              <a:gdLst>
                <a:gd name="T0" fmla="*/ 0 w 512"/>
                <a:gd name="T1" fmla="*/ 7 h 1586"/>
                <a:gd name="T2" fmla="*/ 1 w 512"/>
                <a:gd name="T3" fmla="*/ 253 h 1586"/>
                <a:gd name="T4" fmla="*/ 12 w 512"/>
                <a:gd name="T5" fmla="*/ 498 h 1586"/>
                <a:gd name="T6" fmla="*/ 33 w 512"/>
                <a:gd name="T7" fmla="*/ 744 h 1586"/>
                <a:gd name="T8" fmla="*/ 65 w 512"/>
                <a:gd name="T9" fmla="*/ 987 h 1586"/>
                <a:gd name="T10" fmla="*/ 74 w 512"/>
                <a:gd name="T11" fmla="*/ 1037 h 1586"/>
                <a:gd name="T12" fmla="*/ 92 w 512"/>
                <a:gd name="T13" fmla="*/ 1140 h 1586"/>
                <a:gd name="T14" fmla="*/ 118 w 512"/>
                <a:gd name="T15" fmla="*/ 1241 h 1586"/>
                <a:gd name="T16" fmla="*/ 136 w 512"/>
                <a:gd name="T17" fmla="*/ 1289 h 1586"/>
                <a:gd name="T18" fmla="*/ 157 w 512"/>
                <a:gd name="T19" fmla="*/ 1337 h 1586"/>
                <a:gd name="T20" fmla="*/ 182 w 512"/>
                <a:gd name="T21" fmla="*/ 1381 h 1586"/>
                <a:gd name="T22" fmla="*/ 196 w 512"/>
                <a:gd name="T23" fmla="*/ 1402 h 1586"/>
                <a:gd name="T24" fmla="*/ 227 w 512"/>
                <a:gd name="T25" fmla="*/ 1440 h 1586"/>
                <a:gd name="T26" fmla="*/ 262 w 512"/>
                <a:gd name="T27" fmla="*/ 1473 h 1586"/>
                <a:gd name="T28" fmla="*/ 301 w 512"/>
                <a:gd name="T29" fmla="*/ 1501 h 1586"/>
                <a:gd name="T30" fmla="*/ 321 w 512"/>
                <a:gd name="T31" fmla="*/ 1513 h 1586"/>
                <a:gd name="T32" fmla="*/ 365 w 512"/>
                <a:gd name="T33" fmla="*/ 1534 h 1586"/>
                <a:gd name="T34" fmla="*/ 457 w 512"/>
                <a:gd name="T35" fmla="*/ 1569 h 1586"/>
                <a:gd name="T36" fmla="*/ 502 w 512"/>
                <a:gd name="T37" fmla="*/ 1584 h 1586"/>
                <a:gd name="T38" fmla="*/ 508 w 512"/>
                <a:gd name="T39" fmla="*/ 1584 h 1586"/>
                <a:gd name="T40" fmla="*/ 512 w 512"/>
                <a:gd name="T41" fmla="*/ 1580 h 1586"/>
                <a:gd name="T42" fmla="*/ 511 w 512"/>
                <a:gd name="T43" fmla="*/ 1573 h 1586"/>
                <a:gd name="T44" fmla="*/ 507 w 512"/>
                <a:gd name="T45" fmla="*/ 1569 h 1586"/>
                <a:gd name="T46" fmla="*/ 420 w 512"/>
                <a:gd name="T47" fmla="*/ 1538 h 1586"/>
                <a:gd name="T48" fmla="*/ 356 w 512"/>
                <a:gd name="T49" fmla="*/ 1513 h 1586"/>
                <a:gd name="T50" fmla="*/ 337 w 512"/>
                <a:gd name="T51" fmla="*/ 1504 h 1586"/>
                <a:gd name="T52" fmla="*/ 291 w 512"/>
                <a:gd name="T53" fmla="*/ 1476 h 1586"/>
                <a:gd name="T54" fmla="*/ 252 w 512"/>
                <a:gd name="T55" fmla="*/ 1441 h 1586"/>
                <a:gd name="T56" fmla="*/ 217 w 512"/>
                <a:gd name="T57" fmla="*/ 1402 h 1586"/>
                <a:gd name="T58" fmla="*/ 188 w 512"/>
                <a:gd name="T59" fmla="*/ 1359 h 1586"/>
                <a:gd name="T60" fmla="*/ 175 w 512"/>
                <a:gd name="T61" fmla="*/ 1337 h 1586"/>
                <a:gd name="T62" fmla="*/ 153 w 512"/>
                <a:gd name="T63" fmla="*/ 1289 h 1586"/>
                <a:gd name="T64" fmla="*/ 135 w 512"/>
                <a:gd name="T65" fmla="*/ 1242 h 1586"/>
                <a:gd name="T66" fmla="*/ 114 w 512"/>
                <a:gd name="T67" fmla="*/ 1167 h 1586"/>
                <a:gd name="T68" fmla="*/ 94 w 512"/>
                <a:gd name="T69" fmla="*/ 1064 h 1586"/>
                <a:gd name="T70" fmla="*/ 79 w 512"/>
                <a:gd name="T71" fmla="*/ 962 h 1586"/>
                <a:gd name="T72" fmla="*/ 49 w 512"/>
                <a:gd name="T73" fmla="*/ 725 h 1586"/>
                <a:gd name="T74" fmla="*/ 28 w 512"/>
                <a:gd name="T75" fmla="*/ 486 h 1586"/>
                <a:gd name="T76" fmla="*/ 18 w 512"/>
                <a:gd name="T77" fmla="*/ 246 h 1586"/>
                <a:gd name="T78" fmla="*/ 17 w 512"/>
                <a:gd name="T79" fmla="*/ 7 h 1586"/>
                <a:gd name="T80" fmla="*/ 15 w 512"/>
                <a:gd name="T81" fmla="*/ 4 h 1586"/>
                <a:gd name="T82" fmla="*/ 11 w 512"/>
                <a:gd name="T83" fmla="*/ 0 h 1586"/>
                <a:gd name="T84" fmla="*/ 5 w 512"/>
                <a:gd name="T85" fmla="*/ 0 h 1586"/>
                <a:gd name="T86" fmla="*/ 0 w 512"/>
                <a:gd name="T87" fmla="*/ 4 h 1586"/>
                <a:gd name="T88" fmla="*/ 0 w 512"/>
                <a:gd name="T89" fmla="*/ 7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12" h="1586">
                  <a:moveTo>
                    <a:pt x="0" y="7"/>
                  </a:moveTo>
                  <a:lnTo>
                    <a:pt x="0" y="7"/>
                  </a:lnTo>
                  <a:lnTo>
                    <a:pt x="0" y="131"/>
                  </a:lnTo>
                  <a:lnTo>
                    <a:pt x="1" y="253"/>
                  </a:lnTo>
                  <a:lnTo>
                    <a:pt x="5" y="376"/>
                  </a:lnTo>
                  <a:lnTo>
                    <a:pt x="12" y="498"/>
                  </a:lnTo>
                  <a:lnTo>
                    <a:pt x="22" y="621"/>
                  </a:lnTo>
                  <a:lnTo>
                    <a:pt x="33" y="744"/>
                  </a:lnTo>
                  <a:lnTo>
                    <a:pt x="49" y="865"/>
                  </a:lnTo>
                  <a:lnTo>
                    <a:pt x="65" y="987"/>
                  </a:lnTo>
                  <a:lnTo>
                    <a:pt x="65" y="987"/>
                  </a:lnTo>
                  <a:lnTo>
                    <a:pt x="74" y="1037"/>
                  </a:lnTo>
                  <a:lnTo>
                    <a:pt x="82" y="1089"/>
                  </a:lnTo>
                  <a:lnTo>
                    <a:pt x="92" y="1140"/>
                  </a:lnTo>
                  <a:lnTo>
                    <a:pt x="104" y="1190"/>
                  </a:lnTo>
                  <a:lnTo>
                    <a:pt x="118" y="1241"/>
                  </a:lnTo>
                  <a:lnTo>
                    <a:pt x="127" y="1266"/>
                  </a:lnTo>
                  <a:lnTo>
                    <a:pt x="136" y="1289"/>
                  </a:lnTo>
                  <a:lnTo>
                    <a:pt x="146" y="1313"/>
                  </a:lnTo>
                  <a:lnTo>
                    <a:pt x="157" y="1337"/>
                  </a:lnTo>
                  <a:lnTo>
                    <a:pt x="170" y="1359"/>
                  </a:lnTo>
                  <a:lnTo>
                    <a:pt x="182" y="1381"/>
                  </a:lnTo>
                  <a:lnTo>
                    <a:pt x="182" y="1381"/>
                  </a:lnTo>
                  <a:lnTo>
                    <a:pt x="196" y="1402"/>
                  </a:lnTo>
                  <a:lnTo>
                    <a:pt x="210" y="1422"/>
                  </a:lnTo>
                  <a:lnTo>
                    <a:pt x="227" y="1440"/>
                  </a:lnTo>
                  <a:lnTo>
                    <a:pt x="243" y="1456"/>
                  </a:lnTo>
                  <a:lnTo>
                    <a:pt x="262" y="1473"/>
                  </a:lnTo>
                  <a:lnTo>
                    <a:pt x="280" y="1487"/>
                  </a:lnTo>
                  <a:lnTo>
                    <a:pt x="301" y="1501"/>
                  </a:lnTo>
                  <a:lnTo>
                    <a:pt x="321" y="1513"/>
                  </a:lnTo>
                  <a:lnTo>
                    <a:pt x="321" y="1513"/>
                  </a:lnTo>
                  <a:lnTo>
                    <a:pt x="342" y="1525"/>
                  </a:lnTo>
                  <a:lnTo>
                    <a:pt x="365" y="1534"/>
                  </a:lnTo>
                  <a:lnTo>
                    <a:pt x="411" y="1552"/>
                  </a:lnTo>
                  <a:lnTo>
                    <a:pt x="457" y="1569"/>
                  </a:lnTo>
                  <a:lnTo>
                    <a:pt x="502" y="1584"/>
                  </a:lnTo>
                  <a:lnTo>
                    <a:pt x="502" y="1584"/>
                  </a:lnTo>
                  <a:lnTo>
                    <a:pt x="505" y="1586"/>
                  </a:lnTo>
                  <a:lnTo>
                    <a:pt x="508" y="1584"/>
                  </a:lnTo>
                  <a:lnTo>
                    <a:pt x="511" y="1583"/>
                  </a:lnTo>
                  <a:lnTo>
                    <a:pt x="512" y="1580"/>
                  </a:lnTo>
                  <a:lnTo>
                    <a:pt x="512" y="1576"/>
                  </a:lnTo>
                  <a:lnTo>
                    <a:pt x="511" y="1573"/>
                  </a:lnTo>
                  <a:lnTo>
                    <a:pt x="509" y="1570"/>
                  </a:lnTo>
                  <a:lnTo>
                    <a:pt x="507" y="1569"/>
                  </a:lnTo>
                  <a:lnTo>
                    <a:pt x="507" y="1569"/>
                  </a:lnTo>
                  <a:lnTo>
                    <a:pt x="420" y="1538"/>
                  </a:lnTo>
                  <a:lnTo>
                    <a:pt x="377" y="1522"/>
                  </a:lnTo>
                  <a:lnTo>
                    <a:pt x="356" y="1513"/>
                  </a:lnTo>
                  <a:lnTo>
                    <a:pt x="337" y="1504"/>
                  </a:lnTo>
                  <a:lnTo>
                    <a:pt x="337" y="1504"/>
                  </a:lnTo>
                  <a:lnTo>
                    <a:pt x="313" y="1490"/>
                  </a:lnTo>
                  <a:lnTo>
                    <a:pt x="291" y="1476"/>
                  </a:lnTo>
                  <a:lnTo>
                    <a:pt x="271" y="1459"/>
                  </a:lnTo>
                  <a:lnTo>
                    <a:pt x="252" y="1441"/>
                  </a:lnTo>
                  <a:lnTo>
                    <a:pt x="234" y="1423"/>
                  </a:lnTo>
                  <a:lnTo>
                    <a:pt x="217" y="1402"/>
                  </a:lnTo>
                  <a:lnTo>
                    <a:pt x="202" y="1381"/>
                  </a:lnTo>
                  <a:lnTo>
                    <a:pt x="188" y="1359"/>
                  </a:lnTo>
                  <a:lnTo>
                    <a:pt x="188" y="1359"/>
                  </a:lnTo>
                  <a:lnTo>
                    <a:pt x="175" y="1337"/>
                  </a:lnTo>
                  <a:lnTo>
                    <a:pt x="164" y="1313"/>
                  </a:lnTo>
                  <a:lnTo>
                    <a:pt x="153" y="1289"/>
                  </a:lnTo>
                  <a:lnTo>
                    <a:pt x="145" y="1266"/>
                  </a:lnTo>
                  <a:lnTo>
                    <a:pt x="135" y="1242"/>
                  </a:lnTo>
                  <a:lnTo>
                    <a:pt x="128" y="1217"/>
                  </a:lnTo>
                  <a:lnTo>
                    <a:pt x="114" y="1167"/>
                  </a:lnTo>
                  <a:lnTo>
                    <a:pt x="103" y="1115"/>
                  </a:lnTo>
                  <a:lnTo>
                    <a:pt x="94" y="1064"/>
                  </a:lnTo>
                  <a:lnTo>
                    <a:pt x="79" y="962"/>
                  </a:lnTo>
                  <a:lnTo>
                    <a:pt x="79" y="962"/>
                  </a:lnTo>
                  <a:lnTo>
                    <a:pt x="62" y="844"/>
                  </a:lnTo>
                  <a:lnTo>
                    <a:pt x="49" y="725"/>
                  </a:lnTo>
                  <a:lnTo>
                    <a:pt x="37" y="606"/>
                  </a:lnTo>
                  <a:lnTo>
                    <a:pt x="28" y="486"/>
                  </a:lnTo>
                  <a:lnTo>
                    <a:pt x="22" y="366"/>
                  </a:lnTo>
                  <a:lnTo>
                    <a:pt x="18" y="246"/>
                  </a:lnTo>
                  <a:lnTo>
                    <a:pt x="17" y="12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4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1" name="Freeform 68">
              <a:extLst>
                <a:ext uri="{FF2B5EF4-FFF2-40B4-BE49-F238E27FC236}">
                  <a16:creationId xmlns:a16="http://schemas.microsoft.com/office/drawing/2014/main" id="{A71F09D3-E53D-41FC-C56B-9E45D40CE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311"/>
              <a:ext cx="967" cy="442"/>
            </a:xfrm>
            <a:custGeom>
              <a:avLst/>
              <a:gdLst>
                <a:gd name="T0" fmla="*/ 32 w 1933"/>
                <a:gd name="T1" fmla="*/ 66 h 884"/>
                <a:gd name="T2" fmla="*/ 120 w 1933"/>
                <a:gd name="T3" fmla="*/ 227 h 884"/>
                <a:gd name="T4" fmla="*/ 207 w 1933"/>
                <a:gd name="T5" fmla="*/ 387 h 884"/>
                <a:gd name="T6" fmla="*/ 242 w 1933"/>
                <a:gd name="T7" fmla="*/ 439 h 884"/>
                <a:gd name="T8" fmla="*/ 338 w 1933"/>
                <a:gd name="T9" fmla="*/ 558 h 884"/>
                <a:gd name="T10" fmla="*/ 450 w 1933"/>
                <a:gd name="T11" fmla="*/ 666 h 884"/>
                <a:gd name="T12" fmla="*/ 530 w 1933"/>
                <a:gd name="T13" fmla="*/ 728 h 884"/>
                <a:gd name="T14" fmla="*/ 597 w 1933"/>
                <a:gd name="T15" fmla="*/ 769 h 884"/>
                <a:gd name="T16" fmla="*/ 714 w 1933"/>
                <a:gd name="T17" fmla="*/ 822 h 884"/>
                <a:gd name="T18" fmla="*/ 862 w 1933"/>
                <a:gd name="T19" fmla="*/ 862 h 884"/>
                <a:gd name="T20" fmla="*/ 961 w 1933"/>
                <a:gd name="T21" fmla="*/ 876 h 884"/>
                <a:gd name="T22" fmla="*/ 1103 w 1933"/>
                <a:gd name="T23" fmla="*/ 884 h 884"/>
                <a:gd name="T24" fmla="*/ 1245 w 1933"/>
                <a:gd name="T25" fmla="*/ 876 h 884"/>
                <a:gd name="T26" fmla="*/ 1342 w 1933"/>
                <a:gd name="T27" fmla="*/ 858 h 884"/>
                <a:gd name="T28" fmla="*/ 1444 w 1933"/>
                <a:gd name="T29" fmla="*/ 827 h 884"/>
                <a:gd name="T30" fmla="*/ 1516 w 1933"/>
                <a:gd name="T31" fmla="*/ 795 h 884"/>
                <a:gd name="T32" fmla="*/ 1585 w 1933"/>
                <a:gd name="T33" fmla="*/ 757 h 884"/>
                <a:gd name="T34" fmla="*/ 1650 w 1933"/>
                <a:gd name="T35" fmla="*/ 712 h 884"/>
                <a:gd name="T36" fmla="*/ 1693 w 1933"/>
                <a:gd name="T37" fmla="*/ 675 h 884"/>
                <a:gd name="T38" fmla="*/ 1754 w 1933"/>
                <a:gd name="T39" fmla="*/ 610 h 884"/>
                <a:gd name="T40" fmla="*/ 1809 w 1933"/>
                <a:gd name="T41" fmla="*/ 537 h 884"/>
                <a:gd name="T42" fmla="*/ 1855 w 1933"/>
                <a:gd name="T43" fmla="*/ 460 h 884"/>
                <a:gd name="T44" fmla="*/ 1931 w 1933"/>
                <a:gd name="T45" fmla="*/ 295 h 884"/>
                <a:gd name="T46" fmla="*/ 1931 w 1933"/>
                <a:gd name="T47" fmla="*/ 290 h 884"/>
                <a:gd name="T48" fmla="*/ 1923 w 1933"/>
                <a:gd name="T49" fmla="*/ 286 h 884"/>
                <a:gd name="T50" fmla="*/ 1916 w 1933"/>
                <a:gd name="T51" fmla="*/ 291 h 884"/>
                <a:gd name="T52" fmla="*/ 1870 w 1933"/>
                <a:gd name="T53" fmla="*/ 393 h 884"/>
                <a:gd name="T54" fmla="*/ 1788 w 1933"/>
                <a:gd name="T55" fmla="*/ 536 h 884"/>
                <a:gd name="T56" fmla="*/ 1738 w 1933"/>
                <a:gd name="T57" fmla="*/ 603 h 884"/>
                <a:gd name="T58" fmla="*/ 1681 w 1933"/>
                <a:gd name="T59" fmla="*/ 663 h 884"/>
                <a:gd name="T60" fmla="*/ 1644 w 1933"/>
                <a:gd name="T61" fmla="*/ 695 h 884"/>
                <a:gd name="T62" fmla="*/ 1566 w 1933"/>
                <a:gd name="T63" fmla="*/ 749 h 884"/>
                <a:gd name="T64" fmla="*/ 1437 w 1933"/>
                <a:gd name="T65" fmla="*/ 812 h 884"/>
                <a:gd name="T66" fmla="*/ 1346 w 1933"/>
                <a:gd name="T67" fmla="*/ 840 h 884"/>
                <a:gd name="T68" fmla="*/ 1200 w 1933"/>
                <a:gd name="T69" fmla="*/ 863 h 884"/>
                <a:gd name="T70" fmla="*/ 1053 w 1933"/>
                <a:gd name="T71" fmla="*/ 867 h 884"/>
                <a:gd name="T72" fmla="*/ 955 w 1933"/>
                <a:gd name="T73" fmla="*/ 859 h 884"/>
                <a:gd name="T74" fmla="*/ 798 w 1933"/>
                <a:gd name="T75" fmla="*/ 830 h 884"/>
                <a:gd name="T76" fmla="*/ 671 w 1933"/>
                <a:gd name="T77" fmla="*/ 787 h 884"/>
                <a:gd name="T78" fmla="*/ 600 w 1933"/>
                <a:gd name="T79" fmla="*/ 751 h 884"/>
                <a:gd name="T80" fmla="*/ 553 w 1933"/>
                <a:gd name="T81" fmla="*/ 723 h 884"/>
                <a:gd name="T82" fmla="*/ 426 w 1933"/>
                <a:gd name="T83" fmla="*/ 624 h 884"/>
                <a:gd name="T84" fmla="*/ 316 w 1933"/>
                <a:gd name="T85" fmla="*/ 507 h 884"/>
                <a:gd name="T86" fmla="*/ 251 w 1933"/>
                <a:gd name="T87" fmla="*/ 422 h 884"/>
                <a:gd name="T88" fmla="*/ 187 w 1933"/>
                <a:gd name="T89" fmla="*/ 320 h 884"/>
                <a:gd name="T90" fmla="*/ 103 w 1933"/>
                <a:gd name="T91" fmla="*/ 162 h 884"/>
                <a:gd name="T92" fmla="*/ 15 w 1933"/>
                <a:gd name="T93" fmla="*/ 4 h 884"/>
                <a:gd name="T94" fmla="*/ 10 w 1933"/>
                <a:gd name="T95" fmla="*/ 0 h 884"/>
                <a:gd name="T96" fmla="*/ 1 w 1933"/>
                <a:gd name="T97" fmla="*/ 4 h 884"/>
                <a:gd name="T98" fmla="*/ 0 w 1933"/>
                <a:gd name="T99" fmla="*/ 13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3" h="884">
                  <a:moveTo>
                    <a:pt x="0" y="13"/>
                  </a:moveTo>
                  <a:lnTo>
                    <a:pt x="0" y="13"/>
                  </a:lnTo>
                  <a:lnTo>
                    <a:pt x="32" y="66"/>
                  </a:lnTo>
                  <a:lnTo>
                    <a:pt x="63" y="118"/>
                  </a:lnTo>
                  <a:lnTo>
                    <a:pt x="90" y="173"/>
                  </a:lnTo>
                  <a:lnTo>
                    <a:pt x="120" y="227"/>
                  </a:lnTo>
                  <a:lnTo>
                    <a:pt x="148" y="281"/>
                  </a:lnTo>
                  <a:lnTo>
                    <a:pt x="177" y="336"/>
                  </a:lnTo>
                  <a:lnTo>
                    <a:pt x="207" y="387"/>
                  </a:lnTo>
                  <a:lnTo>
                    <a:pt x="224" y="414"/>
                  </a:lnTo>
                  <a:lnTo>
                    <a:pt x="242" y="439"/>
                  </a:lnTo>
                  <a:lnTo>
                    <a:pt x="242" y="439"/>
                  </a:lnTo>
                  <a:lnTo>
                    <a:pt x="273" y="480"/>
                  </a:lnTo>
                  <a:lnTo>
                    <a:pt x="305" y="521"/>
                  </a:lnTo>
                  <a:lnTo>
                    <a:pt x="338" y="558"/>
                  </a:lnTo>
                  <a:lnTo>
                    <a:pt x="375" y="596"/>
                  </a:lnTo>
                  <a:lnTo>
                    <a:pt x="411" y="632"/>
                  </a:lnTo>
                  <a:lnTo>
                    <a:pt x="450" y="666"/>
                  </a:lnTo>
                  <a:lnTo>
                    <a:pt x="489" y="698"/>
                  </a:lnTo>
                  <a:lnTo>
                    <a:pt x="530" y="728"/>
                  </a:lnTo>
                  <a:lnTo>
                    <a:pt x="530" y="728"/>
                  </a:lnTo>
                  <a:lnTo>
                    <a:pt x="553" y="742"/>
                  </a:lnTo>
                  <a:lnTo>
                    <a:pt x="575" y="756"/>
                  </a:lnTo>
                  <a:lnTo>
                    <a:pt x="597" y="769"/>
                  </a:lnTo>
                  <a:lnTo>
                    <a:pt x="620" y="781"/>
                  </a:lnTo>
                  <a:lnTo>
                    <a:pt x="667" y="802"/>
                  </a:lnTo>
                  <a:lnTo>
                    <a:pt x="714" y="822"/>
                  </a:lnTo>
                  <a:lnTo>
                    <a:pt x="763" y="837"/>
                  </a:lnTo>
                  <a:lnTo>
                    <a:pt x="812" y="851"/>
                  </a:lnTo>
                  <a:lnTo>
                    <a:pt x="862" y="862"/>
                  </a:lnTo>
                  <a:lnTo>
                    <a:pt x="913" y="870"/>
                  </a:lnTo>
                  <a:lnTo>
                    <a:pt x="913" y="870"/>
                  </a:lnTo>
                  <a:lnTo>
                    <a:pt x="961" y="876"/>
                  </a:lnTo>
                  <a:lnTo>
                    <a:pt x="1008" y="881"/>
                  </a:lnTo>
                  <a:lnTo>
                    <a:pt x="1055" y="884"/>
                  </a:lnTo>
                  <a:lnTo>
                    <a:pt x="1103" y="884"/>
                  </a:lnTo>
                  <a:lnTo>
                    <a:pt x="1150" y="883"/>
                  </a:lnTo>
                  <a:lnTo>
                    <a:pt x="1197" y="880"/>
                  </a:lnTo>
                  <a:lnTo>
                    <a:pt x="1245" y="876"/>
                  </a:lnTo>
                  <a:lnTo>
                    <a:pt x="1291" y="869"/>
                  </a:lnTo>
                  <a:lnTo>
                    <a:pt x="1291" y="869"/>
                  </a:lnTo>
                  <a:lnTo>
                    <a:pt x="1342" y="858"/>
                  </a:lnTo>
                  <a:lnTo>
                    <a:pt x="1394" y="844"/>
                  </a:lnTo>
                  <a:lnTo>
                    <a:pt x="1419" y="835"/>
                  </a:lnTo>
                  <a:lnTo>
                    <a:pt x="1444" y="827"/>
                  </a:lnTo>
                  <a:lnTo>
                    <a:pt x="1468" y="817"/>
                  </a:lnTo>
                  <a:lnTo>
                    <a:pt x="1493" y="806"/>
                  </a:lnTo>
                  <a:lnTo>
                    <a:pt x="1516" y="795"/>
                  </a:lnTo>
                  <a:lnTo>
                    <a:pt x="1540" y="784"/>
                  </a:lnTo>
                  <a:lnTo>
                    <a:pt x="1562" y="770"/>
                  </a:lnTo>
                  <a:lnTo>
                    <a:pt x="1585" y="757"/>
                  </a:lnTo>
                  <a:lnTo>
                    <a:pt x="1607" y="742"/>
                  </a:lnTo>
                  <a:lnTo>
                    <a:pt x="1629" y="727"/>
                  </a:lnTo>
                  <a:lnTo>
                    <a:pt x="1650" y="712"/>
                  </a:lnTo>
                  <a:lnTo>
                    <a:pt x="1671" y="695"/>
                  </a:lnTo>
                  <a:lnTo>
                    <a:pt x="1671" y="695"/>
                  </a:lnTo>
                  <a:lnTo>
                    <a:pt x="1693" y="675"/>
                  </a:lnTo>
                  <a:lnTo>
                    <a:pt x="1714" y="654"/>
                  </a:lnTo>
                  <a:lnTo>
                    <a:pt x="1735" y="632"/>
                  </a:lnTo>
                  <a:lnTo>
                    <a:pt x="1754" y="610"/>
                  </a:lnTo>
                  <a:lnTo>
                    <a:pt x="1774" y="586"/>
                  </a:lnTo>
                  <a:lnTo>
                    <a:pt x="1791" y="561"/>
                  </a:lnTo>
                  <a:lnTo>
                    <a:pt x="1809" y="537"/>
                  </a:lnTo>
                  <a:lnTo>
                    <a:pt x="1824" y="511"/>
                  </a:lnTo>
                  <a:lnTo>
                    <a:pt x="1841" y="486"/>
                  </a:lnTo>
                  <a:lnTo>
                    <a:pt x="1855" y="460"/>
                  </a:lnTo>
                  <a:lnTo>
                    <a:pt x="1883" y="405"/>
                  </a:lnTo>
                  <a:lnTo>
                    <a:pt x="1908" y="351"/>
                  </a:lnTo>
                  <a:lnTo>
                    <a:pt x="1931" y="295"/>
                  </a:lnTo>
                  <a:lnTo>
                    <a:pt x="1931" y="295"/>
                  </a:lnTo>
                  <a:lnTo>
                    <a:pt x="1933" y="292"/>
                  </a:lnTo>
                  <a:lnTo>
                    <a:pt x="1931" y="290"/>
                  </a:lnTo>
                  <a:lnTo>
                    <a:pt x="1930" y="287"/>
                  </a:lnTo>
                  <a:lnTo>
                    <a:pt x="1927" y="287"/>
                  </a:lnTo>
                  <a:lnTo>
                    <a:pt x="1923" y="286"/>
                  </a:lnTo>
                  <a:lnTo>
                    <a:pt x="1920" y="287"/>
                  </a:lnTo>
                  <a:lnTo>
                    <a:pt x="1917" y="288"/>
                  </a:lnTo>
                  <a:lnTo>
                    <a:pt x="1916" y="291"/>
                  </a:lnTo>
                  <a:lnTo>
                    <a:pt x="1916" y="291"/>
                  </a:lnTo>
                  <a:lnTo>
                    <a:pt x="1894" y="343"/>
                  </a:lnTo>
                  <a:lnTo>
                    <a:pt x="1870" y="393"/>
                  </a:lnTo>
                  <a:lnTo>
                    <a:pt x="1845" y="441"/>
                  </a:lnTo>
                  <a:lnTo>
                    <a:pt x="1819" y="490"/>
                  </a:lnTo>
                  <a:lnTo>
                    <a:pt x="1788" y="536"/>
                  </a:lnTo>
                  <a:lnTo>
                    <a:pt x="1773" y="560"/>
                  </a:lnTo>
                  <a:lnTo>
                    <a:pt x="1756" y="581"/>
                  </a:lnTo>
                  <a:lnTo>
                    <a:pt x="1738" y="603"/>
                  </a:lnTo>
                  <a:lnTo>
                    <a:pt x="1720" y="624"/>
                  </a:lnTo>
                  <a:lnTo>
                    <a:pt x="1702" y="643"/>
                  </a:lnTo>
                  <a:lnTo>
                    <a:pt x="1681" y="663"/>
                  </a:lnTo>
                  <a:lnTo>
                    <a:pt x="1681" y="663"/>
                  </a:lnTo>
                  <a:lnTo>
                    <a:pt x="1664" y="680"/>
                  </a:lnTo>
                  <a:lnTo>
                    <a:pt x="1644" y="695"/>
                  </a:lnTo>
                  <a:lnTo>
                    <a:pt x="1626" y="709"/>
                  </a:lnTo>
                  <a:lnTo>
                    <a:pt x="1607" y="723"/>
                  </a:lnTo>
                  <a:lnTo>
                    <a:pt x="1566" y="749"/>
                  </a:lnTo>
                  <a:lnTo>
                    <a:pt x="1525" y="773"/>
                  </a:lnTo>
                  <a:lnTo>
                    <a:pt x="1482" y="794"/>
                  </a:lnTo>
                  <a:lnTo>
                    <a:pt x="1437" y="812"/>
                  </a:lnTo>
                  <a:lnTo>
                    <a:pt x="1392" y="827"/>
                  </a:lnTo>
                  <a:lnTo>
                    <a:pt x="1346" y="840"/>
                  </a:lnTo>
                  <a:lnTo>
                    <a:pt x="1346" y="840"/>
                  </a:lnTo>
                  <a:lnTo>
                    <a:pt x="1298" y="851"/>
                  </a:lnTo>
                  <a:lnTo>
                    <a:pt x="1249" y="858"/>
                  </a:lnTo>
                  <a:lnTo>
                    <a:pt x="1200" y="863"/>
                  </a:lnTo>
                  <a:lnTo>
                    <a:pt x="1152" y="867"/>
                  </a:lnTo>
                  <a:lnTo>
                    <a:pt x="1103" y="867"/>
                  </a:lnTo>
                  <a:lnTo>
                    <a:pt x="1053" y="867"/>
                  </a:lnTo>
                  <a:lnTo>
                    <a:pt x="1004" y="863"/>
                  </a:lnTo>
                  <a:lnTo>
                    <a:pt x="955" y="859"/>
                  </a:lnTo>
                  <a:lnTo>
                    <a:pt x="955" y="859"/>
                  </a:lnTo>
                  <a:lnTo>
                    <a:pt x="902" y="852"/>
                  </a:lnTo>
                  <a:lnTo>
                    <a:pt x="849" y="842"/>
                  </a:lnTo>
                  <a:lnTo>
                    <a:pt x="798" y="830"/>
                  </a:lnTo>
                  <a:lnTo>
                    <a:pt x="746" y="815"/>
                  </a:lnTo>
                  <a:lnTo>
                    <a:pt x="696" y="796"/>
                  </a:lnTo>
                  <a:lnTo>
                    <a:pt x="671" y="787"/>
                  </a:lnTo>
                  <a:lnTo>
                    <a:pt x="647" y="776"/>
                  </a:lnTo>
                  <a:lnTo>
                    <a:pt x="624" y="763"/>
                  </a:lnTo>
                  <a:lnTo>
                    <a:pt x="600" y="751"/>
                  </a:lnTo>
                  <a:lnTo>
                    <a:pt x="576" y="738"/>
                  </a:lnTo>
                  <a:lnTo>
                    <a:pt x="553" y="723"/>
                  </a:lnTo>
                  <a:lnTo>
                    <a:pt x="553" y="723"/>
                  </a:lnTo>
                  <a:lnTo>
                    <a:pt x="510" y="692"/>
                  </a:lnTo>
                  <a:lnTo>
                    <a:pt x="466" y="660"/>
                  </a:lnTo>
                  <a:lnTo>
                    <a:pt x="426" y="624"/>
                  </a:lnTo>
                  <a:lnTo>
                    <a:pt x="388" y="588"/>
                  </a:lnTo>
                  <a:lnTo>
                    <a:pt x="351" y="547"/>
                  </a:lnTo>
                  <a:lnTo>
                    <a:pt x="316" y="507"/>
                  </a:lnTo>
                  <a:lnTo>
                    <a:pt x="283" y="465"/>
                  </a:lnTo>
                  <a:lnTo>
                    <a:pt x="251" y="422"/>
                  </a:lnTo>
                  <a:lnTo>
                    <a:pt x="251" y="422"/>
                  </a:lnTo>
                  <a:lnTo>
                    <a:pt x="234" y="397"/>
                  </a:lnTo>
                  <a:lnTo>
                    <a:pt x="217" y="372"/>
                  </a:lnTo>
                  <a:lnTo>
                    <a:pt x="187" y="320"/>
                  </a:lnTo>
                  <a:lnTo>
                    <a:pt x="159" y="267"/>
                  </a:lnTo>
                  <a:lnTo>
                    <a:pt x="131" y="215"/>
                  </a:lnTo>
                  <a:lnTo>
                    <a:pt x="103" y="162"/>
                  </a:lnTo>
                  <a:lnTo>
                    <a:pt x="75" y="107"/>
                  </a:lnTo>
                  <a:lnTo>
                    <a:pt x="46" y="5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2" name="Freeform 69">
              <a:extLst>
                <a:ext uri="{FF2B5EF4-FFF2-40B4-BE49-F238E27FC236}">
                  <a16:creationId xmlns:a16="http://schemas.microsoft.com/office/drawing/2014/main" id="{AA788F6A-78F6-8D8A-A0AE-1508EADCE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" y="2421"/>
              <a:ext cx="1199" cy="1898"/>
            </a:xfrm>
            <a:custGeom>
              <a:avLst/>
              <a:gdLst>
                <a:gd name="T0" fmla="*/ 2394 w 2398"/>
                <a:gd name="T1" fmla="*/ 3720 h 3795"/>
                <a:gd name="T2" fmla="*/ 2376 w 2398"/>
                <a:gd name="T3" fmla="*/ 3517 h 3795"/>
                <a:gd name="T4" fmla="*/ 2345 w 2398"/>
                <a:gd name="T5" fmla="*/ 3245 h 3795"/>
                <a:gd name="T6" fmla="*/ 2298 w 2398"/>
                <a:gd name="T7" fmla="*/ 2849 h 3795"/>
                <a:gd name="T8" fmla="*/ 2284 w 2398"/>
                <a:gd name="T9" fmla="*/ 2716 h 3795"/>
                <a:gd name="T10" fmla="*/ 2245 w 2398"/>
                <a:gd name="T11" fmla="*/ 2193 h 3795"/>
                <a:gd name="T12" fmla="*/ 2207 w 2398"/>
                <a:gd name="T13" fmla="*/ 1800 h 3795"/>
                <a:gd name="T14" fmla="*/ 2189 w 2398"/>
                <a:gd name="T15" fmla="*/ 1671 h 3795"/>
                <a:gd name="T16" fmla="*/ 2157 w 2398"/>
                <a:gd name="T17" fmla="*/ 1490 h 3795"/>
                <a:gd name="T18" fmla="*/ 2114 w 2398"/>
                <a:gd name="T19" fmla="*/ 1312 h 3795"/>
                <a:gd name="T20" fmla="*/ 2081 w 2398"/>
                <a:gd name="T21" fmla="*/ 1193 h 3795"/>
                <a:gd name="T22" fmla="*/ 2029 w 2398"/>
                <a:gd name="T23" fmla="*/ 1040 h 3795"/>
                <a:gd name="T24" fmla="*/ 1962 w 2398"/>
                <a:gd name="T25" fmla="*/ 894 h 3795"/>
                <a:gd name="T26" fmla="*/ 1908 w 2398"/>
                <a:gd name="T27" fmla="*/ 801 h 3795"/>
                <a:gd name="T28" fmla="*/ 1845 w 2398"/>
                <a:gd name="T29" fmla="*/ 716 h 3795"/>
                <a:gd name="T30" fmla="*/ 1732 w 2398"/>
                <a:gd name="T31" fmla="*/ 604 h 3795"/>
                <a:gd name="T32" fmla="*/ 1607 w 2398"/>
                <a:gd name="T33" fmla="*/ 507 h 3795"/>
                <a:gd name="T34" fmla="*/ 1519 w 2398"/>
                <a:gd name="T35" fmla="*/ 451 h 3795"/>
                <a:gd name="T36" fmla="*/ 1381 w 2398"/>
                <a:gd name="T37" fmla="*/ 382 h 3795"/>
                <a:gd name="T38" fmla="*/ 1239 w 2398"/>
                <a:gd name="T39" fmla="*/ 322 h 3795"/>
                <a:gd name="T40" fmla="*/ 1085 w 2398"/>
                <a:gd name="T41" fmla="*/ 269 h 3795"/>
                <a:gd name="T42" fmla="*/ 773 w 2398"/>
                <a:gd name="T43" fmla="*/ 177 h 3795"/>
                <a:gd name="T44" fmla="*/ 618 w 2398"/>
                <a:gd name="T45" fmla="*/ 128 h 3795"/>
                <a:gd name="T46" fmla="*/ 394 w 2398"/>
                <a:gd name="T47" fmla="*/ 46 h 3795"/>
                <a:gd name="T48" fmla="*/ 279 w 2398"/>
                <a:gd name="T49" fmla="*/ 14 h 3795"/>
                <a:gd name="T50" fmla="*/ 163 w 2398"/>
                <a:gd name="T51" fmla="*/ 0 h 3795"/>
                <a:gd name="T52" fmla="*/ 105 w 2398"/>
                <a:gd name="T53" fmla="*/ 4 h 3795"/>
                <a:gd name="T54" fmla="*/ 46 w 2398"/>
                <a:gd name="T55" fmla="*/ 15 h 3795"/>
                <a:gd name="T56" fmla="*/ 6 w 2398"/>
                <a:gd name="T57" fmla="*/ 28 h 3795"/>
                <a:gd name="T58" fmla="*/ 0 w 2398"/>
                <a:gd name="T59" fmla="*/ 36 h 3795"/>
                <a:gd name="T60" fmla="*/ 4 w 2398"/>
                <a:gd name="T61" fmla="*/ 45 h 3795"/>
                <a:gd name="T62" fmla="*/ 11 w 2398"/>
                <a:gd name="T63" fmla="*/ 45 h 3795"/>
                <a:gd name="T64" fmla="*/ 105 w 2398"/>
                <a:gd name="T65" fmla="*/ 21 h 3795"/>
                <a:gd name="T66" fmla="*/ 199 w 2398"/>
                <a:gd name="T67" fmla="*/ 20 h 3795"/>
                <a:gd name="T68" fmla="*/ 294 w 2398"/>
                <a:gd name="T69" fmla="*/ 35 h 3795"/>
                <a:gd name="T70" fmla="*/ 387 w 2398"/>
                <a:gd name="T71" fmla="*/ 61 h 3795"/>
                <a:gd name="T72" fmla="*/ 507 w 2398"/>
                <a:gd name="T73" fmla="*/ 106 h 3795"/>
                <a:gd name="T74" fmla="*/ 691 w 2398"/>
                <a:gd name="T75" fmla="*/ 169 h 3795"/>
                <a:gd name="T76" fmla="*/ 1000 w 2398"/>
                <a:gd name="T77" fmla="*/ 258 h 3795"/>
                <a:gd name="T78" fmla="*/ 1111 w 2398"/>
                <a:gd name="T79" fmla="*/ 292 h 3795"/>
                <a:gd name="T80" fmla="*/ 1276 w 2398"/>
                <a:gd name="T81" fmla="*/ 352 h 3795"/>
                <a:gd name="T82" fmla="*/ 1436 w 2398"/>
                <a:gd name="T83" fmla="*/ 425 h 3795"/>
                <a:gd name="T84" fmla="*/ 1530 w 2398"/>
                <a:gd name="T85" fmla="*/ 478 h 3795"/>
                <a:gd name="T86" fmla="*/ 1664 w 2398"/>
                <a:gd name="T87" fmla="*/ 571 h 3795"/>
                <a:gd name="T88" fmla="*/ 1787 w 2398"/>
                <a:gd name="T89" fmla="*/ 678 h 3795"/>
                <a:gd name="T90" fmla="*/ 1826 w 2398"/>
                <a:gd name="T91" fmla="*/ 718 h 3795"/>
                <a:gd name="T92" fmla="*/ 1877 w 2398"/>
                <a:gd name="T93" fmla="*/ 784 h 3795"/>
                <a:gd name="T94" fmla="*/ 1950 w 2398"/>
                <a:gd name="T95" fmla="*/ 904 h 3795"/>
                <a:gd name="T96" fmla="*/ 2016 w 2398"/>
                <a:gd name="T97" fmla="*/ 1057 h 3795"/>
                <a:gd name="T98" fmla="*/ 2055 w 2398"/>
                <a:gd name="T99" fmla="*/ 1164 h 3795"/>
                <a:gd name="T100" fmla="*/ 2103 w 2398"/>
                <a:gd name="T101" fmla="*/ 1330 h 3795"/>
                <a:gd name="T102" fmla="*/ 2142 w 2398"/>
                <a:gd name="T103" fmla="*/ 1498 h 3795"/>
                <a:gd name="T104" fmla="*/ 2165 w 2398"/>
                <a:gd name="T105" fmla="*/ 1629 h 3795"/>
                <a:gd name="T106" fmla="*/ 2193 w 2398"/>
                <a:gd name="T107" fmla="*/ 1827 h 3795"/>
                <a:gd name="T108" fmla="*/ 2225 w 2398"/>
                <a:gd name="T109" fmla="*/ 2159 h 3795"/>
                <a:gd name="T110" fmla="*/ 2253 w 2398"/>
                <a:gd name="T111" fmla="*/ 2558 h 3795"/>
                <a:gd name="T112" fmla="*/ 2284 w 2398"/>
                <a:gd name="T113" fmla="*/ 2860 h 3795"/>
                <a:gd name="T114" fmla="*/ 2319 w 2398"/>
                <a:gd name="T115" fmla="*/ 3160 h 3795"/>
                <a:gd name="T116" fmla="*/ 2351 w 2398"/>
                <a:gd name="T117" fmla="*/ 3472 h 3795"/>
                <a:gd name="T118" fmla="*/ 2381 w 2398"/>
                <a:gd name="T119" fmla="*/ 3787 h 3795"/>
                <a:gd name="T120" fmla="*/ 2384 w 2398"/>
                <a:gd name="T121" fmla="*/ 3794 h 3795"/>
                <a:gd name="T122" fmla="*/ 2394 w 2398"/>
                <a:gd name="T123" fmla="*/ 3795 h 3795"/>
                <a:gd name="T124" fmla="*/ 2398 w 2398"/>
                <a:gd name="T125" fmla="*/ 3787 h 3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98" h="3795">
                  <a:moveTo>
                    <a:pt x="2398" y="3787"/>
                  </a:moveTo>
                  <a:lnTo>
                    <a:pt x="2398" y="3787"/>
                  </a:lnTo>
                  <a:lnTo>
                    <a:pt x="2394" y="3720"/>
                  </a:lnTo>
                  <a:lnTo>
                    <a:pt x="2388" y="3652"/>
                  </a:lnTo>
                  <a:lnTo>
                    <a:pt x="2383" y="3584"/>
                  </a:lnTo>
                  <a:lnTo>
                    <a:pt x="2376" y="3517"/>
                  </a:lnTo>
                  <a:lnTo>
                    <a:pt x="2359" y="3382"/>
                  </a:lnTo>
                  <a:lnTo>
                    <a:pt x="2345" y="3245"/>
                  </a:lnTo>
                  <a:lnTo>
                    <a:pt x="2345" y="3245"/>
                  </a:lnTo>
                  <a:lnTo>
                    <a:pt x="2330" y="3113"/>
                  </a:lnTo>
                  <a:lnTo>
                    <a:pt x="2313" y="2981"/>
                  </a:lnTo>
                  <a:lnTo>
                    <a:pt x="2298" y="2849"/>
                  </a:lnTo>
                  <a:lnTo>
                    <a:pt x="2291" y="2783"/>
                  </a:lnTo>
                  <a:lnTo>
                    <a:pt x="2284" y="2716"/>
                  </a:lnTo>
                  <a:lnTo>
                    <a:pt x="2284" y="2716"/>
                  </a:lnTo>
                  <a:lnTo>
                    <a:pt x="2273" y="2585"/>
                  </a:lnTo>
                  <a:lnTo>
                    <a:pt x="2263" y="2455"/>
                  </a:lnTo>
                  <a:lnTo>
                    <a:pt x="2245" y="2193"/>
                  </a:lnTo>
                  <a:lnTo>
                    <a:pt x="2234" y="2062"/>
                  </a:lnTo>
                  <a:lnTo>
                    <a:pt x="2221" y="1931"/>
                  </a:lnTo>
                  <a:lnTo>
                    <a:pt x="2207" y="1800"/>
                  </a:lnTo>
                  <a:lnTo>
                    <a:pt x="2199" y="1735"/>
                  </a:lnTo>
                  <a:lnTo>
                    <a:pt x="2189" y="1671"/>
                  </a:lnTo>
                  <a:lnTo>
                    <a:pt x="2189" y="1671"/>
                  </a:lnTo>
                  <a:lnTo>
                    <a:pt x="2179" y="1609"/>
                  </a:lnTo>
                  <a:lnTo>
                    <a:pt x="2168" y="1550"/>
                  </a:lnTo>
                  <a:lnTo>
                    <a:pt x="2157" y="1490"/>
                  </a:lnTo>
                  <a:lnTo>
                    <a:pt x="2143" y="1430"/>
                  </a:lnTo>
                  <a:lnTo>
                    <a:pt x="2129" y="1370"/>
                  </a:lnTo>
                  <a:lnTo>
                    <a:pt x="2114" y="1312"/>
                  </a:lnTo>
                  <a:lnTo>
                    <a:pt x="2099" y="1252"/>
                  </a:lnTo>
                  <a:lnTo>
                    <a:pt x="2081" y="1193"/>
                  </a:lnTo>
                  <a:lnTo>
                    <a:pt x="2081" y="1193"/>
                  </a:lnTo>
                  <a:lnTo>
                    <a:pt x="2064" y="1142"/>
                  </a:lnTo>
                  <a:lnTo>
                    <a:pt x="2047" y="1092"/>
                  </a:lnTo>
                  <a:lnTo>
                    <a:pt x="2029" y="1040"/>
                  </a:lnTo>
                  <a:lnTo>
                    <a:pt x="2008" y="991"/>
                  </a:lnTo>
                  <a:lnTo>
                    <a:pt x="1986" y="941"/>
                  </a:lnTo>
                  <a:lnTo>
                    <a:pt x="1962" y="894"/>
                  </a:lnTo>
                  <a:lnTo>
                    <a:pt x="1937" y="847"/>
                  </a:lnTo>
                  <a:lnTo>
                    <a:pt x="1908" y="801"/>
                  </a:lnTo>
                  <a:lnTo>
                    <a:pt x="1908" y="801"/>
                  </a:lnTo>
                  <a:lnTo>
                    <a:pt x="1894" y="778"/>
                  </a:lnTo>
                  <a:lnTo>
                    <a:pt x="1877" y="757"/>
                  </a:lnTo>
                  <a:lnTo>
                    <a:pt x="1845" y="716"/>
                  </a:lnTo>
                  <a:lnTo>
                    <a:pt x="1809" y="677"/>
                  </a:lnTo>
                  <a:lnTo>
                    <a:pt x="1771" y="639"/>
                  </a:lnTo>
                  <a:lnTo>
                    <a:pt x="1732" y="604"/>
                  </a:lnTo>
                  <a:lnTo>
                    <a:pt x="1691" y="569"/>
                  </a:lnTo>
                  <a:lnTo>
                    <a:pt x="1649" y="537"/>
                  </a:lnTo>
                  <a:lnTo>
                    <a:pt x="1607" y="507"/>
                  </a:lnTo>
                  <a:lnTo>
                    <a:pt x="1607" y="507"/>
                  </a:lnTo>
                  <a:lnTo>
                    <a:pt x="1564" y="479"/>
                  </a:lnTo>
                  <a:lnTo>
                    <a:pt x="1519" y="451"/>
                  </a:lnTo>
                  <a:lnTo>
                    <a:pt x="1475" y="426"/>
                  </a:lnTo>
                  <a:lnTo>
                    <a:pt x="1429" y="404"/>
                  </a:lnTo>
                  <a:lnTo>
                    <a:pt x="1381" y="382"/>
                  </a:lnTo>
                  <a:lnTo>
                    <a:pt x="1334" y="361"/>
                  </a:lnTo>
                  <a:lnTo>
                    <a:pt x="1287" y="341"/>
                  </a:lnTo>
                  <a:lnTo>
                    <a:pt x="1239" y="322"/>
                  </a:lnTo>
                  <a:lnTo>
                    <a:pt x="1239" y="322"/>
                  </a:lnTo>
                  <a:lnTo>
                    <a:pt x="1163" y="294"/>
                  </a:lnTo>
                  <a:lnTo>
                    <a:pt x="1085" y="269"/>
                  </a:lnTo>
                  <a:lnTo>
                    <a:pt x="1007" y="245"/>
                  </a:lnTo>
                  <a:lnTo>
                    <a:pt x="929" y="221"/>
                  </a:lnTo>
                  <a:lnTo>
                    <a:pt x="773" y="177"/>
                  </a:lnTo>
                  <a:lnTo>
                    <a:pt x="695" y="153"/>
                  </a:lnTo>
                  <a:lnTo>
                    <a:pt x="618" y="128"/>
                  </a:lnTo>
                  <a:lnTo>
                    <a:pt x="618" y="128"/>
                  </a:lnTo>
                  <a:lnTo>
                    <a:pt x="543" y="102"/>
                  </a:lnTo>
                  <a:lnTo>
                    <a:pt x="469" y="74"/>
                  </a:lnTo>
                  <a:lnTo>
                    <a:pt x="394" y="46"/>
                  </a:lnTo>
                  <a:lnTo>
                    <a:pt x="355" y="35"/>
                  </a:lnTo>
                  <a:lnTo>
                    <a:pt x="318" y="24"/>
                  </a:lnTo>
                  <a:lnTo>
                    <a:pt x="279" y="14"/>
                  </a:lnTo>
                  <a:lnTo>
                    <a:pt x="241" y="7"/>
                  </a:lnTo>
                  <a:lnTo>
                    <a:pt x="202" y="3"/>
                  </a:lnTo>
                  <a:lnTo>
                    <a:pt x="163" y="0"/>
                  </a:lnTo>
                  <a:lnTo>
                    <a:pt x="144" y="1"/>
                  </a:lnTo>
                  <a:lnTo>
                    <a:pt x="124" y="1"/>
                  </a:lnTo>
                  <a:lnTo>
                    <a:pt x="105" y="4"/>
                  </a:lnTo>
                  <a:lnTo>
                    <a:pt x="85" y="7"/>
                  </a:lnTo>
                  <a:lnTo>
                    <a:pt x="66" y="10"/>
                  </a:lnTo>
                  <a:lnTo>
                    <a:pt x="46" y="15"/>
                  </a:lnTo>
                  <a:lnTo>
                    <a:pt x="27" y="21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3" y="31"/>
                  </a:lnTo>
                  <a:lnTo>
                    <a:pt x="2" y="33"/>
                  </a:lnTo>
                  <a:lnTo>
                    <a:pt x="0" y="36"/>
                  </a:lnTo>
                  <a:lnTo>
                    <a:pt x="2" y="39"/>
                  </a:lnTo>
                  <a:lnTo>
                    <a:pt x="3" y="42"/>
                  </a:lnTo>
                  <a:lnTo>
                    <a:pt x="4" y="45"/>
                  </a:lnTo>
                  <a:lnTo>
                    <a:pt x="7" y="45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42" y="33"/>
                  </a:lnTo>
                  <a:lnTo>
                    <a:pt x="74" y="27"/>
                  </a:lnTo>
                  <a:lnTo>
                    <a:pt x="105" y="21"/>
                  </a:lnTo>
                  <a:lnTo>
                    <a:pt x="137" y="18"/>
                  </a:lnTo>
                  <a:lnTo>
                    <a:pt x="169" y="18"/>
                  </a:lnTo>
                  <a:lnTo>
                    <a:pt x="199" y="20"/>
                  </a:lnTo>
                  <a:lnTo>
                    <a:pt x="231" y="22"/>
                  </a:lnTo>
                  <a:lnTo>
                    <a:pt x="263" y="28"/>
                  </a:lnTo>
                  <a:lnTo>
                    <a:pt x="294" y="35"/>
                  </a:lnTo>
                  <a:lnTo>
                    <a:pt x="325" y="42"/>
                  </a:lnTo>
                  <a:lnTo>
                    <a:pt x="357" y="52"/>
                  </a:lnTo>
                  <a:lnTo>
                    <a:pt x="387" y="61"/>
                  </a:lnTo>
                  <a:lnTo>
                    <a:pt x="449" y="82"/>
                  </a:lnTo>
                  <a:lnTo>
                    <a:pt x="507" y="106"/>
                  </a:lnTo>
                  <a:lnTo>
                    <a:pt x="507" y="106"/>
                  </a:lnTo>
                  <a:lnTo>
                    <a:pt x="568" y="128"/>
                  </a:lnTo>
                  <a:lnTo>
                    <a:pt x="630" y="149"/>
                  </a:lnTo>
                  <a:lnTo>
                    <a:pt x="691" y="169"/>
                  </a:lnTo>
                  <a:lnTo>
                    <a:pt x="752" y="187"/>
                  </a:lnTo>
                  <a:lnTo>
                    <a:pt x="876" y="221"/>
                  </a:lnTo>
                  <a:lnTo>
                    <a:pt x="1000" y="258"/>
                  </a:lnTo>
                  <a:lnTo>
                    <a:pt x="1000" y="258"/>
                  </a:lnTo>
                  <a:lnTo>
                    <a:pt x="1056" y="274"/>
                  </a:lnTo>
                  <a:lnTo>
                    <a:pt x="1111" y="292"/>
                  </a:lnTo>
                  <a:lnTo>
                    <a:pt x="1167" y="312"/>
                  </a:lnTo>
                  <a:lnTo>
                    <a:pt x="1221" y="331"/>
                  </a:lnTo>
                  <a:lnTo>
                    <a:pt x="1276" y="352"/>
                  </a:lnTo>
                  <a:lnTo>
                    <a:pt x="1330" y="376"/>
                  </a:lnTo>
                  <a:lnTo>
                    <a:pt x="1383" y="400"/>
                  </a:lnTo>
                  <a:lnTo>
                    <a:pt x="1436" y="425"/>
                  </a:lnTo>
                  <a:lnTo>
                    <a:pt x="1436" y="425"/>
                  </a:lnTo>
                  <a:lnTo>
                    <a:pt x="1483" y="451"/>
                  </a:lnTo>
                  <a:lnTo>
                    <a:pt x="1530" y="478"/>
                  </a:lnTo>
                  <a:lnTo>
                    <a:pt x="1576" y="507"/>
                  </a:lnTo>
                  <a:lnTo>
                    <a:pt x="1621" y="537"/>
                  </a:lnTo>
                  <a:lnTo>
                    <a:pt x="1664" y="571"/>
                  </a:lnTo>
                  <a:lnTo>
                    <a:pt x="1706" y="606"/>
                  </a:lnTo>
                  <a:lnTo>
                    <a:pt x="1748" y="640"/>
                  </a:lnTo>
                  <a:lnTo>
                    <a:pt x="1787" y="678"/>
                  </a:lnTo>
                  <a:lnTo>
                    <a:pt x="1787" y="678"/>
                  </a:lnTo>
                  <a:lnTo>
                    <a:pt x="1806" y="698"/>
                  </a:lnTo>
                  <a:lnTo>
                    <a:pt x="1826" y="718"/>
                  </a:lnTo>
                  <a:lnTo>
                    <a:pt x="1844" y="739"/>
                  </a:lnTo>
                  <a:lnTo>
                    <a:pt x="1860" y="762"/>
                  </a:lnTo>
                  <a:lnTo>
                    <a:pt x="1877" y="784"/>
                  </a:lnTo>
                  <a:lnTo>
                    <a:pt x="1893" y="808"/>
                  </a:lnTo>
                  <a:lnTo>
                    <a:pt x="1922" y="855"/>
                  </a:lnTo>
                  <a:lnTo>
                    <a:pt x="1950" y="904"/>
                  </a:lnTo>
                  <a:lnTo>
                    <a:pt x="1973" y="954"/>
                  </a:lnTo>
                  <a:lnTo>
                    <a:pt x="1996" y="1005"/>
                  </a:lnTo>
                  <a:lnTo>
                    <a:pt x="2016" y="1057"/>
                  </a:lnTo>
                  <a:lnTo>
                    <a:pt x="2016" y="1057"/>
                  </a:lnTo>
                  <a:lnTo>
                    <a:pt x="2036" y="1110"/>
                  </a:lnTo>
                  <a:lnTo>
                    <a:pt x="2055" y="1164"/>
                  </a:lnTo>
                  <a:lnTo>
                    <a:pt x="2072" y="1220"/>
                  </a:lnTo>
                  <a:lnTo>
                    <a:pt x="2087" y="1274"/>
                  </a:lnTo>
                  <a:lnTo>
                    <a:pt x="2103" y="1330"/>
                  </a:lnTo>
                  <a:lnTo>
                    <a:pt x="2117" y="1385"/>
                  </a:lnTo>
                  <a:lnTo>
                    <a:pt x="2129" y="1442"/>
                  </a:lnTo>
                  <a:lnTo>
                    <a:pt x="2142" y="1498"/>
                  </a:lnTo>
                  <a:lnTo>
                    <a:pt x="2142" y="1498"/>
                  </a:lnTo>
                  <a:lnTo>
                    <a:pt x="2154" y="1564"/>
                  </a:lnTo>
                  <a:lnTo>
                    <a:pt x="2165" y="1629"/>
                  </a:lnTo>
                  <a:lnTo>
                    <a:pt x="2177" y="1694"/>
                  </a:lnTo>
                  <a:lnTo>
                    <a:pt x="2185" y="1761"/>
                  </a:lnTo>
                  <a:lnTo>
                    <a:pt x="2193" y="1827"/>
                  </a:lnTo>
                  <a:lnTo>
                    <a:pt x="2202" y="1893"/>
                  </a:lnTo>
                  <a:lnTo>
                    <a:pt x="2214" y="2026"/>
                  </a:lnTo>
                  <a:lnTo>
                    <a:pt x="2225" y="2159"/>
                  </a:lnTo>
                  <a:lnTo>
                    <a:pt x="2235" y="2292"/>
                  </a:lnTo>
                  <a:lnTo>
                    <a:pt x="2253" y="2558"/>
                  </a:lnTo>
                  <a:lnTo>
                    <a:pt x="2253" y="2558"/>
                  </a:lnTo>
                  <a:lnTo>
                    <a:pt x="2260" y="2634"/>
                  </a:lnTo>
                  <a:lnTo>
                    <a:pt x="2267" y="2709"/>
                  </a:lnTo>
                  <a:lnTo>
                    <a:pt x="2284" y="2860"/>
                  </a:lnTo>
                  <a:lnTo>
                    <a:pt x="2302" y="3010"/>
                  </a:lnTo>
                  <a:lnTo>
                    <a:pt x="2319" y="3160"/>
                  </a:lnTo>
                  <a:lnTo>
                    <a:pt x="2319" y="3160"/>
                  </a:lnTo>
                  <a:lnTo>
                    <a:pt x="2335" y="3316"/>
                  </a:lnTo>
                  <a:lnTo>
                    <a:pt x="2351" y="3472"/>
                  </a:lnTo>
                  <a:lnTo>
                    <a:pt x="2351" y="3472"/>
                  </a:lnTo>
                  <a:lnTo>
                    <a:pt x="2369" y="3630"/>
                  </a:lnTo>
                  <a:lnTo>
                    <a:pt x="2376" y="3709"/>
                  </a:lnTo>
                  <a:lnTo>
                    <a:pt x="2381" y="3787"/>
                  </a:lnTo>
                  <a:lnTo>
                    <a:pt x="2381" y="3787"/>
                  </a:lnTo>
                  <a:lnTo>
                    <a:pt x="2383" y="3791"/>
                  </a:lnTo>
                  <a:lnTo>
                    <a:pt x="2384" y="3794"/>
                  </a:lnTo>
                  <a:lnTo>
                    <a:pt x="2387" y="3795"/>
                  </a:lnTo>
                  <a:lnTo>
                    <a:pt x="2390" y="3795"/>
                  </a:lnTo>
                  <a:lnTo>
                    <a:pt x="2394" y="3795"/>
                  </a:lnTo>
                  <a:lnTo>
                    <a:pt x="2395" y="3794"/>
                  </a:lnTo>
                  <a:lnTo>
                    <a:pt x="2398" y="3791"/>
                  </a:lnTo>
                  <a:lnTo>
                    <a:pt x="2398" y="3787"/>
                  </a:lnTo>
                  <a:lnTo>
                    <a:pt x="2398" y="37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3" name="Freeform 70">
              <a:extLst>
                <a:ext uri="{FF2B5EF4-FFF2-40B4-BE49-F238E27FC236}">
                  <a16:creationId xmlns:a16="http://schemas.microsoft.com/office/drawing/2014/main" id="{1C1D2393-B664-67C4-C9C2-E3701C81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505"/>
              <a:ext cx="1573" cy="1815"/>
            </a:xfrm>
            <a:custGeom>
              <a:avLst/>
              <a:gdLst>
                <a:gd name="T0" fmla="*/ 3145 w 3145"/>
                <a:gd name="T1" fmla="*/ 3260 h 3629"/>
                <a:gd name="T2" fmla="*/ 3132 w 3145"/>
                <a:gd name="T3" fmla="*/ 2840 h 3629"/>
                <a:gd name="T4" fmla="*/ 3106 w 3145"/>
                <a:gd name="T5" fmla="*/ 2614 h 3629"/>
                <a:gd name="T6" fmla="*/ 3044 w 3145"/>
                <a:gd name="T7" fmla="*/ 2387 h 3629"/>
                <a:gd name="T8" fmla="*/ 3001 w 3145"/>
                <a:gd name="T9" fmla="*/ 2302 h 3629"/>
                <a:gd name="T10" fmla="*/ 2923 w 3145"/>
                <a:gd name="T11" fmla="*/ 2208 h 3629"/>
                <a:gd name="T12" fmla="*/ 2822 w 3145"/>
                <a:gd name="T13" fmla="*/ 2134 h 3629"/>
                <a:gd name="T14" fmla="*/ 2708 w 3145"/>
                <a:gd name="T15" fmla="*/ 2085 h 3629"/>
                <a:gd name="T16" fmla="*/ 2600 w 3145"/>
                <a:gd name="T17" fmla="*/ 2067 h 3629"/>
                <a:gd name="T18" fmla="*/ 2458 w 3145"/>
                <a:gd name="T19" fmla="*/ 2082 h 3629"/>
                <a:gd name="T20" fmla="*/ 2236 w 3145"/>
                <a:gd name="T21" fmla="*/ 2144 h 3629"/>
                <a:gd name="T22" fmla="*/ 1919 w 3145"/>
                <a:gd name="T23" fmla="*/ 2210 h 3629"/>
                <a:gd name="T24" fmla="*/ 1724 w 3145"/>
                <a:gd name="T25" fmla="*/ 2220 h 3629"/>
                <a:gd name="T26" fmla="*/ 1472 w 3145"/>
                <a:gd name="T27" fmla="*/ 2183 h 3629"/>
                <a:gd name="T28" fmla="*/ 1285 w 3145"/>
                <a:gd name="T29" fmla="*/ 2107 h 3629"/>
                <a:gd name="T30" fmla="*/ 1087 w 3145"/>
                <a:gd name="T31" fmla="*/ 1967 h 3629"/>
                <a:gd name="T32" fmla="*/ 945 w 3145"/>
                <a:gd name="T33" fmla="*/ 1816 h 3629"/>
                <a:gd name="T34" fmla="*/ 810 w 3145"/>
                <a:gd name="T35" fmla="*/ 1634 h 3629"/>
                <a:gd name="T36" fmla="*/ 750 w 3145"/>
                <a:gd name="T37" fmla="*/ 1532 h 3629"/>
                <a:gd name="T38" fmla="*/ 697 w 3145"/>
                <a:gd name="T39" fmla="*/ 1361 h 3629"/>
                <a:gd name="T40" fmla="*/ 663 w 3145"/>
                <a:gd name="T41" fmla="*/ 1223 h 3629"/>
                <a:gd name="T42" fmla="*/ 607 w 3145"/>
                <a:gd name="T43" fmla="*/ 1098 h 3629"/>
                <a:gd name="T44" fmla="*/ 544 w 3145"/>
                <a:gd name="T45" fmla="*/ 1013 h 3629"/>
                <a:gd name="T46" fmla="*/ 386 w 3145"/>
                <a:gd name="T47" fmla="*/ 871 h 3629"/>
                <a:gd name="T48" fmla="*/ 216 w 3145"/>
                <a:gd name="T49" fmla="*/ 723 h 3629"/>
                <a:gd name="T50" fmla="*/ 115 w 3145"/>
                <a:gd name="T51" fmla="*/ 609 h 3629"/>
                <a:gd name="T52" fmla="*/ 43 w 3145"/>
                <a:gd name="T53" fmla="*/ 478 h 3629"/>
                <a:gd name="T54" fmla="*/ 15 w 3145"/>
                <a:gd name="T55" fmla="*/ 370 h 3629"/>
                <a:gd name="T56" fmla="*/ 25 w 3145"/>
                <a:gd name="T57" fmla="*/ 214 h 3629"/>
                <a:gd name="T58" fmla="*/ 47 w 3145"/>
                <a:gd name="T59" fmla="*/ 34 h 3629"/>
                <a:gd name="T60" fmla="*/ 42 w 3145"/>
                <a:gd name="T61" fmla="*/ 1 h 3629"/>
                <a:gd name="T62" fmla="*/ 30 w 3145"/>
                <a:gd name="T63" fmla="*/ 8 h 3629"/>
                <a:gd name="T64" fmla="*/ 23 w 3145"/>
                <a:gd name="T65" fmla="*/ 118 h 3629"/>
                <a:gd name="T66" fmla="*/ 0 w 3145"/>
                <a:gd name="T67" fmla="*/ 334 h 3629"/>
                <a:gd name="T68" fmla="*/ 14 w 3145"/>
                <a:gd name="T69" fmla="*/ 444 h 3629"/>
                <a:gd name="T70" fmla="*/ 71 w 3145"/>
                <a:gd name="T71" fmla="*/ 573 h 3629"/>
                <a:gd name="T72" fmla="*/ 157 w 3145"/>
                <a:gd name="T73" fmla="*/ 684 h 3629"/>
                <a:gd name="T74" fmla="*/ 320 w 3145"/>
                <a:gd name="T75" fmla="*/ 840 h 3629"/>
                <a:gd name="T76" fmla="*/ 508 w 3145"/>
                <a:gd name="T77" fmla="*/ 1001 h 3629"/>
                <a:gd name="T78" fmla="*/ 593 w 3145"/>
                <a:gd name="T79" fmla="*/ 1106 h 3629"/>
                <a:gd name="T80" fmla="*/ 642 w 3145"/>
                <a:gd name="T81" fmla="*/ 1214 h 3629"/>
                <a:gd name="T82" fmla="*/ 685 w 3145"/>
                <a:gd name="T83" fmla="*/ 1381 h 3629"/>
                <a:gd name="T84" fmla="*/ 735 w 3145"/>
                <a:gd name="T85" fmla="*/ 1541 h 3629"/>
                <a:gd name="T86" fmla="*/ 796 w 3145"/>
                <a:gd name="T87" fmla="*/ 1642 h 3629"/>
                <a:gd name="T88" fmla="*/ 927 w 3145"/>
                <a:gd name="T89" fmla="*/ 1819 h 3629"/>
                <a:gd name="T90" fmla="*/ 1061 w 3145"/>
                <a:gd name="T91" fmla="*/ 1965 h 3629"/>
                <a:gd name="T92" fmla="*/ 1252 w 3145"/>
                <a:gd name="T93" fmla="*/ 2107 h 3629"/>
                <a:gd name="T94" fmla="*/ 1369 w 3145"/>
                <a:gd name="T95" fmla="*/ 2166 h 3629"/>
                <a:gd name="T96" fmla="*/ 1603 w 3145"/>
                <a:gd name="T97" fmla="*/ 2226 h 3629"/>
                <a:gd name="T98" fmla="*/ 1873 w 3145"/>
                <a:gd name="T99" fmla="*/ 2230 h 3629"/>
                <a:gd name="T100" fmla="*/ 2141 w 3145"/>
                <a:gd name="T101" fmla="*/ 2185 h 3629"/>
                <a:gd name="T102" fmla="*/ 2389 w 3145"/>
                <a:gd name="T103" fmla="*/ 2118 h 3629"/>
                <a:gd name="T104" fmla="*/ 2563 w 3145"/>
                <a:gd name="T105" fmla="*/ 2084 h 3629"/>
                <a:gd name="T106" fmla="*/ 2678 w 3145"/>
                <a:gd name="T107" fmla="*/ 2093 h 3629"/>
                <a:gd name="T108" fmla="*/ 2806 w 3145"/>
                <a:gd name="T109" fmla="*/ 2144 h 3629"/>
                <a:gd name="T110" fmla="*/ 2917 w 3145"/>
                <a:gd name="T111" fmla="*/ 2227 h 3629"/>
                <a:gd name="T112" fmla="*/ 2985 w 3145"/>
                <a:gd name="T113" fmla="*/ 2311 h 3629"/>
                <a:gd name="T114" fmla="*/ 3041 w 3145"/>
                <a:gd name="T115" fmla="*/ 2422 h 3629"/>
                <a:gd name="T116" fmla="*/ 3093 w 3145"/>
                <a:gd name="T117" fmla="*/ 2638 h 3629"/>
                <a:gd name="T118" fmla="*/ 3126 w 3145"/>
                <a:gd name="T119" fmla="*/ 3008 h 3629"/>
                <a:gd name="T120" fmla="*/ 3129 w 3145"/>
                <a:gd name="T121" fmla="*/ 3367 h 3629"/>
                <a:gd name="T122" fmla="*/ 3123 w 3145"/>
                <a:gd name="T123" fmla="*/ 3626 h 3629"/>
                <a:gd name="T124" fmla="*/ 3137 w 3145"/>
                <a:gd name="T125" fmla="*/ 3625 h 3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45" h="3629">
                  <a:moveTo>
                    <a:pt x="3138" y="3621"/>
                  </a:moveTo>
                  <a:lnTo>
                    <a:pt x="3138" y="3621"/>
                  </a:lnTo>
                  <a:lnTo>
                    <a:pt x="3141" y="3501"/>
                  </a:lnTo>
                  <a:lnTo>
                    <a:pt x="3144" y="3380"/>
                  </a:lnTo>
                  <a:lnTo>
                    <a:pt x="3145" y="3260"/>
                  </a:lnTo>
                  <a:lnTo>
                    <a:pt x="3145" y="3140"/>
                  </a:lnTo>
                  <a:lnTo>
                    <a:pt x="3143" y="3019"/>
                  </a:lnTo>
                  <a:lnTo>
                    <a:pt x="3140" y="2959"/>
                  </a:lnTo>
                  <a:lnTo>
                    <a:pt x="3137" y="2899"/>
                  </a:lnTo>
                  <a:lnTo>
                    <a:pt x="3132" y="2840"/>
                  </a:lnTo>
                  <a:lnTo>
                    <a:pt x="3127" y="2780"/>
                  </a:lnTo>
                  <a:lnTo>
                    <a:pt x="3120" y="2720"/>
                  </a:lnTo>
                  <a:lnTo>
                    <a:pt x="3113" y="2660"/>
                  </a:lnTo>
                  <a:lnTo>
                    <a:pt x="3113" y="2660"/>
                  </a:lnTo>
                  <a:lnTo>
                    <a:pt x="3106" y="2614"/>
                  </a:lnTo>
                  <a:lnTo>
                    <a:pt x="3098" y="2568"/>
                  </a:lnTo>
                  <a:lnTo>
                    <a:pt x="3087" y="2521"/>
                  </a:lnTo>
                  <a:lnTo>
                    <a:pt x="3076" y="2475"/>
                  </a:lnTo>
                  <a:lnTo>
                    <a:pt x="3060" y="2430"/>
                  </a:lnTo>
                  <a:lnTo>
                    <a:pt x="3044" y="2387"/>
                  </a:lnTo>
                  <a:lnTo>
                    <a:pt x="3034" y="2365"/>
                  </a:lnTo>
                  <a:lnTo>
                    <a:pt x="3024" y="2344"/>
                  </a:lnTo>
                  <a:lnTo>
                    <a:pt x="3013" y="2323"/>
                  </a:lnTo>
                  <a:lnTo>
                    <a:pt x="3001" y="2302"/>
                  </a:lnTo>
                  <a:lnTo>
                    <a:pt x="3001" y="2302"/>
                  </a:lnTo>
                  <a:lnTo>
                    <a:pt x="2987" y="2283"/>
                  </a:lnTo>
                  <a:lnTo>
                    <a:pt x="2973" y="2263"/>
                  </a:lnTo>
                  <a:lnTo>
                    <a:pt x="2956" y="2244"/>
                  </a:lnTo>
                  <a:lnTo>
                    <a:pt x="2939" y="2226"/>
                  </a:lnTo>
                  <a:lnTo>
                    <a:pt x="2923" y="2208"/>
                  </a:lnTo>
                  <a:lnTo>
                    <a:pt x="2903" y="2191"/>
                  </a:lnTo>
                  <a:lnTo>
                    <a:pt x="2884" y="2176"/>
                  </a:lnTo>
                  <a:lnTo>
                    <a:pt x="2864" y="2160"/>
                  </a:lnTo>
                  <a:lnTo>
                    <a:pt x="2843" y="2146"/>
                  </a:lnTo>
                  <a:lnTo>
                    <a:pt x="2822" y="2134"/>
                  </a:lnTo>
                  <a:lnTo>
                    <a:pt x="2800" y="2121"/>
                  </a:lnTo>
                  <a:lnTo>
                    <a:pt x="2778" y="2110"/>
                  </a:lnTo>
                  <a:lnTo>
                    <a:pt x="2756" y="2100"/>
                  </a:lnTo>
                  <a:lnTo>
                    <a:pt x="2732" y="2092"/>
                  </a:lnTo>
                  <a:lnTo>
                    <a:pt x="2708" y="2085"/>
                  </a:lnTo>
                  <a:lnTo>
                    <a:pt x="2685" y="2078"/>
                  </a:lnTo>
                  <a:lnTo>
                    <a:pt x="2685" y="2078"/>
                  </a:lnTo>
                  <a:lnTo>
                    <a:pt x="2657" y="2073"/>
                  </a:lnTo>
                  <a:lnTo>
                    <a:pt x="2627" y="2068"/>
                  </a:lnTo>
                  <a:lnTo>
                    <a:pt x="2600" y="2067"/>
                  </a:lnTo>
                  <a:lnTo>
                    <a:pt x="2570" y="2067"/>
                  </a:lnTo>
                  <a:lnTo>
                    <a:pt x="2542" y="2068"/>
                  </a:lnTo>
                  <a:lnTo>
                    <a:pt x="2515" y="2071"/>
                  </a:lnTo>
                  <a:lnTo>
                    <a:pt x="2485" y="2077"/>
                  </a:lnTo>
                  <a:lnTo>
                    <a:pt x="2458" y="2082"/>
                  </a:lnTo>
                  <a:lnTo>
                    <a:pt x="2402" y="2096"/>
                  </a:lnTo>
                  <a:lnTo>
                    <a:pt x="2346" y="2112"/>
                  </a:lnTo>
                  <a:lnTo>
                    <a:pt x="2292" y="2128"/>
                  </a:lnTo>
                  <a:lnTo>
                    <a:pt x="2236" y="2144"/>
                  </a:lnTo>
                  <a:lnTo>
                    <a:pt x="2236" y="2144"/>
                  </a:lnTo>
                  <a:lnTo>
                    <a:pt x="2173" y="2160"/>
                  </a:lnTo>
                  <a:lnTo>
                    <a:pt x="2111" y="2176"/>
                  </a:lnTo>
                  <a:lnTo>
                    <a:pt x="2047" y="2189"/>
                  </a:lnTo>
                  <a:lnTo>
                    <a:pt x="1983" y="2201"/>
                  </a:lnTo>
                  <a:lnTo>
                    <a:pt x="1919" y="2210"/>
                  </a:lnTo>
                  <a:lnTo>
                    <a:pt x="1853" y="2216"/>
                  </a:lnTo>
                  <a:lnTo>
                    <a:pt x="1789" y="2220"/>
                  </a:lnTo>
                  <a:lnTo>
                    <a:pt x="1757" y="2220"/>
                  </a:lnTo>
                  <a:lnTo>
                    <a:pt x="1724" y="2220"/>
                  </a:lnTo>
                  <a:lnTo>
                    <a:pt x="1724" y="2220"/>
                  </a:lnTo>
                  <a:lnTo>
                    <a:pt x="1672" y="2217"/>
                  </a:lnTo>
                  <a:lnTo>
                    <a:pt x="1622" y="2213"/>
                  </a:lnTo>
                  <a:lnTo>
                    <a:pt x="1572" y="2205"/>
                  </a:lnTo>
                  <a:lnTo>
                    <a:pt x="1522" y="2195"/>
                  </a:lnTo>
                  <a:lnTo>
                    <a:pt x="1472" y="2183"/>
                  </a:lnTo>
                  <a:lnTo>
                    <a:pt x="1423" y="2167"/>
                  </a:lnTo>
                  <a:lnTo>
                    <a:pt x="1376" y="2150"/>
                  </a:lnTo>
                  <a:lnTo>
                    <a:pt x="1328" y="2130"/>
                  </a:lnTo>
                  <a:lnTo>
                    <a:pt x="1328" y="2130"/>
                  </a:lnTo>
                  <a:lnTo>
                    <a:pt x="1285" y="2107"/>
                  </a:lnTo>
                  <a:lnTo>
                    <a:pt x="1242" y="2084"/>
                  </a:lnTo>
                  <a:lnTo>
                    <a:pt x="1202" y="2057"/>
                  </a:lnTo>
                  <a:lnTo>
                    <a:pt x="1163" y="2028"/>
                  </a:lnTo>
                  <a:lnTo>
                    <a:pt x="1124" y="1999"/>
                  </a:lnTo>
                  <a:lnTo>
                    <a:pt x="1087" y="1967"/>
                  </a:lnTo>
                  <a:lnTo>
                    <a:pt x="1051" y="1933"/>
                  </a:lnTo>
                  <a:lnTo>
                    <a:pt x="1018" y="1898"/>
                  </a:lnTo>
                  <a:lnTo>
                    <a:pt x="1018" y="1898"/>
                  </a:lnTo>
                  <a:lnTo>
                    <a:pt x="980" y="1858"/>
                  </a:lnTo>
                  <a:lnTo>
                    <a:pt x="945" y="1816"/>
                  </a:lnTo>
                  <a:lnTo>
                    <a:pt x="912" y="1773"/>
                  </a:lnTo>
                  <a:lnTo>
                    <a:pt x="880" y="1730"/>
                  </a:lnTo>
                  <a:lnTo>
                    <a:pt x="880" y="1730"/>
                  </a:lnTo>
                  <a:lnTo>
                    <a:pt x="845" y="1681"/>
                  </a:lnTo>
                  <a:lnTo>
                    <a:pt x="810" y="1634"/>
                  </a:lnTo>
                  <a:lnTo>
                    <a:pt x="795" y="1609"/>
                  </a:lnTo>
                  <a:lnTo>
                    <a:pt x="778" y="1584"/>
                  </a:lnTo>
                  <a:lnTo>
                    <a:pt x="764" y="1559"/>
                  </a:lnTo>
                  <a:lnTo>
                    <a:pt x="750" y="1532"/>
                  </a:lnTo>
                  <a:lnTo>
                    <a:pt x="750" y="1532"/>
                  </a:lnTo>
                  <a:lnTo>
                    <a:pt x="738" y="1505"/>
                  </a:lnTo>
                  <a:lnTo>
                    <a:pt x="727" y="1477"/>
                  </a:lnTo>
                  <a:lnTo>
                    <a:pt x="718" y="1449"/>
                  </a:lnTo>
                  <a:lnTo>
                    <a:pt x="710" y="1420"/>
                  </a:lnTo>
                  <a:lnTo>
                    <a:pt x="697" y="1361"/>
                  </a:lnTo>
                  <a:lnTo>
                    <a:pt x="685" y="1303"/>
                  </a:lnTo>
                  <a:lnTo>
                    <a:pt x="685" y="1303"/>
                  </a:lnTo>
                  <a:lnTo>
                    <a:pt x="678" y="1276"/>
                  </a:lnTo>
                  <a:lnTo>
                    <a:pt x="671" y="1250"/>
                  </a:lnTo>
                  <a:lnTo>
                    <a:pt x="663" y="1223"/>
                  </a:lnTo>
                  <a:lnTo>
                    <a:pt x="654" y="1198"/>
                  </a:lnTo>
                  <a:lnTo>
                    <a:pt x="643" y="1173"/>
                  </a:lnTo>
                  <a:lnTo>
                    <a:pt x="632" y="1148"/>
                  </a:lnTo>
                  <a:lnTo>
                    <a:pt x="621" y="1123"/>
                  </a:lnTo>
                  <a:lnTo>
                    <a:pt x="607" y="1098"/>
                  </a:lnTo>
                  <a:lnTo>
                    <a:pt x="607" y="1098"/>
                  </a:lnTo>
                  <a:lnTo>
                    <a:pt x="593" y="1076"/>
                  </a:lnTo>
                  <a:lnTo>
                    <a:pt x="578" y="1055"/>
                  </a:lnTo>
                  <a:lnTo>
                    <a:pt x="562" y="1034"/>
                  </a:lnTo>
                  <a:lnTo>
                    <a:pt x="544" y="1013"/>
                  </a:lnTo>
                  <a:lnTo>
                    <a:pt x="526" y="994"/>
                  </a:lnTo>
                  <a:lnTo>
                    <a:pt x="508" y="975"/>
                  </a:lnTo>
                  <a:lnTo>
                    <a:pt x="469" y="939"/>
                  </a:lnTo>
                  <a:lnTo>
                    <a:pt x="427" y="904"/>
                  </a:lnTo>
                  <a:lnTo>
                    <a:pt x="386" y="871"/>
                  </a:lnTo>
                  <a:lnTo>
                    <a:pt x="344" y="838"/>
                  </a:lnTo>
                  <a:lnTo>
                    <a:pt x="303" y="804"/>
                  </a:lnTo>
                  <a:lnTo>
                    <a:pt x="303" y="804"/>
                  </a:lnTo>
                  <a:lnTo>
                    <a:pt x="259" y="765"/>
                  </a:lnTo>
                  <a:lnTo>
                    <a:pt x="216" y="723"/>
                  </a:lnTo>
                  <a:lnTo>
                    <a:pt x="193" y="701"/>
                  </a:lnTo>
                  <a:lnTo>
                    <a:pt x="172" y="679"/>
                  </a:lnTo>
                  <a:lnTo>
                    <a:pt x="153" y="657"/>
                  </a:lnTo>
                  <a:lnTo>
                    <a:pt x="133" y="633"/>
                  </a:lnTo>
                  <a:lnTo>
                    <a:pt x="115" y="609"/>
                  </a:lnTo>
                  <a:lnTo>
                    <a:pt x="99" y="584"/>
                  </a:lnTo>
                  <a:lnTo>
                    <a:pt x="83" y="559"/>
                  </a:lnTo>
                  <a:lnTo>
                    <a:pt x="68" y="533"/>
                  </a:lnTo>
                  <a:lnTo>
                    <a:pt x="55" y="506"/>
                  </a:lnTo>
                  <a:lnTo>
                    <a:pt x="43" y="478"/>
                  </a:lnTo>
                  <a:lnTo>
                    <a:pt x="33" y="451"/>
                  </a:lnTo>
                  <a:lnTo>
                    <a:pt x="25" y="421"/>
                  </a:lnTo>
                  <a:lnTo>
                    <a:pt x="25" y="421"/>
                  </a:lnTo>
                  <a:lnTo>
                    <a:pt x="19" y="395"/>
                  </a:lnTo>
                  <a:lnTo>
                    <a:pt x="15" y="370"/>
                  </a:lnTo>
                  <a:lnTo>
                    <a:pt x="14" y="343"/>
                  </a:lnTo>
                  <a:lnTo>
                    <a:pt x="14" y="318"/>
                  </a:lnTo>
                  <a:lnTo>
                    <a:pt x="15" y="292"/>
                  </a:lnTo>
                  <a:lnTo>
                    <a:pt x="18" y="267"/>
                  </a:lnTo>
                  <a:lnTo>
                    <a:pt x="25" y="214"/>
                  </a:lnTo>
                  <a:lnTo>
                    <a:pt x="33" y="162"/>
                  </a:lnTo>
                  <a:lnTo>
                    <a:pt x="40" y="111"/>
                  </a:lnTo>
                  <a:lnTo>
                    <a:pt x="44" y="86"/>
                  </a:lnTo>
                  <a:lnTo>
                    <a:pt x="46" y="59"/>
                  </a:lnTo>
                  <a:lnTo>
                    <a:pt x="47" y="34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6" y="4"/>
                  </a:lnTo>
                  <a:lnTo>
                    <a:pt x="44" y="2"/>
                  </a:lnTo>
                  <a:lnTo>
                    <a:pt x="42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3" y="2"/>
                  </a:lnTo>
                  <a:lnTo>
                    <a:pt x="32" y="4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36"/>
                  </a:lnTo>
                  <a:lnTo>
                    <a:pt x="29" y="62"/>
                  </a:lnTo>
                  <a:lnTo>
                    <a:pt x="28" y="90"/>
                  </a:lnTo>
                  <a:lnTo>
                    <a:pt x="23" y="118"/>
                  </a:lnTo>
                  <a:lnTo>
                    <a:pt x="16" y="172"/>
                  </a:lnTo>
                  <a:lnTo>
                    <a:pt x="8" y="225"/>
                  </a:lnTo>
                  <a:lnTo>
                    <a:pt x="3" y="279"/>
                  </a:lnTo>
                  <a:lnTo>
                    <a:pt x="0" y="307"/>
                  </a:lnTo>
                  <a:lnTo>
                    <a:pt x="0" y="334"/>
                  </a:lnTo>
                  <a:lnTo>
                    <a:pt x="0" y="362"/>
                  </a:lnTo>
                  <a:lnTo>
                    <a:pt x="3" y="388"/>
                  </a:lnTo>
                  <a:lnTo>
                    <a:pt x="7" y="416"/>
                  </a:lnTo>
                  <a:lnTo>
                    <a:pt x="14" y="444"/>
                  </a:lnTo>
                  <a:lnTo>
                    <a:pt x="14" y="444"/>
                  </a:lnTo>
                  <a:lnTo>
                    <a:pt x="22" y="470"/>
                  </a:lnTo>
                  <a:lnTo>
                    <a:pt x="32" y="498"/>
                  </a:lnTo>
                  <a:lnTo>
                    <a:pt x="43" y="523"/>
                  </a:lnTo>
                  <a:lnTo>
                    <a:pt x="57" y="548"/>
                  </a:lnTo>
                  <a:lnTo>
                    <a:pt x="71" y="573"/>
                  </a:lnTo>
                  <a:lnTo>
                    <a:pt x="86" y="597"/>
                  </a:lnTo>
                  <a:lnTo>
                    <a:pt x="103" y="619"/>
                  </a:lnTo>
                  <a:lnTo>
                    <a:pt x="120" y="641"/>
                  </a:lnTo>
                  <a:lnTo>
                    <a:pt x="138" y="664"/>
                  </a:lnTo>
                  <a:lnTo>
                    <a:pt x="157" y="684"/>
                  </a:lnTo>
                  <a:lnTo>
                    <a:pt x="196" y="726"/>
                  </a:lnTo>
                  <a:lnTo>
                    <a:pt x="238" y="765"/>
                  </a:lnTo>
                  <a:lnTo>
                    <a:pt x="278" y="804"/>
                  </a:lnTo>
                  <a:lnTo>
                    <a:pt x="278" y="804"/>
                  </a:lnTo>
                  <a:lnTo>
                    <a:pt x="320" y="840"/>
                  </a:lnTo>
                  <a:lnTo>
                    <a:pt x="362" y="875"/>
                  </a:lnTo>
                  <a:lnTo>
                    <a:pt x="405" y="910"/>
                  </a:lnTo>
                  <a:lnTo>
                    <a:pt x="447" y="945"/>
                  </a:lnTo>
                  <a:lnTo>
                    <a:pt x="487" y="981"/>
                  </a:lnTo>
                  <a:lnTo>
                    <a:pt x="508" y="1001"/>
                  </a:lnTo>
                  <a:lnTo>
                    <a:pt x="526" y="1020"/>
                  </a:lnTo>
                  <a:lnTo>
                    <a:pt x="544" y="1041"/>
                  </a:lnTo>
                  <a:lnTo>
                    <a:pt x="561" y="1062"/>
                  </a:lnTo>
                  <a:lnTo>
                    <a:pt x="578" y="1084"/>
                  </a:lnTo>
                  <a:lnTo>
                    <a:pt x="593" y="1106"/>
                  </a:lnTo>
                  <a:lnTo>
                    <a:pt x="593" y="1106"/>
                  </a:lnTo>
                  <a:lnTo>
                    <a:pt x="607" y="1133"/>
                  </a:lnTo>
                  <a:lnTo>
                    <a:pt x="619" y="1159"/>
                  </a:lnTo>
                  <a:lnTo>
                    <a:pt x="632" y="1186"/>
                  </a:lnTo>
                  <a:lnTo>
                    <a:pt x="642" y="1214"/>
                  </a:lnTo>
                  <a:lnTo>
                    <a:pt x="651" y="1240"/>
                  </a:lnTo>
                  <a:lnTo>
                    <a:pt x="658" y="1268"/>
                  </a:lnTo>
                  <a:lnTo>
                    <a:pt x="672" y="1326"/>
                  </a:lnTo>
                  <a:lnTo>
                    <a:pt x="672" y="1326"/>
                  </a:lnTo>
                  <a:lnTo>
                    <a:pt x="685" y="1381"/>
                  </a:lnTo>
                  <a:lnTo>
                    <a:pt x="697" y="1435"/>
                  </a:lnTo>
                  <a:lnTo>
                    <a:pt x="706" y="1463"/>
                  </a:lnTo>
                  <a:lnTo>
                    <a:pt x="714" y="1489"/>
                  </a:lnTo>
                  <a:lnTo>
                    <a:pt x="724" y="1516"/>
                  </a:lnTo>
                  <a:lnTo>
                    <a:pt x="735" y="1541"/>
                  </a:lnTo>
                  <a:lnTo>
                    <a:pt x="735" y="1541"/>
                  </a:lnTo>
                  <a:lnTo>
                    <a:pt x="749" y="1567"/>
                  </a:lnTo>
                  <a:lnTo>
                    <a:pt x="764" y="1592"/>
                  </a:lnTo>
                  <a:lnTo>
                    <a:pt x="780" y="1617"/>
                  </a:lnTo>
                  <a:lnTo>
                    <a:pt x="796" y="1642"/>
                  </a:lnTo>
                  <a:lnTo>
                    <a:pt x="831" y="1691"/>
                  </a:lnTo>
                  <a:lnTo>
                    <a:pt x="866" y="1738"/>
                  </a:lnTo>
                  <a:lnTo>
                    <a:pt x="866" y="1738"/>
                  </a:lnTo>
                  <a:lnTo>
                    <a:pt x="897" y="1779"/>
                  </a:lnTo>
                  <a:lnTo>
                    <a:pt x="927" y="1819"/>
                  </a:lnTo>
                  <a:lnTo>
                    <a:pt x="961" y="1860"/>
                  </a:lnTo>
                  <a:lnTo>
                    <a:pt x="994" y="1898"/>
                  </a:lnTo>
                  <a:lnTo>
                    <a:pt x="994" y="1898"/>
                  </a:lnTo>
                  <a:lnTo>
                    <a:pt x="1027" y="1932"/>
                  </a:lnTo>
                  <a:lnTo>
                    <a:pt x="1061" y="1965"/>
                  </a:lnTo>
                  <a:lnTo>
                    <a:pt x="1097" y="1997"/>
                  </a:lnTo>
                  <a:lnTo>
                    <a:pt x="1133" y="2028"/>
                  </a:lnTo>
                  <a:lnTo>
                    <a:pt x="1171" y="2056"/>
                  </a:lnTo>
                  <a:lnTo>
                    <a:pt x="1211" y="2082"/>
                  </a:lnTo>
                  <a:lnTo>
                    <a:pt x="1252" y="2107"/>
                  </a:lnTo>
                  <a:lnTo>
                    <a:pt x="1292" y="2131"/>
                  </a:lnTo>
                  <a:lnTo>
                    <a:pt x="1292" y="2131"/>
                  </a:lnTo>
                  <a:lnTo>
                    <a:pt x="1317" y="2144"/>
                  </a:lnTo>
                  <a:lnTo>
                    <a:pt x="1342" y="2155"/>
                  </a:lnTo>
                  <a:lnTo>
                    <a:pt x="1369" y="2166"/>
                  </a:lnTo>
                  <a:lnTo>
                    <a:pt x="1394" y="2176"/>
                  </a:lnTo>
                  <a:lnTo>
                    <a:pt x="1445" y="2192"/>
                  </a:lnTo>
                  <a:lnTo>
                    <a:pt x="1497" y="2206"/>
                  </a:lnTo>
                  <a:lnTo>
                    <a:pt x="1550" y="2217"/>
                  </a:lnTo>
                  <a:lnTo>
                    <a:pt x="1603" y="2226"/>
                  </a:lnTo>
                  <a:lnTo>
                    <a:pt x="1657" y="2231"/>
                  </a:lnTo>
                  <a:lnTo>
                    <a:pt x="1711" y="2234"/>
                  </a:lnTo>
                  <a:lnTo>
                    <a:pt x="1765" y="2235"/>
                  </a:lnTo>
                  <a:lnTo>
                    <a:pt x="1818" y="2234"/>
                  </a:lnTo>
                  <a:lnTo>
                    <a:pt x="1873" y="2230"/>
                  </a:lnTo>
                  <a:lnTo>
                    <a:pt x="1927" y="2224"/>
                  </a:lnTo>
                  <a:lnTo>
                    <a:pt x="1981" y="2217"/>
                  </a:lnTo>
                  <a:lnTo>
                    <a:pt x="2036" y="2208"/>
                  </a:lnTo>
                  <a:lnTo>
                    <a:pt x="2089" y="2198"/>
                  </a:lnTo>
                  <a:lnTo>
                    <a:pt x="2141" y="2185"/>
                  </a:lnTo>
                  <a:lnTo>
                    <a:pt x="2141" y="2185"/>
                  </a:lnTo>
                  <a:lnTo>
                    <a:pt x="2204" y="2170"/>
                  </a:lnTo>
                  <a:lnTo>
                    <a:pt x="2265" y="2153"/>
                  </a:lnTo>
                  <a:lnTo>
                    <a:pt x="2389" y="2118"/>
                  </a:lnTo>
                  <a:lnTo>
                    <a:pt x="2389" y="2118"/>
                  </a:lnTo>
                  <a:lnTo>
                    <a:pt x="2448" y="2102"/>
                  </a:lnTo>
                  <a:lnTo>
                    <a:pt x="2476" y="2096"/>
                  </a:lnTo>
                  <a:lnTo>
                    <a:pt x="2505" y="2091"/>
                  </a:lnTo>
                  <a:lnTo>
                    <a:pt x="2534" y="2086"/>
                  </a:lnTo>
                  <a:lnTo>
                    <a:pt x="2563" y="2084"/>
                  </a:lnTo>
                  <a:lnTo>
                    <a:pt x="2593" y="2082"/>
                  </a:lnTo>
                  <a:lnTo>
                    <a:pt x="2623" y="2085"/>
                  </a:lnTo>
                  <a:lnTo>
                    <a:pt x="2623" y="2085"/>
                  </a:lnTo>
                  <a:lnTo>
                    <a:pt x="2650" y="2088"/>
                  </a:lnTo>
                  <a:lnTo>
                    <a:pt x="2678" y="2093"/>
                  </a:lnTo>
                  <a:lnTo>
                    <a:pt x="2704" y="2100"/>
                  </a:lnTo>
                  <a:lnTo>
                    <a:pt x="2730" y="2109"/>
                  </a:lnTo>
                  <a:lnTo>
                    <a:pt x="2756" y="2118"/>
                  </a:lnTo>
                  <a:lnTo>
                    <a:pt x="2781" y="2130"/>
                  </a:lnTo>
                  <a:lnTo>
                    <a:pt x="2806" y="2144"/>
                  </a:lnTo>
                  <a:lnTo>
                    <a:pt x="2829" y="2157"/>
                  </a:lnTo>
                  <a:lnTo>
                    <a:pt x="2853" y="2173"/>
                  </a:lnTo>
                  <a:lnTo>
                    <a:pt x="2875" y="2189"/>
                  </a:lnTo>
                  <a:lnTo>
                    <a:pt x="2896" y="2208"/>
                  </a:lnTo>
                  <a:lnTo>
                    <a:pt x="2917" y="2227"/>
                  </a:lnTo>
                  <a:lnTo>
                    <a:pt x="2937" y="2247"/>
                  </a:lnTo>
                  <a:lnTo>
                    <a:pt x="2953" y="2267"/>
                  </a:lnTo>
                  <a:lnTo>
                    <a:pt x="2970" y="2288"/>
                  </a:lnTo>
                  <a:lnTo>
                    <a:pt x="2985" y="2311"/>
                  </a:lnTo>
                  <a:lnTo>
                    <a:pt x="2985" y="2311"/>
                  </a:lnTo>
                  <a:lnTo>
                    <a:pt x="2999" y="2333"/>
                  </a:lnTo>
                  <a:lnTo>
                    <a:pt x="3010" y="2354"/>
                  </a:lnTo>
                  <a:lnTo>
                    <a:pt x="3021" y="2376"/>
                  </a:lnTo>
                  <a:lnTo>
                    <a:pt x="3031" y="2398"/>
                  </a:lnTo>
                  <a:lnTo>
                    <a:pt x="3041" y="2422"/>
                  </a:lnTo>
                  <a:lnTo>
                    <a:pt x="3049" y="2444"/>
                  </a:lnTo>
                  <a:lnTo>
                    <a:pt x="3063" y="2492"/>
                  </a:lnTo>
                  <a:lnTo>
                    <a:pt x="3076" y="2540"/>
                  </a:lnTo>
                  <a:lnTo>
                    <a:pt x="3086" y="2589"/>
                  </a:lnTo>
                  <a:lnTo>
                    <a:pt x="3093" y="2638"/>
                  </a:lnTo>
                  <a:lnTo>
                    <a:pt x="3099" y="2686"/>
                  </a:lnTo>
                  <a:lnTo>
                    <a:pt x="3099" y="2686"/>
                  </a:lnTo>
                  <a:lnTo>
                    <a:pt x="3111" y="2792"/>
                  </a:lnTo>
                  <a:lnTo>
                    <a:pt x="3119" y="2899"/>
                  </a:lnTo>
                  <a:lnTo>
                    <a:pt x="3126" y="3008"/>
                  </a:lnTo>
                  <a:lnTo>
                    <a:pt x="3129" y="3115"/>
                  </a:lnTo>
                  <a:lnTo>
                    <a:pt x="3129" y="3115"/>
                  </a:lnTo>
                  <a:lnTo>
                    <a:pt x="3130" y="3178"/>
                  </a:lnTo>
                  <a:lnTo>
                    <a:pt x="3130" y="3241"/>
                  </a:lnTo>
                  <a:lnTo>
                    <a:pt x="3129" y="3367"/>
                  </a:lnTo>
                  <a:lnTo>
                    <a:pt x="3126" y="3494"/>
                  </a:lnTo>
                  <a:lnTo>
                    <a:pt x="3122" y="3621"/>
                  </a:lnTo>
                  <a:lnTo>
                    <a:pt x="3122" y="3621"/>
                  </a:lnTo>
                  <a:lnTo>
                    <a:pt x="3122" y="3625"/>
                  </a:lnTo>
                  <a:lnTo>
                    <a:pt x="3123" y="3626"/>
                  </a:lnTo>
                  <a:lnTo>
                    <a:pt x="3126" y="3628"/>
                  </a:lnTo>
                  <a:lnTo>
                    <a:pt x="3129" y="3629"/>
                  </a:lnTo>
                  <a:lnTo>
                    <a:pt x="3133" y="3628"/>
                  </a:lnTo>
                  <a:lnTo>
                    <a:pt x="3136" y="3626"/>
                  </a:lnTo>
                  <a:lnTo>
                    <a:pt x="3137" y="3625"/>
                  </a:lnTo>
                  <a:lnTo>
                    <a:pt x="3138" y="3621"/>
                  </a:lnTo>
                  <a:lnTo>
                    <a:pt x="3138" y="36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4" name="Freeform 71">
              <a:extLst>
                <a:ext uri="{FF2B5EF4-FFF2-40B4-BE49-F238E27FC236}">
                  <a16:creationId xmlns:a16="http://schemas.microsoft.com/office/drawing/2014/main" id="{8BFE77B0-15D4-20B1-B190-0477CCFE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883"/>
              <a:ext cx="154" cy="694"/>
            </a:xfrm>
            <a:custGeom>
              <a:avLst/>
              <a:gdLst>
                <a:gd name="T0" fmla="*/ 17 w 310"/>
                <a:gd name="T1" fmla="*/ 1383 h 1387"/>
                <a:gd name="T2" fmla="*/ 41 w 310"/>
                <a:gd name="T3" fmla="*/ 1345 h 1387"/>
                <a:gd name="T4" fmla="*/ 69 w 310"/>
                <a:gd name="T5" fmla="*/ 1311 h 1387"/>
                <a:gd name="T6" fmla="*/ 130 w 310"/>
                <a:gd name="T7" fmla="*/ 1245 h 1387"/>
                <a:gd name="T8" fmla="*/ 144 w 310"/>
                <a:gd name="T9" fmla="*/ 1230 h 1387"/>
                <a:gd name="T10" fmla="*/ 169 w 310"/>
                <a:gd name="T11" fmla="*/ 1198 h 1387"/>
                <a:gd name="T12" fmla="*/ 191 w 310"/>
                <a:gd name="T13" fmla="*/ 1163 h 1387"/>
                <a:gd name="T14" fmla="*/ 211 w 310"/>
                <a:gd name="T15" fmla="*/ 1127 h 1387"/>
                <a:gd name="T16" fmla="*/ 218 w 310"/>
                <a:gd name="T17" fmla="*/ 1109 h 1387"/>
                <a:gd name="T18" fmla="*/ 233 w 310"/>
                <a:gd name="T19" fmla="*/ 1064 h 1387"/>
                <a:gd name="T20" fmla="*/ 255 w 310"/>
                <a:gd name="T21" fmla="*/ 975 h 1387"/>
                <a:gd name="T22" fmla="*/ 276 w 310"/>
                <a:gd name="T23" fmla="*/ 839 h 1387"/>
                <a:gd name="T24" fmla="*/ 290 w 310"/>
                <a:gd name="T25" fmla="*/ 747 h 1387"/>
                <a:gd name="T26" fmla="*/ 301 w 310"/>
                <a:gd name="T27" fmla="*/ 656 h 1387"/>
                <a:gd name="T28" fmla="*/ 308 w 310"/>
                <a:gd name="T29" fmla="*/ 564 h 1387"/>
                <a:gd name="T30" fmla="*/ 310 w 310"/>
                <a:gd name="T31" fmla="*/ 471 h 1387"/>
                <a:gd name="T32" fmla="*/ 308 w 310"/>
                <a:gd name="T33" fmla="*/ 379 h 1387"/>
                <a:gd name="T34" fmla="*/ 303 w 310"/>
                <a:gd name="T35" fmla="*/ 286 h 1387"/>
                <a:gd name="T36" fmla="*/ 291 w 310"/>
                <a:gd name="T37" fmla="*/ 191 h 1387"/>
                <a:gd name="T38" fmla="*/ 275 w 310"/>
                <a:gd name="T39" fmla="*/ 98 h 1387"/>
                <a:gd name="T40" fmla="*/ 251 w 310"/>
                <a:gd name="T41" fmla="*/ 7 h 1387"/>
                <a:gd name="T42" fmla="*/ 250 w 310"/>
                <a:gd name="T43" fmla="*/ 3 h 1387"/>
                <a:gd name="T44" fmla="*/ 244 w 310"/>
                <a:gd name="T45" fmla="*/ 0 h 1387"/>
                <a:gd name="T46" fmla="*/ 239 w 310"/>
                <a:gd name="T47" fmla="*/ 3 h 1387"/>
                <a:gd name="T48" fmla="*/ 234 w 310"/>
                <a:gd name="T49" fmla="*/ 7 h 1387"/>
                <a:gd name="T50" fmla="*/ 236 w 310"/>
                <a:gd name="T51" fmla="*/ 12 h 1387"/>
                <a:gd name="T52" fmla="*/ 258 w 310"/>
                <a:gd name="T53" fmla="*/ 99 h 1387"/>
                <a:gd name="T54" fmla="*/ 275 w 310"/>
                <a:gd name="T55" fmla="*/ 188 h 1387"/>
                <a:gd name="T56" fmla="*/ 285 w 310"/>
                <a:gd name="T57" fmla="*/ 279 h 1387"/>
                <a:gd name="T58" fmla="*/ 290 w 310"/>
                <a:gd name="T59" fmla="*/ 369 h 1387"/>
                <a:gd name="T60" fmla="*/ 293 w 310"/>
                <a:gd name="T61" fmla="*/ 463 h 1387"/>
                <a:gd name="T62" fmla="*/ 291 w 310"/>
                <a:gd name="T63" fmla="*/ 557 h 1387"/>
                <a:gd name="T64" fmla="*/ 286 w 310"/>
                <a:gd name="T65" fmla="*/ 651 h 1387"/>
                <a:gd name="T66" fmla="*/ 273 w 310"/>
                <a:gd name="T67" fmla="*/ 743 h 1387"/>
                <a:gd name="T68" fmla="*/ 261 w 310"/>
                <a:gd name="T69" fmla="*/ 832 h 1387"/>
                <a:gd name="T70" fmla="*/ 240 w 310"/>
                <a:gd name="T71" fmla="*/ 965 h 1387"/>
                <a:gd name="T72" fmla="*/ 219 w 310"/>
                <a:gd name="T73" fmla="*/ 1053 h 1387"/>
                <a:gd name="T74" fmla="*/ 205 w 310"/>
                <a:gd name="T75" fmla="*/ 1095 h 1387"/>
                <a:gd name="T76" fmla="*/ 187 w 310"/>
                <a:gd name="T77" fmla="*/ 1138 h 1387"/>
                <a:gd name="T78" fmla="*/ 163 w 310"/>
                <a:gd name="T79" fmla="*/ 1176 h 1387"/>
                <a:gd name="T80" fmla="*/ 137 w 310"/>
                <a:gd name="T81" fmla="*/ 1212 h 1387"/>
                <a:gd name="T82" fmla="*/ 106 w 310"/>
                <a:gd name="T83" fmla="*/ 1245 h 1387"/>
                <a:gd name="T84" fmla="*/ 77 w 310"/>
                <a:gd name="T85" fmla="*/ 1276 h 1387"/>
                <a:gd name="T86" fmla="*/ 37 w 310"/>
                <a:gd name="T87" fmla="*/ 1323 h 1387"/>
                <a:gd name="T88" fmla="*/ 13 w 310"/>
                <a:gd name="T89" fmla="*/ 1357 h 1387"/>
                <a:gd name="T90" fmla="*/ 2 w 310"/>
                <a:gd name="T91" fmla="*/ 1375 h 1387"/>
                <a:gd name="T92" fmla="*/ 2 w 310"/>
                <a:gd name="T93" fmla="*/ 1382 h 1387"/>
                <a:gd name="T94" fmla="*/ 6 w 310"/>
                <a:gd name="T95" fmla="*/ 1386 h 1387"/>
                <a:gd name="T96" fmla="*/ 12 w 310"/>
                <a:gd name="T97" fmla="*/ 1387 h 1387"/>
                <a:gd name="T98" fmla="*/ 17 w 310"/>
                <a:gd name="T99" fmla="*/ 1383 h 1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0" h="1387">
                  <a:moveTo>
                    <a:pt x="17" y="1383"/>
                  </a:moveTo>
                  <a:lnTo>
                    <a:pt x="17" y="1383"/>
                  </a:lnTo>
                  <a:lnTo>
                    <a:pt x="28" y="1363"/>
                  </a:lnTo>
                  <a:lnTo>
                    <a:pt x="41" y="1345"/>
                  </a:lnTo>
                  <a:lnTo>
                    <a:pt x="53" y="1327"/>
                  </a:lnTo>
                  <a:lnTo>
                    <a:pt x="69" y="1311"/>
                  </a:lnTo>
                  <a:lnTo>
                    <a:pt x="99" y="1277"/>
                  </a:lnTo>
                  <a:lnTo>
                    <a:pt x="130" y="1245"/>
                  </a:lnTo>
                  <a:lnTo>
                    <a:pt x="130" y="1245"/>
                  </a:lnTo>
                  <a:lnTo>
                    <a:pt x="144" y="1230"/>
                  </a:lnTo>
                  <a:lnTo>
                    <a:pt x="158" y="1213"/>
                  </a:lnTo>
                  <a:lnTo>
                    <a:pt x="169" y="1198"/>
                  </a:lnTo>
                  <a:lnTo>
                    <a:pt x="181" y="1181"/>
                  </a:lnTo>
                  <a:lnTo>
                    <a:pt x="191" y="1163"/>
                  </a:lnTo>
                  <a:lnTo>
                    <a:pt x="201" y="1146"/>
                  </a:lnTo>
                  <a:lnTo>
                    <a:pt x="211" y="1127"/>
                  </a:lnTo>
                  <a:lnTo>
                    <a:pt x="218" y="1109"/>
                  </a:lnTo>
                  <a:lnTo>
                    <a:pt x="218" y="1109"/>
                  </a:lnTo>
                  <a:lnTo>
                    <a:pt x="226" y="1086"/>
                  </a:lnTo>
                  <a:lnTo>
                    <a:pt x="233" y="1064"/>
                  </a:lnTo>
                  <a:lnTo>
                    <a:pt x="246" y="1021"/>
                  </a:lnTo>
                  <a:lnTo>
                    <a:pt x="255" y="975"/>
                  </a:lnTo>
                  <a:lnTo>
                    <a:pt x="264" y="930"/>
                  </a:lnTo>
                  <a:lnTo>
                    <a:pt x="276" y="839"/>
                  </a:lnTo>
                  <a:lnTo>
                    <a:pt x="290" y="747"/>
                  </a:lnTo>
                  <a:lnTo>
                    <a:pt x="290" y="747"/>
                  </a:lnTo>
                  <a:lnTo>
                    <a:pt x="297" y="702"/>
                  </a:lnTo>
                  <a:lnTo>
                    <a:pt x="301" y="656"/>
                  </a:lnTo>
                  <a:lnTo>
                    <a:pt x="305" y="610"/>
                  </a:lnTo>
                  <a:lnTo>
                    <a:pt x="308" y="564"/>
                  </a:lnTo>
                  <a:lnTo>
                    <a:pt x="310" y="518"/>
                  </a:lnTo>
                  <a:lnTo>
                    <a:pt x="310" y="471"/>
                  </a:lnTo>
                  <a:lnTo>
                    <a:pt x="308" y="379"/>
                  </a:lnTo>
                  <a:lnTo>
                    <a:pt x="308" y="379"/>
                  </a:lnTo>
                  <a:lnTo>
                    <a:pt x="305" y="333"/>
                  </a:lnTo>
                  <a:lnTo>
                    <a:pt x="303" y="286"/>
                  </a:lnTo>
                  <a:lnTo>
                    <a:pt x="297" y="239"/>
                  </a:lnTo>
                  <a:lnTo>
                    <a:pt x="291" y="191"/>
                  </a:lnTo>
                  <a:lnTo>
                    <a:pt x="285" y="145"/>
                  </a:lnTo>
                  <a:lnTo>
                    <a:pt x="275" y="98"/>
                  </a:lnTo>
                  <a:lnTo>
                    <a:pt x="264" y="52"/>
                  </a:lnTo>
                  <a:lnTo>
                    <a:pt x="251" y="7"/>
                  </a:lnTo>
                  <a:lnTo>
                    <a:pt x="251" y="7"/>
                  </a:lnTo>
                  <a:lnTo>
                    <a:pt x="250" y="3"/>
                  </a:lnTo>
                  <a:lnTo>
                    <a:pt x="247" y="2"/>
                  </a:lnTo>
                  <a:lnTo>
                    <a:pt x="244" y="0"/>
                  </a:lnTo>
                  <a:lnTo>
                    <a:pt x="241" y="2"/>
                  </a:lnTo>
                  <a:lnTo>
                    <a:pt x="239" y="3"/>
                  </a:lnTo>
                  <a:lnTo>
                    <a:pt x="236" y="5"/>
                  </a:lnTo>
                  <a:lnTo>
                    <a:pt x="234" y="7"/>
                  </a:lnTo>
                  <a:lnTo>
                    <a:pt x="236" y="12"/>
                  </a:lnTo>
                  <a:lnTo>
                    <a:pt x="236" y="12"/>
                  </a:lnTo>
                  <a:lnTo>
                    <a:pt x="247" y="55"/>
                  </a:lnTo>
                  <a:lnTo>
                    <a:pt x="258" y="99"/>
                  </a:lnTo>
                  <a:lnTo>
                    <a:pt x="266" y="144"/>
                  </a:lnTo>
                  <a:lnTo>
                    <a:pt x="275" y="188"/>
                  </a:lnTo>
                  <a:lnTo>
                    <a:pt x="280" y="234"/>
                  </a:lnTo>
                  <a:lnTo>
                    <a:pt x="285" y="279"/>
                  </a:lnTo>
                  <a:lnTo>
                    <a:pt x="289" y="325"/>
                  </a:lnTo>
                  <a:lnTo>
                    <a:pt x="290" y="369"/>
                  </a:lnTo>
                  <a:lnTo>
                    <a:pt x="290" y="369"/>
                  </a:lnTo>
                  <a:lnTo>
                    <a:pt x="293" y="463"/>
                  </a:lnTo>
                  <a:lnTo>
                    <a:pt x="293" y="510"/>
                  </a:lnTo>
                  <a:lnTo>
                    <a:pt x="291" y="557"/>
                  </a:lnTo>
                  <a:lnTo>
                    <a:pt x="290" y="603"/>
                  </a:lnTo>
                  <a:lnTo>
                    <a:pt x="286" y="651"/>
                  </a:lnTo>
                  <a:lnTo>
                    <a:pt x="280" y="697"/>
                  </a:lnTo>
                  <a:lnTo>
                    <a:pt x="273" y="743"/>
                  </a:lnTo>
                  <a:lnTo>
                    <a:pt x="273" y="743"/>
                  </a:lnTo>
                  <a:lnTo>
                    <a:pt x="261" y="832"/>
                  </a:lnTo>
                  <a:lnTo>
                    <a:pt x="247" y="921"/>
                  </a:lnTo>
                  <a:lnTo>
                    <a:pt x="240" y="965"/>
                  </a:lnTo>
                  <a:lnTo>
                    <a:pt x="230" y="1008"/>
                  </a:lnTo>
                  <a:lnTo>
                    <a:pt x="219" y="1053"/>
                  </a:lnTo>
                  <a:lnTo>
                    <a:pt x="205" y="1095"/>
                  </a:lnTo>
                  <a:lnTo>
                    <a:pt x="205" y="1095"/>
                  </a:lnTo>
                  <a:lnTo>
                    <a:pt x="197" y="1117"/>
                  </a:lnTo>
                  <a:lnTo>
                    <a:pt x="187" y="1138"/>
                  </a:lnTo>
                  <a:lnTo>
                    <a:pt x="176" y="1157"/>
                  </a:lnTo>
                  <a:lnTo>
                    <a:pt x="163" y="1176"/>
                  </a:lnTo>
                  <a:lnTo>
                    <a:pt x="151" y="1194"/>
                  </a:lnTo>
                  <a:lnTo>
                    <a:pt x="137" y="1212"/>
                  </a:lnTo>
                  <a:lnTo>
                    <a:pt x="122" y="1228"/>
                  </a:lnTo>
                  <a:lnTo>
                    <a:pt x="106" y="1245"/>
                  </a:lnTo>
                  <a:lnTo>
                    <a:pt x="106" y="1245"/>
                  </a:lnTo>
                  <a:lnTo>
                    <a:pt x="77" y="1276"/>
                  </a:lnTo>
                  <a:lnTo>
                    <a:pt x="49" y="1306"/>
                  </a:lnTo>
                  <a:lnTo>
                    <a:pt x="37" y="1323"/>
                  </a:lnTo>
                  <a:lnTo>
                    <a:pt x="24" y="1340"/>
                  </a:lnTo>
                  <a:lnTo>
                    <a:pt x="13" y="1357"/>
                  </a:lnTo>
                  <a:lnTo>
                    <a:pt x="2" y="1375"/>
                  </a:lnTo>
                  <a:lnTo>
                    <a:pt x="2" y="1375"/>
                  </a:lnTo>
                  <a:lnTo>
                    <a:pt x="0" y="1379"/>
                  </a:lnTo>
                  <a:lnTo>
                    <a:pt x="2" y="1382"/>
                  </a:lnTo>
                  <a:lnTo>
                    <a:pt x="3" y="1384"/>
                  </a:lnTo>
                  <a:lnTo>
                    <a:pt x="6" y="1386"/>
                  </a:lnTo>
                  <a:lnTo>
                    <a:pt x="9" y="1387"/>
                  </a:lnTo>
                  <a:lnTo>
                    <a:pt x="12" y="1387"/>
                  </a:lnTo>
                  <a:lnTo>
                    <a:pt x="14" y="1386"/>
                  </a:lnTo>
                  <a:lnTo>
                    <a:pt x="17" y="1383"/>
                  </a:lnTo>
                  <a:lnTo>
                    <a:pt x="17" y="13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5" name="Freeform 72">
              <a:extLst>
                <a:ext uri="{FF2B5EF4-FFF2-40B4-BE49-F238E27FC236}">
                  <a16:creationId xmlns:a16="http://schemas.microsoft.com/office/drawing/2014/main" id="{A226E25D-59A3-52A7-CD99-EB5189AF1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" y="1137"/>
              <a:ext cx="61" cy="210"/>
            </a:xfrm>
            <a:custGeom>
              <a:avLst/>
              <a:gdLst>
                <a:gd name="T0" fmla="*/ 40 w 124"/>
                <a:gd name="T1" fmla="*/ 75 h 419"/>
                <a:gd name="T2" fmla="*/ 36 w 124"/>
                <a:gd name="T3" fmla="*/ 56 h 419"/>
                <a:gd name="T4" fmla="*/ 38 w 124"/>
                <a:gd name="T5" fmla="*/ 35 h 419"/>
                <a:gd name="T6" fmla="*/ 45 w 124"/>
                <a:gd name="T7" fmla="*/ 24 h 419"/>
                <a:gd name="T8" fmla="*/ 53 w 124"/>
                <a:gd name="T9" fmla="*/ 19 h 419"/>
                <a:gd name="T10" fmla="*/ 63 w 124"/>
                <a:gd name="T11" fmla="*/ 18 h 419"/>
                <a:gd name="T12" fmla="*/ 70 w 124"/>
                <a:gd name="T13" fmla="*/ 18 h 419"/>
                <a:gd name="T14" fmla="*/ 86 w 124"/>
                <a:gd name="T15" fmla="*/ 26 h 419"/>
                <a:gd name="T16" fmla="*/ 97 w 124"/>
                <a:gd name="T17" fmla="*/ 39 h 419"/>
                <a:gd name="T18" fmla="*/ 104 w 124"/>
                <a:gd name="T19" fmla="*/ 56 h 419"/>
                <a:gd name="T20" fmla="*/ 107 w 124"/>
                <a:gd name="T21" fmla="*/ 72 h 419"/>
                <a:gd name="T22" fmla="*/ 107 w 124"/>
                <a:gd name="T23" fmla="*/ 86 h 419"/>
                <a:gd name="T24" fmla="*/ 100 w 124"/>
                <a:gd name="T25" fmla="*/ 113 h 419"/>
                <a:gd name="T26" fmla="*/ 82 w 124"/>
                <a:gd name="T27" fmla="*/ 153 h 419"/>
                <a:gd name="T28" fmla="*/ 68 w 124"/>
                <a:gd name="T29" fmla="*/ 177 h 419"/>
                <a:gd name="T30" fmla="*/ 53 w 124"/>
                <a:gd name="T31" fmla="*/ 203 h 419"/>
                <a:gd name="T32" fmla="*/ 26 w 124"/>
                <a:gd name="T33" fmla="*/ 242 h 419"/>
                <a:gd name="T34" fmla="*/ 13 w 124"/>
                <a:gd name="T35" fmla="*/ 269 h 419"/>
                <a:gd name="T36" fmla="*/ 7 w 124"/>
                <a:gd name="T37" fmla="*/ 284 h 419"/>
                <a:gd name="T38" fmla="*/ 1 w 124"/>
                <a:gd name="T39" fmla="*/ 314 h 419"/>
                <a:gd name="T40" fmla="*/ 1 w 124"/>
                <a:gd name="T41" fmla="*/ 347 h 419"/>
                <a:gd name="T42" fmla="*/ 6 w 124"/>
                <a:gd name="T43" fmla="*/ 411 h 419"/>
                <a:gd name="T44" fmla="*/ 6 w 124"/>
                <a:gd name="T45" fmla="*/ 415 h 419"/>
                <a:gd name="T46" fmla="*/ 11 w 124"/>
                <a:gd name="T47" fmla="*/ 419 h 419"/>
                <a:gd name="T48" fmla="*/ 17 w 124"/>
                <a:gd name="T49" fmla="*/ 419 h 419"/>
                <a:gd name="T50" fmla="*/ 21 w 124"/>
                <a:gd name="T51" fmla="*/ 415 h 419"/>
                <a:gd name="T52" fmla="*/ 22 w 124"/>
                <a:gd name="T53" fmla="*/ 411 h 419"/>
                <a:gd name="T54" fmla="*/ 18 w 124"/>
                <a:gd name="T55" fmla="*/ 344 h 419"/>
                <a:gd name="T56" fmla="*/ 18 w 124"/>
                <a:gd name="T57" fmla="*/ 321 h 419"/>
                <a:gd name="T58" fmla="*/ 21 w 124"/>
                <a:gd name="T59" fmla="*/ 294 h 419"/>
                <a:gd name="T60" fmla="*/ 31 w 124"/>
                <a:gd name="T61" fmla="*/ 269 h 419"/>
                <a:gd name="T62" fmla="*/ 43 w 124"/>
                <a:gd name="T63" fmla="*/ 245 h 419"/>
                <a:gd name="T64" fmla="*/ 58 w 124"/>
                <a:gd name="T65" fmla="*/ 223 h 419"/>
                <a:gd name="T66" fmla="*/ 89 w 124"/>
                <a:gd name="T67" fmla="*/ 175 h 419"/>
                <a:gd name="T68" fmla="*/ 106 w 124"/>
                <a:gd name="T69" fmla="*/ 142 h 419"/>
                <a:gd name="T70" fmla="*/ 118 w 124"/>
                <a:gd name="T71" fmla="*/ 106 h 419"/>
                <a:gd name="T72" fmla="*/ 123 w 124"/>
                <a:gd name="T73" fmla="*/ 88 h 419"/>
                <a:gd name="T74" fmla="*/ 123 w 124"/>
                <a:gd name="T75" fmla="*/ 58 h 419"/>
                <a:gd name="T76" fmla="*/ 113 w 124"/>
                <a:gd name="T77" fmla="*/ 33 h 419"/>
                <a:gd name="T78" fmla="*/ 95 w 124"/>
                <a:gd name="T79" fmla="*/ 12 h 419"/>
                <a:gd name="T80" fmla="*/ 67 w 124"/>
                <a:gd name="T81" fmla="*/ 1 h 419"/>
                <a:gd name="T82" fmla="*/ 58 w 124"/>
                <a:gd name="T83" fmla="*/ 0 h 419"/>
                <a:gd name="T84" fmla="*/ 46 w 124"/>
                <a:gd name="T85" fmla="*/ 3 h 419"/>
                <a:gd name="T86" fmla="*/ 35 w 124"/>
                <a:gd name="T87" fmla="*/ 10 h 419"/>
                <a:gd name="T88" fmla="*/ 26 w 124"/>
                <a:gd name="T89" fmla="*/ 19 h 419"/>
                <a:gd name="T90" fmla="*/ 21 w 124"/>
                <a:gd name="T91" fmla="*/ 39 h 419"/>
                <a:gd name="T92" fmla="*/ 21 w 124"/>
                <a:gd name="T93" fmla="*/ 67 h 419"/>
                <a:gd name="T94" fmla="*/ 24 w 124"/>
                <a:gd name="T95" fmla="*/ 79 h 419"/>
                <a:gd name="T96" fmla="*/ 29 w 124"/>
                <a:gd name="T97" fmla="*/ 83 h 419"/>
                <a:gd name="T98" fmla="*/ 35 w 124"/>
                <a:gd name="T99" fmla="*/ 85 h 419"/>
                <a:gd name="T100" fmla="*/ 40 w 124"/>
                <a:gd name="T101" fmla="*/ 81 h 419"/>
                <a:gd name="T102" fmla="*/ 40 w 124"/>
                <a:gd name="T103" fmla="*/ 75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4" h="419">
                  <a:moveTo>
                    <a:pt x="40" y="75"/>
                  </a:moveTo>
                  <a:lnTo>
                    <a:pt x="40" y="75"/>
                  </a:lnTo>
                  <a:lnTo>
                    <a:pt x="38" y="65"/>
                  </a:lnTo>
                  <a:lnTo>
                    <a:pt x="36" y="56"/>
                  </a:lnTo>
                  <a:lnTo>
                    <a:pt x="36" y="44"/>
                  </a:lnTo>
                  <a:lnTo>
                    <a:pt x="38" y="35"/>
                  </a:lnTo>
                  <a:lnTo>
                    <a:pt x="42" y="28"/>
                  </a:lnTo>
                  <a:lnTo>
                    <a:pt x="45" y="24"/>
                  </a:lnTo>
                  <a:lnTo>
                    <a:pt x="49" y="21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3" y="18"/>
                  </a:lnTo>
                  <a:lnTo>
                    <a:pt x="70" y="18"/>
                  </a:lnTo>
                  <a:lnTo>
                    <a:pt x="70" y="18"/>
                  </a:lnTo>
                  <a:lnTo>
                    <a:pt x="78" y="21"/>
                  </a:lnTo>
                  <a:lnTo>
                    <a:pt x="86" y="26"/>
                  </a:lnTo>
                  <a:lnTo>
                    <a:pt x="92" y="32"/>
                  </a:lnTo>
                  <a:lnTo>
                    <a:pt x="97" y="39"/>
                  </a:lnTo>
                  <a:lnTo>
                    <a:pt x="102" y="47"/>
                  </a:lnTo>
                  <a:lnTo>
                    <a:pt x="104" y="56"/>
                  </a:lnTo>
                  <a:lnTo>
                    <a:pt x="107" y="64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7" y="86"/>
                  </a:lnTo>
                  <a:lnTo>
                    <a:pt x="104" y="100"/>
                  </a:lnTo>
                  <a:lnTo>
                    <a:pt x="100" y="113"/>
                  </a:lnTo>
                  <a:lnTo>
                    <a:pt x="95" y="127"/>
                  </a:lnTo>
                  <a:lnTo>
                    <a:pt x="82" y="153"/>
                  </a:lnTo>
                  <a:lnTo>
                    <a:pt x="68" y="177"/>
                  </a:lnTo>
                  <a:lnTo>
                    <a:pt x="68" y="177"/>
                  </a:lnTo>
                  <a:lnTo>
                    <a:pt x="61" y="191"/>
                  </a:lnTo>
                  <a:lnTo>
                    <a:pt x="53" y="203"/>
                  </a:lnTo>
                  <a:lnTo>
                    <a:pt x="35" y="228"/>
                  </a:lnTo>
                  <a:lnTo>
                    <a:pt x="26" y="242"/>
                  </a:lnTo>
                  <a:lnTo>
                    <a:pt x="20" y="255"/>
                  </a:lnTo>
                  <a:lnTo>
                    <a:pt x="13" y="269"/>
                  </a:lnTo>
                  <a:lnTo>
                    <a:pt x="7" y="284"/>
                  </a:lnTo>
                  <a:lnTo>
                    <a:pt x="7" y="284"/>
                  </a:lnTo>
                  <a:lnTo>
                    <a:pt x="3" y="299"/>
                  </a:lnTo>
                  <a:lnTo>
                    <a:pt x="1" y="314"/>
                  </a:lnTo>
                  <a:lnTo>
                    <a:pt x="0" y="331"/>
                  </a:lnTo>
                  <a:lnTo>
                    <a:pt x="1" y="347"/>
                  </a:lnTo>
                  <a:lnTo>
                    <a:pt x="3" y="380"/>
                  </a:lnTo>
                  <a:lnTo>
                    <a:pt x="6" y="411"/>
                  </a:lnTo>
                  <a:lnTo>
                    <a:pt x="6" y="411"/>
                  </a:lnTo>
                  <a:lnTo>
                    <a:pt x="6" y="415"/>
                  </a:lnTo>
                  <a:lnTo>
                    <a:pt x="8" y="418"/>
                  </a:lnTo>
                  <a:lnTo>
                    <a:pt x="11" y="419"/>
                  </a:lnTo>
                  <a:lnTo>
                    <a:pt x="14" y="419"/>
                  </a:lnTo>
                  <a:lnTo>
                    <a:pt x="17" y="419"/>
                  </a:lnTo>
                  <a:lnTo>
                    <a:pt x="20" y="418"/>
                  </a:lnTo>
                  <a:lnTo>
                    <a:pt x="21" y="415"/>
                  </a:lnTo>
                  <a:lnTo>
                    <a:pt x="22" y="411"/>
                  </a:lnTo>
                  <a:lnTo>
                    <a:pt x="22" y="411"/>
                  </a:lnTo>
                  <a:lnTo>
                    <a:pt x="20" y="366"/>
                  </a:lnTo>
                  <a:lnTo>
                    <a:pt x="18" y="344"/>
                  </a:lnTo>
                  <a:lnTo>
                    <a:pt x="18" y="321"/>
                  </a:lnTo>
                  <a:lnTo>
                    <a:pt x="18" y="321"/>
                  </a:lnTo>
                  <a:lnTo>
                    <a:pt x="20" y="308"/>
                  </a:lnTo>
                  <a:lnTo>
                    <a:pt x="21" y="294"/>
                  </a:lnTo>
                  <a:lnTo>
                    <a:pt x="25" y="281"/>
                  </a:lnTo>
                  <a:lnTo>
                    <a:pt x="31" y="269"/>
                  </a:lnTo>
                  <a:lnTo>
                    <a:pt x="36" y="257"/>
                  </a:lnTo>
                  <a:lnTo>
                    <a:pt x="43" y="245"/>
                  </a:lnTo>
                  <a:lnTo>
                    <a:pt x="58" y="223"/>
                  </a:lnTo>
                  <a:lnTo>
                    <a:pt x="58" y="223"/>
                  </a:lnTo>
                  <a:lnTo>
                    <a:pt x="79" y="192"/>
                  </a:lnTo>
                  <a:lnTo>
                    <a:pt x="89" y="175"/>
                  </a:lnTo>
                  <a:lnTo>
                    <a:pt x="97" y="159"/>
                  </a:lnTo>
                  <a:lnTo>
                    <a:pt x="106" y="142"/>
                  </a:lnTo>
                  <a:lnTo>
                    <a:pt x="113" y="124"/>
                  </a:lnTo>
                  <a:lnTo>
                    <a:pt x="118" y="106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4" y="74"/>
                  </a:lnTo>
                  <a:lnTo>
                    <a:pt x="123" y="58"/>
                  </a:lnTo>
                  <a:lnTo>
                    <a:pt x="120" y="46"/>
                  </a:lnTo>
                  <a:lnTo>
                    <a:pt x="113" y="33"/>
                  </a:lnTo>
                  <a:lnTo>
                    <a:pt x="104" y="22"/>
                  </a:lnTo>
                  <a:lnTo>
                    <a:pt x="95" y="12"/>
                  </a:lnTo>
                  <a:lnTo>
                    <a:pt x="82" y="5"/>
                  </a:lnTo>
                  <a:lnTo>
                    <a:pt x="67" y="1"/>
                  </a:lnTo>
                  <a:lnTo>
                    <a:pt x="67" y="1"/>
                  </a:lnTo>
                  <a:lnTo>
                    <a:pt x="58" y="0"/>
                  </a:lnTo>
                  <a:lnTo>
                    <a:pt x="52" y="1"/>
                  </a:lnTo>
                  <a:lnTo>
                    <a:pt x="46" y="3"/>
                  </a:lnTo>
                  <a:lnTo>
                    <a:pt x="39" y="5"/>
                  </a:lnTo>
                  <a:lnTo>
                    <a:pt x="35" y="10"/>
                  </a:lnTo>
                  <a:lnTo>
                    <a:pt x="31" y="14"/>
                  </a:lnTo>
                  <a:lnTo>
                    <a:pt x="26" y="19"/>
                  </a:lnTo>
                  <a:lnTo>
                    <a:pt x="24" y="25"/>
                  </a:lnTo>
                  <a:lnTo>
                    <a:pt x="21" y="39"/>
                  </a:lnTo>
                  <a:lnTo>
                    <a:pt x="20" y="53"/>
                  </a:lnTo>
                  <a:lnTo>
                    <a:pt x="21" y="6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6" y="82"/>
                  </a:lnTo>
                  <a:lnTo>
                    <a:pt x="29" y="83"/>
                  </a:lnTo>
                  <a:lnTo>
                    <a:pt x="32" y="85"/>
                  </a:lnTo>
                  <a:lnTo>
                    <a:pt x="35" y="85"/>
                  </a:lnTo>
                  <a:lnTo>
                    <a:pt x="38" y="83"/>
                  </a:lnTo>
                  <a:lnTo>
                    <a:pt x="40" y="81"/>
                  </a:lnTo>
                  <a:lnTo>
                    <a:pt x="40" y="78"/>
                  </a:lnTo>
                  <a:lnTo>
                    <a:pt x="40" y="75"/>
                  </a:lnTo>
                  <a:lnTo>
                    <a:pt x="40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6" name="Freeform 73">
              <a:extLst>
                <a:ext uri="{FF2B5EF4-FFF2-40B4-BE49-F238E27FC236}">
                  <a16:creationId xmlns:a16="http://schemas.microsoft.com/office/drawing/2014/main" id="{EB117AF2-E9F1-1663-FBB5-BDA63528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146"/>
              <a:ext cx="112" cy="346"/>
            </a:xfrm>
            <a:custGeom>
              <a:avLst/>
              <a:gdLst>
                <a:gd name="T0" fmla="*/ 51 w 224"/>
                <a:gd name="T1" fmla="*/ 11 h 691"/>
                <a:gd name="T2" fmla="*/ 61 w 224"/>
                <a:gd name="T3" fmla="*/ 39 h 691"/>
                <a:gd name="T4" fmla="*/ 71 w 224"/>
                <a:gd name="T5" fmla="*/ 97 h 691"/>
                <a:gd name="T6" fmla="*/ 72 w 224"/>
                <a:gd name="T7" fmla="*/ 157 h 691"/>
                <a:gd name="T8" fmla="*/ 66 w 224"/>
                <a:gd name="T9" fmla="*/ 246 h 691"/>
                <a:gd name="T10" fmla="*/ 64 w 224"/>
                <a:gd name="T11" fmla="*/ 281 h 691"/>
                <a:gd name="T12" fmla="*/ 50 w 224"/>
                <a:gd name="T13" fmla="*/ 349 h 691"/>
                <a:gd name="T14" fmla="*/ 39 w 224"/>
                <a:gd name="T15" fmla="*/ 384 h 691"/>
                <a:gd name="T16" fmla="*/ 16 w 224"/>
                <a:gd name="T17" fmla="*/ 441 h 691"/>
                <a:gd name="T18" fmla="*/ 4 w 224"/>
                <a:gd name="T19" fmla="*/ 485 h 691"/>
                <a:gd name="T20" fmla="*/ 1 w 224"/>
                <a:gd name="T21" fmla="*/ 501 h 691"/>
                <a:gd name="T22" fmla="*/ 1 w 224"/>
                <a:gd name="T23" fmla="*/ 544 h 691"/>
                <a:gd name="T24" fmla="*/ 11 w 224"/>
                <a:gd name="T25" fmla="*/ 586 h 691"/>
                <a:gd name="T26" fmla="*/ 29 w 224"/>
                <a:gd name="T27" fmla="*/ 625 h 691"/>
                <a:gd name="T28" fmla="*/ 57 w 224"/>
                <a:gd name="T29" fmla="*/ 658 h 691"/>
                <a:gd name="T30" fmla="*/ 65 w 224"/>
                <a:gd name="T31" fmla="*/ 665 h 691"/>
                <a:gd name="T32" fmla="*/ 83 w 224"/>
                <a:gd name="T33" fmla="*/ 678 h 691"/>
                <a:gd name="T34" fmla="*/ 104 w 224"/>
                <a:gd name="T35" fmla="*/ 686 h 691"/>
                <a:gd name="T36" fmla="*/ 125 w 224"/>
                <a:gd name="T37" fmla="*/ 690 h 691"/>
                <a:gd name="T38" fmla="*/ 157 w 224"/>
                <a:gd name="T39" fmla="*/ 691 h 691"/>
                <a:gd name="T40" fmla="*/ 199 w 224"/>
                <a:gd name="T41" fmla="*/ 682 h 691"/>
                <a:gd name="T42" fmla="*/ 220 w 224"/>
                <a:gd name="T43" fmla="*/ 672 h 691"/>
                <a:gd name="T44" fmla="*/ 224 w 224"/>
                <a:gd name="T45" fmla="*/ 668 h 691"/>
                <a:gd name="T46" fmla="*/ 222 w 224"/>
                <a:gd name="T47" fmla="*/ 661 h 691"/>
                <a:gd name="T48" fmla="*/ 218 w 224"/>
                <a:gd name="T49" fmla="*/ 657 h 691"/>
                <a:gd name="T50" fmla="*/ 211 w 224"/>
                <a:gd name="T51" fmla="*/ 658 h 691"/>
                <a:gd name="T52" fmla="*/ 200 w 224"/>
                <a:gd name="T53" fmla="*/ 664 h 691"/>
                <a:gd name="T54" fmla="*/ 176 w 224"/>
                <a:gd name="T55" fmla="*/ 671 h 691"/>
                <a:gd name="T56" fmla="*/ 154 w 224"/>
                <a:gd name="T57" fmla="*/ 675 h 691"/>
                <a:gd name="T58" fmla="*/ 132 w 224"/>
                <a:gd name="T59" fmla="*/ 673 h 691"/>
                <a:gd name="T60" fmla="*/ 110 w 224"/>
                <a:gd name="T61" fmla="*/ 669 h 691"/>
                <a:gd name="T62" fmla="*/ 89 w 224"/>
                <a:gd name="T63" fmla="*/ 661 h 691"/>
                <a:gd name="T64" fmla="*/ 71 w 224"/>
                <a:gd name="T65" fmla="*/ 647 h 691"/>
                <a:gd name="T66" fmla="*/ 53 w 224"/>
                <a:gd name="T67" fmla="*/ 630 h 691"/>
                <a:gd name="T68" fmla="*/ 46 w 224"/>
                <a:gd name="T69" fmla="*/ 620 h 691"/>
                <a:gd name="T70" fmla="*/ 33 w 224"/>
                <a:gd name="T71" fmla="*/ 598 h 691"/>
                <a:gd name="T72" fmla="*/ 23 w 224"/>
                <a:gd name="T73" fmla="*/ 576 h 691"/>
                <a:gd name="T74" fmla="*/ 19 w 224"/>
                <a:gd name="T75" fmla="*/ 552 h 691"/>
                <a:gd name="T76" fmla="*/ 19 w 224"/>
                <a:gd name="T77" fmla="*/ 505 h 691"/>
                <a:gd name="T78" fmla="*/ 30 w 224"/>
                <a:gd name="T79" fmla="*/ 458 h 691"/>
                <a:gd name="T80" fmla="*/ 37 w 224"/>
                <a:gd name="T81" fmla="*/ 434 h 691"/>
                <a:gd name="T82" fmla="*/ 60 w 224"/>
                <a:gd name="T83" fmla="*/ 374 h 691"/>
                <a:gd name="T84" fmla="*/ 76 w 224"/>
                <a:gd name="T85" fmla="*/ 311 h 691"/>
                <a:gd name="T86" fmla="*/ 80 w 224"/>
                <a:gd name="T87" fmla="*/ 286 h 691"/>
                <a:gd name="T88" fmla="*/ 86 w 224"/>
                <a:gd name="T89" fmla="*/ 207 h 691"/>
                <a:gd name="T90" fmla="*/ 89 w 224"/>
                <a:gd name="T91" fmla="*/ 157 h 691"/>
                <a:gd name="T92" fmla="*/ 87 w 224"/>
                <a:gd name="T93" fmla="*/ 105 h 691"/>
                <a:gd name="T94" fmla="*/ 82 w 224"/>
                <a:gd name="T95" fmla="*/ 54 h 691"/>
                <a:gd name="T96" fmla="*/ 68 w 224"/>
                <a:gd name="T97" fmla="*/ 5 h 691"/>
                <a:gd name="T98" fmla="*/ 65 w 224"/>
                <a:gd name="T99" fmla="*/ 2 h 691"/>
                <a:gd name="T100" fmla="*/ 60 w 224"/>
                <a:gd name="T101" fmla="*/ 0 h 691"/>
                <a:gd name="T102" fmla="*/ 54 w 224"/>
                <a:gd name="T103" fmla="*/ 2 h 691"/>
                <a:gd name="T104" fmla="*/ 51 w 224"/>
                <a:gd name="T105" fmla="*/ 7 h 691"/>
                <a:gd name="T106" fmla="*/ 51 w 224"/>
                <a:gd name="T107" fmla="*/ 11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4" h="691">
                  <a:moveTo>
                    <a:pt x="51" y="11"/>
                  </a:moveTo>
                  <a:lnTo>
                    <a:pt x="51" y="11"/>
                  </a:lnTo>
                  <a:lnTo>
                    <a:pt x="57" y="25"/>
                  </a:lnTo>
                  <a:lnTo>
                    <a:pt x="61" y="39"/>
                  </a:lnTo>
                  <a:lnTo>
                    <a:pt x="68" y="66"/>
                  </a:lnTo>
                  <a:lnTo>
                    <a:pt x="71" y="97"/>
                  </a:lnTo>
                  <a:lnTo>
                    <a:pt x="72" y="126"/>
                  </a:lnTo>
                  <a:lnTo>
                    <a:pt x="72" y="157"/>
                  </a:lnTo>
                  <a:lnTo>
                    <a:pt x="71" y="188"/>
                  </a:lnTo>
                  <a:lnTo>
                    <a:pt x="66" y="246"/>
                  </a:lnTo>
                  <a:lnTo>
                    <a:pt x="66" y="246"/>
                  </a:lnTo>
                  <a:lnTo>
                    <a:pt x="64" y="281"/>
                  </a:lnTo>
                  <a:lnTo>
                    <a:pt x="58" y="316"/>
                  </a:lnTo>
                  <a:lnTo>
                    <a:pt x="50" y="349"/>
                  </a:lnTo>
                  <a:lnTo>
                    <a:pt x="39" y="384"/>
                  </a:lnTo>
                  <a:lnTo>
                    <a:pt x="39" y="384"/>
                  </a:lnTo>
                  <a:lnTo>
                    <a:pt x="29" y="412"/>
                  </a:lnTo>
                  <a:lnTo>
                    <a:pt x="16" y="441"/>
                  </a:lnTo>
                  <a:lnTo>
                    <a:pt x="7" y="470"/>
                  </a:lnTo>
                  <a:lnTo>
                    <a:pt x="4" y="485"/>
                  </a:lnTo>
                  <a:lnTo>
                    <a:pt x="1" y="501"/>
                  </a:lnTo>
                  <a:lnTo>
                    <a:pt x="1" y="501"/>
                  </a:lnTo>
                  <a:lnTo>
                    <a:pt x="0" y="522"/>
                  </a:lnTo>
                  <a:lnTo>
                    <a:pt x="1" y="544"/>
                  </a:lnTo>
                  <a:lnTo>
                    <a:pt x="5" y="565"/>
                  </a:lnTo>
                  <a:lnTo>
                    <a:pt x="11" y="586"/>
                  </a:lnTo>
                  <a:lnTo>
                    <a:pt x="18" y="605"/>
                  </a:lnTo>
                  <a:lnTo>
                    <a:pt x="29" y="625"/>
                  </a:lnTo>
                  <a:lnTo>
                    <a:pt x="41" y="641"/>
                  </a:lnTo>
                  <a:lnTo>
                    <a:pt x="57" y="658"/>
                  </a:lnTo>
                  <a:lnTo>
                    <a:pt x="57" y="658"/>
                  </a:lnTo>
                  <a:lnTo>
                    <a:pt x="65" y="665"/>
                  </a:lnTo>
                  <a:lnTo>
                    <a:pt x="75" y="672"/>
                  </a:lnTo>
                  <a:lnTo>
                    <a:pt x="83" y="678"/>
                  </a:lnTo>
                  <a:lnTo>
                    <a:pt x="94" y="682"/>
                  </a:lnTo>
                  <a:lnTo>
                    <a:pt x="104" y="686"/>
                  </a:lnTo>
                  <a:lnTo>
                    <a:pt x="114" y="689"/>
                  </a:lnTo>
                  <a:lnTo>
                    <a:pt x="125" y="690"/>
                  </a:lnTo>
                  <a:lnTo>
                    <a:pt x="135" y="691"/>
                  </a:lnTo>
                  <a:lnTo>
                    <a:pt x="157" y="691"/>
                  </a:lnTo>
                  <a:lnTo>
                    <a:pt x="178" y="687"/>
                  </a:lnTo>
                  <a:lnTo>
                    <a:pt x="199" y="682"/>
                  </a:lnTo>
                  <a:lnTo>
                    <a:pt x="220" y="672"/>
                  </a:lnTo>
                  <a:lnTo>
                    <a:pt x="220" y="672"/>
                  </a:lnTo>
                  <a:lnTo>
                    <a:pt x="222" y="671"/>
                  </a:lnTo>
                  <a:lnTo>
                    <a:pt x="224" y="668"/>
                  </a:lnTo>
                  <a:lnTo>
                    <a:pt x="224" y="664"/>
                  </a:lnTo>
                  <a:lnTo>
                    <a:pt x="222" y="661"/>
                  </a:lnTo>
                  <a:lnTo>
                    <a:pt x="221" y="659"/>
                  </a:lnTo>
                  <a:lnTo>
                    <a:pt x="218" y="657"/>
                  </a:lnTo>
                  <a:lnTo>
                    <a:pt x="215" y="657"/>
                  </a:lnTo>
                  <a:lnTo>
                    <a:pt x="211" y="658"/>
                  </a:lnTo>
                  <a:lnTo>
                    <a:pt x="211" y="658"/>
                  </a:lnTo>
                  <a:lnTo>
                    <a:pt x="200" y="664"/>
                  </a:lnTo>
                  <a:lnTo>
                    <a:pt x="188" y="668"/>
                  </a:lnTo>
                  <a:lnTo>
                    <a:pt x="176" y="671"/>
                  </a:lnTo>
                  <a:lnTo>
                    <a:pt x="165" y="673"/>
                  </a:lnTo>
                  <a:lnTo>
                    <a:pt x="154" y="675"/>
                  </a:lnTo>
                  <a:lnTo>
                    <a:pt x="143" y="675"/>
                  </a:lnTo>
                  <a:lnTo>
                    <a:pt x="132" y="673"/>
                  </a:lnTo>
                  <a:lnTo>
                    <a:pt x="121" y="672"/>
                  </a:lnTo>
                  <a:lnTo>
                    <a:pt x="110" y="669"/>
                  </a:lnTo>
                  <a:lnTo>
                    <a:pt x="100" y="665"/>
                  </a:lnTo>
                  <a:lnTo>
                    <a:pt x="89" y="661"/>
                  </a:lnTo>
                  <a:lnTo>
                    <a:pt x="79" y="654"/>
                  </a:lnTo>
                  <a:lnTo>
                    <a:pt x="71" y="647"/>
                  </a:lnTo>
                  <a:lnTo>
                    <a:pt x="61" y="640"/>
                  </a:lnTo>
                  <a:lnTo>
                    <a:pt x="53" y="630"/>
                  </a:lnTo>
                  <a:lnTo>
                    <a:pt x="46" y="620"/>
                  </a:lnTo>
                  <a:lnTo>
                    <a:pt x="46" y="620"/>
                  </a:lnTo>
                  <a:lnTo>
                    <a:pt x="39" y="609"/>
                  </a:lnTo>
                  <a:lnTo>
                    <a:pt x="33" y="598"/>
                  </a:lnTo>
                  <a:lnTo>
                    <a:pt x="27" y="587"/>
                  </a:lnTo>
                  <a:lnTo>
                    <a:pt x="23" y="576"/>
                  </a:lnTo>
                  <a:lnTo>
                    <a:pt x="21" y="563"/>
                  </a:lnTo>
                  <a:lnTo>
                    <a:pt x="19" y="552"/>
                  </a:lnTo>
                  <a:lnTo>
                    <a:pt x="18" y="529"/>
                  </a:lnTo>
                  <a:lnTo>
                    <a:pt x="19" y="505"/>
                  </a:lnTo>
                  <a:lnTo>
                    <a:pt x="23" y="481"/>
                  </a:lnTo>
                  <a:lnTo>
                    <a:pt x="30" y="458"/>
                  </a:lnTo>
                  <a:lnTo>
                    <a:pt x="37" y="434"/>
                  </a:lnTo>
                  <a:lnTo>
                    <a:pt x="37" y="434"/>
                  </a:lnTo>
                  <a:lnTo>
                    <a:pt x="50" y="405"/>
                  </a:lnTo>
                  <a:lnTo>
                    <a:pt x="60" y="374"/>
                  </a:lnTo>
                  <a:lnTo>
                    <a:pt x="69" y="343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80" y="286"/>
                  </a:lnTo>
                  <a:lnTo>
                    <a:pt x="83" y="260"/>
                  </a:lnTo>
                  <a:lnTo>
                    <a:pt x="86" y="207"/>
                  </a:lnTo>
                  <a:lnTo>
                    <a:pt x="86" y="207"/>
                  </a:lnTo>
                  <a:lnTo>
                    <a:pt x="89" y="157"/>
                  </a:lnTo>
                  <a:lnTo>
                    <a:pt x="89" y="130"/>
                  </a:lnTo>
                  <a:lnTo>
                    <a:pt x="87" y="105"/>
                  </a:lnTo>
                  <a:lnTo>
                    <a:pt x="86" y="79"/>
                  </a:lnTo>
                  <a:lnTo>
                    <a:pt x="82" y="54"/>
                  </a:lnTo>
                  <a:lnTo>
                    <a:pt x="76" y="30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5" y="2"/>
                  </a:lnTo>
                  <a:lnTo>
                    <a:pt x="62" y="1"/>
                  </a:lnTo>
                  <a:lnTo>
                    <a:pt x="60" y="0"/>
                  </a:lnTo>
                  <a:lnTo>
                    <a:pt x="57" y="1"/>
                  </a:lnTo>
                  <a:lnTo>
                    <a:pt x="54" y="2"/>
                  </a:lnTo>
                  <a:lnTo>
                    <a:pt x="51" y="4"/>
                  </a:lnTo>
                  <a:lnTo>
                    <a:pt x="51" y="7"/>
                  </a:lnTo>
                  <a:lnTo>
                    <a:pt x="51" y="11"/>
                  </a:lnTo>
                  <a:lnTo>
                    <a:pt x="5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7" name="Freeform 74">
              <a:extLst>
                <a:ext uri="{FF2B5EF4-FFF2-40B4-BE49-F238E27FC236}">
                  <a16:creationId xmlns:a16="http://schemas.microsoft.com/office/drawing/2014/main" id="{1D32A069-31A4-22F9-48CC-10A96CB4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908"/>
              <a:ext cx="253" cy="53"/>
            </a:xfrm>
            <a:custGeom>
              <a:avLst/>
              <a:gdLst>
                <a:gd name="T0" fmla="*/ 506 w 507"/>
                <a:gd name="T1" fmla="*/ 73 h 108"/>
                <a:gd name="T2" fmla="*/ 483 w 507"/>
                <a:gd name="T3" fmla="*/ 48 h 108"/>
                <a:gd name="T4" fmla="*/ 458 w 507"/>
                <a:gd name="T5" fmla="*/ 28 h 108"/>
                <a:gd name="T6" fmla="*/ 429 w 507"/>
                <a:gd name="T7" fmla="*/ 16 h 108"/>
                <a:gd name="T8" fmla="*/ 397 w 507"/>
                <a:gd name="T9" fmla="*/ 6 h 108"/>
                <a:gd name="T10" fmla="*/ 365 w 507"/>
                <a:gd name="T11" fmla="*/ 2 h 108"/>
                <a:gd name="T12" fmla="*/ 299 w 507"/>
                <a:gd name="T13" fmla="*/ 2 h 108"/>
                <a:gd name="T14" fmla="*/ 267 w 507"/>
                <a:gd name="T15" fmla="*/ 6 h 108"/>
                <a:gd name="T16" fmla="*/ 199 w 507"/>
                <a:gd name="T17" fmla="*/ 17 h 108"/>
                <a:gd name="T18" fmla="*/ 131 w 507"/>
                <a:gd name="T19" fmla="*/ 35 h 108"/>
                <a:gd name="T20" fmla="*/ 66 w 507"/>
                <a:gd name="T21" fmla="*/ 60 h 108"/>
                <a:gd name="T22" fmla="*/ 4 w 507"/>
                <a:gd name="T23" fmla="*/ 91 h 108"/>
                <a:gd name="T24" fmla="*/ 1 w 507"/>
                <a:gd name="T25" fmla="*/ 94 h 108"/>
                <a:gd name="T26" fmla="*/ 0 w 507"/>
                <a:gd name="T27" fmla="*/ 101 h 108"/>
                <a:gd name="T28" fmla="*/ 3 w 507"/>
                <a:gd name="T29" fmla="*/ 105 h 108"/>
                <a:gd name="T30" fmla="*/ 8 w 507"/>
                <a:gd name="T31" fmla="*/ 108 h 108"/>
                <a:gd name="T32" fmla="*/ 13 w 507"/>
                <a:gd name="T33" fmla="*/ 106 h 108"/>
                <a:gd name="T34" fmla="*/ 67 w 507"/>
                <a:gd name="T35" fmla="*/ 78 h 108"/>
                <a:gd name="T36" fmla="*/ 124 w 507"/>
                <a:gd name="T37" fmla="*/ 56 h 108"/>
                <a:gd name="T38" fmla="*/ 182 w 507"/>
                <a:gd name="T39" fmla="*/ 39 h 108"/>
                <a:gd name="T40" fmla="*/ 242 w 507"/>
                <a:gd name="T41" fmla="*/ 25 h 108"/>
                <a:gd name="T42" fmla="*/ 274 w 507"/>
                <a:gd name="T43" fmla="*/ 21 h 108"/>
                <a:gd name="T44" fmla="*/ 343 w 507"/>
                <a:gd name="T45" fmla="*/ 17 h 108"/>
                <a:gd name="T46" fmla="*/ 377 w 507"/>
                <a:gd name="T47" fmla="*/ 20 h 108"/>
                <a:gd name="T48" fmla="*/ 411 w 507"/>
                <a:gd name="T49" fmla="*/ 25 h 108"/>
                <a:gd name="T50" fmla="*/ 441 w 507"/>
                <a:gd name="T51" fmla="*/ 38 h 108"/>
                <a:gd name="T52" fmla="*/ 468 w 507"/>
                <a:gd name="T53" fmla="*/ 56 h 108"/>
                <a:gd name="T54" fmla="*/ 490 w 507"/>
                <a:gd name="T55" fmla="*/ 81 h 108"/>
                <a:gd name="T56" fmla="*/ 493 w 507"/>
                <a:gd name="T57" fmla="*/ 84 h 108"/>
                <a:gd name="T58" fmla="*/ 500 w 507"/>
                <a:gd name="T59" fmla="*/ 84 h 108"/>
                <a:gd name="T60" fmla="*/ 506 w 507"/>
                <a:gd name="T61" fmla="*/ 81 h 108"/>
                <a:gd name="T62" fmla="*/ 507 w 507"/>
                <a:gd name="T63" fmla="*/ 76 h 108"/>
                <a:gd name="T64" fmla="*/ 506 w 507"/>
                <a:gd name="T65" fmla="*/ 7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7" h="108">
                  <a:moveTo>
                    <a:pt x="506" y="73"/>
                  </a:moveTo>
                  <a:lnTo>
                    <a:pt x="506" y="73"/>
                  </a:lnTo>
                  <a:lnTo>
                    <a:pt x="494" y="59"/>
                  </a:lnTo>
                  <a:lnTo>
                    <a:pt x="483" y="48"/>
                  </a:lnTo>
                  <a:lnTo>
                    <a:pt x="471" y="37"/>
                  </a:lnTo>
                  <a:lnTo>
                    <a:pt x="458" y="28"/>
                  </a:lnTo>
                  <a:lnTo>
                    <a:pt x="443" y="21"/>
                  </a:lnTo>
                  <a:lnTo>
                    <a:pt x="429" y="16"/>
                  </a:lnTo>
                  <a:lnTo>
                    <a:pt x="414" y="10"/>
                  </a:lnTo>
                  <a:lnTo>
                    <a:pt x="397" y="6"/>
                  </a:lnTo>
                  <a:lnTo>
                    <a:pt x="382" y="5"/>
                  </a:lnTo>
                  <a:lnTo>
                    <a:pt x="365" y="2"/>
                  </a:lnTo>
                  <a:lnTo>
                    <a:pt x="331" y="0"/>
                  </a:lnTo>
                  <a:lnTo>
                    <a:pt x="299" y="2"/>
                  </a:lnTo>
                  <a:lnTo>
                    <a:pt x="267" y="6"/>
                  </a:lnTo>
                  <a:lnTo>
                    <a:pt x="267" y="6"/>
                  </a:lnTo>
                  <a:lnTo>
                    <a:pt x="233" y="10"/>
                  </a:lnTo>
                  <a:lnTo>
                    <a:pt x="199" y="17"/>
                  </a:lnTo>
                  <a:lnTo>
                    <a:pt x="164" y="25"/>
                  </a:lnTo>
                  <a:lnTo>
                    <a:pt x="131" y="35"/>
                  </a:lnTo>
                  <a:lnTo>
                    <a:pt x="98" y="48"/>
                  </a:lnTo>
                  <a:lnTo>
                    <a:pt x="66" y="60"/>
                  </a:lnTo>
                  <a:lnTo>
                    <a:pt x="33" y="76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1" y="94"/>
                  </a:lnTo>
                  <a:lnTo>
                    <a:pt x="0" y="96"/>
                  </a:lnTo>
                  <a:lnTo>
                    <a:pt x="0" y="101"/>
                  </a:lnTo>
                  <a:lnTo>
                    <a:pt x="1" y="103"/>
                  </a:lnTo>
                  <a:lnTo>
                    <a:pt x="3" y="105"/>
                  </a:lnTo>
                  <a:lnTo>
                    <a:pt x="6" y="106"/>
                  </a:lnTo>
                  <a:lnTo>
                    <a:pt x="8" y="108"/>
                  </a:lnTo>
                  <a:lnTo>
                    <a:pt x="13" y="106"/>
                  </a:lnTo>
                  <a:lnTo>
                    <a:pt x="13" y="106"/>
                  </a:lnTo>
                  <a:lnTo>
                    <a:pt x="39" y="91"/>
                  </a:lnTo>
                  <a:lnTo>
                    <a:pt x="67" y="78"/>
                  </a:lnTo>
                  <a:lnTo>
                    <a:pt x="95" y="67"/>
                  </a:lnTo>
                  <a:lnTo>
                    <a:pt x="124" y="56"/>
                  </a:lnTo>
                  <a:lnTo>
                    <a:pt x="153" y="46"/>
                  </a:lnTo>
                  <a:lnTo>
                    <a:pt x="182" y="39"/>
                  </a:lnTo>
                  <a:lnTo>
                    <a:pt x="213" y="32"/>
                  </a:lnTo>
                  <a:lnTo>
                    <a:pt x="242" y="25"/>
                  </a:lnTo>
                  <a:lnTo>
                    <a:pt x="242" y="25"/>
                  </a:lnTo>
                  <a:lnTo>
                    <a:pt x="274" y="21"/>
                  </a:lnTo>
                  <a:lnTo>
                    <a:pt x="308" y="17"/>
                  </a:lnTo>
                  <a:lnTo>
                    <a:pt x="343" y="17"/>
                  </a:lnTo>
                  <a:lnTo>
                    <a:pt x="359" y="17"/>
                  </a:lnTo>
                  <a:lnTo>
                    <a:pt x="377" y="20"/>
                  </a:lnTo>
                  <a:lnTo>
                    <a:pt x="394" y="23"/>
                  </a:lnTo>
                  <a:lnTo>
                    <a:pt x="411" y="25"/>
                  </a:lnTo>
                  <a:lnTo>
                    <a:pt x="426" y="31"/>
                  </a:lnTo>
                  <a:lnTo>
                    <a:pt x="441" y="38"/>
                  </a:lnTo>
                  <a:lnTo>
                    <a:pt x="455" y="46"/>
                  </a:lnTo>
                  <a:lnTo>
                    <a:pt x="468" y="56"/>
                  </a:lnTo>
                  <a:lnTo>
                    <a:pt x="480" y="67"/>
                  </a:lnTo>
                  <a:lnTo>
                    <a:pt x="490" y="81"/>
                  </a:lnTo>
                  <a:lnTo>
                    <a:pt x="490" y="81"/>
                  </a:lnTo>
                  <a:lnTo>
                    <a:pt x="493" y="84"/>
                  </a:lnTo>
                  <a:lnTo>
                    <a:pt x="497" y="84"/>
                  </a:lnTo>
                  <a:lnTo>
                    <a:pt x="500" y="84"/>
                  </a:lnTo>
                  <a:lnTo>
                    <a:pt x="503" y="83"/>
                  </a:lnTo>
                  <a:lnTo>
                    <a:pt x="506" y="81"/>
                  </a:lnTo>
                  <a:lnTo>
                    <a:pt x="507" y="78"/>
                  </a:lnTo>
                  <a:lnTo>
                    <a:pt x="507" y="76"/>
                  </a:lnTo>
                  <a:lnTo>
                    <a:pt x="506" y="73"/>
                  </a:lnTo>
                  <a:lnTo>
                    <a:pt x="506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8" name="Freeform 75">
              <a:extLst>
                <a:ext uri="{FF2B5EF4-FFF2-40B4-BE49-F238E27FC236}">
                  <a16:creationId xmlns:a16="http://schemas.microsoft.com/office/drawing/2014/main" id="{DD0A2F32-F99D-4C02-4D76-B6B157FB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849"/>
              <a:ext cx="353" cy="77"/>
            </a:xfrm>
            <a:custGeom>
              <a:avLst/>
              <a:gdLst>
                <a:gd name="T0" fmla="*/ 15 w 706"/>
                <a:gd name="T1" fmla="*/ 149 h 154"/>
                <a:gd name="T2" fmla="*/ 44 w 706"/>
                <a:gd name="T3" fmla="*/ 115 h 154"/>
                <a:gd name="T4" fmla="*/ 79 w 706"/>
                <a:gd name="T5" fmla="*/ 85 h 154"/>
                <a:gd name="T6" fmla="*/ 119 w 706"/>
                <a:gd name="T7" fmla="*/ 63 h 154"/>
                <a:gd name="T8" fmla="*/ 163 w 706"/>
                <a:gd name="T9" fmla="*/ 46 h 154"/>
                <a:gd name="T10" fmla="*/ 207 w 706"/>
                <a:gd name="T11" fmla="*/ 34 h 154"/>
                <a:gd name="T12" fmla="*/ 254 w 706"/>
                <a:gd name="T13" fmla="*/ 26 h 154"/>
                <a:gd name="T14" fmla="*/ 345 w 706"/>
                <a:gd name="T15" fmla="*/ 17 h 154"/>
                <a:gd name="T16" fmla="*/ 388 w 706"/>
                <a:gd name="T17" fmla="*/ 17 h 154"/>
                <a:gd name="T18" fmla="*/ 479 w 706"/>
                <a:gd name="T19" fmla="*/ 23 h 154"/>
                <a:gd name="T20" fmla="*/ 547 w 706"/>
                <a:gd name="T21" fmla="*/ 34 h 154"/>
                <a:gd name="T22" fmla="*/ 591 w 706"/>
                <a:gd name="T23" fmla="*/ 45 h 154"/>
                <a:gd name="T24" fmla="*/ 635 w 706"/>
                <a:gd name="T25" fmla="*/ 60 h 154"/>
                <a:gd name="T26" fmla="*/ 675 w 706"/>
                <a:gd name="T27" fmla="*/ 78 h 154"/>
                <a:gd name="T28" fmla="*/ 695 w 706"/>
                <a:gd name="T29" fmla="*/ 90 h 154"/>
                <a:gd name="T30" fmla="*/ 700 w 706"/>
                <a:gd name="T31" fmla="*/ 90 h 154"/>
                <a:gd name="T32" fmla="*/ 706 w 706"/>
                <a:gd name="T33" fmla="*/ 87 h 154"/>
                <a:gd name="T34" fmla="*/ 706 w 706"/>
                <a:gd name="T35" fmla="*/ 80 h 154"/>
                <a:gd name="T36" fmla="*/ 703 w 706"/>
                <a:gd name="T37" fmla="*/ 74 h 154"/>
                <a:gd name="T38" fmla="*/ 682 w 706"/>
                <a:gd name="T39" fmla="*/ 63 h 154"/>
                <a:gd name="T40" fmla="*/ 639 w 706"/>
                <a:gd name="T41" fmla="*/ 44 h 154"/>
                <a:gd name="T42" fmla="*/ 593 w 706"/>
                <a:gd name="T43" fmla="*/ 28 h 154"/>
                <a:gd name="T44" fmla="*/ 546 w 706"/>
                <a:gd name="T45" fmla="*/ 17 h 154"/>
                <a:gd name="T46" fmla="*/ 475 w 706"/>
                <a:gd name="T47" fmla="*/ 6 h 154"/>
                <a:gd name="T48" fmla="*/ 377 w 706"/>
                <a:gd name="T49" fmla="*/ 0 h 154"/>
                <a:gd name="T50" fmla="*/ 331 w 706"/>
                <a:gd name="T51" fmla="*/ 2 h 154"/>
                <a:gd name="T52" fmla="*/ 239 w 706"/>
                <a:gd name="T53" fmla="*/ 10 h 154"/>
                <a:gd name="T54" fmla="*/ 193 w 706"/>
                <a:gd name="T55" fmla="*/ 20 h 154"/>
                <a:gd name="T56" fmla="*/ 147 w 706"/>
                <a:gd name="T57" fmla="*/ 34 h 154"/>
                <a:gd name="T58" fmla="*/ 104 w 706"/>
                <a:gd name="T59" fmla="*/ 52 h 154"/>
                <a:gd name="T60" fmla="*/ 65 w 706"/>
                <a:gd name="T61" fmla="*/ 76 h 154"/>
                <a:gd name="T62" fmla="*/ 30 w 706"/>
                <a:gd name="T63" fmla="*/ 105 h 154"/>
                <a:gd name="T64" fmla="*/ 0 w 706"/>
                <a:gd name="T65" fmla="*/ 141 h 154"/>
                <a:gd name="T66" fmla="*/ 0 w 706"/>
                <a:gd name="T67" fmla="*/ 144 h 154"/>
                <a:gd name="T68" fmla="*/ 1 w 706"/>
                <a:gd name="T69" fmla="*/ 149 h 154"/>
                <a:gd name="T70" fmla="*/ 7 w 706"/>
                <a:gd name="T71" fmla="*/ 154 h 154"/>
                <a:gd name="T72" fmla="*/ 12 w 706"/>
                <a:gd name="T73" fmla="*/ 152 h 154"/>
                <a:gd name="T74" fmla="*/ 15 w 706"/>
                <a:gd name="T75" fmla="*/ 14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6" h="154">
                  <a:moveTo>
                    <a:pt x="15" y="149"/>
                  </a:moveTo>
                  <a:lnTo>
                    <a:pt x="15" y="149"/>
                  </a:lnTo>
                  <a:lnTo>
                    <a:pt x="29" y="131"/>
                  </a:lnTo>
                  <a:lnTo>
                    <a:pt x="44" y="115"/>
                  </a:lnTo>
                  <a:lnTo>
                    <a:pt x="61" y="99"/>
                  </a:lnTo>
                  <a:lnTo>
                    <a:pt x="79" y="85"/>
                  </a:lnTo>
                  <a:lnTo>
                    <a:pt x="99" y="74"/>
                  </a:lnTo>
                  <a:lnTo>
                    <a:pt x="119" y="63"/>
                  </a:lnTo>
                  <a:lnTo>
                    <a:pt x="140" y="53"/>
                  </a:lnTo>
                  <a:lnTo>
                    <a:pt x="163" y="46"/>
                  </a:lnTo>
                  <a:lnTo>
                    <a:pt x="185" y="39"/>
                  </a:lnTo>
                  <a:lnTo>
                    <a:pt x="207" y="34"/>
                  </a:lnTo>
                  <a:lnTo>
                    <a:pt x="231" y="28"/>
                  </a:lnTo>
                  <a:lnTo>
                    <a:pt x="254" y="26"/>
                  </a:lnTo>
                  <a:lnTo>
                    <a:pt x="300" y="20"/>
                  </a:lnTo>
                  <a:lnTo>
                    <a:pt x="345" y="17"/>
                  </a:lnTo>
                  <a:lnTo>
                    <a:pt x="345" y="17"/>
                  </a:lnTo>
                  <a:lnTo>
                    <a:pt x="388" y="17"/>
                  </a:lnTo>
                  <a:lnTo>
                    <a:pt x="434" y="19"/>
                  </a:lnTo>
                  <a:lnTo>
                    <a:pt x="479" y="23"/>
                  </a:lnTo>
                  <a:lnTo>
                    <a:pt x="525" y="30"/>
                  </a:lnTo>
                  <a:lnTo>
                    <a:pt x="547" y="34"/>
                  </a:lnTo>
                  <a:lnTo>
                    <a:pt x="569" y="39"/>
                  </a:lnTo>
                  <a:lnTo>
                    <a:pt x="591" y="45"/>
                  </a:lnTo>
                  <a:lnTo>
                    <a:pt x="612" y="52"/>
                  </a:lnTo>
                  <a:lnTo>
                    <a:pt x="635" y="60"/>
                  </a:lnTo>
                  <a:lnTo>
                    <a:pt x="654" y="69"/>
                  </a:lnTo>
                  <a:lnTo>
                    <a:pt x="675" y="78"/>
                  </a:lnTo>
                  <a:lnTo>
                    <a:pt x="695" y="90"/>
                  </a:lnTo>
                  <a:lnTo>
                    <a:pt x="695" y="90"/>
                  </a:lnTo>
                  <a:lnTo>
                    <a:pt x="697" y="91"/>
                  </a:lnTo>
                  <a:lnTo>
                    <a:pt x="700" y="90"/>
                  </a:lnTo>
                  <a:lnTo>
                    <a:pt x="703" y="88"/>
                  </a:lnTo>
                  <a:lnTo>
                    <a:pt x="706" y="87"/>
                  </a:lnTo>
                  <a:lnTo>
                    <a:pt x="706" y="84"/>
                  </a:lnTo>
                  <a:lnTo>
                    <a:pt x="706" y="80"/>
                  </a:lnTo>
                  <a:lnTo>
                    <a:pt x="706" y="77"/>
                  </a:lnTo>
                  <a:lnTo>
                    <a:pt x="703" y="74"/>
                  </a:lnTo>
                  <a:lnTo>
                    <a:pt x="703" y="74"/>
                  </a:lnTo>
                  <a:lnTo>
                    <a:pt x="682" y="63"/>
                  </a:lnTo>
                  <a:lnTo>
                    <a:pt x="661" y="53"/>
                  </a:lnTo>
                  <a:lnTo>
                    <a:pt x="639" y="44"/>
                  </a:lnTo>
                  <a:lnTo>
                    <a:pt x="617" y="35"/>
                  </a:lnTo>
                  <a:lnTo>
                    <a:pt x="593" y="28"/>
                  </a:lnTo>
                  <a:lnTo>
                    <a:pt x="569" y="23"/>
                  </a:lnTo>
                  <a:lnTo>
                    <a:pt x="546" y="17"/>
                  </a:lnTo>
                  <a:lnTo>
                    <a:pt x="522" y="12"/>
                  </a:lnTo>
                  <a:lnTo>
                    <a:pt x="475" y="6"/>
                  </a:lnTo>
                  <a:lnTo>
                    <a:pt x="426" y="2"/>
                  </a:lnTo>
                  <a:lnTo>
                    <a:pt x="377" y="0"/>
                  </a:lnTo>
                  <a:lnTo>
                    <a:pt x="331" y="2"/>
                  </a:lnTo>
                  <a:lnTo>
                    <a:pt x="331" y="2"/>
                  </a:lnTo>
                  <a:lnTo>
                    <a:pt x="285" y="5"/>
                  </a:lnTo>
                  <a:lnTo>
                    <a:pt x="239" y="10"/>
                  </a:lnTo>
                  <a:lnTo>
                    <a:pt x="216" y="14"/>
                  </a:lnTo>
                  <a:lnTo>
                    <a:pt x="193" y="20"/>
                  </a:lnTo>
                  <a:lnTo>
                    <a:pt x="170" y="27"/>
                  </a:lnTo>
                  <a:lnTo>
                    <a:pt x="147" y="34"/>
                  </a:lnTo>
                  <a:lnTo>
                    <a:pt x="126" y="42"/>
                  </a:lnTo>
                  <a:lnTo>
                    <a:pt x="104" y="52"/>
                  </a:lnTo>
                  <a:lnTo>
                    <a:pt x="85" y="63"/>
                  </a:lnTo>
                  <a:lnTo>
                    <a:pt x="65" y="76"/>
                  </a:lnTo>
                  <a:lnTo>
                    <a:pt x="47" y="90"/>
                  </a:lnTo>
                  <a:lnTo>
                    <a:pt x="30" y="105"/>
                  </a:lnTo>
                  <a:lnTo>
                    <a:pt x="15" y="12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2"/>
                  </a:lnTo>
                  <a:lnTo>
                    <a:pt x="7" y="154"/>
                  </a:lnTo>
                  <a:lnTo>
                    <a:pt x="9" y="154"/>
                  </a:lnTo>
                  <a:lnTo>
                    <a:pt x="12" y="152"/>
                  </a:lnTo>
                  <a:lnTo>
                    <a:pt x="15" y="149"/>
                  </a:lnTo>
                  <a:lnTo>
                    <a:pt x="15" y="1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79" name="Freeform 76">
              <a:extLst>
                <a:ext uri="{FF2B5EF4-FFF2-40B4-BE49-F238E27FC236}">
                  <a16:creationId xmlns:a16="http://schemas.microsoft.com/office/drawing/2014/main" id="{0789B8DD-3989-85DC-79CB-20DB27D0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430"/>
              <a:ext cx="304" cy="326"/>
            </a:xfrm>
            <a:custGeom>
              <a:avLst/>
              <a:gdLst>
                <a:gd name="T0" fmla="*/ 606 w 607"/>
                <a:gd name="T1" fmla="*/ 639 h 652"/>
                <a:gd name="T2" fmla="*/ 606 w 607"/>
                <a:gd name="T3" fmla="*/ 639 h 652"/>
                <a:gd name="T4" fmla="*/ 574 w 607"/>
                <a:gd name="T5" fmla="*/ 595 h 652"/>
                <a:gd name="T6" fmla="*/ 541 w 607"/>
                <a:gd name="T7" fmla="*/ 550 h 652"/>
                <a:gd name="T8" fmla="*/ 506 w 607"/>
                <a:gd name="T9" fmla="*/ 507 h 652"/>
                <a:gd name="T10" fmla="*/ 468 w 607"/>
                <a:gd name="T11" fmla="*/ 465 h 652"/>
                <a:gd name="T12" fmla="*/ 394 w 607"/>
                <a:gd name="T13" fmla="*/ 383 h 652"/>
                <a:gd name="T14" fmla="*/ 357 w 607"/>
                <a:gd name="T15" fmla="*/ 343 h 652"/>
                <a:gd name="T16" fmla="*/ 321 w 607"/>
                <a:gd name="T17" fmla="*/ 301 h 652"/>
                <a:gd name="T18" fmla="*/ 321 w 607"/>
                <a:gd name="T19" fmla="*/ 301 h 652"/>
                <a:gd name="T20" fmla="*/ 250 w 607"/>
                <a:gd name="T21" fmla="*/ 219 h 652"/>
                <a:gd name="T22" fmla="*/ 213 w 607"/>
                <a:gd name="T23" fmla="*/ 180 h 652"/>
                <a:gd name="T24" fmla="*/ 177 w 607"/>
                <a:gd name="T25" fmla="*/ 141 h 652"/>
                <a:gd name="T26" fmla="*/ 138 w 607"/>
                <a:gd name="T27" fmla="*/ 103 h 652"/>
                <a:gd name="T28" fmla="*/ 98 w 607"/>
                <a:gd name="T29" fmla="*/ 67 h 652"/>
                <a:gd name="T30" fmla="*/ 57 w 607"/>
                <a:gd name="T31" fmla="*/ 34 h 652"/>
                <a:gd name="T32" fmla="*/ 35 w 607"/>
                <a:gd name="T33" fmla="*/ 17 h 652"/>
                <a:gd name="T34" fmla="*/ 13 w 607"/>
                <a:gd name="T35" fmla="*/ 2 h 652"/>
                <a:gd name="T36" fmla="*/ 13 w 607"/>
                <a:gd name="T37" fmla="*/ 2 h 652"/>
                <a:gd name="T38" fmla="*/ 10 w 607"/>
                <a:gd name="T39" fmla="*/ 0 h 652"/>
                <a:gd name="T40" fmla="*/ 6 w 607"/>
                <a:gd name="T41" fmla="*/ 0 h 652"/>
                <a:gd name="T42" fmla="*/ 5 w 607"/>
                <a:gd name="T43" fmla="*/ 2 h 652"/>
                <a:gd name="T44" fmla="*/ 2 w 607"/>
                <a:gd name="T45" fmla="*/ 4 h 652"/>
                <a:gd name="T46" fmla="*/ 0 w 607"/>
                <a:gd name="T47" fmla="*/ 7 h 652"/>
                <a:gd name="T48" fmla="*/ 0 w 607"/>
                <a:gd name="T49" fmla="*/ 10 h 652"/>
                <a:gd name="T50" fmla="*/ 2 w 607"/>
                <a:gd name="T51" fmla="*/ 14 h 652"/>
                <a:gd name="T52" fmla="*/ 5 w 607"/>
                <a:gd name="T53" fmla="*/ 17 h 652"/>
                <a:gd name="T54" fmla="*/ 5 w 607"/>
                <a:gd name="T55" fmla="*/ 17 h 652"/>
                <a:gd name="T56" fmla="*/ 27 w 607"/>
                <a:gd name="T57" fmla="*/ 31 h 652"/>
                <a:gd name="T58" fmla="*/ 48 w 607"/>
                <a:gd name="T59" fmla="*/ 48 h 652"/>
                <a:gd name="T60" fmla="*/ 89 w 607"/>
                <a:gd name="T61" fmla="*/ 81 h 652"/>
                <a:gd name="T62" fmla="*/ 128 w 607"/>
                <a:gd name="T63" fmla="*/ 116 h 652"/>
                <a:gd name="T64" fmla="*/ 166 w 607"/>
                <a:gd name="T65" fmla="*/ 153 h 652"/>
                <a:gd name="T66" fmla="*/ 204 w 607"/>
                <a:gd name="T67" fmla="*/ 192 h 652"/>
                <a:gd name="T68" fmla="*/ 238 w 607"/>
                <a:gd name="T69" fmla="*/ 231 h 652"/>
                <a:gd name="T70" fmla="*/ 308 w 607"/>
                <a:gd name="T71" fmla="*/ 312 h 652"/>
                <a:gd name="T72" fmla="*/ 308 w 607"/>
                <a:gd name="T73" fmla="*/ 312 h 652"/>
                <a:gd name="T74" fmla="*/ 344 w 607"/>
                <a:gd name="T75" fmla="*/ 354 h 652"/>
                <a:gd name="T76" fmla="*/ 382 w 607"/>
                <a:gd name="T77" fmla="*/ 394 h 652"/>
                <a:gd name="T78" fmla="*/ 456 w 607"/>
                <a:gd name="T79" fmla="*/ 476 h 652"/>
                <a:gd name="T80" fmla="*/ 492 w 607"/>
                <a:gd name="T81" fmla="*/ 517 h 652"/>
                <a:gd name="T82" fmla="*/ 527 w 607"/>
                <a:gd name="T83" fmla="*/ 560 h 652"/>
                <a:gd name="T84" fmla="*/ 560 w 607"/>
                <a:gd name="T85" fmla="*/ 603 h 652"/>
                <a:gd name="T86" fmla="*/ 592 w 607"/>
                <a:gd name="T87" fmla="*/ 648 h 652"/>
                <a:gd name="T88" fmla="*/ 592 w 607"/>
                <a:gd name="T89" fmla="*/ 648 h 652"/>
                <a:gd name="T90" fmla="*/ 595 w 607"/>
                <a:gd name="T91" fmla="*/ 650 h 652"/>
                <a:gd name="T92" fmla="*/ 598 w 607"/>
                <a:gd name="T93" fmla="*/ 652 h 652"/>
                <a:gd name="T94" fmla="*/ 601 w 607"/>
                <a:gd name="T95" fmla="*/ 652 h 652"/>
                <a:gd name="T96" fmla="*/ 603 w 607"/>
                <a:gd name="T97" fmla="*/ 650 h 652"/>
                <a:gd name="T98" fmla="*/ 606 w 607"/>
                <a:gd name="T99" fmla="*/ 649 h 652"/>
                <a:gd name="T100" fmla="*/ 607 w 607"/>
                <a:gd name="T101" fmla="*/ 646 h 652"/>
                <a:gd name="T102" fmla="*/ 607 w 607"/>
                <a:gd name="T103" fmla="*/ 643 h 652"/>
                <a:gd name="T104" fmla="*/ 606 w 607"/>
                <a:gd name="T105" fmla="*/ 639 h 652"/>
                <a:gd name="T106" fmla="*/ 606 w 607"/>
                <a:gd name="T107" fmla="*/ 639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07" h="652">
                  <a:moveTo>
                    <a:pt x="606" y="639"/>
                  </a:moveTo>
                  <a:lnTo>
                    <a:pt x="606" y="639"/>
                  </a:lnTo>
                  <a:lnTo>
                    <a:pt x="574" y="595"/>
                  </a:lnTo>
                  <a:lnTo>
                    <a:pt x="541" y="550"/>
                  </a:lnTo>
                  <a:lnTo>
                    <a:pt x="506" y="507"/>
                  </a:lnTo>
                  <a:lnTo>
                    <a:pt x="468" y="465"/>
                  </a:lnTo>
                  <a:lnTo>
                    <a:pt x="394" y="383"/>
                  </a:lnTo>
                  <a:lnTo>
                    <a:pt x="357" y="343"/>
                  </a:lnTo>
                  <a:lnTo>
                    <a:pt x="321" y="301"/>
                  </a:lnTo>
                  <a:lnTo>
                    <a:pt x="321" y="301"/>
                  </a:lnTo>
                  <a:lnTo>
                    <a:pt x="250" y="219"/>
                  </a:lnTo>
                  <a:lnTo>
                    <a:pt x="213" y="180"/>
                  </a:lnTo>
                  <a:lnTo>
                    <a:pt x="177" y="141"/>
                  </a:lnTo>
                  <a:lnTo>
                    <a:pt x="138" y="103"/>
                  </a:lnTo>
                  <a:lnTo>
                    <a:pt x="98" y="67"/>
                  </a:lnTo>
                  <a:lnTo>
                    <a:pt x="57" y="34"/>
                  </a:lnTo>
                  <a:lnTo>
                    <a:pt x="35" y="17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7" y="31"/>
                  </a:lnTo>
                  <a:lnTo>
                    <a:pt x="48" y="48"/>
                  </a:lnTo>
                  <a:lnTo>
                    <a:pt x="89" y="81"/>
                  </a:lnTo>
                  <a:lnTo>
                    <a:pt x="128" y="116"/>
                  </a:lnTo>
                  <a:lnTo>
                    <a:pt x="166" y="153"/>
                  </a:lnTo>
                  <a:lnTo>
                    <a:pt x="204" y="192"/>
                  </a:lnTo>
                  <a:lnTo>
                    <a:pt x="238" y="231"/>
                  </a:lnTo>
                  <a:lnTo>
                    <a:pt x="308" y="312"/>
                  </a:lnTo>
                  <a:lnTo>
                    <a:pt x="308" y="312"/>
                  </a:lnTo>
                  <a:lnTo>
                    <a:pt x="344" y="354"/>
                  </a:lnTo>
                  <a:lnTo>
                    <a:pt x="382" y="394"/>
                  </a:lnTo>
                  <a:lnTo>
                    <a:pt x="456" y="476"/>
                  </a:lnTo>
                  <a:lnTo>
                    <a:pt x="492" y="517"/>
                  </a:lnTo>
                  <a:lnTo>
                    <a:pt x="527" y="560"/>
                  </a:lnTo>
                  <a:lnTo>
                    <a:pt x="560" y="603"/>
                  </a:lnTo>
                  <a:lnTo>
                    <a:pt x="592" y="648"/>
                  </a:lnTo>
                  <a:lnTo>
                    <a:pt x="592" y="648"/>
                  </a:lnTo>
                  <a:lnTo>
                    <a:pt x="595" y="650"/>
                  </a:lnTo>
                  <a:lnTo>
                    <a:pt x="598" y="652"/>
                  </a:lnTo>
                  <a:lnTo>
                    <a:pt x="601" y="652"/>
                  </a:lnTo>
                  <a:lnTo>
                    <a:pt x="603" y="650"/>
                  </a:lnTo>
                  <a:lnTo>
                    <a:pt x="606" y="649"/>
                  </a:lnTo>
                  <a:lnTo>
                    <a:pt x="607" y="646"/>
                  </a:lnTo>
                  <a:lnTo>
                    <a:pt x="607" y="643"/>
                  </a:lnTo>
                  <a:lnTo>
                    <a:pt x="606" y="639"/>
                  </a:lnTo>
                  <a:lnTo>
                    <a:pt x="606" y="6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0" name="Freeform 77">
              <a:extLst>
                <a:ext uri="{FF2B5EF4-FFF2-40B4-BE49-F238E27FC236}">
                  <a16:creationId xmlns:a16="http://schemas.microsoft.com/office/drawing/2014/main" id="{3BE2ECFD-1530-99BF-1E77-D7E9A225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922"/>
              <a:ext cx="86" cy="162"/>
            </a:xfrm>
            <a:custGeom>
              <a:avLst/>
              <a:gdLst>
                <a:gd name="T0" fmla="*/ 2 w 172"/>
                <a:gd name="T1" fmla="*/ 14 h 324"/>
                <a:gd name="T2" fmla="*/ 2 w 172"/>
                <a:gd name="T3" fmla="*/ 14 h 324"/>
                <a:gd name="T4" fmla="*/ 18 w 172"/>
                <a:gd name="T5" fmla="*/ 29 h 324"/>
                <a:gd name="T6" fmla="*/ 32 w 172"/>
                <a:gd name="T7" fmla="*/ 44 h 324"/>
                <a:gd name="T8" fmla="*/ 44 w 172"/>
                <a:gd name="T9" fmla="*/ 61 h 324"/>
                <a:gd name="T10" fmla="*/ 57 w 172"/>
                <a:gd name="T11" fmla="*/ 79 h 324"/>
                <a:gd name="T12" fmla="*/ 68 w 172"/>
                <a:gd name="T13" fmla="*/ 97 h 324"/>
                <a:gd name="T14" fmla="*/ 79 w 172"/>
                <a:gd name="T15" fmla="*/ 117 h 324"/>
                <a:gd name="T16" fmla="*/ 99 w 172"/>
                <a:gd name="T17" fmla="*/ 156 h 324"/>
                <a:gd name="T18" fmla="*/ 115 w 172"/>
                <a:gd name="T19" fmla="*/ 196 h 324"/>
                <a:gd name="T20" fmla="*/ 129 w 172"/>
                <a:gd name="T21" fmla="*/ 238 h 324"/>
                <a:gd name="T22" fmla="*/ 157 w 172"/>
                <a:gd name="T23" fmla="*/ 319 h 324"/>
                <a:gd name="T24" fmla="*/ 157 w 172"/>
                <a:gd name="T25" fmla="*/ 319 h 324"/>
                <a:gd name="T26" fmla="*/ 158 w 172"/>
                <a:gd name="T27" fmla="*/ 321 h 324"/>
                <a:gd name="T28" fmla="*/ 161 w 172"/>
                <a:gd name="T29" fmla="*/ 323 h 324"/>
                <a:gd name="T30" fmla="*/ 164 w 172"/>
                <a:gd name="T31" fmla="*/ 324 h 324"/>
                <a:gd name="T32" fmla="*/ 167 w 172"/>
                <a:gd name="T33" fmla="*/ 324 h 324"/>
                <a:gd name="T34" fmla="*/ 170 w 172"/>
                <a:gd name="T35" fmla="*/ 323 h 324"/>
                <a:gd name="T36" fmla="*/ 172 w 172"/>
                <a:gd name="T37" fmla="*/ 320 h 324"/>
                <a:gd name="T38" fmla="*/ 172 w 172"/>
                <a:gd name="T39" fmla="*/ 317 h 324"/>
                <a:gd name="T40" fmla="*/ 172 w 172"/>
                <a:gd name="T41" fmla="*/ 313 h 324"/>
                <a:gd name="T42" fmla="*/ 172 w 172"/>
                <a:gd name="T43" fmla="*/ 313 h 324"/>
                <a:gd name="T44" fmla="*/ 146 w 172"/>
                <a:gd name="T45" fmla="*/ 231 h 324"/>
                <a:gd name="T46" fmla="*/ 129 w 172"/>
                <a:gd name="T47" fmla="*/ 189 h 324"/>
                <a:gd name="T48" fmla="*/ 112 w 172"/>
                <a:gd name="T49" fmla="*/ 147 h 324"/>
                <a:gd name="T50" fmla="*/ 93 w 172"/>
                <a:gd name="T51" fmla="*/ 107 h 324"/>
                <a:gd name="T52" fmla="*/ 82 w 172"/>
                <a:gd name="T53" fmla="*/ 88 h 324"/>
                <a:gd name="T54" fmla="*/ 71 w 172"/>
                <a:gd name="T55" fmla="*/ 69 h 324"/>
                <a:gd name="T56" fmla="*/ 58 w 172"/>
                <a:gd name="T57" fmla="*/ 51 h 324"/>
                <a:gd name="T58" fmla="*/ 44 w 172"/>
                <a:gd name="T59" fmla="*/ 33 h 324"/>
                <a:gd name="T60" fmla="*/ 30 w 172"/>
                <a:gd name="T61" fmla="*/ 17 h 324"/>
                <a:gd name="T62" fmla="*/ 15 w 172"/>
                <a:gd name="T63" fmla="*/ 1 h 324"/>
                <a:gd name="T64" fmla="*/ 15 w 172"/>
                <a:gd name="T65" fmla="*/ 1 h 324"/>
                <a:gd name="T66" fmla="*/ 11 w 172"/>
                <a:gd name="T67" fmla="*/ 0 h 324"/>
                <a:gd name="T68" fmla="*/ 8 w 172"/>
                <a:gd name="T69" fmla="*/ 0 h 324"/>
                <a:gd name="T70" fmla="*/ 5 w 172"/>
                <a:gd name="T71" fmla="*/ 0 h 324"/>
                <a:gd name="T72" fmla="*/ 2 w 172"/>
                <a:gd name="T73" fmla="*/ 3 h 324"/>
                <a:gd name="T74" fmla="*/ 1 w 172"/>
                <a:gd name="T75" fmla="*/ 5 h 324"/>
                <a:gd name="T76" fmla="*/ 0 w 172"/>
                <a:gd name="T77" fmla="*/ 8 h 324"/>
                <a:gd name="T78" fmla="*/ 1 w 172"/>
                <a:gd name="T79" fmla="*/ 11 h 324"/>
                <a:gd name="T80" fmla="*/ 2 w 172"/>
                <a:gd name="T81" fmla="*/ 14 h 324"/>
                <a:gd name="T82" fmla="*/ 2 w 172"/>
                <a:gd name="T83" fmla="*/ 1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2" h="324">
                  <a:moveTo>
                    <a:pt x="2" y="14"/>
                  </a:moveTo>
                  <a:lnTo>
                    <a:pt x="2" y="14"/>
                  </a:lnTo>
                  <a:lnTo>
                    <a:pt x="18" y="29"/>
                  </a:lnTo>
                  <a:lnTo>
                    <a:pt x="32" y="44"/>
                  </a:lnTo>
                  <a:lnTo>
                    <a:pt x="44" y="61"/>
                  </a:lnTo>
                  <a:lnTo>
                    <a:pt x="57" y="79"/>
                  </a:lnTo>
                  <a:lnTo>
                    <a:pt x="68" y="97"/>
                  </a:lnTo>
                  <a:lnTo>
                    <a:pt x="79" y="117"/>
                  </a:lnTo>
                  <a:lnTo>
                    <a:pt x="99" y="156"/>
                  </a:lnTo>
                  <a:lnTo>
                    <a:pt x="115" y="196"/>
                  </a:lnTo>
                  <a:lnTo>
                    <a:pt x="129" y="238"/>
                  </a:lnTo>
                  <a:lnTo>
                    <a:pt x="157" y="319"/>
                  </a:lnTo>
                  <a:lnTo>
                    <a:pt x="157" y="319"/>
                  </a:lnTo>
                  <a:lnTo>
                    <a:pt x="158" y="321"/>
                  </a:lnTo>
                  <a:lnTo>
                    <a:pt x="161" y="323"/>
                  </a:lnTo>
                  <a:lnTo>
                    <a:pt x="164" y="324"/>
                  </a:lnTo>
                  <a:lnTo>
                    <a:pt x="167" y="324"/>
                  </a:lnTo>
                  <a:lnTo>
                    <a:pt x="170" y="323"/>
                  </a:lnTo>
                  <a:lnTo>
                    <a:pt x="172" y="320"/>
                  </a:lnTo>
                  <a:lnTo>
                    <a:pt x="172" y="317"/>
                  </a:lnTo>
                  <a:lnTo>
                    <a:pt x="172" y="313"/>
                  </a:lnTo>
                  <a:lnTo>
                    <a:pt x="172" y="313"/>
                  </a:lnTo>
                  <a:lnTo>
                    <a:pt x="146" y="231"/>
                  </a:lnTo>
                  <a:lnTo>
                    <a:pt x="129" y="189"/>
                  </a:lnTo>
                  <a:lnTo>
                    <a:pt x="112" y="147"/>
                  </a:lnTo>
                  <a:lnTo>
                    <a:pt x="93" y="107"/>
                  </a:lnTo>
                  <a:lnTo>
                    <a:pt x="82" y="88"/>
                  </a:lnTo>
                  <a:lnTo>
                    <a:pt x="71" y="69"/>
                  </a:lnTo>
                  <a:lnTo>
                    <a:pt x="58" y="51"/>
                  </a:lnTo>
                  <a:lnTo>
                    <a:pt x="44" y="33"/>
                  </a:lnTo>
                  <a:lnTo>
                    <a:pt x="30" y="17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3"/>
                  </a:lnTo>
                  <a:lnTo>
                    <a:pt x="1" y="5"/>
                  </a:lnTo>
                  <a:lnTo>
                    <a:pt x="0" y="8"/>
                  </a:lnTo>
                  <a:lnTo>
                    <a:pt x="1" y="11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1" name="Freeform 78">
              <a:extLst>
                <a:ext uri="{FF2B5EF4-FFF2-40B4-BE49-F238E27FC236}">
                  <a16:creationId xmlns:a16="http://schemas.microsoft.com/office/drawing/2014/main" id="{C36DDB17-AA38-F4F1-A3B3-81483C6D2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098"/>
              <a:ext cx="328" cy="348"/>
            </a:xfrm>
            <a:custGeom>
              <a:avLst/>
              <a:gdLst>
                <a:gd name="T0" fmla="*/ 261 w 656"/>
                <a:gd name="T1" fmla="*/ 512 h 695"/>
                <a:gd name="T2" fmla="*/ 359 w 656"/>
                <a:gd name="T3" fmla="*/ 555 h 695"/>
                <a:gd name="T4" fmla="*/ 432 w 656"/>
                <a:gd name="T5" fmla="*/ 571 h 695"/>
                <a:gd name="T6" fmla="*/ 524 w 656"/>
                <a:gd name="T7" fmla="*/ 564 h 695"/>
                <a:gd name="T8" fmla="*/ 575 w 656"/>
                <a:gd name="T9" fmla="*/ 540 h 695"/>
                <a:gd name="T10" fmla="*/ 616 w 656"/>
                <a:gd name="T11" fmla="*/ 497 h 695"/>
                <a:gd name="T12" fmla="*/ 653 w 656"/>
                <a:gd name="T13" fmla="*/ 412 h 695"/>
                <a:gd name="T14" fmla="*/ 656 w 656"/>
                <a:gd name="T15" fmla="*/ 352 h 695"/>
                <a:gd name="T16" fmla="*/ 627 w 656"/>
                <a:gd name="T17" fmla="*/ 269 h 695"/>
                <a:gd name="T18" fmla="*/ 563 w 656"/>
                <a:gd name="T19" fmla="*/ 188 h 695"/>
                <a:gd name="T20" fmla="*/ 497 w 656"/>
                <a:gd name="T21" fmla="*/ 132 h 695"/>
                <a:gd name="T22" fmla="*/ 376 w 656"/>
                <a:gd name="T23" fmla="*/ 54 h 695"/>
                <a:gd name="T24" fmla="*/ 277 w 656"/>
                <a:gd name="T25" fmla="*/ 8 h 695"/>
                <a:gd name="T26" fmla="*/ 212 w 656"/>
                <a:gd name="T27" fmla="*/ 0 h 695"/>
                <a:gd name="T28" fmla="*/ 171 w 656"/>
                <a:gd name="T29" fmla="*/ 8 h 695"/>
                <a:gd name="T30" fmla="*/ 132 w 656"/>
                <a:gd name="T31" fmla="*/ 29 h 695"/>
                <a:gd name="T32" fmla="*/ 73 w 656"/>
                <a:gd name="T33" fmla="*/ 102 h 695"/>
                <a:gd name="T34" fmla="*/ 27 w 656"/>
                <a:gd name="T35" fmla="*/ 186 h 695"/>
                <a:gd name="T36" fmla="*/ 2 w 656"/>
                <a:gd name="T37" fmla="*/ 287 h 695"/>
                <a:gd name="T38" fmla="*/ 4 w 656"/>
                <a:gd name="T39" fmla="*/ 354 h 695"/>
                <a:gd name="T40" fmla="*/ 28 w 656"/>
                <a:gd name="T41" fmla="*/ 409 h 695"/>
                <a:gd name="T42" fmla="*/ 77 w 656"/>
                <a:gd name="T43" fmla="*/ 468 h 695"/>
                <a:gd name="T44" fmla="*/ 146 w 656"/>
                <a:gd name="T45" fmla="*/ 523 h 695"/>
                <a:gd name="T46" fmla="*/ 326 w 656"/>
                <a:gd name="T47" fmla="*/ 647 h 695"/>
                <a:gd name="T48" fmla="*/ 386 w 656"/>
                <a:gd name="T49" fmla="*/ 695 h 695"/>
                <a:gd name="T50" fmla="*/ 396 w 656"/>
                <a:gd name="T51" fmla="*/ 690 h 695"/>
                <a:gd name="T52" fmla="*/ 394 w 656"/>
                <a:gd name="T53" fmla="*/ 681 h 695"/>
                <a:gd name="T54" fmla="*/ 269 w 656"/>
                <a:gd name="T55" fmla="*/ 586 h 695"/>
                <a:gd name="T56" fmla="*/ 142 w 656"/>
                <a:gd name="T57" fmla="*/ 500 h 695"/>
                <a:gd name="T58" fmla="*/ 67 w 656"/>
                <a:gd name="T59" fmla="*/ 433 h 695"/>
                <a:gd name="T60" fmla="*/ 41 w 656"/>
                <a:gd name="T61" fmla="*/ 397 h 695"/>
                <a:gd name="T62" fmla="*/ 22 w 656"/>
                <a:gd name="T63" fmla="*/ 345 h 695"/>
                <a:gd name="T64" fmla="*/ 18 w 656"/>
                <a:gd name="T65" fmla="*/ 289 h 695"/>
                <a:gd name="T66" fmla="*/ 32 w 656"/>
                <a:gd name="T67" fmla="*/ 217 h 695"/>
                <a:gd name="T68" fmla="*/ 84 w 656"/>
                <a:gd name="T69" fmla="*/ 117 h 695"/>
                <a:gd name="T70" fmla="*/ 126 w 656"/>
                <a:gd name="T71" fmla="*/ 60 h 695"/>
                <a:gd name="T72" fmla="*/ 158 w 656"/>
                <a:gd name="T73" fmla="*/ 32 h 695"/>
                <a:gd name="T74" fmla="*/ 220 w 656"/>
                <a:gd name="T75" fmla="*/ 14 h 695"/>
                <a:gd name="T76" fmla="*/ 284 w 656"/>
                <a:gd name="T77" fmla="*/ 26 h 695"/>
                <a:gd name="T78" fmla="*/ 376 w 656"/>
                <a:gd name="T79" fmla="*/ 74 h 695"/>
                <a:gd name="T80" fmla="*/ 479 w 656"/>
                <a:gd name="T81" fmla="*/ 141 h 695"/>
                <a:gd name="T82" fmla="*/ 571 w 656"/>
                <a:gd name="T83" fmla="*/ 220 h 695"/>
                <a:gd name="T84" fmla="*/ 609 w 656"/>
                <a:gd name="T85" fmla="*/ 270 h 695"/>
                <a:gd name="T86" fmla="*/ 632 w 656"/>
                <a:gd name="T87" fmla="*/ 326 h 695"/>
                <a:gd name="T88" fmla="*/ 639 w 656"/>
                <a:gd name="T89" fmla="*/ 386 h 695"/>
                <a:gd name="T90" fmla="*/ 625 w 656"/>
                <a:gd name="T91" fmla="*/ 444 h 695"/>
                <a:gd name="T92" fmla="*/ 593 w 656"/>
                <a:gd name="T93" fmla="*/ 496 h 695"/>
                <a:gd name="T94" fmla="*/ 553 w 656"/>
                <a:gd name="T95" fmla="*/ 532 h 695"/>
                <a:gd name="T96" fmla="*/ 511 w 656"/>
                <a:gd name="T97" fmla="*/ 548 h 695"/>
                <a:gd name="T98" fmla="*/ 453 w 656"/>
                <a:gd name="T99" fmla="*/ 555 h 695"/>
                <a:gd name="T100" fmla="*/ 383 w 656"/>
                <a:gd name="T101" fmla="*/ 544 h 695"/>
                <a:gd name="T102" fmla="*/ 291 w 656"/>
                <a:gd name="T103" fmla="*/ 509 h 695"/>
                <a:gd name="T104" fmla="*/ 229 w 656"/>
                <a:gd name="T105" fmla="*/ 470 h 695"/>
                <a:gd name="T106" fmla="*/ 216 w 656"/>
                <a:gd name="T107" fmla="*/ 470 h 695"/>
                <a:gd name="T108" fmla="*/ 217 w 656"/>
                <a:gd name="T109" fmla="*/ 482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6" h="695">
                  <a:moveTo>
                    <a:pt x="217" y="482"/>
                  </a:moveTo>
                  <a:lnTo>
                    <a:pt x="217" y="482"/>
                  </a:lnTo>
                  <a:lnTo>
                    <a:pt x="238" y="498"/>
                  </a:lnTo>
                  <a:lnTo>
                    <a:pt x="261" y="512"/>
                  </a:lnTo>
                  <a:lnTo>
                    <a:pt x="284" y="525"/>
                  </a:lnTo>
                  <a:lnTo>
                    <a:pt x="309" y="536"/>
                  </a:lnTo>
                  <a:lnTo>
                    <a:pt x="333" y="546"/>
                  </a:lnTo>
                  <a:lnTo>
                    <a:pt x="359" y="555"/>
                  </a:lnTo>
                  <a:lnTo>
                    <a:pt x="385" y="562"/>
                  </a:lnTo>
                  <a:lnTo>
                    <a:pt x="411" y="568"/>
                  </a:lnTo>
                  <a:lnTo>
                    <a:pt x="411" y="568"/>
                  </a:lnTo>
                  <a:lnTo>
                    <a:pt x="432" y="571"/>
                  </a:lnTo>
                  <a:lnTo>
                    <a:pt x="454" y="572"/>
                  </a:lnTo>
                  <a:lnTo>
                    <a:pt x="478" y="572"/>
                  </a:lnTo>
                  <a:lnTo>
                    <a:pt x="502" y="569"/>
                  </a:lnTo>
                  <a:lnTo>
                    <a:pt x="524" y="564"/>
                  </a:lnTo>
                  <a:lnTo>
                    <a:pt x="546" y="557"/>
                  </a:lnTo>
                  <a:lnTo>
                    <a:pt x="556" y="551"/>
                  </a:lnTo>
                  <a:lnTo>
                    <a:pt x="566" y="546"/>
                  </a:lnTo>
                  <a:lnTo>
                    <a:pt x="575" y="540"/>
                  </a:lnTo>
                  <a:lnTo>
                    <a:pt x="584" y="533"/>
                  </a:lnTo>
                  <a:lnTo>
                    <a:pt x="584" y="533"/>
                  </a:lnTo>
                  <a:lnTo>
                    <a:pt x="600" y="516"/>
                  </a:lnTo>
                  <a:lnTo>
                    <a:pt x="616" y="497"/>
                  </a:lnTo>
                  <a:lnTo>
                    <a:pt x="628" y="477"/>
                  </a:lnTo>
                  <a:lnTo>
                    <a:pt x="639" y="457"/>
                  </a:lnTo>
                  <a:lnTo>
                    <a:pt x="648" y="434"/>
                  </a:lnTo>
                  <a:lnTo>
                    <a:pt x="653" y="412"/>
                  </a:lnTo>
                  <a:lnTo>
                    <a:pt x="656" y="388"/>
                  </a:lnTo>
                  <a:lnTo>
                    <a:pt x="656" y="365"/>
                  </a:lnTo>
                  <a:lnTo>
                    <a:pt x="656" y="365"/>
                  </a:lnTo>
                  <a:lnTo>
                    <a:pt x="656" y="352"/>
                  </a:lnTo>
                  <a:lnTo>
                    <a:pt x="653" y="340"/>
                  </a:lnTo>
                  <a:lnTo>
                    <a:pt x="648" y="315"/>
                  </a:lnTo>
                  <a:lnTo>
                    <a:pt x="638" y="291"/>
                  </a:lnTo>
                  <a:lnTo>
                    <a:pt x="627" y="269"/>
                  </a:lnTo>
                  <a:lnTo>
                    <a:pt x="613" y="246"/>
                  </a:lnTo>
                  <a:lnTo>
                    <a:pt x="598" y="225"/>
                  </a:lnTo>
                  <a:lnTo>
                    <a:pt x="581" y="206"/>
                  </a:lnTo>
                  <a:lnTo>
                    <a:pt x="563" y="188"/>
                  </a:lnTo>
                  <a:lnTo>
                    <a:pt x="563" y="188"/>
                  </a:lnTo>
                  <a:lnTo>
                    <a:pt x="542" y="168"/>
                  </a:lnTo>
                  <a:lnTo>
                    <a:pt x="521" y="150"/>
                  </a:lnTo>
                  <a:lnTo>
                    <a:pt x="497" y="132"/>
                  </a:lnTo>
                  <a:lnTo>
                    <a:pt x="474" y="115"/>
                  </a:lnTo>
                  <a:lnTo>
                    <a:pt x="425" y="83"/>
                  </a:lnTo>
                  <a:lnTo>
                    <a:pt x="376" y="54"/>
                  </a:lnTo>
                  <a:lnTo>
                    <a:pt x="376" y="54"/>
                  </a:lnTo>
                  <a:lnTo>
                    <a:pt x="353" y="40"/>
                  </a:lnTo>
                  <a:lnTo>
                    <a:pt x="329" y="28"/>
                  </a:lnTo>
                  <a:lnTo>
                    <a:pt x="304" y="17"/>
                  </a:lnTo>
                  <a:lnTo>
                    <a:pt x="277" y="8"/>
                  </a:lnTo>
                  <a:lnTo>
                    <a:pt x="252" y="1"/>
                  </a:lnTo>
                  <a:lnTo>
                    <a:pt x="238" y="0"/>
                  </a:lnTo>
                  <a:lnTo>
                    <a:pt x="226" y="0"/>
                  </a:lnTo>
                  <a:lnTo>
                    <a:pt x="212" y="0"/>
                  </a:lnTo>
                  <a:lnTo>
                    <a:pt x="198" y="1"/>
                  </a:lnTo>
                  <a:lnTo>
                    <a:pt x="185" y="4"/>
                  </a:lnTo>
                  <a:lnTo>
                    <a:pt x="171" y="8"/>
                  </a:lnTo>
                  <a:lnTo>
                    <a:pt x="171" y="8"/>
                  </a:lnTo>
                  <a:lnTo>
                    <a:pt x="160" y="11"/>
                  </a:lnTo>
                  <a:lnTo>
                    <a:pt x="151" y="17"/>
                  </a:lnTo>
                  <a:lnTo>
                    <a:pt x="142" y="22"/>
                  </a:lnTo>
                  <a:lnTo>
                    <a:pt x="132" y="29"/>
                  </a:lnTo>
                  <a:lnTo>
                    <a:pt x="116" y="44"/>
                  </a:lnTo>
                  <a:lnTo>
                    <a:pt x="100" y="63"/>
                  </a:lnTo>
                  <a:lnTo>
                    <a:pt x="87" y="82"/>
                  </a:lnTo>
                  <a:lnTo>
                    <a:pt x="73" y="102"/>
                  </a:lnTo>
                  <a:lnTo>
                    <a:pt x="50" y="139"/>
                  </a:lnTo>
                  <a:lnTo>
                    <a:pt x="50" y="139"/>
                  </a:lnTo>
                  <a:lnTo>
                    <a:pt x="38" y="163"/>
                  </a:lnTo>
                  <a:lnTo>
                    <a:pt x="27" y="186"/>
                  </a:lnTo>
                  <a:lnTo>
                    <a:pt x="17" y="210"/>
                  </a:lnTo>
                  <a:lnTo>
                    <a:pt x="10" y="235"/>
                  </a:lnTo>
                  <a:lnTo>
                    <a:pt x="4" y="260"/>
                  </a:lnTo>
                  <a:lnTo>
                    <a:pt x="2" y="287"/>
                  </a:lnTo>
                  <a:lnTo>
                    <a:pt x="0" y="312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4" y="354"/>
                  </a:lnTo>
                  <a:lnTo>
                    <a:pt x="9" y="369"/>
                  </a:lnTo>
                  <a:lnTo>
                    <a:pt x="14" y="383"/>
                  </a:lnTo>
                  <a:lnTo>
                    <a:pt x="20" y="395"/>
                  </a:lnTo>
                  <a:lnTo>
                    <a:pt x="28" y="409"/>
                  </a:lnTo>
                  <a:lnTo>
                    <a:pt x="36" y="422"/>
                  </a:lnTo>
                  <a:lnTo>
                    <a:pt x="45" y="434"/>
                  </a:lnTo>
                  <a:lnTo>
                    <a:pt x="55" y="445"/>
                  </a:lnTo>
                  <a:lnTo>
                    <a:pt x="77" y="468"/>
                  </a:lnTo>
                  <a:lnTo>
                    <a:pt x="99" y="487"/>
                  </a:lnTo>
                  <a:lnTo>
                    <a:pt x="123" y="507"/>
                  </a:lnTo>
                  <a:lnTo>
                    <a:pt x="146" y="523"/>
                  </a:lnTo>
                  <a:lnTo>
                    <a:pt x="146" y="523"/>
                  </a:lnTo>
                  <a:lnTo>
                    <a:pt x="206" y="564"/>
                  </a:lnTo>
                  <a:lnTo>
                    <a:pt x="268" y="606"/>
                  </a:lnTo>
                  <a:lnTo>
                    <a:pt x="297" y="625"/>
                  </a:lnTo>
                  <a:lnTo>
                    <a:pt x="326" y="647"/>
                  </a:lnTo>
                  <a:lnTo>
                    <a:pt x="355" y="670"/>
                  </a:lnTo>
                  <a:lnTo>
                    <a:pt x="382" y="693"/>
                  </a:lnTo>
                  <a:lnTo>
                    <a:pt x="382" y="693"/>
                  </a:lnTo>
                  <a:lnTo>
                    <a:pt x="386" y="695"/>
                  </a:lnTo>
                  <a:lnTo>
                    <a:pt x="389" y="695"/>
                  </a:lnTo>
                  <a:lnTo>
                    <a:pt x="391" y="695"/>
                  </a:lnTo>
                  <a:lnTo>
                    <a:pt x="394" y="693"/>
                  </a:lnTo>
                  <a:lnTo>
                    <a:pt x="396" y="690"/>
                  </a:lnTo>
                  <a:lnTo>
                    <a:pt x="397" y="688"/>
                  </a:lnTo>
                  <a:lnTo>
                    <a:pt x="396" y="683"/>
                  </a:lnTo>
                  <a:lnTo>
                    <a:pt x="394" y="681"/>
                  </a:lnTo>
                  <a:lnTo>
                    <a:pt x="394" y="681"/>
                  </a:lnTo>
                  <a:lnTo>
                    <a:pt x="375" y="664"/>
                  </a:lnTo>
                  <a:lnTo>
                    <a:pt x="354" y="647"/>
                  </a:lnTo>
                  <a:lnTo>
                    <a:pt x="312" y="615"/>
                  </a:lnTo>
                  <a:lnTo>
                    <a:pt x="269" y="586"/>
                  </a:lnTo>
                  <a:lnTo>
                    <a:pt x="224" y="557"/>
                  </a:lnTo>
                  <a:lnTo>
                    <a:pt x="224" y="557"/>
                  </a:lnTo>
                  <a:lnTo>
                    <a:pt x="183" y="529"/>
                  </a:lnTo>
                  <a:lnTo>
                    <a:pt x="142" y="500"/>
                  </a:lnTo>
                  <a:lnTo>
                    <a:pt x="123" y="484"/>
                  </a:lnTo>
                  <a:lnTo>
                    <a:pt x="103" y="469"/>
                  </a:lnTo>
                  <a:lnTo>
                    <a:pt x="85" y="451"/>
                  </a:lnTo>
                  <a:lnTo>
                    <a:pt x="67" y="433"/>
                  </a:lnTo>
                  <a:lnTo>
                    <a:pt x="67" y="433"/>
                  </a:lnTo>
                  <a:lnTo>
                    <a:pt x="57" y="422"/>
                  </a:lnTo>
                  <a:lnTo>
                    <a:pt x="49" y="409"/>
                  </a:lnTo>
                  <a:lnTo>
                    <a:pt x="41" y="397"/>
                  </a:lnTo>
                  <a:lnTo>
                    <a:pt x="35" y="384"/>
                  </a:lnTo>
                  <a:lnTo>
                    <a:pt x="29" y="372"/>
                  </a:lnTo>
                  <a:lnTo>
                    <a:pt x="25" y="358"/>
                  </a:lnTo>
                  <a:lnTo>
                    <a:pt x="22" y="345"/>
                  </a:lnTo>
                  <a:lnTo>
                    <a:pt x="20" y="331"/>
                  </a:lnTo>
                  <a:lnTo>
                    <a:pt x="18" y="317"/>
                  </a:lnTo>
                  <a:lnTo>
                    <a:pt x="17" y="303"/>
                  </a:lnTo>
                  <a:lnTo>
                    <a:pt x="18" y="289"/>
                  </a:lnTo>
                  <a:lnTo>
                    <a:pt x="18" y="274"/>
                  </a:lnTo>
                  <a:lnTo>
                    <a:pt x="24" y="246"/>
                  </a:lnTo>
                  <a:lnTo>
                    <a:pt x="32" y="217"/>
                  </a:lnTo>
                  <a:lnTo>
                    <a:pt x="32" y="217"/>
                  </a:lnTo>
                  <a:lnTo>
                    <a:pt x="42" y="191"/>
                  </a:lnTo>
                  <a:lnTo>
                    <a:pt x="55" y="166"/>
                  </a:lnTo>
                  <a:lnTo>
                    <a:pt x="68" y="141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99" y="93"/>
                  </a:lnTo>
                  <a:lnTo>
                    <a:pt x="117" y="71"/>
                  </a:lnTo>
                  <a:lnTo>
                    <a:pt x="126" y="60"/>
                  </a:lnTo>
                  <a:lnTo>
                    <a:pt x="135" y="50"/>
                  </a:lnTo>
                  <a:lnTo>
                    <a:pt x="146" y="40"/>
                  </a:lnTo>
                  <a:lnTo>
                    <a:pt x="158" y="32"/>
                  </a:lnTo>
                  <a:lnTo>
                    <a:pt x="158" y="32"/>
                  </a:lnTo>
                  <a:lnTo>
                    <a:pt x="173" y="25"/>
                  </a:lnTo>
                  <a:lnTo>
                    <a:pt x="188" y="18"/>
                  </a:lnTo>
                  <a:lnTo>
                    <a:pt x="204" y="15"/>
                  </a:lnTo>
                  <a:lnTo>
                    <a:pt x="220" y="14"/>
                  </a:lnTo>
                  <a:lnTo>
                    <a:pt x="236" y="15"/>
                  </a:lnTo>
                  <a:lnTo>
                    <a:pt x="252" y="17"/>
                  </a:lnTo>
                  <a:lnTo>
                    <a:pt x="269" y="21"/>
                  </a:lnTo>
                  <a:lnTo>
                    <a:pt x="284" y="26"/>
                  </a:lnTo>
                  <a:lnTo>
                    <a:pt x="301" y="33"/>
                  </a:lnTo>
                  <a:lnTo>
                    <a:pt x="316" y="40"/>
                  </a:lnTo>
                  <a:lnTo>
                    <a:pt x="347" y="56"/>
                  </a:lnTo>
                  <a:lnTo>
                    <a:pt x="376" y="74"/>
                  </a:lnTo>
                  <a:lnTo>
                    <a:pt x="403" y="89"/>
                  </a:lnTo>
                  <a:lnTo>
                    <a:pt x="403" y="89"/>
                  </a:lnTo>
                  <a:lnTo>
                    <a:pt x="454" y="122"/>
                  </a:lnTo>
                  <a:lnTo>
                    <a:pt x="479" y="141"/>
                  </a:lnTo>
                  <a:lnTo>
                    <a:pt x="504" y="159"/>
                  </a:lnTo>
                  <a:lnTo>
                    <a:pt x="528" y="178"/>
                  </a:lnTo>
                  <a:lnTo>
                    <a:pt x="550" y="199"/>
                  </a:lnTo>
                  <a:lnTo>
                    <a:pt x="571" y="220"/>
                  </a:lnTo>
                  <a:lnTo>
                    <a:pt x="591" y="244"/>
                  </a:lnTo>
                  <a:lnTo>
                    <a:pt x="591" y="244"/>
                  </a:lnTo>
                  <a:lnTo>
                    <a:pt x="600" y="256"/>
                  </a:lnTo>
                  <a:lnTo>
                    <a:pt x="609" y="270"/>
                  </a:lnTo>
                  <a:lnTo>
                    <a:pt x="616" y="284"/>
                  </a:lnTo>
                  <a:lnTo>
                    <a:pt x="623" y="298"/>
                  </a:lnTo>
                  <a:lnTo>
                    <a:pt x="628" y="312"/>
                  </a:lnTo>
                  <a:lnTo>
                    <a:pt x="632" y="326"/>
                  </a:lnTo>
                  <a:lnTo>
                    <a:pt x="637" y="341"/>
                  </a:lnTo>
                  <a:lnTo>
                    <a:pt x="638" y="356"/>
                  </a:lnTo>
                  <a:lnTo>
                    <a:pt x="639" y="370"/>
                  </a:lnTo>
                  <a:lnTo>
                    <a:pt x="639" y="386"/>
                  </a:lnTo>
                  <a:lnTo>
                    <a:pt x="638" y="401"/>
                  </a:lnTo>
                  <a:lnTo>
                    <a:pt x="635" y="415"/>
                  </a:lnTo>
                  <a:lnTo>
                    <a:pt x="631" y="430"/>
                  </a:lnTo>
                  <a:lnTo>
                    <a:pt x="625" y="444"/>
                  </a:lnTo>
                  <a:lnTo>
                    <a:pt x="620" y="458"/>
                  </a:lnTo>
                  <a:lnTo>
                    <a:pt x="612" y="472"/>
                  </a:lnTo>
                  <a:lnTo>
                    <a:pt x="612" y="472"/>
                  </a:lnTo>
                  <a:lnTo>
                    <a:pt x="593" y="496"/>
                  </a:lnTo>
                  <a:lnTo>
                    <a:pt x="585" y="507"/>
                  </a:lnTo>
                  <a:lnTo>
                    <a:pt x="575" y="516"/>
                  </a:lnTo>
                  <a:lnTo>
                    <a:pt x="564" y="525"/>
                  </a:lnTo>
                  <a:lnTo>
                    <a:pt x="553" y="532"/>
                  </a:lnTo>
                  <a:lnTo>
                    <a:pt x="540" y="539"/>
                  </a:lnTo>
                  <a:lnTo>
                    <a:pt x="527" y="544"/>
                  </a:lnTo>
                  <a:lnTo>
                    <a:pt x="527" y="544"/>
                  </a:lnTo>
                  <a:lnTo>
                    <a:pt x="511" y="548"/>
                  </a:lnTo>
                  <a:lnTo>
                    <a:pt x="497" y="553"/>
                  </a:lnTo>
                  <a:lnTo>
                    <a:pt x="482" y="554"/>
                  </a:lnTo>
                  <a:lnTo>
                    <a:pt x="467" y="555"/>
                  </a:lnTo>
                  <a:lnTo>
                    <a:pt x="453" y="555"/>
                  </a:lnTo>
                  <a:lnTo>
                    <a:pt x="437" y="554"/>
                  </a:lnTo>
                  <a:lnTo>
                    <a:pt x="408" y="550"/>
                  </a:lnTo>
                  <a:lnTo>
                    <a:pt x="408" y="550"/>
                  </a:lnTo>
                  <a:lnTo>
                    <a:pt x="383" y="544"/>
                  </a:lnTo>
                  <a:lnTo>
                    <a:pt x="359" y="537"/>
                  </a:lnTo>
                  <a:lnTo>
                    <a:pt x="336" y="530"/>
                  </a:lnTo>
                  <a:lnTo>
                    <a:pt x="314" y="521"/>
                  </a:lnTo>
                  <a:lnTo>
                    <a:pt x="291" y="509"/>
                  </a:lnTo>
                  <a:lnTo>
                    <a:pt x="269" y="498"/>
                  </a:lnTo>
                  <a:lnTo>
                    <a:pt x="248" y="484"/>
                  </a:lnTo>
                  <a:lnTo>
                    <a:pt x="229" y="470"/>
                  </a:lnTo>
                  <a:lnTo>
                    <a:pt x="229" y="470"/>
                  </a:lnTo>
                  <a:lnTo>
                    <a:pt x="226" y="469"/>
                  </a:lnTo>
                  <a:lnTo>
                    <a:pt x="223" y="468"/>
                  </a:lnTo>
                  <a:lnTo>
                    <a:pt x="219" y="469"/>
                  </a:lnTo>
                  <a:lnTo>
                    <a:pt x="216" y="470"/>
                  </a:lnTo>
                  <a:lnTo>
                    <a:pt x="215" y="473"/>
                  </a:lnTo>
                  <a:lnTo>
                    <a:pt x="215" y="476"/>
                  </a:lnTo>
                  <a:lnTo>
                    <a:pt x="215" y="479"/>
                  </a:lnTo>
                  <a:lnTo>
                    <a:pt x="217" y="482"/>
                  </a:lnTo>
                  <a:lnTo>
                    <a:pt x="217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2" name="Freeform 79">
              <a:extLst>
                <a:ext uri="{FF2B5EF4-FFF2-40B4-BE49-F238E27FC236}">
                  <a16:creationId xmlns:a16="http://schemas.microsoft.com/office/drawing/2014/main" id="{760305F0-AC39-BC44-B4FF-30F93A56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252"/>
              <a:ext cx="62" cy="101"/>
            </a:xfrm>
            <a:custGeom>
              <a:avLst/>
              <a:gdLst>
                <a:gd name="T0" fmla="*/ 111 w 124"/>
                <a:gd name="T1" fmla="*/ 2 h 202"/>
                <a:gd name="T2" fmla="*/ 111 w 124"/>
                <a:gd name="T3" fmla="*/ 2 h 202"/>
                <a:gd name="T4" fmla="*/ 86 w 124"/>
                <a:gd name="T5" fmla="*/ 15 h 202"/>
                <a:gd name="T6" fmla="*/ 63 w 124"/>
                <a:gd name="T7" fmla="*/ 31 h 202"/>
                <a:gd name="T8" fmla="*/ 51 w 124"/>
                <a:gd name="T9" fmla="*/ 39 h 202"/>
                <a:gd name="T10" fmla="*/ 42 w 124"/>
                <a:gd name="T11" fmla="*/ 48 h 202"/>
                <a:gd name="T12" fmla="*/ 31 w 124"/>
                <a:gd name="T13" fmla="*/ 57 h 202"/>
                <a:gd name="T14" fmla="*/ 22 w 124"/>
                <a:gd name="T15" fmla="*/ 68 h 202"/>
                <a:gd name="T16" fmla="*/ 22 w 124"/>
                <a:gd name="T17" fmla="*/ 68 h 202"/>
                <a:gd name="T18" fmla="*/ 14 w 124"/>
                <a:gd name="T19" fmla="*/ 82 h 202"/>
                <a:gd name="T20" fmla="*/ 7 w 124"/>
                <a:gd name="T21" fmla="*/ 98 h 202"/>
                <a:gd name="T22" fmla="*/ 3 w 124"/>
                <a:gd name="T23" fmla="*/ 113 h 202"/>
                <a:gd name="T24" fmla="*/ 1 w 124"/>
                <a:gd name="T25" fmla="*/ 130 h 202"/>
                <a:gd name="T26" fmla="*/ 0 w 124"/>
                <a:gd name="T27" fmla="*/ 146 h 202"/>
                <a:gd name="T28" fmla="*/ 0 w 124"/>
                <a:gd name="T29" fmla="*/ 162 h 202"/>
                <a:gd name="T30" fmla="*/ 3 w 124"/>
                <a:gd name="T31" fmla="*/ 194 h 202"/>
                <a:gd name="T32" fmla="*/ 3 w 124"/>
                <a:gd name="T33" fmla="*/ 194 h 202"/>
                <a:gd name="T34" fmla="*/ 4 w 124"/>
                <a:gd name="T35" fmla="*/ 198 h 202"/>
                <a:gd name="T36" fmla="*/ 7 w 124"/>
                <a:gd name="T37" fmla="*/ 201 h 202"/>
                <a:gd name="T38" fmla="*/ 10 w 124"/>
                <a:gd name="T39" fmla="*/ 202 h 202"/>
                <a:gd name="T40" fmla="*/ 12 w 124"/>
                <a:gd name="T41" fmla="*/ 202 h 202"/>
                <a:gd name="T42" fmla="*/ 15 w 124"/>
                <a:gd name="T43" fmla="*/ 202 h 202"/>
                <a:gd name="T44" fmla="*/ 18 w 124"/>
                <a:gd name="T45" fmla="*/ 201 h 202"/>
                <a:gd name="T46" fmla="*/ 19 w 124"/>
                <a:gd name="T47" fmla="*/ 198 h 202"/>
                <a:gd name="T48" fmla="*/ 19 w 124"/>
                <a:gd name="T49" fmla="*/ 194 h 202"/>
                <a:gd name="T50" fmla="*/ 19 w 124"/>
                <a:gd name="T51" fmla="*/ 194 h 202"/>
                <a:gd name="T52" fmla="*/ 17 w 124"/>
                <a:gd name="T53" fmla="*/ 164 h 202"/>
                <a:gd name="T54" fmla="*/ 17 w 124"/>
                <a:gd name="T55" fmla="*/ 149 h 202"/>
                <a:gd name="T56" fmla="*/ 18 w 124"/>
                <a:gd name="T57" fmla="*/ 134 h 202"/>
                <a:gd name="T58" fmla="*/ 19 w 124"/>
                <a:gd name="T59" fmla="*/ 119 h 202"/>
                <a:gd name="T60" fmla="*/ 24 w 124"/>
                <a:gd name="T61" fmla="*/ 105 h 202"/>
                <a:gd name="T62" fmla="*/ 29 w 124"/>
                <a:gd name="T63" fmla="*/ 91 h 202"/>
                <a:gd name="T64" fmla="*/ 36 w 124"/>
                <a:gd name="T65" fmla="*/ 77 h 202"/>
                <a:gd name="T66" fmla="*/ 36 w 124"/>
                <a:gd name="T67" fmla="*/ 77 h 202"/>
                <a:gd name="T68" fmla="*/ 45 w 124"/>
                <a:gd name="T69" fmla="*/ 67 h 202"/>
                <a:gd name="T70" fmla="*/ 53 w 124"/>
                <a:gd name="T71" fmla="*/ 57 h 202"/>
                <a:gd name="T72" fmla="*/ 64 w 124"/>
                <a:gd name="T73" fmla="*/ 49 h 202"/>
                <a:gd name="T74" fmla="*/ 74 w 124"/>
                <a:gd name="T75" fmla="*/ 42 h 202"/>
                <a:gd name="T76" fmla="*/ 97 w 124"/>
                <a:gd name="T77" fmla="*/ 28 h 202"/>
                <a:gd name="T78" fmla="*/ 120 w 124"/>
                <a:gd name="T79" fmla="*/ 15 h 202"/>
                <a:gd name="T80" fmla="*/ 120 w 124"/>
                <a:gd name="T81" fmla="*/ 15 h 202"/>
                <a:gd name="T82" fmla="*/ 122 w 124"/>
                <a:gd name="T83" fmla="*/ 13 h 202"/>
                <a:gd name="T84" fmla="*/ 124 w 124"/>
                <a:gd name="T85" fmla="*/ 10 h 202"/>
                <a:gd name="T86" fmla="*/ 124 w 124"/>
                <a:gd name="T87" fmla="*/ 7 h 202"/>
                <a:gd name="T88" fmla="*/ 122 w 124"/>
                <a:gd name="T89" fmla="*/ 4 h 202"/>
                <a:gd name="T90" fmla="*/ 121 w 124"/>
                <a:gd name="T91" fmla="*/ 2 h 202"/>
                <a:gd name="T92" fmla="*/ 118 w 124"/>
                <a:gd name="T93" fmla="*/ 0 h 202"/>
                <a:gd name="T94" fmla="*/ 114 w 124"/>
                <a:gd name="T95" fmla="*/ 0 h 202"/>
                <a:gd name="T96" fmla="*/ 111 w 124"/>
                <a:gd name="T97" fmla="*/ 2 h 202"/>
                <a:gd name="T98" fmla="*/ 111 w 124"/>
                <a:gd name="T99" fmla="*/ 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4" h="202">
                  <a:moveTo>
                    <a:pt x="111" y="2"/>
                  </a:moveTo>
                  <a:lnTo>
                    <a:pt x="111" y="2"/>
                  </a:lnTo>
                  <a:lnTo>
                    <a:pt x="86" y="15"/>
                  </a:lnTo>
                  <a:lnTo>
                    <a:pt x="63" y="31"/>
                  </a:lnTo>
                  <a:lnTo>
                    <a:pt x="51" y="39"/>
                  </a:lnTo>
                  <a:lnTo>
                    <a:pt x="42" y="48"/>
                  </a:lnTo>
                  <a:lnTo>
                    <a:pt x="31" y="57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14" y="82"/>
                  </a:lnTo>
                  <a:lnTo>
                    <a:pt x="7" y="98"/>
                  </a:lnTo>
                  <a:lnTo>
                    <a:pt x="3" y="113"/>
                  </a:lnTo>
                  <a:lnTo>
                    <a:pt x="1" y="130"/>
                  </a:lnTo>
                  <a:lnTo>
                    <a:pt x="0" y="146"/>
                  </a:lnTo>
                  <a:lnTo>
                    <a:pt x="0" y="162"/>
                  </a:lnTo>
                  <a:lnTo>
                    <a:pt x="3" y="194"/>
                  </a:lnTo>
                  <a:lnTo>
                    <a:pt x="3" y="194"/>
                  </a:lnTo>
                  <a:lnTo>
                    <a:pt x="4" y="198"/>
                  </a:lnTo>
                  <a:lnTo>
                    <a:pt x="7" y="201"/>
                  </a:lnTo>
                  <a:lnTo>
                    <a:pt x="10" y="202"/>
                  </a:lnTo>
                  <a:lnTo>
                    <a:pt x="12" y="202"/>
                  </a:lnTo>
                  <a:lnTo>
                    <a:pt x="15" y="202"/>
                  </a:lnTo>
                  <a:lnTo>
                    <a:pt x="18" y="201"/>
                  </a:lnTo>
                  <a:lnTo>
                    <a:pt x="19" y="198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7" y="164"/>
                  </a:lnTo>
                  <a:lnTo>
                    <a:pt x="17" y="149"/>
                  </a:lnTo>
                  <a:lnTo>
                    <a:pt x="18" y="134"/>
                  </a:lnTo>
                  <a:lnTo>
                    <a:pt x="19" y="119"/>
                  </a:lnTo>
                  <a:lnTo>
                    <a:pt x="24" y="105"/>
                  </a:lnTo>
                  <a:lnTo>
                    <a:pt x="29" y="91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45" y="67"/>
                  </a:lnTo>
                  <a:lnTo>
                    <a:pt x="53" y="57"/>
                  </a:lnTo>
                  <a:lnTo>
                    <a:pt x="64" y="49"/>
                  </a:lnTo>
                  <a:lnTo>
                    <a:pt x="74" y="42"/>
                  </a:lnTo>
                  <a:lnTo>
                    <a:pt x="97" y="28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22" y="13"/>
                  </a:lnTo>
                  <a:lnTo>
                    <a:pt x="124" y="10"/>
                  </a:lnTo>
                  <a:lnTo>
                    <a:pt x="124" y="7"/>
                  </a:lnTo>
                  <a:lnTo>
                    <a:pt x="122" y="4"/>
                  </a:lnTo>
                  <a:lnTo>
                    <a:pt x="121" y="2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1" y="2"/>
                  </a:lnTo>
                  <a:lnTo>
                    <a:pt x="11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3" name="Freeform 80">
              <a:extLst>
                <a:ext uri="{FF2B5EF4-FFF2-40B4-BE49-F238E27FC236}">
                  <a16:creationId xmlns:a16="http://schemas.microsoft.com/office/drawing/2014/main" id="{180B37B8-0A55-0B05-8003-01B17634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438"/>
              <a:ext cx="328" cy="345"/>
            </a:xfrm>
            <a:custGeom>
              <a:avLst/>
              <a:gdLst>
                <a:gd name="T0" fmla="*/ 261 w 656"/>
                <a:gd name="T1" fmla="*/ 513 h 689"/>
                <a:gd name="T2" fmla="*/ 359 w 656"/>
                <a:gd name="T3" fmla="*/ 556 h 689"/>
                <a:gd name="T4" fmla="*/ 432 w 656"/>
                <a:gd name="T5" fmla="*/ 571 h 689"/>
                <a:gd name="T6" fmla="*/ 524 w 656"/>
                <a:gd name="T7" fmla="*/ 564 h 689"/>
                <a:gd name="T8" fmla="*/ 575 w 656"/>
                <a:gd name="T9" fmla="*/ 540 h 689"/>
                <a:gd name="T10" fmla="*/ 616 w 656"/>
                <a:gd name="T11" fmla="*/ 497 h 689"/>
                <a:gd name="T12" fmla="*/ 653 w 656"/>
                <a:gd name="T13" fmla="*/ 412 h 689"/>
                <a:gd name="T14" fmla="*/ 656 w 656"/>
                <a:gd name="T15" fmla="*/ 353 h 689"/>
                <a:gd name="T16" fmla="*/ 627 w 656"/>
                <a:gd name="T17" fmla="*/ 269 h 689"/>
                <a:gd name="T18" fmla="*/ 563 w 656"/>
                <a:gd name="T19" fmla="*/ 188 h 689"/>
                <a:gd name="T20" fmla="*/ 497 w 656"/>
                <a:gd name="T21" fmla="*/ 133 h 689"/>
                <a:gd name="T22" fmla="*/ 376 w 656"/>
                <a:gd name="T23" fmla="*/ 55 h 689"/>
                <a:gd name="T24" fmla="*/ 277 w 656"/>
                <a:gd name="T25" fmla="*/ 9 h 689"/>
                <a:gd name="T26" fmla="*/ 212 w 656"/>
                <a:gd name="T27" fmla="*/ 0 h 689"/>
                <a:gd name="T28" fmla="*/ 171 w 656"/>
                <a:gd name="T29" fmla="*/ 9 h 689"/>
                <a:gd name="T30" fmla="*/ 132 w 656"/>
                <a:gd name="T31" fmla="*/ 30 h 689"/>
                <a:gd name="T32" fmla="*/ 73 w 656"/>
                <a:gd name="T33" fmla="*/ 102 h 689"/>
                <a:gd name="T34" fmla="*/ 27 w 656"/>
                <a:gd name="T35" fmla="*/ 187 h 689"/>
                <a:gd name="T36" fmla="*/ 2 w 656"/>
                <a:gd name="T37" fmla="*/ 287 h 689"/>
                <a:gd name="T38" fmla="*/ 4 w 656"/>
                <a:gd name="T39" fmla="*/ 354 h 689"/>
                <a:gd name="T40" fmla="*/ 27 w 656"/>
                <a:gd name="T41" fmla="*/ 407 h 689"/>
                <a:gd name="T42" fmla="*/ 73 w 656"/>
                <a:gd name="T43" fmla="*/ 464 h 689"/>
                <a:gd name="T44" fmla="*/ 141 w 656"/>
                <a:gd name="T45" fmla="*/ 520 h 689"/>
                <a:gd name="T46" fmla="*/ 297 w 656"/>
                <a:gd name="T47" fmla="*/ 620 h 689"/>
                <a:gd name="T48" fmla="*/ 385 w 656"/>
                <a:gd name="T49" fmla="*/ 687 h 689"/>
                <a:gd name="T50" fmla="*/ 397 w 656"/>
                <a:gd name="T51" fmla="*/ 687 h 689"/>
                <a:gd name="T52" fmla="*/ 397 w 656"/>
                <a:gd name="T53" fmla="*/ 676 h 689"/>
                <a:gd name="T54" fmla="*/ 314 w 656"/>
                <a:gd name="T55" fmla="*/ 613 h 689"/>
                <a:gd name="T56" fmla="*/ 159 w 656"/>
                <a:gd name="T57" fmla="*/ 514 h 689"/>
                <a:gd name="T58" fmla="*/ 80 w 656"/>
                <a:gd name="T59" fmla="*/ 447 h 689"/>
                <a:gd name="T60" fmla="*/ 45 w 656"/>
                <a:gd name="T61" fmla="*/ 404 h 689"/>
                <a:gd name="T62" fmla="*/ 22 w 656"/>
                <a:gd name="T63" fmla="*/ 351 h 689"/>
                <a:gd name="T64" fmla="*/ 17 w 656"/>
                <a:gd name="T65" fmla="*/ 295 h 689"/>
                <a:gd name="T66" fmla="*/ 35 w 656"/>
                <a:gd name="T67" fmla="*/ 209 h 689"/>
                <a:gd name="T68" fmla="*/ 89 w 656"/>
                <a:gd name="T69" fmla="*/ 110 h 689"/>
                <a:gd name="T70" fmla="*/ 131 w 656"/>
                <a:gd name="T71" fmla="*/ 55 h 689"/>
                <a:gd name="T72" fmla="*/ 165 w 656"/>
                <a:gd name="T73" fmla="*/ 30 h 689"/>
                <a:gd name="T74" fmla="*/ 227 w 656"/>
                <a:gd name="T75" fmla="*/ 14 h 689"/>
                <a:gd name="T76" fmla="*/ 293 w 656"/>
                <a:gd name="T77" fmla="*/ 30 h 689"/>
                <a:gd name="T78" fmla="*/ 385 w 656"/>
                <a:gd name="T79" fmla="*/ 78 h 689"/>
                <a:gd name="T80" fmla="*/ 488 w 656"/>
                <a:gd name="T81" fmla="*/ 146 h 689"/>
                <a:gd name="T82" fmla="*/ 578 w 656"/>
                <a:gd name="T83" fmla="*/ 227 h 689"/>
                <a:gd name="T84" fmla="*/ 613 w 656"/>
                <a:gd name="T85" fmla="*/ 277 h 689"/>
                <a:gd name="T86" fmla="*/ 635 w 656"/>
                <a:gd name="T87" fmla="*/ 334 h 689"/>
                <a:gd name="T88" fmla="*/ 641 w 656"/>
                <a:gd name="T89" fmla="*/ 382 h 689"/>
                <a:gd name="T90" fmla="*/ 628 w 656"/>
                <a:gd name="T91" fmla="*/ 439 h 689"/>
                <a:gd name="T92" fmla="*/ 606 w 656"/>
                <a:gd name="T93" fmla="*/ 479 h 689"/>
                <a:gd name="T94" fmla="*/ 568 w 656"/>
                <a:gd name="T95" fmla="*/ 522 h 689"/>
                <a:gd name="T96" fmla="*/ 518 w 656"/>
                <a:gd name="T97" fmla="*/ 547 h 689"/>
                <a:gd name="T98" fmla="*/ 474 w 656"/>
                <a:gd name="T99" fmla="*/ 556 h 689"/>
                <a:gd name="T100" fmla="*/ 398 w 656"/>
                <a:gd name="T101" fmla="*/ 549 h 689"/>
                <a:gd name="T102" fmla="*/ 332 w 656"/>
                <a:gd name="T103" fmla="*/ 528 h 689"/>
                <a:gd name="T104" fmla="*/ 248 w 656"/>
                <a:gd name="T105" fmla="*/ 485 h 689"/>
                <a:gd name="T106" fmla="*/ 223 w 656"/>
                <a:gd name="T107" fmla="*/ 468 h 689"/>
                <a:gd name="T108" fmla="*/ 215 w 656"/>
                <a:gd name="T109" fmla="*/ 47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6" h="689">
                  <a:moveTo>
                    <a:pt x="217" y="482"/>
                  </a:moveTo>
                  <a:lnTo>
                    <a:pt x="217" y="482"/>
                  </a:lnTo>
                  <a:lnTo>
                    <a:pt x="238" y="499"/>
                  </a:lnTo>
                  <a:lnTo>
                    <a:pt x="261" y="513"/>
                  </a:lnTo>
                  <a:lnTo>
                    <a:pt x="284" y="525"/>
                  </a:lnTo>
                  <a:lnTo>
                    <a:pt x="309" y="536"/>
                  </a:lnTo>
                  <a:lnTo>
                    <a:pt x="333" y="546"/>
                  </a:lnTo>
                  <a:lnTo>
                    <a:pt x="359" y="556"/>
                  </a:lnTo>
                  <a:lnTo>
                    <a:pt x="385" y="563"/>
                  </a:lnTo>
                  <a:lnTo>
                    <a:pt x="411" y="568"/>
                  </a:lnTo>
                  <a:lnTo>
                    <a:pt x="411" y="568"/>
                  </a:lnTo>
                  <a:lnTo>
                    <a:pt x="432" y="571"/>
                  </a:lnTo>
                  <a:lnTo>
                    <a:pt x="454" y="572"/>
                  </a:lnTo>
                  <a:lnTo>
                    <a:pt x="478" y="572"/>
                  </a:lnTo>
                  <a:lnTo>
                    <a:pt x="502" y="570"/>
                  </a:lnTo>
                  <a:lnTo>
                    <a:pt x="524" y="564"/>
                  </a:lnTo>
                  <a:lnTo>
                    <a:pt x="546" y="557"/>
                  </a:lnTo>
                  <a:lnTo>
                    <a:pt x="556" y="552"/>
                  </a:lnTo>
                  <a:lnTo>
                    <a:pt x="566" y="546"/>
                  </a:lnTo>
                  <a:lnTo>
                    <a:pt x="575" y="540"/>
                  </a:lnTo>
                  <a:lnTo>
                    <a:pt x="584" y="534"/>
                  </a:lnTo>
                  <a:lnTo>
                    <a:pt x="584" y="534"/>
                  </a:lnTo>
                  <a:lnTo>
                    <a:pt x="600" y="517"/>
                  </a:lnTo>
                  <a:lnTo>
                    <a:pt x="616" y="497"/>
                  </a:lnTo>
                  <a:lnTo>
                    <a:pt x="628" y="478"/>
                  </a:lnTo>
                  <a:lnTo>
                    <a:pt x="639" y="457"/>
                  </a:lnTo>
                  <a:lnTo>
                    <a:pt x="648" y="435"/>
                  </a:lnTo>
                  <a:lnTo>
                    <a:pt x="653" y="412"/>
                  </a:lnTo>
                  <a:lnTo>
                    <a:pt x="656" y="389"/>
                  </a:lnTo>
                  <a:lnTo>
                    <a:pt x="656" y="365"/>
                  </a:lnTo>
                  <a:lnTo>
                    <a:pt x="656" y="365"/>
                  </a:lnTo>
                  <a:lnTo>
                    <a:pt x="656" y="353"/>
                  </a:lnTo>
                  <a:lnTo>
                    <a:pt x="653" y="340"/>
                  </a:lnTo>
                  <a:lnTo>
                    <a:pt x="648" y="315"/>
                  </a:lnTo>
                  <a:lnTo>
                    <a:pt x="638" y="291"/>
                  </a:lnTo>
                  <a:lnTo>
                    <a:pt x="627" y="269"/>
                  </a:lnTo>
                  <a:lnTo>
                    <a:pt x="613" y="247"/>
                  </a:lnTo>
                  <a:lnTo>
                    <a:pt x="598" y="226"/>
                  </a:lnTo>
                  <a:lnTo>
                    <a:pt x="581" y="206"/>
                  </a:lnTo>
                  <a:lnTo>
                    <a:pt x="563" y="188"/>
                  </a:lnTo>
                  <a:lnTo>
                    <a:pt x="563" y="188"/>
                  </a:lnTo>
                  <a:lnTo>
                    <a:pt x="542" y="169"/>
                  </a:lnTo>
                  <a:lnTo>
                    <a:pt x="521" y="151"/>
                  </a:lnTo>
                  <a:lnTo>
                    <a:pt x="497" y="133"/>
                  </a:lnTo>
                  <a:lnTo>
                    <a:pt x="474" y="116"/>
                  </a:lnTo>
                  <a:lnTo>
                    <a:pt x="425" y="84"/>
                  </a:lnTo>
                  <a:lnTo>
                    <a:pt x="376" y="55"/>
                  </a:lnTo>
                  <a:lnTo>
                    <a:pt x="376" y="55"/>
                  </a:lnTo>
                  <a:lnTo>
                    <a:pt x="353" y="41"/>
                  </a:lnTo>
                  <a:lnTo>
                    <a:pt x="329" y="28"/>
                  </a:lnTo>
                  <a:lnTo>
                    <a:pt x="304" y="17"/>
                  </a:lnTo>
                  <a:lnTo>
                    <a:pt x="277" y="9"/>
                  </a:lnTo>
                  <a:lnTo>
                    <a:pt x="252" y="2"/>
                  </a:lnTo>
                  <a:lnTo>
                    <a:pt x="238" y="0"/>
                  </a:lnTo>
                  <a:lnTo>
                    <a:pt x="226" y="0"/>
                  </a:lnTo>
                  <a:lnTo>
                    <a:pt x="212" y="0"/>
                  </a:lnTo>
                  <a:lnTo>
                    <a:pt x="198" y="2"/>
                  </a:lnTo>
                  <a:lnTo>
                    <a:pt x="185" y="4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60" y="11"/>
                  </a:lnTo>
                  <a:lnTo>
                    <a:pt x="151" y="17"/>
                  </a:lnTo>
                  <a:lnTo>
                    <a:pt x="142" y="23"/>
                  </a:lnTo>
                  <a:lnTo>
                    <a:pt x="132" y="30"/>
                  </a:lnTo>
                  <a:lnTo>
                    <a:pt x="116" y="45"/>
                  </a:lnTo>
                  <a:lnTo>
                    <a:pt x="100" y="63"/>
                  </a:lnTo>
                  <a:lnTo>
                    <a:pt x="87" y="82"/>
                  </a:lnTo>
                  <a:lnTo>
                    <a:pt x="73" y="102"/>
                  </a:lnTo>
                  <a:lnTo>
                    <a:pt x="50" y="140"/>
                  </a:lnTo>
                  <a:lnTo>
                    <a:pt x="50" y="140"/>
                  </a:lnTo>
                  <a:lnTo>
                    <a:pt x="38" y="163"/>
                  </a:lnTo>
                  <a:lnTo>
                    <a:pt x="27" y="187"/>
                  </a:lnTo>
                  <a:lnTo>
                    <a:pt x="17" y="211"/>
                  </a:lnTo>
                  <a:lnTo>
                    <a:pt x="10" y="236"/>
                  </a:lnTo>
                  <a:lnTo>
                    <a:pt x="4" y="261"/>
                  </a:lnTo>
                  <a:lnTo>
                    <a:pt x="2" y="287"/>
                  </a:lnTo>
                  <a:lnTo>
                    <a:pt x="0" y="312"/>
                  </a:lnTo>
                  <a:lnTo>
                    <a:pt x="3" y="339"/>
                  </a:lnTo>
                  <a:lnTo>
                    <a:pt x="3" y="339"/>
                  </a:lnTo>
                  <a:lnTo>
                    <a:pt x="4" y="354"/>
                  </a:lnTo>
                  <a:lnTo>
                    <a:pt x="9" y="368"/>
                  </a:lnTo>
                  <a:lnTo>
                    <a:pt x="13" y="382"/>
                  </a:lnTo>
                  <a:lnTo>
                    <a:pt x="20" y="394"/>
                  </a:lnTo>
                  <a:lnTo>
                    <a:pt x="27" y="407"/>
                  </a:lnTo>
                  <a:lnTo>
                    <a:pt x="34" y="419"/>
                  </a:lnTo>
                  <a:lnTo>
                    <a:pt x="43" y="432"/>
                  </a:lnTo>
                  <a:lnTo>
                    <a:pt x="52" y="443"/>
                  </a:lnTo>
                  <a:lnTo>
                    <a:pt x="73" y="464"/>
                  </a:lnTo>
                  <a:lnTo>
                    <a:pt x="95" y="483"/>
                  </a:lnTo>
                  <a:lnTo>
                    <a:pt x="117" y="503"/>
                  </a:lnTo>
                  <a:lnTo>
                    <a:pt x="141" y="520"/>
                  </a:lnTo>
                  <a:lnTo>
                    <a:pt x="141" y="520"/>
                  </a:lnTo>
                  <a:lnTo>
                    <a:pt x="171" y="540"/>
                  </a:lnTo>
                  <a:lnTo>
                    <a:pt x="202" y="560"/>
                  </a:lnTo>
                  <a:lnTo>
                    <a:pt x="265" y="600"/>
                  </a:lnTo>
                  <a:lnTo>
                    <a:pt x="297" y="620"/>
                  </a:lnTo>
                  <a:lnTo>
                    <a:pt x="326" y="641"/>
                  </a:lnTo>
                  <a:lnTo>
                    <a:pt x="357" y="663"/>
                  </a:lnTo>
                  <a:lnTo>
                    <a:pt x="385" y="687"/>
                  </a:lnTo>
                  <a:lnTo>
                    <a:pt x="385" y="687"/>
                  </a:lnTo>
                  <a:lnTo>
                    <a:pt x="387" y="689"/>
                  </a:lnTo>
                  <a:lnTo>
                    <a:pt x="391" y="689"/>
                  </a:lnTo>
                  <a:lnTo>
                    <a:pt x="394" y="688"/>
                  </a:lnTo>
                  <a:lnTo>
                    <a:pt x="397" y="687"/>
                  </a:lnTo>
                  <a:lnTo>
                    <a:pt x="398" y="684"/>
                  </a:lnTo>
                  <a:lnTo>
                    <a:pt x="398" y="681"/>
                  </a:lnTo>
                  <a:lnTo>
                    <a:pt x="398" y="678"/>
                  </a:lnTo>
                  <a:lnTo>
                    <a:pt x="397" y="676"/>
                  </a:lnTo>
                  <a:lnTo>
                    <a:pt x="397" y="676"/>
                  </a:lnTo>
                  <a:lnTo>
                    <a:pt x="376" y="659"/>
                  </a:lnTo>
                  <a:lnTo>
                    <a:pt x="357" y="642"/>
                  </a:lnTo>
                  <a:lnTo>
                    <a:pt x="314" y="613"/>
                  </a:lnTo>
                  <a:lnTo>
                    <a:pt x="269" y="584"/>
                  </a:lnTo>
                  <a:lnTo>
                    <a:pt x="224" y="557"/>
                  </a:lnTo>
                  <a:lnTo>
                    <a:pt x="181" y="528"/>
                  </a:lnTo>
                  <a:lnTo>
                    <a:pt x="159" y="514"/>
                  </a:lnTo>
                  <a:lnTo>
                    <a:pt x="138" y="499"/>
                  </a:lnTo>
                  <a:lnTo>
                    <a:pt x="117" y="482"/>
                  </a:lnTo>
                  <a:lnTo>
                    <a:pt x="98" y="465"/>
                  </a:lnTo>
                  <a:lnTo>
                    <a:pt x="80" y="447"/>
                  </a:lnTo>
                  <a:lnTo>
                    <a:pt x="61" y="428"/>
                  </a:lnTo>
                  <a:lnTo>
                    <a:pt x="61" y="428"/>
                  </a:lnTo>
                  <a:lnTo>
                    <a:pt x="53" y="417"/>
                  </a:lnTo>
                  <a:lnTo>
                    <a:pt x="45" y="404"/>
                  </a:lnTo>
                  <a:lnTo>
                    <a:pt x="38" y="391"/>
                  </a:lnTo>
                  <a:lnTo>
                    <a:pt x="31" y="378"/>
                  </a:lnTo>
                  <a:lnTo>
                    <a:pt x="27" y="365"/>
                  </a:lnTo>
                  <a:lnTo>
                    <a:pt x="22" y="351"/>
                  </a:lnTo>
                  <a:lnTo>
                    <a:pt x="20" y="337"/>
                  </a:lnTo>
                  <a:lnTo>
                    <a:pt x="18" y="323"/>
                  </a:lnTo>
                  <a:lnTo>
                    <a:pt x="17" y="309"/>
                  </a:lnTo>
                  <a:lnTo>
                    <a:pt x="17" y="295"/>
                  </a:lnTo>
                  <a:lnTo>
                    <a:pt x="20" y="266"/>
                  </a:lnTo>
                  <a:lnTo>
                    <a:pt x="25" y="238"/>
                  </a:lnTo>
                  <a:lnTo>
                    <a:pt x="35" y="209"/>
                  </a:lnTo>
                  <a:lnTo>
                    <a:pt x="35" y="209"/>
                  </a:lnTo>
                  <a:lnTo>
                    <a:pt x="45" y="184"/>
                  </a:lnTo>
                  <a:lnTo>
                    <a:pt x="59" y="158"/>
                  </a:lnTo>
                  <a:lnTo>
                    <a:pt x="73" y="134"/>
                  </a:lnTo>
                  <a:lnTo>
                    <a:pt x="89" y="110"/>
                  </a:lnTo>
                  <a:lnTo>
                    <a:pt x="89" y="110"/>
                  </a:lnTo>
                  <a:lnTo>
                    <a:pt x="105" y="87"/>
                  </a:lnTo>
                  <a:lnTo>
                    <a:pt x="121" y="66"/>
                  </a:lnTo>
                  <a:lnTo>
                    <a:pt x="131" y="55"/>
                  </a:lnTo>
                  <a:lnTo>
                    <a:pt x="141" y="45"/>
                  </a:lnTo>
                  <a:lnTo>
                    <a:pt x="152" y="36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80" y="23"/>
                  </a:lnTo>
                  <a:lnTo>
                    <a:pt x="195" y="17"/>
                  </a:lnTo>
                  <a:lnTo>
                    <a:pt x="210" y="14"/>
                  </a:lnTo>
                  <a:lnTo>
                    <a:pt x="227" y="14"/>
                  </a:lnTo>
                  <a:lnTo>
                    <a:pt x="244" y="16"/>
                  </a:lnTo>
                  <a:lnTo>
                    <a:pt x="261" y="18"/>
                  </a:lnTo>
                  <a:lnTo>
                    <a:pt x="277" y="24"/>
                  </a:lnTo>
                  <a:lnTo>
                    <a:pt x="293" y="30"/>
                  </a:lnTo>
                  <a:lnTo>
                    <a:pt x="309" y="36"/>
                  </a:lnTo>
                  <a:lnTo>
                    <a:pt x="325" y="43"/>
                  </a:lnTo>
                  <a:lnTo>
                    <a:pt x="357" y="62"/>
                  </a:lnTo>
                  <a:lnTo>
                    <a:pt x="385" y="78"/>
                  </a:lnTo>
                  <a:lnTo>
                    <a:pt x="411" y="95"/>
                  </a:lnTo>
                  <a:lnTo>
                    <a:pt x="411" y="95"/>
                  </a:lnTo>
                  <a:lnTo>
                    <a:pt x="463" y="128"/>
                  </a:lnTo>
                  <a:lnTo>
                    <a:pt x="488" y="146"/>
                  </a:lnTo>
                  <a:lnTo>
                    <a:pt x="511" y="165"/>
                  </a:lnTo>
                  <a:lnTo>
                    <a:pt x="535" y="184"/>
                  </a:lnTo>
                  <a:lnTo>
                    <a:pt x="557" y="205"/>
                  </a:lnTo>
                  <a:lnTo>
                    <a:pt x="578" y="227"/>
                  </a:lnTo>
                  <a:lnTo>
                    <a:pt x="596" y="252"/>
                  </a:lnTo>
                  <a:lnTo>
                    <a:pt x="596" y="252"/>
                  </a:lnTo>
                  <a:lnTo>
                    <a:pt x="605" y="265"/>
                  </a:lnTo>
                  <a:lnTo>
                    <a:pt x="613" y="277"/>
                  </a:lnTo>
                  <a:lnTo>
                    <a:pt x="620" y="291"/>
                  </a:lnTo>
                  <a:lnTo>
                    <a:pt x="625" y="305"/>
                  </a:lnTo>
                  <a:lnTo>
                    <a:pt x="631" y="320"/>
                  </a:lnTo>
                  <a:lnTo>
                    <a:pt x="635" y="334"/>
                  </a:lnTo>
                  <a:lnTo>
                    <a:pt x="638" y="350"/>
                  </a:lnTo>
                  <a:lnTo>
                    <a:pt x="639" y="365"/>
                  </a:lnTo>
                  <a:lnTo>
                    <a:pt x="639" y="365"/>
                  </a:lnTo>
                  <a:lnTo>
                    <a:pt x="641" y="382"/>
                  </a:lnTo>
                  <a:lnTo>
                    <a:pt x="639" y="397"/>
                  </a:lnTo>
                  <a:lnTo>
                    <a:pt x="638" y="411"/>
                  </a:lnTo>
                  <a:lnTo>
                    <a:pt x="634" y="425"/>
                  </a:lnTo>
                  <a:lnTo>
                    <a:pt x="628" y="439"/>
                  </a:lnTo>
                  <a:lnTo>
                    <a:pt x="623" y="453"/>
                  </a:lnTo>
                  <a:lnTo>
                    <a:pt x="614" y="465"/>
                  </a:lnTo>
                  <a:lnTo>
                    <a:pt x="606" y="479"/>
                  </a:lnTo>
                  <a:lnTo>
                    <a:pt x="606" y="479"/>
                  </a:lnTo>
                  <a:lnTo>
                    <a:pt x="598" y="492"/>
                  </a:lnTo>
                  <a:lnTo>
                    <a:pt x="589" y="503"/>
                  </a:lnTo>
                  <a:lnTo>
                    <a:pt x="579" y="513"/>
                  </a:lnTo>
                  <a:lnTo>
                    <a:pt x="568" y="522"/>
                  </a:lnTo>
                  <a:lnTo>
                    <a:pt x="557" y="529"/>
                  </a:lnTo>
                  <a:lnTo>
                    <a:pt x="546" y="536"/>
                  </a:lnTo>
                  <a:lnTo>
                    <a:pt x="532" y="543"/>
                  </a:lnTo>
                  <a:lnTo>
                    <a:pt x="518" y="547"/>
                  </a:lnTo>
                  <a:lnTo>
                    <a:pt x="518" y="547"/>
                  </a:lnTo>
                  <a:lnTo>
                    <a:pt x="504" y="552"/>
                  </a:lnTo>
                  <a:lnTo>
                    <a:pt x="489" y="554"/>
                  </a:lnTo>
                  <a:lnTo>
                    <a:pt x="474" y="556"/>
                  </a:lnTo>
                  <a:lnTo>
                    <a:pt x="458" y="556"/>
                  </a:lnTo>
                  <a:lnTo>
                    <a:pt x="443" y="556"/>
                  </a:lnTo>
                  <a:lnTo>
                    <a:pt x="429" y="553"/>
                  </a:lnTo>
                  <a:lnTo>
                    <a:pt x="398" y="549"/>
                  </a:lnTo>
                  <a:lnTo>
                    <a:pt x="398" y="549"/>
                  </a:lnTo>
                  <a:lnTo>
                    <a:pt x="376" y="543"/>
                  </a:lnTo>
                  <a:lnTo>
                    <a:pt x="354" y="536"/>
                  </a:lnTo>
                  <a:lnTo>
                    <a:pt x="332" y="528"/>
                  </a:lnTo>
                  <a:lnTo>
                    <a:pt x="309" y="520"/>
                  </a:lnTo>
                  <a:lnTo>
                    <a:pt x="288" y="508"/>
                  </a:lnTo>
                  <a:lnTo>
                    <a:pt x="268" y="497"/>
                  </a:lnTo>
                  <a:lnTo>
                    <a:pt x="248" y="485"/>
                  </a:lnTo>
                  <a:lnTo>
                    <a:pt x="229" y="471"/>
                  </a:lnTo>
                  <a:lnTo>
                    <a:pt x="229" y="471"/>
                  </a:lnTo>
                  <a:lnTo>
                    <a:pt x="226" y="469"/>
                  </a:lnTo>
                  <a:lnTo>
                    <a:pt x="223" y="468"/>
                  </a:lnTo>
                  <a:lnTo>
                    <a:pt x="219" y="469"/>
                  </a:lnTo>
                  <a:lnTo>
                    <a:pt x="216" y="471"/>
                  </a:lnTo>
                  <a:lnTo>
                    <a:pt x="215" y="474"/>
                  </a:lnTo>
                  <a:lnTo>
                    <a:pt x="215" y="476"/>
                  </a:lnTo>
                  <a:lnTo>
                    <a:pt x="215" y="479"/>
                  </a:lnTo>
                  <a:lnTo>
                    <a:pt x="217" y="482"/>
                  </a:lnTo>
                  <a:lnTo>
                    <a:pt x="217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4" name="Freeform 81">
              <a:extLst>
                <a:ext uri="{FF2B5EF4-FFF2-40B4-BE49-F238E27FC236}">
                  <a16:creationId xmlns:a16="http://schemas.microsoft.com/office/drawing/2014/main" id="{91C3A5B9-BA93-FF78-E417-891EDDA60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591"/>
              <a:ext cx="62" cy="101"/>
            </a:xfrm>
            <a:custGeom>
              <a:avLst/>
              <a:gdLst>
                <a:gd name="T0" fmla="*/ 111 w 124"/>
                <a:gd name="T1" fmla="*/ 1 h 201"/>
                <a:gd name="T2" fmla="*/ 111 w 124"/>
                <a:gd name="T3" fmla="*/ 1 h 201"/>
                <a:gd name="T4" fmla="*/ 86 w 124"/>
                <a:gd name="T5" fmla="*/ 15 h 201"/>
                <a:gd name="T6" fmla="*/ 63 w 124"/>
                <a:gd name="T7" fmla="*/ 30 h 201"/>
                <a:gd name="T8" fmla="*/ 51 w 124"/>
                <a:gd name="T9" fmla="*/ 39 h 201"/>
                <a:gd name="T10" fmla="*/ 42 w 124"/>
                <a:gd name="T11" fmla="*/ 47 h 201"/>
                <a:gd name="T12" fmla="*/ 31 w 124"/>
                <a:gd name="T13" fmla="*/ 57 h 201"/>
                <a:gd name="T14" fmla="*/ 22 w 124"/>
                <a:gd name="T15" fmla="*/ 68 h 201"/>
                <a:gd name="T16" fmla="*/ 22 w 124"/>
                <a:gd name="T17" fmla="*/ 68 h 201"/>
                <a:gd name="T18" fmla="*/ 14 w 124"/>
                <a:gd name="T19" fmla="*/ 82 h 201"/>
                <a:gd name="T20" fmla="*/ 7 w 124"/>
                <a:gd name="T21" fmla="*/ 97 h 201"/>
                <a:gd name="T22" fmla="*/ 3 w 124"/>
                <a:gd name="T23" fmla="*/ 112 h 201"/>
                <a:gd name="T24" fmla="*/ 1 w 124"/>
                <a:gd name="T25" fmla="*/ 129 h 201"/>
                <a:gd name="T26" fmla="*/ 0 w 124"/>
                <a:gd name="T27" fmla="*/ 146 h 201"/>
                <a:gd name="T28" fmla="*/ 0 w 124"/>
                <a:gd name="T29" fmla="*/ 161 h 201"/>
                <a:gd name="T30" fmla="*/ 3 w 124"/>
                <a:gd name="T31" fmla="*/ 193 h 201"/>
                <a:gd name="T32" fmla="*/ 3 w 124"/>
                <a:gd name="T33" fmla="*/ 193 h 201"/>
                <a:gd name="T34" fmla="*/ 4 w 124"/>
                <a:gd name="T35" fmla="*/ 197 h 201"/>
                <a:gd name="T36" fmla="*/ 7 w 124"/>
                <a:gd name="T37" fmla="*/ 200 h 201"/>
                <a:gd name="T38" fmla="*/ 10 w 124"/>
                <a:gd name="T39" fmla="*/ 201 h 201"/>
                <a:gd name="T40" fmla="*/ 12 w 124"/>
                <a:gd name="T41" fmla="*/ 201 h 201"/>
                <a:gd name="T42" fmla="*/ 15 w 124"/>
                <a:gd name="T43" fmla="*/ 201 h 201"/>
                <a:gd name="T44" fmla="*/ 18 w 124"/>
                <a:gd name="T45" fmla="*/ 200 h 201"/>
                <a:gd name="T46" fmla="*/ 19 w 124"/>
                <a:gd name="T47" fmla="*/ 197 h 201"/>
                <a:gd name="T48" fmla="*/ 19 w 124"/>
                <a:gd name="T49" fmla="*/ 193 h 201"/>
                <a:gd name="T50" fmla="*/ 19 w 124"/>
                <a:gd name="T51" fmla="*/ 193 h 201"/>
                <a:gd name="T52" fmla="*/ 17 w 124"/>
                <a:gd name="T53" fmla="*/ 164 h 201"/>
                <a:gd name="T54" fmla="*/ 17 w 124"/>
                <a:gd name="T55" fmla="*/ 149 h 201"/>
                <a:gd name="T56" fmla="*/ 18 w 124"/>
                <a:gd name="T57" fmla="*/ 133 h 201"/>
                <a:gd name="T58" fmla="*/ 19 w 124"/>
                <a:gd name="T59" fmla="*/ 118 h 201"/>
                <a:gd name="T60" fmla="*/ 24 w 124"/>
                <a:gd name="T61" fmla="*/ 104 h 201"/>
                <a:gd name="T62" fmla="*/ 29 w 124"/>
                <a:gd name="T63" fmla="*/ 90 h 201"/>
                <a:gd name="T64" fmla="*/ 36 w 124"/>
                <a:gd name="T65" fmla="*/ 76 h 201"/>
                <a:gd name="T66" fmla="*/ 36 w 124"/>
                <a:gd name="T67" fmla="*/ 76 h 201"/>
                <a:gd name="T68" fmla="*/ 45 w 124"/>
                <a:gd name="T69" fmla="*/ 66 h 201"/>
                <a:gd name="T70" fmla="*/ 53 w 124"/>
                <a:gd name="T71" fmla="*/ 57 h 201"/>
                <a:gd name="T72" fmla="*/ 64 w 124"/>
                <a:gd name="T73" fmla="*/ 48 h 201"/>
                <a:gd name="T74" fmla="*/ 74 w 124"/>
                <a:gd name="T75" fmla="*/ 41 h 201"/>
                <a:gd name="T76" fmla="*/ 97 w 124"/>
                <a:gd name="T77" fmla="*/ 27 h 201"/>
                <a:gd name="T78" fmla="*/ 120 w 124"/>
                <a:gd name="T79" fmla="*/ 15 h 201"/>
                <a:gd name="T80" fmla="*/ 120 w 124"/>
                <a:gd name="T81" fmla="*/ 15 h 201"/>
                <a:gd name="T82" fmla="*/ 122 w 124"/>
                <a:gd name="T83" fmla="*/ 12 h 201"/>
                <a:gd name="T84" fmla="*/ 124 w 124"/>
                <a:gd name="T85" fmla="*/ 9 h 201"/>
                <a:gd name="T86" fmla="*/ 124 w 124"/>
                <a:gd name="T87" fmla="*/ 7 h 201"/>
                <a:gd name="T88" fmla="*/ 122 w 124"/>
                <a:gd name="T89" fmla="*/ 4 h 201"/>
                <a:gd name="T90" fmla="*/ 121 w 124"/>
                <a:gd name="T91" fmla="*/ 1 h 201"/>
                <a:gd name="T92" fmla="*/ 118 w 124"/>
                <a:gd name="T93" fmla="*/ 0 h 201"/>
                <a:gd name="T94" fmla="*/ 114 w 124"/>
                <a:gd name="T95" fmla="*/ 0 h 201"/>
                <a:gd name="T96" fmla="*/ 111 w 124"/>
                <a:gd name="T97" fmla="*/ 1 h 201"/>
                <a:gd name="T98" fmla="*/ 111 w 124"/>
                <a:gd name="T99" fmla="*/ 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4" h="201">
                  <a:moveTo>
                    <a:pt x="111" y="1"/>
                  </a:moveTo>
                  <a:lnTo>
                    <a:pt x="111" y="1"/>
                  </a:lnTo>
                  <a:lnTo>
                    <a:pt x="86" y="15"/>
                  </a:lnTo>
                  <a:lnTo>
                    <a:pt x="63" y="30"/>
                  </a:lnTo>
                  <a:lnTo>
                    <a:pt x="51" y="39"/>
                  </a:lnTo>
                  <a:lnTo>
                    <a:pt x="42" y="47"/>
                  </a:lnTo>
                  <a:lnTo>
                    <a:pt x="31" y="57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14" y="82"/>
                  </a:lnTo>
                  <a:lnTo>
                    <a:pt x="7" y="97"/>
                  </a:lnTo>
                  <a:lnTo>
                    <a:pt x="3" y="112"/>
                  </a:lnTo>
                  <a:lnTo>
                    <a:pt x="1" y="129"/>
                  </a:lnTo>
                  <a:lnTo>
                    <a:pt x="0" y="146"/>
                  </a:lnTo>
                  <a:lnTo>
                    <a:pt x="0" y="161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4" y="197"/>
                  </a:lnTo>
                  <a:lnTo>
                    <a:pt x="7" y="200"/>
                  </a:lnTo>
                  <a:lnTo>
                    <a:pt x="10" y="201"/>
                  </a:lnTo>
                  <a:lnTo>
                    <a:pt x="12" y="201"/>
                  </a:lnTo>
                  <a:lnTo>
                    <a:pt x="15" y="201"/>
                  </a:lnTo>
                  <a:lnTo>
                    <a:pt x="18" y="200"/>
                  </a:lnTo>
                  <a:lnTo>
                    <a:pt x="19" y="197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7" y="164"/>
                  </a:lnTo>
                  <a:lnTo>
                    <a:pt x="17" y="149"/>
                  </a:lnTo>
                  <a:lnTo>
                    <a:pt x="18" y="133"/>
                  </a:lnTo>
                  <a:lnTo>
                    <a:pt x="19" y="118"/>
                  </a:lnTo>
                  <a:lnTo>
                    <a:pt x="24" y="104"/>
                  </a:lnTo>
                  <a:lnTo>
                    <a:pt x="29" y="90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45" y="66"/>
                  </a:lnTo>
                  <a:lnTo>
                    <a:pt x="53" y="57"/>
                  </a:lnTo>
                  <a:lnTo>
                    <a:pt x="64" y="48"/>
                  </a:lnTo>
                  <a:lnTo>
                    <a:pt x="74" y="41"/>
                  </a:lnTo>
                  <a:lnTo>
                    <a:pt x="97" y="27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22" y="12"/>
                  </a:lnTo>
                  <a:lnTo>
                    <a:pt x="124" y="9"/>
                  </a:lnTo>
                  <a:lnTo>
                    <a:pt x="124" y="7"/>
                  </a:lnTo>
                  <a:lnTo>
                    <a:pt x="122" y="4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5" name="Freeform 82">
              <a:extLst>
                <a:ext uri="{FF2B5EF4-FFF2-40B4-BE49-F238E27FC236}">
                  <a16:creationId xmlns:a16="http://schemas.microsoft.com/office/drawing/2014/main" id="{192CE16B-2B50-BCD6-B4A4-6544D0015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835"/>
              <a:ext cx="328" cy="285"/>
            </a:xfrm>
            <a:custGeom>
              <a:avLst/>
              <a:gdLst>
                <a:gd name="T0" fmla="*/ 276 w 656"/>
                <a:gd name="T1" fmla="*/ 433 h 569"/>
                <a:gd name="T2" fmla="*/ 370 w 656"/>
                <a:gd name="T3" fmla="*/ 456 h 569"/>
                <a:gd name="T4" fmla="*/ 466 w 656"/>
                <a:gd name="T5" fmla="*/ 455 h 569"/>
                <a:gd name="T6" fmla="*/ 556 w 656"/>
                <a:gd name="T7" fmla="*/ 427 h 569"/>
                <a:gd name="T8" fmla="*/ 608 w 656"/>
                <a:gd name="T9" fmla="*/ 397 h 569"/>
                <a:gd name="T10" fmla="*/ 638 w 656"/>
                <a:gd name="T11" fmla="*/ 358 h 569"/>
                <a:gd name="T12" fmla="*/ 656 w 656"/>
                <a:gd name="T13" fmla="*/ 280 h 569"/>
                <a:gd name="T14" fmla="*/ 654 w 656"/>
                <a:gd name="T15" fmla="*/ 218 h 569"/>
                <a:gd name="T16" fmla="*/ 626 w 656"/>
                <a:gd name="T17" fmla="*/ 146 h 569"/>
                <a:gd name="T18" fmla="*/ 587 w 656"/>
                <a:gd name="T19" fmla="*/ 111 h 569"/>
                <a:gd name="T20" fmla="*/ 530 w 656"/>
                <a:gd name="T21" fmla="*/ 89 h 569"/>
                <a:gd name="T22" fmla="*/ 407 w 656"/>
                <a:gd name="T23" fmla="*/ 68 h 569"/>
                <a:gd name="T24" fmla="*/ 308 w 656"/>
                <a:gd name="T25" fmla="*/ 30 h 569"/>
                <a:gd name="T26" fmla="*/ 207 w 656"/>
                <a:gd name="T27" fmla="*/ 1 h 569"/>
                <a:gd name="T28" fmla="*/ 169 w 656"/>
                <a:gd name="T29" fmla="*/ 3 h 569"/>
                <a:gd name="T30" fmla="*/ 115 w 656"/>
                <a:gd name="T31" fmla="*/ 25 h 569"/>
                <a:gd name="T32" fmla="*/ 42 w 656"/>
                <a:gd name="T33" fmla="*/ 90 h 569"/>
                <a:gd name="T34" fmla="*/ 10 w 656"/>
                <a:gd name="T35" fmla="*/ 147 h 569"/>
                <a:gd name="T36" fmla="*/ 3 w 656"/>
                <a:gd name="T37" fmla="*/ 231 h 569"/>
                <a:gd name="T38" fmla="*/ 28 w 656"/>
                <a:gd name="T39" fmla="*/ 317 h 569"/>
                <a:gd name="T40" fmla="*/ 97 w 656"/>
                <a:gd name="T41" fmla="*/ 434 h 569"/>
                <a:gd name="T42" fmla="*/ 154 w 656"/>
                <a:gd name="T43" fmla="*/ 494 h 569"/>
                <a:gd name="T44" fmla="*/ 209 w 656"/>
                <a:gd name="T45" fmla="*/ 530 h 569"/>
                <a:gd name="T46" fmla="*/ 255 w 656"/>
                <a:gd name="T47" fmla="*/ 548 h 569"/>
                <a:gd name="T48" fmla="*/ 367 w 656"/>
                <a:gd name="T49" fmla="*/ 564 h 569"/>
                <a:gd name="T50" fmla="*/ 410 w 656"/>
                <a:gd name="T51" fmla="*/ 568 h 569"/>
                <a:gd name="T52" fmla="*/ 413 w 656"/>
                <a:gd name="T53" fmla="*/ 557 h 569"/>
                <a:gd name="T54" fmla="*/ 354 w 656"/>
                <a:gd name="T55" fmla="*/ 546 h 569"/>
                <a:gd name="T56" fmla="*/ 226 w 656"/>
                <a:gd name="T57" fmla="*/ 519 h 569"/>
                <a:gd name="T58" fmla="*/ 161 w 656"/>
                <a:gd name="T59" fmla="*/ 476 h 569"/>
                <a:gd name="T60" fmla="*/ 94 w 656"/>
                <a:gd name="T61" fmla="*/ 398 h 569"/>
                <a:gd name="T62" fmla="*/ 55 w 656"/>
                <a:gd name="T63" fmla="*/ 333 h 569"/>
                <a:gd name="T64" fmla="*/ 19 w 656"/>
                <a:gd name="T65" fmla="*/ 235 h 569"/>
                <a:gd name="T66" fmla="*/ 17 w 656"/>
                <a:gd name="T67" fmla="*/ 184 h 569"/>
                <a:gd name="T68" fmla="*/ 27 w 656"/>
                <a:gd name="T69" fmla="*/ 146 h 569"/>
                <a:gd name="T70" fmla="*/ 59 w 656"/>
                <a:gd name="T71" fmla="*/ 93 h 569"/>
                <a:gd name="T72" fmla="*/ 106 w 656"/>
                <a:gd name="T73" fmla="*/ 50 h 569"/>
                <a:gd name="T74" fmla="*/ 162 w 656"/>
                <a:gd name="T75" fmla="*/ 22 h 569"/>
                <a:gd name="T76" fmla="*/ 207 w 656"/>
                <a:gd name="T77" fmla="*/ 18 h 569"/>
                <a:gd name="T78" fmla="*/ 287 w 656"/>
                <a:gd name="T79" fmla="*/ 37 h 569"/>
                <a:gd name="T80" fmla="*/ 420 w 656"/>
                <a:gd name="T81" fmla="*/ 89 h 569"/>
                <a:gd name="T82" fmla="*/ 499 w 656"/>
                <a:gd name="T83" fmla="*/ 101 h 569"/>
                <a:gd name="T84" fmla="*/ 573 w 656"/>
                <a:gd name="T85" fmla="*/ 124 h 569"/>
                <a:gd name="T86" fmla="*/ 615 w 656"/>
                <a:gd name="T87" fmla="*/ 159 h 569"/>
                <a:gd name="T88" fmla="*/ 631 w 656"/>
                <a:gd name="T89" fmla="*/ 191 h 569"/>
                <a:gd name="T90" fmla="*/ 642 w 656"/>
                <a:gd name="T91" fmla="*/ 256 h 569"/>
                <a:gd name="T92" fmla="*/ 626 w 656"/>
                <a:gd name="T93" fmla="*/ 345 h 569"/>
                <a:gd name="T94" fmla="*/ 606 w 656"/>
                <a:gd name="T95" fmla="*/ 377 h 569"/>
                <a:gd name="T96" fmla="*/ 562 w 656"/>
                <a:gd name="T97" fmla="*/ 409 h 569"/>
                <a:gd name="T98" fmla="*/ 480 w 656"/>
                <a:gd name="T99" fmla="*/ 436 h 569"/>
                <a:gd name="T100" fmla="*/ 402 w 656"/>
                <a:gd name="T101" fmla="*/ 443 h 569"/>
                <a:gd name="T102" fmla="*/ 307 w 656"/>
                <a:gd name="T103" fmla="*/ 426 h 569"/>
                <a:gd name="T104" fmla="*/ 241 w 656"/>
                <a:gd name="T105" fmla="*/ 397 h 569"/>
                <a:gd name="T106" fmla="*/ 230 w 656"/>
                <a:gd name="T107" fmla="*/ 401 h 569"/>
                <a:gd name="T108" fmla="*/ 233 w 656"/>
                <a:gd name="T109" fmla="*/ 412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6" h="569">
                  <a:moveTo>
                    <a:pt x="233" y="412"/>
                  </a:moveTo>
                  <a:lnTo>
                    <a:pt x="233" y="412"/>
                  </a:lnTo>
                  <a:lnTo>
                    <a:pt x="254" y="423"/>
                  </a:lnTo>
                  <a:lnTo>
                    <a:pt x="276" y="433"/>
                  </a:lnTo>
                  <a:lnTo>
                    <a:pt x="298" y="440"/>
                  </a:lnTo>
                  <a:lnTo>
                    <a:pt x="322" y="447"/>
                  </a:lnTo>
                  <a:lnTo>
                    <a:pt x="346" y="452"/>
                  </a:lnTo>
                  <a:lnTo>
                    <a:pt x="370" y="456"/>
                  </a:lnTo>
                  <a:lnTo>
                    <a:pt x="393" y="458"/>
                  </a:lnTo>
                  <a:lnTo>
                    <a:pt x="417" y="459"/>
                  </a:lnTo>
                  <a:lnTo>
                    <a:pt x="441" y="458"/>
                  </a:lnTo>
                  <a:lnTo>
                    <a:pt x="466" y="455"/>
                  </a:lnTo>
                  <a:lnTo>
                    <a:pt x="488" y="451"/>
                  </a:lnTo>
                  <a:lnTo>
                    <a:pt x="512" y="445"/>
                  </a:lnTo>
                  <a:lnTo>
                    <a:pt x="534" y="437"/>
                  </a:lnTo>
                  <a:lnTo>
                    <a:pt x="556" y="427"/>
                  </a:lnTo>
                  <a:lnTo>
                    <a:pt x="578" y="416"/>
                  </a:lnTo>
                  <a:lnTo>
                    <a:pt x="598" y="404"/>
                  </a:lnTo>
                  <a:lnTo>
                    <a:pt x="598" y="404"/>
                  </a:lnTo>
                  <a:lnTo>
                    <a:pt x="608" y="397"/>
                  </a:lnTo>
                  <a:lnTo>
                    <a:pt x="615" y="390"/>
                  </a:lnTo>
                  <a:lnTo>
                    <a:pt x="622" y="383"/>
                  </a:lnTo>
                  <a:lnTo>
                    <a:pt x="627" y="374"/>
                  </a:lnTo>
                  <a:lnTo>
                    <a:pt x="638" y="358"/>
                  </a:lnTo>
                  <a:lnTo>
                    <a:pt x="645" y="340"/>
                  </a:lnTo>
                  <a:lnTo>
                    <a:pt x="651" y="320"/>
                  </a:lnTo>
                  <a:lnTo>
                    <a:pt x="655" y="299"/>
                  </a:lnTo>
                  <a:lnTo>
                    <a:pt x="656" y="280"/>
                  </a:lnTo>
                  <a:lnTo>
                    <a:pt x="656" y="259"/>
                  </a:lnTo>
                  <a:lnTo>
                    <a:pt x="656" y="259"/>
                  </a:lnTo>
                  <a:lnTo>
                    <a:pt x="656" y="238"/>
                  </a:lnTo>
                  <a:lnTo>
                    <a:pt x="654" y="218"/>
                  </a:lnTo>
                  <a:lnTo>
                    <a:pt x="649" y="199"/>
                  </a:lnTo>
                  <a:lnTo>
                    <a:pt x="644" y="181"/>
                  </a:lnTo>
                  <a:lnTo>
                    <a:pt x="635" y="163"/>
                  </a:lnTo>
                  <a:lnTo>
                    <a:pt x="626" y="146"/>
                  </a:lnTo>
                  <a:lnTo>
                    <a:pt x="612" y="132"/>
                  </a:lnTo>
                  <a:lnTo>
                    <a:pt x="596" y="118"/>
                  </a:lnTo>
                  <a:lnTo>
                    <a:pt x="596" y="118"/>
                  </a:lnTo>
                  <a:lnTo>
                    <a:pt x="587" y="111"/>
                  </a:lnTo>
                  <a:lnTo>
                    <a:pt x="576" y="104"/>
                  </a:lnTo>
                  <a:lnTo>
                    <a:pt x="564" y="100"/>
                  </a:lnTo>
                  <a:lnTo>
                    <a:pt x="553" y="96"/>
                  </a:lnTo>
                  <a:lnTo>
                    <a:pt x="530" y="89"/>
                  </a:lnTo>
                  <a:lnTo>
                    <a:pt x="505" y="83"/>
                  </a:lnTo>
                  <a:lnTo>
                    <a:pt x="454" y="76"/>
                  </a:lnTo>
                  <a:lnTo>
                    <a:pt x="431" y="74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381" y="60"/>
                  </a:lnTo>
                  <a:lnTo>
                    <a:pt x="357" y="50"/>
                  </a:lnTo>
                  <a:lnTo>
                    <a:pt x="308" y="30"/>
                  </a:lnTo>
                  <a:lnTo>
                    <a:pt x="283" y="21"/>
                  </a:lnTo>
                  <a:lnTo>
                    <a:pt x="258" y="12"/>
                  </a:lnTo>
                  <a:lnTo>
                    <a:pt x="233" y="5"/>
                  </a:lnTo>
                  <a:lnTo>
                    <a:pt x="207" y="1"/>
                  </a:lnTo>
                  <a:lnTo>
                    <a:pt x="207" y="1"/>
                  </a:lnTo>
                  <a:lnTo>
                    <a:pt x="194" y="0"/>
                  </a:lnTo>
                  <a:lnTo>
                    <a:pt x="182" y="1"/>
                  </a:lnTo>
                  <a:lnTo>
                    <a:pt x="169" y="3"/>
                  </a:lnTo>
                  <a:lnTo>
                    <a:pt x="158" y="5"/>
                  </a:lnTo>
                  <a:lnTo>
                    <a:pt x="147" y="8"/>
                  </a:lnTo>
                  <a:lnTo>
                    <a:pt x="136" y="14"/>
                  </a:lnTo>
                  <a:lnTo>
                    <a:pt x="115" y="25"/>
                  </a:lnTo>
                  <a:lnTo>
                    <a:pt x="94" y="39"/>
                  </a:lnTo>
                  <a:lnTo>
                    <a:pt x="76" y="54"/>
                  </a:lnTo>
                  <a:lnTo>
                    <a:pt x="59" y="72"/>
                  </a:lnTo>
                  <a:lnTo>
                    <a:pt x="42" y="90"/>
                  </a:lnTo>
                  <a:lnTo>
                    <a:pt x="42" y="90"/>
                  </a:lnTo>
                  <a:lnTo>
                    <a:pt x="28" y="108"/>
                  </a:lnTo>
                  <a:lnTo>
                    <a:pt x="19" y="128"/>
                  </a:lnTo>
                  <a:lnTo>
                    <a:pt x="10" y="147"/>
                  </a:lnTo>
                  <a:lnTo>
                    <a:pt x="5" y="168"/>
                  </a:lnTo>
                  <a:lnTo>
                    <a:pt x="2" y="188"/>
                  </a:lnTo>
                  <a:lnTo>
                    <a:pt x="0" y="210"/>
                  </a:lnTo>
                  <a:lnTo>
                    <a:pt x="3" y="231"/>
                  </a:lnTo>
                  <a:lnTo>
                    <a:pt x="7" y="253"/>
                  </a:lnTo>
                  <a:lnTo>
                    <a:pt x="7" y="253"/>
                  </a:lnTo>
                  <a:lnTo>
                    <a:pt x="16" y="285"/>
                  </a:lnTo>
                  <a:lnTo>
                    <a:pt x="28" y="317"/>
                  </a:lnTo>
                  <a:lnTo>
                    <a:pt x="42" y="348"/>
                  </a:lnTo>
                  <a:lnTo>
                    <a:pt x="59" y="377"/>
                  </a:lnTo>
                  <a:lnTo>
                    <a:pt x="77" y="406"/>
                  </a:lnTo>
                  <a:lnTo>
                    <a:pt x="97" y="434"/>
                  </a:lnTo>
                  <a:lnTo>
                    <a:pt x="119" y="459"/>
                  </a:lnTo>
                  <a:lnTo>
                    <a:pt x="143" y="483"/>
                  </a:lnTo>
                  <a:lnTo>
                    <a:pt x="143" y="483"/>
                  </a:lnTo>
                  <a:lnTo>
                    <a:pt x="154" y="494"/>
                  </a:lnTo>
                  <a:lnTo>
                    <a:pt x="168" y="504"/>
                  </a:lnTo>
                  <a:lnTo>
                    <a:pt x="180" y="514"/>
                  </a:lnTo>
                  <a:lnTo>
                    <a:pt x="195" y="522"/>
                  </a:lnTo>
                  <a:lnTo>
                    <a:pt x="209" y="530"/>
                  </a:lnTo>
                  <a:lnTo>
                    <a:pt x="225" y="537"/>
                  </a:lnTo>
                  <a:lnTo>
                    <a:pt x="240" y="543"/>
                  </a:lnTo>
                  <a:lnTo>
                    <a:pt x="255" y="548"/>
                  </a:lnTo>
                  <a:lnTo>
                    <a:pt x="255" y="548"/>
                  </a:lnTo>
                  <a:lnTo>
                    <a:pt x="273" y="553"/>
                  </a:lnTo>
                  <a:lnTo>
                    <a:pt x="292" y="557"/>
                  </a:lnTo>
                  <a:lnTo>
                    <a:pt x="329" y="561"/>
                  </a:lnTo>
                  <a:lnTo>
                    <a:pt x="367" y="564"/>
                  </a:lnTo>
                  <a:lnTo>
                    <a:pt x="403" y="569"/>
                  </a:lnTo>
                  <a:lnTo>
                    <a:pt x="403" y="569"/>
                  </a:lnTo>
                  <a:lnTo>
                    <a:pt x="407" y="569"/>
                  </a:lnTo>
                  <a:lnTo>
                    <a:pt x="410" y="568"/>
                  </a:lnTo>
                  <a:lnTo>
                    <a:pt x="413" y="565"/>
                  </a:lnTo>
                  <a:lnTo>
                    <a:pt x="414" y="562"/>
                  </a:lnTo>
                  <a:lnTo>
                    <a:pt x="414" y="560"/>
                  </a:lnTo>
                  <a:lnTo>
                    <a:pt x="413" y="557"/>
                  </a:lnTo>
                  <a:lnTo>
                    <a:pt x="411" y="554"/>
                  </a:lnTo>
                  <a:lnTo>
                    <a:pt x="407" y="553"/>
                  </a:lnTo>
                  <a:lnTo>
                    <a:pt x="407" y="553"/>
                  </a:lnTo>
                  <a:lnTo>
                    <a:pt x="354" y="546"/>
                  </a:lnTo>
                  <a:lnTo>
                    <a:pt x="303" y="539"/>
                  </a:lnTo>
                  <a:lnTo>
                    <a:pt x="276" y="534"/>
                  </a:lnTo>
                  <a:lnTo>
                    <a:pt x="251" y="527"/>
                  </a:lnTo>
                  <a:lnTo>
                    <a:pt x="226" y="519"/>
                  </a:lnTo>
                  <a:lnTo>
                    <a:pt x="202" y="507"/>
                  </a:lnTo>
                  <a:lnTo>
                    <a:pt x="202" y="507"/>
                  </a:lnTo>
                  <a:lnTo>
                    <a:pt x="180" y="493"/>
                  </a:lnTo>
                  <a:lnTo>
                    <a:pt x="161" y="476"/>
                  </a:lnTo>
                  <a:lnTo>
                    <a:pt x="141" y="459"/>
                  </a:lnTo>
                  <a:lnTo>
                    <a:pt x="124" y="440"/>
                  </a:lnTo>
                  <a:lnTo>
                    <a:pt x="108" y="419"/>
                  </a:lnTo>
                  <a:lnTo>
                    <a:pt x="94" y="398"/>
                  </a:lnTo>
                  <a:lnTo>
                    <a:pt x="80" y="376"/>
                  </a:lnTo>
                  <a:lnTo>
                    <a:pt x="66" y="353"/>
                  </a:lnTo>
                  <a:lnTo>
                    <a:pt x="66" y="353"/>
                  </a:lnTo>
                  <a:lnTo>
                    <a:pt x="55" y="333"/>
                  </a:lnTo>
                  <a:lnTo>
                    <a:pt x="44" y="309"/>
                  </a:lnTo>
                  <a:lnTo>
                    <a:pt x="34" y="285"/>
                  </a:lnTo>
                  <a:lnTo>
                    <a:pt x="26" y="260"/>
                  </a:lnTo>
                  <a:lnTo>
                    <a:pt x="19" y="235"/>
                  </a:lnTo>
                  <a:lnTo>
                    <a:pt x="17" y="221"/>
                  </a:lnTo>
                  <a:lnTo>
                    <a:pt x="17" y="209"/>
                  </a:lnTo>
                  <a:lnTo>
                    <a:pt x="17" y="196"/>
                  </a:lnTo>
                  <a:lnTo>
                    <a:pt x="17" y="184"/>
                  </a:lnTo>
                  <a:lnTo>
                    <a:pt x="20" y="171"/>
                  </a:lnTo>
                  <a:lnTo>
                    <a:pt x="23" y="159"/>
                  </a:lnTo>
                  <a:lnTo>
                    <a:pt x="23" y="159"/>
                  </a:lnTo>
                  <a:lnTo>
                    <a:pt x="27" y="146"/>
                  </a:lnTo>
                  <a:lnTo>
                    <a:pt x="34" y="132"/>
                  </a:lnTo>
                  <a:lnTo>
                    <a:pt x="41" y="118"/>
                  </a:lnTo>
                  <a:lnTo>
                    <a:pt x="51" y="106"/>
                  </a:lnTo>
                  <a:lnTo>
                    <a:pt x="59" y="93"/>
                  </a:lnTo>
                  <a:lnTo>
                    <a:pt x="70" y="81"/>
                  </a:lnTo>
                  <a:lnTo>
                    <a:pt x="81" y="69"/>
                  </a:lnTo>
                  <a:lnTo>
                    <a:pt x="94" y="58"/>
                  </a:lnTo>
                  <a:lnTo>
                    <a:pt x="106" y="50"/>
                  </a:lnTo>
                  <a:lnTo>
                    <a:pt x="120" y="42"/>
                  </a:lnTo>
                  <a:lnTo>
                    <a:pt x="133" y="33"/>
                  </a:lnTo>
                  <a:lnTo>
                    <a:pt x="148" y="28"/>
                  </a:lnTo>
                  <a:lnTo>
                    <a:pt x="162" y="22"/>
                  </a:lnTo>
                  <a:lnTo>
                    <a:pt x="177" y="19"/>
                  </a:lnTo>
                  <a:lnTo>
                    <a:pt x="191" y="18"/>
                  </a:lnTo>
                  <a:lnTo>
                    <a:pt x="207" y="18"/>
                  </a:lnTo>
                  <a:lnTo>
                    <a:pt x="207" y="18"/>
                  </a:lnTo>
                  <a:lnTo>
                    <a:pt x="221" y="19"/>
                  </a:lnTo>
                  <a:lnTo>
                    <a:pt x="234" y="22"/>
                  </a:lnTo>
                  <a:lnTo>
                    <a:pt x="261" y="28"/>
                  </a:lnTo>
                  <a:lnTo>
                    <a:pt x="287" y="37"/>
                  </a:lnTo>
                  <a:lnTo>
                    <a:pt x="314" y="49"/>
                  </a:lnTo>
                  <a:lnTo>
                    <a:pt x="367" y="71"/>
                  </a:lnTo>
                  <a:lnTo>
                    <a:pt x="393" y="81"/>
                  </a:lnTo>
                  <a:lnTo>
                    <a:pt x="420" y="89"/>
                  </a:lnTo>
                  <a:lnTo>
                    <a:pt x="420" y="89"/>
                  </a:lnTo>
                  <a:lnTo>
                    <a:pt x="445" y="95"/>
                  </a:lnTo>
                  <a:lnTo>
                    <a:pt x="471" y="97"/>
                  </a:lnTo>
                  <a:lnTo>
                    <a:pt x="499" y="101"/>
                  </a:lnTo>
                  <a:lnTo>
                    <a:pt x="524" y="107"/>
                  </a:lnTo>
                  <a:lnTo>
                    <a:pt x="549" y="114"/>
                  </a:lnTo>
                  <a:lnTo>
                    <a:pt x="562" y="118"/>
                  </a:lnTo>
                  <a:lnTo>
                    <a:pt x="573" y="124"/>
                  </a:lnTo>
                  <a:lnTo>
                    <a:pt x="584" y="131"/>
                  </a:lnTo>
                  <a:lnTo>
                    <a:pt x="595" y="138"/>
                  </a:lnTo>
                  <a:lnTo>
                    <a:pt x="605" y="147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22" y="168"/>
                  </a:lnTo>
                  <a:lnTo>
                    <a:pt x="627" y="178"/>
                  </a:lnTo>
                  <a:lnTo>
                    <a:pt x="631" y="191"/>
                  </a:lnTo>
                  <a:lnTo>
                    <a:pt x="635" y="202"/>
                  </a:lnTo>
                  <a:lnTo>
                    <a:pt x="638" y="216"/>
                  </a:lnTo>
                  <a:lnTo>
                    <a:pt x="641" y="228"/>
                  </a:lnTo>
                  <a:lnTo>
                    <a:pt x="642" y="256"/>
                  </a:lnTo>
                  <a:lnTo>
                    <a:pt x="641" y="282"/>
                  </a:lnTo>
                  <a:lnTo>
                    <a:pt x="637" y="309"/>
                  </a:lnTo>
                  <a:lnTo>
                    <a:pt x="630" y="334"/>
                  </a:lnTo>
                  <a:lnTo>
                    <a:pt x="626" y="345"/>
                  </a:lnTo>
                  <a:lnTo>
                    <a:pt x="622" y="356"/>
                  </a:lnTo>
                  <a:lnTo>
                    <a:pt x="622" y="356"/>
                  </a:lnTo>
                  <a:lnTo>
                    <a:pt x="615" y="367"/>
                  </a:lnTo>
                  <a:lnTo>
                    <a:pt x="606" y="377"/>
                  </a:lnTo>
                  <a:lnTo>
                    <a:pt x="596" y="387"/>
                  </a:lnTo>
                  <a:lnTo>
                    <a:pt x="585" y="395"/>
                  </a:lnTo>
                  <a:lnTo>
                    <a:pt x="574" y="402"/>
                  </a:lnTo>
                  <a:lnTo>
                    <a:pt x="562" y="409"/>
                  </a:lnTo>
                  <a:lnTo>
                    <a:pt x="549" y="416"/>
                  </a:lnTo>
                  <a:lnTo>
                    <a:pt x="535" y="420"/>
                  </a:lnTo>
                  <a:lnTo>
                    <a:pt x="507" y="430"/>
                  </a:lnTo>
                  <a:lnTo>
                    <a:pt x="480" y="436"/>
                  </a:lnTo>
                  <a:lnTo>
                    <a:pt x="452" y="440"/>
                  </a:lnTo>
                  <a:lnTo>
                    <a:pt x="427" y="441"/>
                  </a:lnTo>
                  <a:lnTo>
                    <a:pt x="427" y="441"/>
                  </a:lnTo>
                  <a:lnTo>
                    <a:pt x="402" y="443"/>
                  </a:lnTo>
                  <a:lnTo>
                    <a:pt x="378" y="441"/>
                  </a:lnTo>
                  <a:lnTo>
                    <a:pt x="354" y="437"/>
                  </a:lnTo>
                  <a:lnTo>
                    <a:pt x="331" y="433"/>
                  </a:lnTo>
                  <a:lnTo>
                    <a:pt x="307" y="426"/>
                  </a:lnTo>
                  <a:lnTo>
                    <a:pt x="285" y="418"/>
                  </a:lnTo>
                  <a:lnTo>
                    <a:pt x="262" y="408"/>
                  </a:lnTo>
                  <a:lnTo>
                    <a:pt x="241" y="397"/>
                  </a:lnTo>
                  <a:lnTo>
                    <a:pt x="241" y="397"/>
                  </a:lnTo>
                  <a:lnTo>
                    <a:pt x="237" y="397"/>
                  </a:lnTo>
                  <a:lnTo>
                    <a:pt x="234" y="397"/>
                  </a:lnTo>
                  <a:lnTo>
                    <a:pt x="232" y="398"/>
                  </a:lnTo>
                  <a:lnTo>
                    <a:pt x="230" y="401"/>
                  </a:lnTo>
                  <a:lnTo>
                    <a:pt x="229" y="404"/>
                  </a:lnTo>
                  <a:lnTo>
                    <a:pt x="229" y="406"/>
                  </a:lnTo>
                  <a:lnTo>
                    <a:pt x="230" y="409"/>
                  </a:lnTo>
                  <a:lnTo>
                    <a:pt x="233" y="412"/>
                  </a:lnTo>
                  <a:lnTo>
                    <a:pt x="233" y="4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6" name="Freeform 83">
              <a:extLst>
                <a:ext uri="{FF2B5EF4-FFF2-40B4-BE49-F238E27FC236}">
                  <a16:creationId xmlns:a16="http://schemas.microsoft.com/office/drawing/2014/main" id="{57B5D5B2-9116-9562-CE1B-051FBB8B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1931"/>
              <a:ext cx="30" cy="85"/>
            </a:xfrm>
            <a:custGeom>
              <a:avLst/>
              <a:gdLst>
                <a:gd name="T0" fmla="*/ 44 w 59"/>
                <a:gd name="T1" fmla="*/ 4 h 170"/>
                <a:gd name="T2" fmla="*/ 44 w 59"/>
                <a:gd name="T3" fmla="*/ 4 h 170"/>
                <a:gd name="T4" fmla="*/ 34 w 59"/>
                <a:gd name="T5" fmla="*/ 25 h 170"/>
                <a:gd name="T6" fmla="*/ 23 w 59"/>
                <a:gd name="T7" fmla="*/ 45 h 170"/>
                <a:gd name="T8" fmla="*/ 12 w 59"/>
                <a:gd name="T9" fmla="*/ 64 h 170"/>
                <a:gd name="T10" fmla="*/ 4 w 59"/>
                <a:gd name="T11" fmla="*/ 85 h 170"/>
                <a:gd name="T12" fmla="*/ 4 w 59"/>
                <a:gd name="T13" fmla="*/ 85 h 170"/>
                <a:gd name="T14" fmla="*/ 1 w 59"/>
                <a:gd name="T15" fmla="*/ 96 h 170"/>
                <a:gd name="T16" fmla="*/ 0 w 59"/>
                <a:gd name="T17" fmla="*/ 106 h 170"/>
                <a:gd name="T18" fmla="*/ 0 w 59"/>
                <a:gd name="T19" fmla="*/ 117 h 170"/>
                <a:gd name="T20" fmla="*/ 1 w 59"/>
                <a:gd name="T21" fmla="*/ 127 h 170"/>
                <a:gd name="T22" fmla="*/ 4 w 59"/>
                <a:gd name="T23" fmla="*/ 136 h 170"/>
                <a:gd name="T24" fmla="*/ 7 w 59"/>
                <a:gd name="T25" fmla="*/ 146 h 170"/>
                <a:gd name="T26" fmla="*/ 16 w 59"/>
                <a:gd name="T27" fmla="*/ 166 h 170"/>
                <a:gd name="T28" fmla="*/ 16 w 59"/>
                <a:gd name="T29" fmla="*/ 166 h 170"/>
                <a:gd name="T30" fmla="*/ 19 w 59"/>
                <a:gd name="T31" fmla="*/ 168 h 170"/>
                <a:gd name="T32" fmla="*/ 22 w 59"/>
                <a:gd name="T33" fmla="*/ 170 h 170"/>
                <a:gd name="T34" fmla="*/ 25 w 59"/>
                <a:gd name="T35" fmla="*/ 170 h 170"/>
                <a:gd name="T36" fmla="*/ 27 w 59"/>
                <a:gd name="T37" fmla="*/ 168 h 170"/>
                <a:gd name="T38" fmla="*/ 30 w 59"/>
                <a:gd name="T39" fmla="*/ 167 h 170"/>
                <a:gd name="T40" fmla="*/ 32 w 59"/>
                <a:gd name="T41" fmla="*/ 164 h 170"/>
                <a:gd name="T42" fmla="*/ 32 w 59"/>
                <a:gd name="T43" fmla="*/ 160 h 170"/>
                <a:gd name="T44" fmla="*/ 30 w 59"/>
                <a:gd name="T45" fmla="*/ 157 h 170"/>
                <a:gd name="T46" fmla="*/ 30 w 59"/>
                <a:gd name="T47" fmla="*/ 157 h 170"/>
                <a:gd name="T48" fmla="*/ 26 w 59"/>
                <a:gd name="T49" fmla="*/ 148 h 170"/>
                <a:gd name="T50" fmla="*/ 22 w 59"/>
                <a:gd name="T51" fmla="*/ 136 h 170"/>
                <a:gd name="T52" fmla="*/ 19 w 59"/>
                <a:gd name="T53" fmla="*/ 128 h 170"/>
                <a:gd name="T54" fmla="*/ 19 w 59"/>
                <a:gd name="T55" fmla="*/ 118 h 170"/>
                <a:gd name="T56" fmla="*/ 19 w 59"/>
                <a:gd name="T57" fmla="*/ 109 h 170"/>
                <a:gd name="T58" fmla="*/ 19 w 59"/>
                <a:gd name="T59" fmla="*/ 100 h 170"/>
                <a:gd name="T60" fmla="*/ 25 w 59"/>
                <a:gd name="T61" fmla="*/ 82 h 170"/>
                <a:gd name="T62" fmla="*/ 32 w 59"/>
                <a:gd name="T63" fmla="*/ 65 h 170"/>
                <a:gd name="T64" fmla="*/ 40 w 59"/>
                <a:gd name="T65" fmla="*/ 49 h 170"/>
                <a:gd name="T66" fmla="*/ 50 w 59"/>
                <a:gd name="T67" fmla="*/ 31 h 170"/>
                <a:gd name="T68" fmla="*/ 58 w 59"/>
                <a:gd name="T69" fmla="*/ 12 h 170"/>
                <a:gd name="T70" fmla="*/ 58 w 59"/>
                <a:gd name="T71" fmla="*/ 12 h 170"/>
                <a:gd name="T72" fmla="*/ 59 w 59"/>
                <a:gd name="T73" fmla="*/ 8 h 170"/>
                <a:gd name="T74" fmla="*/ 58 w 59"/>
                <a:gd name="T75" fmla="*/ 6 h 170"/>
                <a:gd name="T76" fmla="*/ 57 w 59"/>
                <a:gd name="T77" fmla="*/ 3 h 170"/>
                <a:gd name="T78" fmla="*/ 54 w 59"/>
                <a:gd name="T79" fmla="*/ 1 h 170"/>
                <a:gd name="T80" fmla="*/ 51 w 59"/>
                <a:gd name="T81" fmla="*/ 0 h 170"/>
                <a:gd name="T82" fmla="*/ 48 w 59"/>
                <a:gd name="T83" fmla="*/ 0 h 170"/>
                <a:gd name="T84" fmla="*/ 46 w 59"/>
                <a:gd name="T85" fmla="*/ 1 h 170"/>
                <a:gd name="T86" fmla="*/ 44 w 59"/>
                <a:gd name="T87" fmla="*/ 4 h 170"/>
                <a:gd name="T88" fmla="*/ 44 w 59"/>
                <a:gd name="T89" fmla="*/ 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70">
                  <a:moveTo>
                    <a:pt x="44" y="4"/>
                  </a:moveTo>
                  <a:lnTo>
                    <a:pt x="44" y="4"/>
                  </a:lnTo>
                  <a:lnTo>
                    <a:pt x="34" y="25"/>
                  </a:lnTo>
                  <a:lnTo>
                    <a:pt x="23" y="45"/>
                  </a:lnTo>
                  <a:lnTo>
                    <a:pt x="12" y="64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1" y="96"/>
                  </a:lnTo>
                  <a:lnTo>
                    <a:pt x="0" y="106"/>
                  </a:lnTo>
                  <a:lnTo>
                    <a:pt x="0" y="117"/>
                  </a:lnTo>
                  <a:lnTo>
                    <a:pt x="1" y="127"/>
                  </a:lnTo>
                  <a:lnTo>
                    <a:pt x="4" y="136"/>
                  </a:lnTo>
                  <a:lnTo>
                    <a:pt x="7" y="14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9" y="168"/>
                  </a:lnTo>
                  <a:lnTo>
                    <a:pt x="22" y="170"/>
                  </a:lnTo>
                  <a:lnTo>
                    <a:pt x="25" y="170"/>
                  </a:lnTo>
                  <a:lnTo>
                    <a:pt x="27" y="168"/>
                  </a:lnTo>
                  <a:lnTo>
                    <a:pt x="30" y="167"/>
                  </a:lnTo>
                  <a:lnTo>
                    <a:pt x="32" y="164"/>
                  </a:lnTo>
                  <a:lnTo>
                    <a:pt x="32" y="160"/>
                  </a:lnTo>
                  <a:lnTo>
                    <a:pt x="30" y="157"/>
                  </a:lnTo>
                  <a:lnTo>
                    <a:pt x="30" y="157"/>
                  </a:lnTo>
                  <a:lnTo>
                    <a:pt x="26" y="148"/>
                  </a:lnTo>
                  <a:lnTo>
                    <a:pt x="22" y="136"/>
                  </a:lnTo>
                  <a:lnTo>
                    <a:pt x="19" y="128"/>
                  </a:lnTo>
                  <a:lnTo>
                    <a:pt x="19" y="118"/>
                  </a:lnTo>
                  <a:lnTo>
                    <a:pt x="19" y="109"/>
                  </a:lnTo>
                  <a:lnTo>
                    <a:pt x="19" y="100"/>
                  </a:lnTo>
                  <a:lnTo>
                    <a:pt x="25" y="82"/>
                  </a:lnTo>
                  <a:lnTo>
                    <a:pt x="32" y="65"/>
                  </a:lnTo>
                  <a:lnTo>
                    <a:pt x="40" y="49"/>
                  </a:lnTo>
                  <a:lnTo>
                    <a:pt x="50" y="31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9" y="8"/>
                  </a:lnTo>
                  <a:lnTo>
                    <a:pt x="58" y="6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4" y="4"/>
                  </a:lnTo>
                  <a:lnTo>
                    <a:pt x="4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7" name="Freeform 84">
              <a:extLst>
                <a:ext uri="{FF2B5EF4-FFF2-40B4-BE49-F238E27FC236}">
                  <a16:creationId xmlns:a16="http://schemas.microsoft.com/office/drawing/2014/main" id="{A7F66E7E-A869-9AE8-D95E-0AD7DC4C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707"/>
              <a:ext cx="221" cy="313"/>
            </a:xfrm>
            <a:custGeom>
              <a:avLst/>
              <a:gdLst>
                <a:gd name="T0" fmla="*/ 408 w 441"/>
                <a:gd name="T1" fmla="*/ 74 h 628"/>
                <a:gd name="T2" fmla="*/ 329 w 441"/>
                <a:gd name="T3" fmla="*/ 28 h 628"/>
                <a:gd name="T4" fmla="*/ 277 w 441"/>
                <a:gd name="T5" fmla="*/ 10 h 628"/>
                <a:gd name="T6" fmla="*/ 223 w 441"/>
                <a:gd name="T7" fmla="*/ 0 h 628"/>
                <a:gd name="T8" fmla="*/ 168 w 441"/>
                <a:gd name="T9" fmla="*/ 3 h 628"/>
                <a:gd name="T10" fmla="*/ 138 w 441"/>
                <a:gd name="T11" fmla="*/ 10 h 628"/>
                <a:gd name="T12" fmla="*/ 95 w 441"/>
                <a:gd name="T13" fmla="*/ 32 h 628"/>
                <a:gd name="T14" fmla="*/ 57 w 441"/>
                <a:gd name="T15" fmla="*/ 61 h 628"/>
                <a:gd name="T16" fmla="*/ 28 w 441"/>
                <a:gd name="T17" fmla="*/ 99 h 628"/>
                <a:gd name="T18" fmla="*/ 8 w 441"/>
                <a:gd name="T19" fmla="*/ 142 h 628"/>
                <a:gd name="T20" fmla="*/ 1 w 441"/>
                <a:gd name="T21" fmla="*/ 174 h 628"/>
                <a:gd name="T22" fmla="*/ 3 w 441"/>
                <a:gd name="T23" fmla="*/ 231 h 628"/>
                <a:gd name="T24" fmla="*/ 18 w 441"/>
                <a:gd name="T25" fmla="*/ 284 h 628"/>
                <a:gd name="T26" fmla="*/ 45 w 441"/>
                <a:gd name="T27" fmla="*/ 333 h 628"/>
                <a:gd name="T28" fmla="*/ 79 w 441"/>
                <a:gd name="T29" fmla="*/ 377 h 628"/>
                <a:gd name="T30" fmla="*/ 132 w 441"/>
                <a:gd name="T31" fmla="*/ 430 h 628"/>
                <a:gd name="T32" fmla="*/ 237 w 441"/>
                <a:gd name="T33" fmla="*/ 514 h 628"/>
                <a:gd name="T34" fmla="*/ 351 w 441"/>
                <a:gd name="T35" fmla="*/ 585 h 628"/>
                <a:gd name="T36" fmla="*/ 429 w 441"/>
                <a:gd name="T37" fmla="*/ 627 h 628"/>
                <a:gd name="T38" fmla="*/ 439 w 441"/>
                <a:gd name="T39" fmla="*/ 625 h 628"/>
                <a:gd name="T40" fmla="*/ 441 w 441"/>
                <a:gd name="T41" fmla="*/ 617 h 628"/>
                <a:gd name="T42" fmla="*/ 437 w 441"/>
                <a:gd name="T43" fmla="*/ 613 h 628"/>
                <a:gd name="T44" fmla="*/ 337 w 441"/>
                <a:gd name="T45" fmla="*/ 558 h 628"/>
                <a:gd name="T46" fmla="*/ 242 w 441"/>
                <a:gd name="T47" fmla="*/ 497 h 628"/>
                <a:gd name="T48" fmla="*/ 182 w 441"/>
                <a:gd name="T49" fmla="*/ 451 h 628"/>
                <a:gd name="T50" fmla="*/ 100 w 441"/>
                <a:gd name="T51" fmla="*/ 376 h 628"/>
                <a:gd name="T52" fmla="*/ 54 w 441"/>
                <a:gd name="T53" fmla="*/ 319 h 628"/>
                <a:gd name="T54" fmla="*/ 31 w 441"/>
                <a:gd name="T55" fmla="*/ 270 h 628"/>
                <a:gd name="T56" fmla="*/ 17 w 441"/>
                <a:gd name="T57" fmla="*/ 216 h 628"/>
                <a:gd name="T58" fmla="*/ 17 w 441"/>
                <a:gd name="T59" fmla="*/ 182 h 628"/>
                <a:gd name="T60" fmla="*/ 29 w 441"/>
                <a:gd name="T61" fmla="*/ 135 h 628"/>
                <a:gd name="T62" fmla="*/ 53 w 441"/>
                <a:gd name="T63" fmla="*/ 93 h 628"/>
                <a:gd name="T64" fmla="*/ 86 w 441"/>
                <a:gd name="T65" fmla="*/ 60 h 628"/>
                <a:gd name="T66" fmla="*/ 128 w 441"/>
                <a:gd name="T67" fmla="*/ 33 h 628"/>
                <a:gd name="T68" fmla="*/ 159 w 441"/>
                <a:gd name="T69" fmla="*/ 22 h 628"/>
                <a:gd name="T70" fmla="*/ 212 w 441"/>
                <a:gd name="T71" fmla="*/ 15 h 628"/>
                <a:gd name="T72" fmla="*/ 265 w 441"/>
                <a:gd name="T73" fmla="*/ 22 h 628"/>
                <a:gd name="T74" fmla="*/ 317 w 441"/>
                <a:gd name="T75" fmla="*/ 40 h 628"/>
                <a:gd name="T76" fmla="*/ 397 w 441"/>
                <a:gd name="T77" fmla="*/ 86 h 628"/>
                <a:gd name="T78" fmla="*/ 427 w 441"/>
                <a:gd name="T79" fmla="*/ 109 h 628"/>
                <a:gd name="T80" fmla="*/ 437 w 441"/>
                <a:gd name="T81" fmla="*/ 107 h 628"/>
                <a:gd name="T82" fmla="*/ 439 w 441"/>
                <a:gd name="T83" fmla="*/ 99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1" h="628">
                  <a:moveTo>
                    <a:pt x="437" y="96"/>
                  </a:moveTo>
                  <a:lnTo>
                    <a:pt x="437" y="96"/>
                  </a:lnTo>
                  <a:lnTo>
                    <a:pt x="408" y="74"/>
                  </a:lnTo>
                  <a:lnTo>
                    <a:pt x="377" y="54"/>
                  </a:lnTo>
                  <a:lnTo>
                    <a:pt x="345" y="36"/>
                  </a:lnTo>
                  <a:lnTo>
                    <a:pt x="329" y="28"/>
                  </a:lnTo>
                  <a:lnTo>
                    <a:pt x="312" y="21"/>
                  </a:lnTo>
                  <a:lnTo>
                    <a:pt x="294" y="14"/>
                  </a:lnTo>
                  <a:lnTo>
                    <a:pt x="277" y="10"/>
                  </a:lnTo>
                  <a:lnTo>
                    <a:pt x="259" y="6"/>
                  </a:lnTo>
                  <a:lnTo>
                    <a:pt x="241" y="1"/>
                  </a:lnTo>
                  <a:lnTo>
                    <a:pt x="223" y="0"/>
                  </a:lnTo>
                  <a:lnTo>
                    <a:pt x="205" y="0"/>
                  </a:lnTo>
                  <a:lnTo>
                    <a:pt x="187" y="0"/>
                  </a:lnTo>
                  <a:lnTo>
                    <a:pt x="168" y="3"/>
                  </a:lnTo>
                  <a:lnTo>
                    <a:pt x="168" y="3"/>
                  </a:lnTo>
                  <a:lnTo>
                    <a:pt x="153" y="6"/>
                  </a:lnTo>
                  <a:lnTo>
                    <a:pt x="138" y="10"/>
                  </a:lnTo>
                  <a:lnTo>
                    <a:pt x="124" y="17"/>
                  </a:lnTo>
                  <a:lnTo>
                    <a:pt x="109" y="24"/>
                  </a:lnTo>
                  <a:lnTo>
                    <a:pt x="95" y="32"/>
                  </a:lnTo>
                  <a:lnTo>
                    <a:pt x="82" y="40"/>
                  </a:lnTo>
                  <a:lnTo>
                    <a:pt x="70" y="50"/>
                  </a:lnTo>
                  <a:lnTo>
                    <a:pt x="57" y="61"/>
                  </a:lnTo>
                  <a:lnTo>
                    <a:pt x="47" y="74"/>
                  </a:lnTo>
                  <a:lnTo>
                    <a:pt x="36" y="86"/>
                  </a:lnTo>
                  <a:lnTo>
                    <a:pt x="28" y="99"/>
                  </a:lnTo>
                  <a:lnTo>
                    <a:pt x="19" y="113"/>
                  </a:lnTo>
                  <a:lnTo>
                    <a:pt x="14" y="128"/>
                  </a:lnTo>
                  <a:lnTo>
                    <a:pt x="8" y="142"/>
                  </a:lnTo>
                  <a:lnTo>
                    <a:pt x="4" y="157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94"/>
                  </a:lnTo>
                  <a:lnTo>
                    <a:pt x="0" y="212"/>
                  </a:lnTo>
                  <a:lnTo>
                    <a:pt x="3" y="231"/>
                  </a:lnTo>
                  <a:lnTo>
                    <a:pt x="6" y="249"/>
                  </a:lnTo>
                  <a:lnTo>
                    <a:pt x="11" y="266"/>
                  </a:lnTo>
                  <a:lnTo>
                    <a:pt x="18" y="284"/>
                  </a:lnTo>
                  <a:lnTo>
                    <a:pt x="25" y="301"/>
                  </a:lnTo>
                  <a:lnTo>
                    <a:pt x="35" y="318"/>
                  </a:lnTo>
                  <a:lnTo>
                    <a:pt x="45" y="333"/>
                  </a:lnTo>
                  <a:lnTo>
                    <a:pt x="56" y="348"/>
                  </a:lnTo>
                  <a:lnTo>
                    <a:pt x="67" y="363"/>
                  </a:lnTo>
                  <a:lnTo>
                    <a:pt x="79" y="377"/>
                  </a:lnTo>
                  <a:lnTo>
                    <a:pt x="106" y="405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67" y="460"/>
                  </a:lnTo>
                  <a:lnTo>
                    <a:pt x="202" y="487"/>
                  </a:lnTo>
                  <a:lnTo>
                    <a:pt x="237" y="514"/>
                  </a:lnTo>
                  <a:lnTo>
                    <a:pt x="274" y="539"/>
                  </a:lnTo>
                  <a:lnTo>
                    <a:pt x="312" y="563"/>
                  </a:lnTo>
                  <a:lnTo>
                    <a:pt x="351" y="585"/>
                  </a:lnTo>
                  <a:lnTo>
                    <a:pt x="390" y="606"/>
                  </a:lnTo>
                  <a:lnTo>
                    <a:pt x="429" y="627"/>
                  </a:lnTo>
                  <a:lnTo>
                    <a:pt x="429" y="627"/>
                  </a:lnTo>
                  <a:lnTo>
                    <a:pt x="432" y="628"/>
                  </a:lnTo>
                  <a:lnTo>
                    <a:pt x="436" y="628"/>
                  </a:lnTo>
                  <a:lnTo>
                    <a:pt x="439" y="625"/>
                  </a:lnTo>
                  <a:lnTo>
                    <a:pt x="440" y="624"/>
                  </a:lnTo>
                  <a:lnTo>
                    <a:pt x="441" y="621"/>
                  </a:lnTo>
                  <a:lnTo>
                    <a:pt x="441" y="617"/>
                  </a:lnTo>
                  <a:lnTo>
                    <a:pt x="440" y="614"/>
                  </a:lnTo>
                  <a:lnTo>
                    <a:pt x="437" y="613"/>
                  </a:lnTo>
                  <a:lnTo>
                    <a:pt x="437" y="613"/>
                  </a:lnTo>
                  <a:lnTo>
                    <a:pt x="404" y="595"/>
                  </a:lnTo>
                  <a:lnTo>
                    <a:pt x="370" y="576"/>
                  </a:lnTo>
                  <a:lnTo>
                    <a:pt x="337" y="558"/>
                  </a:lnTo>
                  <a:lnTo>
                    <a:pt x="305" y="539"/>
                  </a:lnTo>
                  <a:lnTo>
                    <a:pt x="274" y="518"/>
                  </a:lnTo>
                  <a:lnTo>
                    <a:pt x="242" y="497"/>
                  </a:lnTo>
                  <a:lnTo>
                    <a:pt x="212" y="475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55" y="427"/>
                  </a:lnTo>
                  <a:lnTo>
                    <a:pt x="127" y="402"/>
                  </a:lnTo>
                  <a:lnTo>
                    <a:pt x="100" y="376"/>
                  </a:lnTo>
                  <a:lnTo>
                    <a:pt x="75" y="348"/>
                  </a:lnTo>
                  <a:lnTo>
                    <a:pt x="64" y="334"/>
                  </a:lnTo>
                  <a:lnTo>
                    <a:pt x="54" y="319"/>
                  </a:lnTo>
                  <a:lnTo>
                    <a:pt x="45" y="302"/>
                  </a:lnTo>
                  <a:lnTo>
                    <a:pt x="38" y="287"/>
                  </a:lnTo>
                  <a:lnTo>
                    <a:pt x="31" y="270"/>
                  </a:lnTo>
                  <a:lnTo>
                    <a:pt x="24" y="252"/>
                  </a:lnTo>
                  <a:lnTo>
                    <a:pt x="19" y="234"/>
                  </a:lnTo>
                  <a:lnTo>
                    <a:pt x="17" y="216"/>
                  </a:lnTo>
                  <a:lnTo>
                    <a:pt x="17" y="216"/>
                  </a:lnTo>
                  <a:lnTo>
                    <a:pt x="17" y="199"/>
                  </a:lnTo>
                  <a:lnTo>
                    <a:pt x="17" y="182"/>
                  </a:lnTo>
                  <a:lnTo>
                    <a:pt x="19" y="166"/>
                  </a:lnTo>
                  <a:lnTo>
                    <a:pt x="24" y="150"/>
                  </a:lnTo>
                  <a:lnTo>
                    <a:pt x="29" y="135"/>
                  </a:lnTo>
                  <a:lnTo>
                    <a:pt x="35" y="121"/>
                  </a:lnTo>
                  <a:lnTo>
                    <a:pt x="43" y="107"/>
                  </a:lnTo>
                  <a:lnTo>
                    <a:pt x="53" y="93"/>
                  </a:lnTo>
                  <a:lnTo>
                    <a:pt x="63" y="82"/>
                  </a:lnTo>
                  <a:lnTo>
                    <a:pt x="74" y="70"/>
                  </a:lnTo>
                  <a:lnTo>
                    <a:pt x="86" y="60"/>
                  </a:lnTo>
                  <a:lnTo>
                    <a:pt x="100" y="50"/>
                  </a:lnTo>
                  <a:lnTo>
                    <a:pt x="113" y="42"/>
                  </a:lnTo>
                  <a:lnTo>
                    <a:pt x="128" y="33"/>
                  </a:lnTo>
                  <a:lnTo>
                    <a:pt x="143" y="28"/>
                  </a:lnTo>
                  <a:lnTo>
                    <a:pt x="159" y="22"/>
                  </a:lnTo>
                  <a:lnTo>
                    <a:pt x="159" y="22"/>
                  </a:lnTo>
                  <a:lnTo>
                    <a:pt x="175" y="18"/>
                  </a:lnTo>
                  <a:lnTo>
                    <a:pt x="194" y="15"/>
                  </a:lnTo>
                  <a:lnTo>
                    <a:pt x="212" y="15"/>
                  </a:lnTo>
                  <a:lnTo>
                    <a:pt x="230" y="17"/>
                  </a:lnTo>
                  <a:lnTo>
                    <a:pt x="246" y="18"/>
                  </a:lnTo>
                  <a:lnTo>
                    <a:pt x="265" y="22"/>
                  </a:lnTo>
                  <a:lnTo>
                    <a:pt x="283" y="28"/>
                  </a:lnTo>
                  <a:lnTo>
                    <a:pt x="301" y="33"/>
                  </a:lnTo>
                  <a:lnTo>
                    <a:pt x="317" y="40"/>
                  </a:lnTo>
                  <a:lnTo>
                    <a:pt x="334" y="49"/>
                  </a:lnTo>
                  <a:lnTo>
                    <a:pt x="368" y="67"/>
                  </a:lnTo>
                  <a:lnTo>
                    <a:pt x="397" y="86"/>
                  </a:lnTo>
                  <a:lnTo>
                    <a:pt x="425" y="107"/>
                  </a:lnTo>
                  <a:lnTo>
                    <a:pt x="425" y="107"/>
                  </a:lnTo>
                  <a:lnTo>
                    <a:pt x="427" y="109"/>
                  </a:lnTo>
                  <a:lnTo>
                    <a:pt x="432" y="110"/>
                  </a:lnTo>
                  <a:lnTo>
                    <a:pt x="434" y="109"/>
                  </a:lnTo>
                  <a:lnTo>
                    <a:pt x="437" y="107"/>
                  </a:lnTo>
                  <a:lnTo>
                    <a:pt x="439" y="104"/>
                  </a:lnTo>
                  <a:lnTo>
                    <a:pt x="440" y="102"/>
                  </a:lnTo>
                  <a:lnTo>
                    <a:pt x="439" y="99"/>
                  </a:lnTo>
                  <a:lnTo>
                    <a:pt x="437" y="96"/>
                  </a:lnTo>
                  <a:lnTo>
                    <a:pt x="437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8" name="Freeform 85">
              <a:extLst>
                <a:ext uri="{FF2B5EF4-FFF2-40B4-BE49-F238E27FC236}">
                  <a16:creationId xmlns:a16="http://schemas.microsoft.com/office/drawing/2014/main" id="{D3CC3504-63FB-5F88-1A84-B76C03174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223"/>
              <a:ext cx="552" cy="215"/>
            </a:xfrm>
            <a:custGeom>
              <a:avLst/>
              <a:gdLst>
                <a:gd name="T0" fmla="*/ 3 w 1103"/>
                <a:gd name="T1" fmla="*/ 14 h 430"/>
                <a:gd name="T2" fmla="*/ 112 w 1103"/>
                <a:gd name="T3" fmla="*/ 94 h 430"/>
                <a:gd name="T4" fmla="*/ 169 w 1103"/>
                <a:gd name="T5" fmla="*/ 131 h 430"/>
                <a:gd name="T6" fmla="*/ 229 w 1103"/>
                <a:gd name="T7" fmla="*/ 163 h 430"/>
                <a:gd name="T8" fmla="*/ 263 w 1103"/>
                <a:gd name="T9" fmla="*/ 178 h 430"/>
                <a:gd name="T10" fmla="*/ 332 w 1103"/>
                <a:gd name="T11" fmla="*/ 209 h 430"/>
                <a:gd name="T12" fmla="*/ 365 w 1103"/>
                <a:gd name="T13" fmla="*/ 224 h 430"/>
                <a:gd name="T14" fmla="*/ 467 w 1103"/>
                <a:gd name="T15" fmla="*/ 274 h 430"/>
                <a:gd name="T16" fmla="*/ 502 w 1103"/>
                <a:gd name="T17" fmla="*/ 289 h 430"/>
                <a:gd name="T18" fmla="*/ 573 w 1103"/>
                <a:gd name="T19" fmla="*/ 317 h 430"/>
                <a:gd name="T20" fmla="*/ 645 w 1103"/>
                <a:gd name="T21" fmla="*/ 338 h 430"/>
                <a:gd name="T22" fmla="*/ 719 w 1103"/>
                <a:gd name="T23" fmla="*/ 356 h 430"/>
                <a:gd name="T24" fmla="*/ 793 w 1103"/>
                <a:gd name="T25" fmla="*/ 371 h 430"/>
                <a:gd name="T26" fmla="*/ 947 w 1103"/>
                <a:gd name="T27" fmla="*/ 399 h 430"/>
                <a:gd name="T28" fmla="*/ 983 w 1103"/>
                <a:gd name="T29" fmla="*/ 403 h 430"/>
                <a:gd name="T30" fmla="*/ 1039 w 1103"/>
                <a:gd name="T31" fmla="*/ 412 h 430"/>
                <a:gd name="T32" fmla="*/ 1074 w 1103"/>
                <a:gd name="T33" fmla="*/ 422 h 430"/>
                <a:gd name="T34" fmla="*/ 1091 w 1103"/>
                <a:gd name="T35" fmla="*/ 430 h 430"/>
                <a:gd name="T36" fmla="*/ 1097 w 1103"/>
                <a:gd name="T37" fmla="*/ 430 h 430"/>
                <a:gd name="T38" fmla="*/ 1102 w 1103"/>
                <a:gd name="T39" fmla="*/ 426 h 430"/>
                <a:gd name="T40" fmla="*/ 1103 w 1103"/>
                <a:gd name="T41" fmla="*/ 420 h 430"/>
                <a:gd name="T42" fmla="*/ 1099 w 1103"/>
                <a:gd name="T43" fmla="*/ 415 h 430"/>
                <a:gd name="T44" fmla="*/ 1086 w 1103"/>
                <a:gd name="T45" fmla="*/ 409 h 430"/>
                <a:gd name="T46" fmla="*/ 1060 w 1103"/>
                <a:gd name="T47" fmla="*/ 399 h 430"/>
                <a:gd name="T48" fmla="*/ 1020 w 1103"/>
                <a:gd name="T49" fmla="*/ 392 h 430"/>
                <a:gd name="T50" fmla="*/ 992 w 1103"/>
                <a:gd name="T51" fmla="*/ 390 h 430"/>
                <a:gd name="T52" fmla="*/ 910 w 1103"/>
                <a:gd name="T53" fmla="*/ 377 h 430"/>
                <a:gd name="T54" fmla="*/ 827 w 1103"/>
                <a:gd name="T55" fmla="*/ 362 h 430"/>
                <a:gd name="T56" fmla="*/ 681 w 1103"/>
                <a:gd name="T57" fmla="*/ 330 h 430"/>
                <a:gd name="T58" fmla="*/ 609 w 1103"/>
                <a:gd name="T59" fmla="*/ 310 h 430"/>
                <a:gd name="T60" fmla="*/ 536 w 1103"/>
                <a:gd name="T61" fmla="*/ 286 h 430"/>
                <a:gd name="T62" fmla="*/ 502 w 1103"/>
                <a:gd name="T63" fmla="*/ 273 h 430"/>
                <a:gd name="T64" fmla="*/ 400 w 1103"/>
                <a:gd name="T65" fmla="*/ 225 h 430"/>
                <a:gd name="T66" fmla="*/ 298 w 1103"/>
                <a:gd name="T67" fmla="*/ 175 h 430"/>
                <a:gd name="T68" fmla="*/ 263 w 1103"/>
                <a:gd name="T69" fmla="*/ 160 h 430"/>
                <a:gd name="T70" fmla="*/ 198 w 1103"/>
                <a:gd name="T71" fmla="*/ 128 h 430"/>
                <a:gd name="T72" fmla="*/ 134 w 1103"/>
                <a:gd name="T73" fmla="*/ 89 h 430"/>
                <a:gd name="T74" fmla="*/ 74 w 1103"/>
                <a:gd name="T75" fmla="*/ 47 h 430"/>
                <a:gd name="T76" fmla="*/ 14 w 1103"/>
                <a:gd name="T77" fmla="*/ 2 h 430"/>
                <a:gd name="T78" fmla="*/ 9 w 1103"/>
                <a:gd name="T79" fmla="*/ 0 h 430"/>
                <a:gd name="T80" fmla="*/ 2 w 1103"/>
                <a:gd name="T81" fmla="*/ 2 h 430"/>
                <a:gd name="T82" fmla="*/ 0 w 1103"/>
                <a:gd name="T83" fmla="*/ 8 h 430"/>
                <a:gd name="T84" fmla="*/ 3 w 1103"/>
                <a:gd name="T85" fmla="*/ 14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03" h="430">
                  <a:moveTo>
                    <a:pt x="3" y="14"/>
                  </a:moveTo>
                  <a:lnTo>
                    <a:pt x="3" y="14"/>
                  </a:lnTo>
                  <a:lnTo>
                    <a:pt x="57" y="55"/>
                  </a:lnTo>
                  <a:lnTo>
                    <a:pt x="112" y="94"/>
                  </a:lnTo>
                  <a:lnTo>
                    <a:pt x="141" y="112"/>
                  </a:lnTo>
                  <a:lnTo>
                    <a:pt x="169" y="131"/>
                  </a:lnTo>
                  <a:lnTo>
                    <a:pt x="199" y="147"/>
                  </a:lnTo>
                  <a:lnTo>
                    <a:pt x="229" y="163"/>
                  </a:lnTo>
                  <a:lnTo>
                    <a:pt x="229" y="163"/>
                  </a:lnTo>
                  <a:lnTo>
                    <a:pt x="263" y="178"/>
                  </a:lnTo>
                  <a:lnTo>
                    <a:pt x="297" y="193"/>
                  </a:lnTo>
                  <a:lnTo>
                    <a:pt x="332" y="209"/>
                  </a:lnTo>
                  <a:lnTo>
                    <a:pt x="365" y="224"/>
                  </a:lnTo>
                  <a:lnTo>
                    <a:pt x="365" y="224"/>
                  </a:lnTo>
                  <a:lnTo>
                    <a:pt x="433" y="257"/>
                  </a:lnTo>
                  <a:lnTo>
                    <a:pt x="467" y="274"/>
                  </a:lnTo>
                  <a:lnTo>
                    <a:pt x="502" y="289"/>
                  </a:lnTo>
                  <a:lnTo>
                    <a:pt x="502" y="289"/>
                  </a:lnTo>
                  <a:lnTo>
                    <a:pt x="536" y="303"/>
                  </a:lnTo>
                  <a:lnTo>
                    <a:pt x="573" y="317"/>
                  </a:lnTo>
                  <a:lnTo>
                    <a:pt x="609" y="328"/>
                  </a:lnTo>
                  <a:lnTo>
                    <a:pt x="645" y="338"/>
                  </a:lnTo>
                  <a:lnTo>
                    <a:pt x="683" y="348"/>
                  </a:lnTo>
                  <a:lnTo>
                    <a:pt x="719" y="356"/>
                  </a:lnTo>
                  <a:lnTo>
                    <a:pt x="793" y="371"/>
                  </a:lnTo>
                  <a:lnTo>
                    <a:pt x="793" y="371"/>
                  </a:lnTo>
                  <a:lnTo>
                    <a:pt x="871" y="387"/>
                  </a:lnTo>
                  <a:lnTo>
                    <a:pt x="947" y="399"/>
                  </a:lnTo>
                  <a:lnTo>
                    <a:pt x="947" y="399"/>
                  </a:lnTo>
                  <a:lnTo>
                    <a:pt x="983" y="403"/>
                  </a:lnTo>
                  <a:lnTo>
                    <a:pt x="1021" y="409"/>
                  </a:lnTo>
                  <a:lnTo>
                    <a:pt x="1039" y="412"/>
                  </a:lnTo>
                  <a:lnTo>
                    <a:pt x="1056" y="416"/>
                  </a:lnTo>
                  <a:lnTo>
                    <a:pt x="1074" y="422"/>
                  </a:lnTo>
                  <a:lnTo>
                    <a:pt x="1091" y="430"/>
                  </a:lnTo>
                  <a:lnTo>
                    <a:pt x="1091" y="430"/>
                  </a:lnTo>
                  <a:lnTo>
                    <a:pt x="1093" y="430"/>
                  </a:lnTo>
                  <a:lnTo>
                    <a:pt x="1097" y="430"/>
                  </a:lnTo>
                  <a:lnTo>
                    <a:pt x="1100" y="428"/>
                  </a:lnTo>
                  <a:lnTo>
                    <a:pt x="1102" y="426"/>
                  </a:lnTo>
                  <a:lnTo>
                    <a:pt x="1103" y="423"/>
                  </a:lnTo>
                  <a:lnTo>
                    <a:pt x="1103" y="420"/>
                  </a:lnTo>
                  <a:lnTo>
                    <a:pt x="1102" y="417"/>
                  </a:lnTo>
                  <a:lnTo>
                    <a:pt x="1099" y="415"/>
                  </a:lnTo>
                  <a:lnTo>
                    <a:pt x="1099" y="415"/>
                  </a:lnTo>
                  <a:lnTo>
                    <a:pt x="1086" y="409"/>
                  </a:lnTo>
                  <a:lnTo>
                    <a:pt x="1072" y="403"/>
                  </a:lnTo>
                  <a:lnTo>
                    <a:pt x="1060" y="399"/>
                  </a:lnTo>
                  <a:lnTo>
                    <a:pt x="1046" y="396"/>
                  </a:lnTo>
                  <a:lnTo>
                    <a:pt x="1020" y="392"/>
                  </a:lnTo>
                  <a:lnTo>
                    <a:pt x="992" y="390"/>
                  </a:lnTo>
                  <a:lnTo>
                    <a:pt x="992" y="390"/>
                  </a:lnTo>
                  <a:lnTo>
                    <a:pt x="950" y="384"/>
                  </a:lnTo>
                  <a:lnTo>
                    <a:pt x="910" y="377"/>
                  </a:lnTo>
                  <a:lnTo>
                    <a:pt x="827" y="362"/>
                  </a:lnTo>
                  <a:lnTo>
                    <a:pt x="827" y="362"/>
                  </a:lnTo>
                  <a:lnTo>
                    <a:pt x="754" y="346"/>
                  </a:lnTo>
                  <a:lnTo>
                    <a:pt x="681" y="330"/>
                  </a:lnTo>
                  <a:lnTo>
                    <a:pt x="645" y="320"/>
                  </a:lnTo>
                  <a:lnTo>
                    <a:pt x="609" y="310"/>
                  </a:lnTo>
                  <a:lnTo>
                    <a:pt x="573" y="298"/>
                  </a:lnTo>
                  <a:lnTo>
                    <a:pt x="536" y="286"/>
                  </a:lnTo>
                  <a:lnTo>
                    <a:pt x="536" y="286"/>
                  </a:lnTo>
                  <a:lnTo>
                    <a:pt x="502" y="273"/>
                  </a:lnTo>
                  <a:lnTo>
                    <a:pt x="468" y="257"/>
                  </a:lnTo>
                  <a:lnTo>
                    <a:pt x="400" y="225"/>
                  </a:lnTo>
                  <a:lnTo>
                    <a:pt x="332" y="192"/>
                  </a:lnTo>
                  <a:lnTo>
                    <a:pt x="298" y="175"/>
                  </a:lnTo>
                  <a:lnTo>
                    <a:pt x="263" y="160"/>
                  </a:lnTo>
                  <a:lnTo>
                    <a:pt x="263" y="160"/>
                  </a:lnTo>
                  <a:lnTo>
                    <a:pt x="230" y="144"/>
                  </a:lnTo>
                  <a:lnTo>
                    <a:pt x="198" y="128"/>
                  </a:lnTo>
                  <a:lnTo>
                    <a:pt x="166" y="108"/>
                  </a:lnTo>
                  <a:lnTo>
                    <a:pt x="134" y="89"/>
                  </a:lnTo>
                  <a:lnTo>
                    <a:pt x="103" y="68"/>
                  </a:lnTo>
                  <a:lnTo>
                    <a:pt x="74" y="47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89" name="Freeform 86">
              <a:extLst>
                <a:ext uri="{FF2B5EF4-FFF2-40B4-BE49-F238E27FC236}">
                  <a16:creationId xmlns:a16="http://schemas.microsoft.com/office/drawing/2014/main" id="{6C81777C-3142-5826-4D5A-E369B8BD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814"/>
              <a:ext cx="250" cy="1116"/>
            </a:xfrm>
            <a:custGeom>
              <a:avLst/>
              <a:gdLst>
                <a:gd name="T0" fmla="*/ 157 w 499"/>
                <a:gd name="T1" fmla="*/ 739 h 2230"/>
                <a:gd name="T2" fmla="*/ 91 w 499"/>
                <a:gd name="T3" fmla="*/ 682 h 2230"/>
                <a:gd name="T4" fmla="*/ 65 w 499"/>
                <a:gd name="T5" fmla="*/ 642 h 2230"/>
                <a:gd name="T6" fmla="*/ 34 w 499"/>
                <a:gd name="T7" fmla="*/ 539 h 2230"/>
                <a:gd name="T8" fmla="*/ 19 w 499"/>
                <a:gd name="T9" fmla="*/ 431 h 2230"/>
                <a:gd name="T10" fmla="*/ 19 w 499"/>
                <a:gd name="T11" fmla="*/ 317 h 2230"/>
                <a:gd name="T12" fmla="*/ 43 w 499"/>
                <a:gd name="T13" fmla="*/ 207 h 2230"/>
                <a:gd name="T14" fmla="*/ 98 w 499"/>
                <a:gd name="T15" fmla="*/ 111 h 2230"/>
                <a:gd name="T16" fmla="*/ 164 w 499"/>
                <a:gd name="T17" fmla="*/ 56 h 2230"/>
                <a:gd name="T18" fmla="*/ 235 w 499"/>
                <a:gd name="T19" fmla="*/ 25 h 2230"/>
                <a:gd name="T20" fmla="*/ 311 w 499"/>
                <a:gd name="T21" fmla="*/ 17 h 2230"/>
                <a:gd name="T22" fmla="*/ 345 w 499"/>
                <a:gd name="T23" fmla="*/ 24 h 2230"/>
                <a:gd name="T24" fmla="*/ 377 w 499"/>
                <a:gd name="T25" fmla="*/ 47 h 2230"/>
                <a:gd name="T26" fmla="*/ 399 w 499"/>
                <a:gd name="T27" fmla="*/ 93 h 2230"/>
                <a:gd name="T28" fmla="*/ 408 w 499"/>
                <a:gd name="T29" fmla="*/ 164 h 2230"/>
                <a:gd name="T30" fmla="*/ 401 w 499"/>
                <a:gd name="T31" fmla="*/ 331 h 2230"/>
                <a:gd name="T32" fmla="*/ 402 w 499"/>
                <a:gd name="T33" fmla="*/ 422 h 2230"/>
                <a:gd name="T34" fmla="*/ 427 w 499"/>
                <a:gd name="T35" fmla="*/ 608 h 2230"/>
                <a:gd name="T36" fmla="*/ 435 w 499"/>
                <a:gd name="T37" fmla="*/ 699 h 2230"/>
                <a:gd name="T38" fmla="*/ 430 w 499"/>
                <a:gd name="T39" fmla="*/ 817 h 2230"/>
                <a:gd name="T40" fmla="*/ 401 w 499"/>
                <a:gd name="T41" fmla="*/ 1009 h 2230"/>
                <a:gd name="T42" fmla="*/ 396 w 499"/>
                <a:gd name="T43" fmla="*/ 1089 h 2230"/>
                <a:gd name="T44" fmla="*/ 410 w 499"/>
                <a:gd name="T45" fmla="*/ 1210 h 2230"/>
                <a:gd name="T46" fmla="*/ 452 w 499"/>
                <a:gd name="T47" fmla="*/ 1451 h 2230"/>
                <a:gd name="T48" fmla="*/ 477 w 499"/>
                <a:gd name="T49" fmla="*/ 1647 h 2230"/>
                <a:gd name="T50" fmla="*/ 480 w 499"/>
                <a:gd name="T51" fmla="*/ 1847 h 2230"/>
                <a:gd name="T52" fmla="*/ 452 w 499"/>
                <a:gd name="T53" fmla="*/ 2019 h 2230"/>
                <a:gd name="T54" fmla="*/ 419 w 499"/>
                <a:gd name="T55" fmla="*/ 2110 h 2230"/>
                <a:gd name="T56" fmla="*/ 371 w 499"/>
                <a:gd name="T57" fmla="*/ 2198 h 2230"/>
                <a:gd name="T58" fmla="*/ 355 w 499"/>
                <a:gd name="T59" fmla="*/ 2225 h 2230"/>
                <a:gd name="T60" fmla="*/ 364 w 499"/>
                <a:gd name="T61" fmla="*/ 2230 h 2230"/>
                <a:gd name="T62" fmla="*/ 385 w 499"/>
                <a:gd name="T63" fmla="*/ 2205 h 2230"/>
                <a:gd name="T64" fmla="*/ 434 w 499"/>
                <a:gd name="T65" fmla="*/ 2117 h 2230"/>
                <a:gd name="T66" fmla="*/ 467 w 499"/>
                <a:gd name="T67" fmla="*/ 2023 h 2230"/>
                <a:gd name="T68" fmla="*/ 497 w 499"/>
                <a:gd name="T69" fmla="*/ 1850 h 2230"/>
                <a:gd name="T70" fmla="*/ 494 w 499"/>
                <a:gd name="T71" fmla="*/ 1645 h 2230"/>
                <a:gd name="T72" fmla="*/ 469 w 499"/>
                <a:gd name="T73" fmla="*/ 1446 h 2230"/>
                <a:gd name="T74" fmla="*/ 428 w 499"/>
                <a:gd name="T75" fmla="*/ 1232 h 2230"/>
                <a:gd name="T76" fmla="*/ 413 w 499"/>
                <a:gd name="T77" fmla="*/ 1069 h 2230"/>
                <a:gd name="T78" fmla="*/ 420 w 499"/>
                <a:gd name="T79" fmla="*/ 984 h 2230"/>
                <a:gd name="T80" fmla="*/ 448 w 499"/>
                <a:gd name="T81" fmla="*/ 803 h 2230"/>
                <a:gd name="T82" fmla="*/ 454 w 499"/>
                <a:gd name="T83" fmla="*/ 711 h 2230"/>
                <a:gd name="T84" fmla="*/ 431 w 499"/>
                <a:gd name="T85" fmla="*/ 532 h 2230"/>
                <a:gd name="T86" fmla="*/ 419 w 499"/>
                <a:gd name="T87" fmla="*/ 408 h 2230"/>
                <a:gd name="T88" fmla="*/ 420 w 499"/>
                <a:gd name="T89" fmla="*/ 282 h 2230"/>
                <a:gd name="T90" fmla="*/ 426 w 499"/>
                <a:gd name="T91" fmla="*/ 177 h 2230"/>
                <a:gd name="T92" fmla="*/ 413 w 499"/>
                <a:gd name="T93" fmla="*/ 74 h 2230"/>
                <a:gd name="T94" fmla="*/ 387 w 499"/>
                <a:gd name="T95" fmla="*/ 31 h 2230"/>
                <a:gd name="T96" fmla="*/ 334 w 499"/>
                <a:gd name="T97" fmla="*/ 4 h 2230"/>
                <a:gd name="T98" fmla="*/ 268 w 499"/>
                <a:gd name="T99" fmla="*/ 1 h 2230"/>
                <a:gd name="T100" fmla="*/ 206 w 499"/>
                <a:gd name="T101" fmla="*/ 17 h 2230"/>
                <a:gd name="T102" fmla="*/ 151 w 499"/>
                <a:gd name="T103" fmla="*/ 44 h 2230"/>
                <a:gd name="T104" fmla="*/ 86 w 499"/>
                <a:gd name="T105" fmla="*/ 102 h 2230"/>
                <a:gd name="T106" fmla="*/ 40 w 499"/>
                <a:gd name="T107" fmla="*/ 175 h 2230"/>
                <a:gd name="T108" fmla="*/ 12 w 499"/>
                <a:gd name="T109" fmla="*/ 259 h 2230"/>
                <a:gd name="T110" fmla="*/ 1 w 499"/>
                <a:gd name="T111" fmla="*/ 334 h 2230"/>
                <a:gd name="T112" fmla="*/ 7 w 499"/>
                <a:gd name="T113" fmla="*/ 455 h 2230"/>
                <a:gd name="T114" fmla="*/ 30 w 499"/>
                <a:gd name="T115" fmla="*/ 586 h 2230"/>
                <a:gd name="T116" fmla="*/ 59 w 499"/>
                <a:gd name="T117" fmla="*/ 664 h 2230"/>
                <a:gd name="T118" fmla="*/ 96 w 499"/>
                <a:gd name="T119" fmla="*/ 713 h 2230"/>
                <a:gd name="T120" fmla="*/ 171 w 499"/>
                <a:gd name="T121" fmla="*/ 770 h 2230"/>
                <a:gd name="T122" fmla="*/ 210 w 499"/>
                <a:gd name="T123" fmla="*/ 791 h 2230"/>
                <a:gd name="T124" fmla="*/ 215 w 499"/>
                <a:gd name="T125" fmla="*/ 781 h 2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" h="2230">
                  <a:moveTo>
                    <a:pt x="211" y="775"/>
                  </a:moveTo>
                  <a:lnTo>
                    <a:pt x="211" y="775"/>
                  </a:lnTo>
                  <a:lnTo>
                    <a:pt x="175" y="752"/>
                  </a:lnTo>
                  <a:lnTo>
                    <a:pt x="157" y="739"/>
                  </a:lnTo>
                  <a:lnTo>
                    <a:pt x="139" y="727"/>
                  </a:lnTo>
                  <a:lnTo>
                    <a:pt x="122" y="713"/>
                  </a:lnTo>
                  <a:lnTo>
                    <a:pt x="107" y="699"/>
                  </a:lnTo>
                  <a:lnTo>
                    <a:pt x="91" y="682"/>
                  </a:lnTo>
                  <a:lnTo>
                    <a:pt x="79" y="665"/>
                  </a:lnTo>
                  <a:lnTo>
                    <a:pt x="79" y="665"/>
                  </a:lnTo>
                  <a:lnTo>
                    <a:pt x="72" y="654"/>
                  </a:lnTo>
                  <a:lnTo>
                    <a:pt x="65" y="642"/>
                  </a:lnTo>
                  <a:lnTo>
                    <a:pt x="55" y="618"/>
                  </a:lnTo>
                  <a:lnTo>
                    <a:pt x="47" y="592"/>
                  </a:lnTo>
                  <a:lnTo>
                    <a:pt x="40" y="565"/>
                  </a:lnTo>
                  <a:lnTo>
                    <a:pt x="34" y="539"/>
                  </a:lnTo>
                  <a:lnTo>
                    <a:pt x="30" y="511"/>
                  </a:lnTo>
                  <a:lnTo>
                    <a:pt x="23" y="459"/>
                  </a:lnTo>
                  <a:lnTo>
                    <a:pt x="23" y="459"/>
                  </a:lnTo>
                  <a:lnTo>
                    <a:pt x="19" y="431"/>
                  </a:lnTo>
                  <a:lnTo>
                    <a:pt x="18" y="404"/>
                  </a:lnTo>
                  <a:lnTo>
                    <a:pt x="16" y="374"/>
                  </a:lnTo>
                  <a:lnTo>
                    <a:pt x="16" y="347"/>
                  </a:lnTo>
                  <a:lnTo>
                    <a:pt x="19" y="317"/>
                  </a:lnTo>
                  <a:lnTo>
                    <a:pt x="22" y="289"/>
                  </a:lnTo>
                  <a:lnTo>
                    <a:pt x="27" y="262"/>
                  </a:lnTo>
                  <a:lnTo>
                    <a:pt x="34" y="234"/>
                  </a:lnTo>
                  <a:lnTo>
                    <a:pt x="43" y="207"/>
                  </a:lnTo>
                  <a:lnTo>
                    <a:pt x="54" y="181"/>
                  </a:lnTo>
                  <a:lnTo>
                    <a:pt x="66" y="156"/>
                  </a:lnTo>
                  <a:lnTo>
                    <a:pt x="82" y="132"/>
                  </a:lnTo>
                  <a:lnTo>
                    <a:pt x="98" y="111"/>
                  </a:lnTo>
                  <a:lnTo>
                    <a:pt x="118" y="90"/>
                  </a:lnTo>
                  <a:lnTo>
                    <a:pt x="140" y="72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81" y="46"/>
                  </a:lnTo>
                  <a:lnTo>
                    <a:pt x="199" y="37"/>
                  </a:lnTo>
                  <a:lnTo>
                    <a:pt x="215" y="31"/>
                  </a:lnTo>
                  <a:lnTo>
                    <a:pt x="235" y="25"/>
                  </a:lnTo>
                  <a:lnTo>
                    <a:pt x="253" y="21"/>
                  </a:lnTo>
                  <a:lnTo>
                    <a:pt x="272" y="18"/>
                  </a:lnTo>
                  <a:lnTo>
                    <a:pt x="292" y="17"/>
                  </a:lnTo>
                  <a:lnTo>
                    <a:pt x="311" y="17"/>
                  </a:lnTo>
                  <a:lnTo>
                    <a:pt x="311" y="17"/>
                  </a:lnTo>
                  <a:lnTo>
                    <a:pt x="323" y="18"/>
                  </a:lnTo>
                  <a:lnTo>
                    <a:pt x="335" y="21"/>
                  </a:lnTo>
                  <a:lnTo>
                    <a:pt x="345" y="24"/>
                  </a:lnTo>
                  <a:lnTo>
                    <a:pt x="355" y="29"/>
                  </a:lnTo>
                  <a:lnTo>
                    <a:pt x="363" y="33"/>
                  </a:lnTo>
                  <a:lnTo>
                    <a:pt x="370" y="40"/>
                  </a:lnTo>
                  <a:lnTo>
                    <a:pt x="377" y="47"/>
                  </a:lnTo>
                  <a:lnTo>
                    <a:pt x="383" y="56"/>
                  </a:lnTo>
                  <a:lnTo>
                    <a:pt x="388" y="64"/>
                  </a:lnTo>
                  <a:lnTo>
                    <a:pt x="392" y="74"/>
                  </a:lnTo>
                  <a:lnTo>
                    <a:pt x="399" y="93"/>
                  </a:lnTo>
                  <a:lnTo>
                    <a:pt x="403" y="114"/>
                  </a:lnTo>
                  <a:lnTo>
                    <a:pt x="406" y="136"/>
                  </a:lnTo>
                  <a:lnTo>
                    <a:pt x="406" y="136"/>
                  </a:lnTo>
                  <a:lnTo>
                    <a:pt x="408" y="164"/>
                  </a:lnTo>
                  <a:lnTo>
                    <a:pt x="408" y="192"/>
                  </a:lnTo>
                  <a:lnTo>
                    <a:pt x="406" y="248"/>
                  </a:lnTo>
                  <a:lnTo>
                    <a:pt x="402" y="303"/>
                  </a:lnTo>
                  <a:lnTo>
                    <a:pt x="401" y="331"/>
                  </a:lnTo>
                  <a:lnTo>
                    <a:pt x="399" y="359"/>
                  </a:lnTo>
                  <a:lnTo>
                    <a:pt x="399" y="359"/>
                  </a:lnTo>
                  <a:lnTo>
                    <a:pt x="401" y="391"/>
                  </a:lnTo>
                  <a:lnTo>
                    <a:pt x="402" y="422"/>
                  </a:lnTo>
                  <a:lnTo>
                    <a:pt x="405" y="454"/>
                  </a:lnTo>
                  <a:lnTo>
                    <a:pt x="408" y="484"/>
                  </a:lnTo>
                  <a:lnTo>
                    <a:pt x="417" y="547"/>
                  </a:lnTo>
                  <a:lnTo>
                    <a:pt x="427" y="608"/>
                  </a:lnTo>
                  <a:lnTo>
                    <a:pt x="427" y="608"/>
                  </a:lnTo>
                  <a:lnTo>
                    <a:pt x="431" y="639"/>
                  </a:lnTo>
                  <a:lnTo>
                    <a:pt x="434" y="668"/>
                  </a:lnTo>
                  <a:lnTo>
                    <a:pt x="435" y="699"/>
                  </a:lnTo>
                  <a:lnTo>
                    <a:pt x="435" y="728"/>
                  </a:lnTo>
                  <a:lnTo>
                    <a:pt x="435" y="757"/>
                  </a:lnTo>
                  <a:lnTo>
                    <a:pt x="433" y="786"/>
                  </a:lnTo>
                  <a:lnTo>
                    <a:pt x="430" y="817"/>
                  </a:lnTo>
                  <a:lnTo>
                    <a:pt x="426" y="848"/>
                  </a:lnTo>
                  <a:lnTo>
                    <a:pt x="426" y="848"/>
                  </a:lnTo>
                  <a:lnTo>
                    <a:pt x="408" y="955"/>
                  </a:lnTo>
                  <a:lnTo>
                    <a:pt x="401" y="1009"/>
                  </a:lnTo>
                  <a:lnTo>
                    <a:pt x="398" y="1037"/>
                  </a:lnTo>
                  <a:lnTo>
                    <a:pt x="396" y="1064"/>
                  </a:lnTo>
                  <a:lnTo>
                    <a:pt x="396" y="1064"/>
                  </a:lnTo>
                  <a:lnTo>
                    <a:pt x="396" y="1089"/>
                  </a:lnTo>
                  <a:lnTo>
                    <a:pt x="396" y="1112"/>
                  </a:lnTo>
                  <a:lnTo>
                    <a:pt x="399" y="1137"/>
                  </a:lnTo>
                  <a:lnTo>
                    <a:pt x="402" y="1161"/>
                  </a:lnTo>
                  <a:lnTo>
                    <a:pt x="410" y="1210"/>
                  </a:lnTo>
                  <a:lnTo>
                    <a:pt x="419" y="1257"/>
                  </a:lnTo>
                  <a:lnTo>
                    <a:pt x="419" y="1257"/>
                  </a:lnTo>
                  <a:lnTo>
                    <a:pt x="435" y="1354"/>
                  </a:lnTo>
                  <a:lnTo>
                    <a:pt x="452" y="1451"/>
                  </a:lnTo>
                  <a:lnTo>
                    <a:pt x="452" y="1451"/>
                  </a:lnTo>
                  <a:lnTo>
                    <a:pt x="467" y="1548"/>
                  </a:lnTo>
                  <a:lnTo>
                    <a:pt x="473" y="1597"/>
                  </a:lnTo>
                  <a:lnTo>
                    <a:pt x="477" y="1647"/>
                  </a:lnTo>
                  <a:lnTo>
                    <a:pt x="481" y="1697"/>
                  </a:lnTo>
                  <a:lnTo>
                    <a:pt x="483" y="1747"/>
                  </a:lnTo>
                  <a:lnTo>
                    <a:pt x="483" y="1797"/>
                  </a:lnTo>
                  <a:lnTo>
                    <a:pt x="480" y="1847"/>
                  </a:lnTo>
                  <a:lnTo>
                    <a:pt x="476" y="1897"/>
                  </a:lnTo>
                  <a:lnTo>
                    <a:pt x="469" y="1946"/>
                  </a:lnTo>
                  <a:lnTo>
                    <a:pt x="458" y="1995"/>
                  </a:lnTo>
                  <a:lnTo>
                    <a:pt x="452" y="2019"/>
                  </a:lnTo>
                  <a:lnTo>
                    <a:pt x="445" y="2041"/>
                  </a:lnTo>
                  <a:lnTo>
                    <a:pt x="437" y="2065"/>
                  </a:lnTo>
                  <a:lnTo>
                    <a:pt x="428" y="2088"/>
                  </a:lnTo>
                  <a:lnTo>
                    <a:pt x="419" y="2110"/>
                  </a:lnTo>
                  <a:lnTo>
                    <a:pt x="409" y="2133"/>
                  </a:lnTo>
                  <a:lnTo>
                    <a:pt x="396" y="2155"/>
                  </a:lnTo>
                  <a:lnTo>
                    <a:pt x="384" y="2176"/>
                  </a:lnTo>
                  <a:lnTo>
                    <a:pt x="371" y="2198"/>
                  </a:lnTo>
                  <a:lnTo>
                    <a:pt x="356" y="2219"/>
                  </a:lnTo>
                  <a:lnTo>
                    <a:pt x="356" y="2219"/>
                  </a:lnTo>
                  <a:lnTo>
                    <a:pt x="355" y="2222"/>
                  </a:lnTo>
                  <a:lnTo>
                    <a:pt x="355" y="2225"/>
                  </a:lnTo>
                  <a:lnTo>
                    <a:pt x="356" y="2227"/>
                  </a:lnTo>
                  <a:lnTo>
                    <a:pt x="359" y="2229"/>
                  </a:lnTo>
                  <a:lnTo>
                    <a:pt x="362" y="2230"/>
                  </a:lnTo>
                  <a:lnTo>
                    <a:pt x="364" y="2230"/>
                  </a:lnTo>
                  <a:lnTo>
                    <a:pt x="369" y="2229"/>
                  </a:lnTo>
                  <a:lnTo>
                    <a:pt x="371" y="2227"/>
                  </a:lnTo>
                  <a:lnTo>
                    <a:pt x="371" y="2227"/>
                  </a:lnTo>
                  <a:lnTo>
                    <a:pt x="385" y="2205"/>
                  </a:lnTo>
                  <a:lnTo>
                    <a:pt x="399" y="2184"/>
                  </a:lnTo>
                  <a:lnTo>
                    <a:pt x="412" y="2162"/>
                  </a:lnTo>
                  <a:lnTo>
                    <a:pt x="424" y="2140"/>
                  </a:lnTo>
                  <a:lnTo>
                    <a:pt x="434" y="2117"/>
                  </a:lnTo>
                  <a:lnTo>
                    <a:pt x="444" y="2094"/>
                  </a:lnTo>
                  <a:lnTo>
                    <a:pt x="454" y="2070"/>
                  </a:lnTo>
                  <a:lnTo>
                    <a:pt x="460" y="2046"/>
                  </a:lnTo>
                  <a:lnTo>
                    <a:pt x="467" y="2023"/>
                  </a:lnTo>
                  <a:lnTo>
                    <a:pt x="474" y="1999"/>
                  </a:lnTo>
                  <a:lnTo>
                    <a:pt x="484" y="1950"/>
                  </a:lnTo>
                  <a:lnTo>
                    <a:pt x="493" y="1900"/>
                  </a:lnTo>
                  <a:lnTo>
                    <a:pt x="497" y="1850"/>
                  </a:lnTo>
                  <a:lnTo>
                    <a:pt x="499" y="1799"/>
                  </a:lnTo>
                  <a:lnTo>
                    <a:pt x="499" y="1748"/>
                  </a:lnTo>
                  <a:lnTo>
                    <a:pt x="497" y="1697"/>
                  </a:lnTo>
                  <a:lnTo>
                    <a:pt x="494" y="1645"/>
                  </a:lnTo>
                  <a:lnTo>
                    <a:pt x="488" y="1595"/>
                  </a:lnTo>
                  <a:lnTo>
                    <a:pt x="483" y="1545"/>
                  </a:lnTo>
                  <a:lnTo>
                    <a:pt x="469" y="1446"/>
                  </a:lnTo>
                  <a:lnTo>
                    <a:pt x="469" y="1446"/>
                  </a:lnTo>
                  <a:lnTo>
                    <a:pt x="459" y="1392"/>
                  </a:lnTo>
                  <a:lnTo>
                    <a:pt x="449" y="1339"/>
                  </a:lnTo>
                  <a:lnTo>
                    <a:pt x="438" y="1285"/>
                  </a:lnTo>
                  <a:lnTo>
                    <a:pt x="428" y="1232"/>
                  </a:lnTo>
                  <a:lnTo>
                    <a:pt x="421" y="1178"/>
                  </a:lnTo>
                  <a:lnTo>
                    <a:pt x="416" y="1123"/>
                  </a:lnTo>
                  <a:lnTo>
                    <a:pt x="415" y="1096"/>
                  </a:lnTo>
                  <a:lnTo>
                    <a:pt x="413" y="1069"/>
                  </a:lnTo>
                  <a:lnTo>
                    <a:pt x="415" y="1041"/>
                  </a:lnTo>
                  <a:lnTo>
                    <a:pt x="416" y="1015"/>
                  </a:lnTo>
                  <a:lnTo>
                    <a:pt x="416" y="1015"/>
                  </a:lnTo>
                  <a:lnTo>
                    <a:pt x="420" y="984"/>
                  </a:lnTo>
                  <a:lnTo>
                    <a:pt x="424" y="954"/>
                  </a:lnTo>
                  <a:lnTo>
                    <a:pt x="434" y="894"/>
                  </a:lnTo>
                  <a:lnTo>
                    <a:pt x="444" y="834"/>
                  </a:lnTo>
                  <a:lnTo>
                    <a:pt x="448" y="803"/>
                  </a:lnTo>
                  <a:lnTo>
                    <a:pt x="452" y="773"/>
                  </a:lnTo>
                  <a:lnTo>
                    <a:pt x="452" y="773"/>
                  </a:lnTo>
                  <a:lnTo>
                    <a:pt x="454" y="742"/>
                  </a:lnTo>
                  <a:lnTo>
                    <a:pt x="454" y="711"/>
                  </a:lnTo>
                  <a:lnTo>
                    <a:pt x="452" y="682"/>
                  </a:lnTo>
                  <a:lnTo>
                    <a:pt x="449" y="651"/>
                  </a:lnTo>
                  <a:lnTo>
                    <a:pt x="441" y="592"/>
                  </a:lnTo>
                  <a:lnTo>
                    <a:pt x="431" y="532"/>
                  </a:lnTo>
                  <a:lnTo>
                    <a:pt x="431" y="532"/>
                  </a:lnTo>
                  <a:lnTo>
                    <a:pt x="424" y="469"/>
                  </a:lnTo>
                  <a:lnTo>
                    <a:pt x="421" y="438"/>
                  </a:lnTo>
                  <a:lnTo>
                    <a:pt x="419" y="408"/>
                  </a:lnTo>
                  <a:lnTo>
                    <a:pt x="417" y="376"/>
                  </a:lnTo>
                  <a:lnTo>
                    <a:pt x="417" y="345"/>
                  </a:lnTo>
                  <a:lnTo>
                    <a:pt x="419" y="313"/>
                  </a:lnTo>
                  <a:lnTo>
                    <a:pt x="420" y="282"/>
                  </a:lnTo>
                  <a:lnTo>
                    <a:pt x="420" y="282"/>
                  </a:lnTo>
                  <a:lnTo>
                    <a:pt x="423" y="230"/>
                  </a:lnTo>
                  <a:lnTo>
                    <a:pt x="424" y="203"/>
                  </a:lnTo>
                  <a:lnTo>
                    <a:pt x="426" y="177"/>
                  </a:lnTo>
                  <a:lnTo>
                    <a:pt x="426" y="150"/>
                  </a:lnTo>
                  <a:lnTo>
                    <a:pt x="423" y="125"/>
                  </a:lnTo>
                  <a:lnTo>
                    <a:pt x="419" y="99"/>
                  </a:lnTo>
                  <a:lnTo>
                    <a:pt x="413" y="74"/>
                  </a:lnTo>
                  <a:lnTo>
                    <a:pt x="413" y="74"/>
                  </a:lnTo>
                  <a:lnTo>
                    <a:pt x="406" y="57"/>
                  </a:lnTo>
                  <a:lnTo>
                    <a:pt x="398" y="43"/>
                  </a:lnTo>
                  <a:lnTo>
                    <a:pt x="387" y="31"/>
                  </a:lnTo>
                  <a:lnTo>
                    <a:pt x="376" y="21"/>
                  </a:lnTo>
                  <a:lnTo>
                    <a:pt x="363" y="14"/>
                  </a:lnTo>
                  <a:lnTo>
                    <a:pt x="349" y="8"/>
                  </a:lnTo>
                  <a:lnTo>
                    <a:pt x="334" y="4"/>
                  </a:lnTo>
                  <a:lnTo>
                    <a:pt x="318" y="1"/>
                  </a:lnTo>
                  <a:lnTo>
                    <a:pt x="302" y="0"/>
                  </a:lnTo>
                  <a:lnTo>
                    <a:pt x="285" y="0"/>
                  </a:lnTo>
                  <a:lnTo>
                    <a:pt x="268" y="1"/>
                  </a:lnTo>
                  <a:lnTo>
                    <a:pt x="253" y="4"/>
                  </a:lnTo>
                  <a:lnTo>
                    <a:pt x="236" y="8"/>
                  </a:lnTo>
                  <a:lnTo>
                    <a:pt x="221" y="12"/>
                  </a:lnTo>
                  <a:lnTo>
                    <a:pt x="206" y="17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71" y="33"/>
                  </a:lnTo>
                  <a:lnTo>
                    <a:pt x="151" y="44"/>
                  </a:lnTo>
                  <a:lnTo>
                    <a:pt x="133" y="57"/>
                  </a:lnTo>
                  <a:lnTo>
                    <a:pt x="117" y="71"/>
                  </a:lnTo>
                  <a:lnTo>
                    <a:pt x="100" y="86"/>
                  </a:lnTo>
                  <a:lnTo>
                    <a:pt x="86" y="102"/>
                  </a:lnTo>
                  <a:lnTo>
                    <a:pt x="72" y="120"/>
                  </a:lnTo>
                  <a:lnTo>
                    <a:pt x="61" y="136"/>
                  </a:lnTo>
                  <a:lnTo>
                    <a:pt x="50" y="156"/>
                  </a:lnTo>
                  <a:lnTo>
                    <a:pt x="40" y="175"/>
                  </a:lnTo>
                  <a:lnTo>
                    <a:pt x="32" y="195"/>
                  </a:lnTo>
                  <a:lnTo>
                    <a:pt x="23" y="216"/>
                  </a:lnTo>
                  <a:lnTo>
                    <a:pt x="18" y="238"/>
                  </a:lnTo>
                  <a:lnTo>
                    <a:pt x="12" y="259"/>
                  </a:lnTo>
                  <a:lnTo>
                    <a:pt x="7" y="281"/>
                  </a:lnTo>
                  <a:lnTo>
                    <a:pt x="4" y="303"/>
                  </a:lnTo>
                  <a:lnTo>
                    <a:pt x="4" y="303"/>
                  </a:lnTo>
                  <a:lnTo>
                    <a:pt x="1" y="334"/>
                  </a:lnTo>
                  <a:lnTo>
                    <a:pt x="0" y="365"/>
                  </a:lnTo>
                  <a:lnTo>
                    <a:pt x="1" y="395"/>
                  </a:lnTo>
                  <a:lnTo>
                    <a:pt x="2" y="424"/>
                  </a:lnTo>
                  <a:lnTo>
                    <a:pt x="7" y="455"/>
                  </a:lnTo>
                  <a:lnTo>
                    <a:pt x="11" y="484"/>
                  </a:lnTo>
                  <a:lnTo>
                    <a:pt x="22" y="546"/>
                  </a:lnTo>
                  <a:lnTo>
                    <a:pt x="22" y="546"/>
                  </a:lnTo>
                  <a:lnTo>
                    <a:pt x="30" y="586"/>
                  </a:lnTo>
                  <a:lnTo>
                    <a:pt x="36" y="607"/>
                  </a:lnTo>
                  <a:lnTo>
                    <a:pt x="41" y="626"/>
                  </a:lnTo>
                  <a:lnTo>
                    <a:pt x="50" y="646"/>
                  </a:lnTo>
                  <a:lnTo>
                    <a:pt x="59" y="664"/>
                  </a:lnTo>
                  <a:lnTo>
                    <a:pt x="71" y="682"/>
                  </a:lnTo>
                  <a:lnTo>
                    <a:pt x="83" y="699"/>
                  </a:lnTo>
                  <a:lnTo>
                    <a:pt x="83" y="699"/>
                  </a:lnTo>
                  <a:lnTo>
                    <a:pt x="96" y="713"/>
                  </a:lnTo>
                  <a:lnTo>
                    <a:pt x="110" y="725"/>
                  </a:lnTo>
                  <a:lnTo>
                    <a:pt x="125" y="738"/>
                  </a:lnTo>
                  <a:lnTo>
                    <a:pt x="140" y="749"/>
                  </a:lnTo>
                  <a:lnTo>
                    <a:pt x="171" y="770"/>
                  </a:lnTo>
                  <a:lnTo>
                    <a:pt x="203" y="789"/>
                  </a:lnTo>
                  <a:lnTo>
                    <a:pt x="203" y="789"/>
                  </a:lnTo>
                  <a:lnTo>
                    <a:pt x="207" y="791"/>
                  </a:lnTo>
                  <a:lnTo>
                    <a:pt x="210" y="791"/>
                  </a:lnTo>
                  <a:lnTo>
                    <a:pt x="213" y="789"/>
                  </a:lnTo>
                  <a:lnTo>
                    <a:pt x="214" y="786"/>
                  </a:lnTo>
                  <a:lnTo>
                    <a:pt x="215" y="784"/>
                  </a:lnTo>
                  <a:lnTo>
                    <a:pt x="215" y="781"/>
                  </a:lnTo>
                  <a:lnTo>
                    <a:pt x="214" y="778"/>
                  </a:lnTo>
                  <a:lnTo>
                    <a:pt x="211" y="775"/>
                  </a:lnTo>
                  <a:lnTo>
                    <a:pt x="211" y="7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0" name="Freeform 87">
              <a:extLst>
                <a:ext uri="{FF2B5EF4-FFF2-40B4-BE49-F238E27FC236}">
                  <a16:creationId xmlns:a16="http://schemas.microsoft.com/office/drawing/2014/main" id="{0D59A83D-F821-64F8-839E-8AB82D4A4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862"/>
              <a:ext cx="34" cy="125"/>
            </a:xfrm>
            <a:custGeom>
              <a:avLst/>
              <a:gdLst>
                <a:gd name="T0" fmla="*/ 2 w 69"/>
                <a:gd name="T1" fmla="*/ 8 h 250"/>
                <a:gd name="T2" fmla="*/ 2 w 69"/>
                <a:gd name="T3" fmla="*/ 8 h 250"/>
                <a:gd name="T4" fmla="*/ 0 w 69"/>
                <a:gd name="T5" fmla="*/ 39 h 250"/>
                <a:gd name="T6" fmla="*/ 0 w 69"/>
                <a:gd name="T7" fmla="*/ 71 h 250"/>
                <a:gd name="T8" fmla="*/ 2 w 69"/>
                <a:gd name="T9" fmla="*/ 103 h 250"/>
                <a:gd name="T10" fmla="*/ 6 w 69"/>
                <a:gd name="T11" fmla="*/ 133 h 250"/>
                <a:gd name="T12" fmla="*/ 13 w 69"/>
                <a:gd name="T13" fmla="*/ 165 h 250"/>
                <a:gd name="T14" fmla="*/ 17 w 69"/>
                <a:gd name="T15" fmla="*/ 179 h 250"/>
                <a:gd name="T16" fmla="*/ 23 w 69"/>
                <a:gd name="T17" fmla="*/ 194 h 250"/>
                <a:gd name="T18" fmla="*/ 28 w 69"/>
                <a:gd name="T19" fmla="*/ 208 h 250"/>
                <a:gd name="T20" fmla="*/ 37 w 69"/>
                <a:gd name="T21" fmla="*/ 222 h 250"/>
                <a:gd name="T22" fmla="*/ 45 w 69"/>
                <a:gd name="T23" fmla="*/ 235 h 250"/>
                <a:gd name="T24" fmla="*/ 55 w 69"/>
                <a:gd name="T25" fmla="*/ 247 h 250"/>
                <a:gd name="T26" fmla="*/ 55 w 69"/>
                <a:gd name="T27" fmla="*/ 247 h 250"/>
                <a:gd name="T28" fmla="*/ 58 w 69"/>
                <a:gd name="T29" fmla="*/ 250 h 250"/>
                <a:gd name="T30" fmla="*/ 60 w 69"/>
                <a:gd name="T31" fmla="*/ 250 h 250"/>
                <a:gd name="T32" fmla="*/ 63 w 69"/>
                <a:gd name="T33" fmla="*/ 250 h 250"/>
                <a:gd name="T34" fmla="*/ 66 w 69"/>
                <a:gd name="T35" fmla="*/ 247 h 250"/>
                <a:gd name="T36" fmla="*/ 67 w 69"/>
                <a:gd name="T37" fmla="*/ 246 h 250"/>
                <a:gd name="T38" fmla="*/ 69 w 69"/>
                <a:gd name="T39" fmla="*/ 242 h 250"/>
                <a:gd name="T40" fmla="*/ 69 w 69"/>
                <a:gd name="T41" fmla="*/ 239 h 250"/>
                <a:gd name="T42" fmla="*/ 66 w 69"/>
                <a:gd name="T43" fmla="*/ 236 h 250"/>
                <a:gd name="T44" fmla="*/ 66 w 69"/>
                <a:gd name="T45" fmla="*/ 236 h 250"/>
                <a:gd name="T46" fmla="*/ 58 w 69"/>
                <a:gd name="T47" fmla="*/ 224 h 250"/>
                <a:gd name="T48" fmla="*/ 49 w 69"/>
                <a:gd name="T49" fmla="*/ 211 h 250"/>
                <a:gd name="T50" fmla="*/ 42 w 69"/>
                <a:gd name="T51" fmla="*/ 199 h 250"/>
                <a:gd name="T52" fmla="*/ 37 w 69"/>
                <a:gd name="T53" fmla="*/ 185 h 250"/>
                <a:gd name="T54" fmla="*/ 31 w 69"/>
                <a:gd name="T55" fmla="*/ 171 h 250"/>
                <a:gd name="T56" fmla="*/ 27 w 69"/>
                <a:gd name="T57" fmla="*/ 157 h 250"/>
                <a:gd name="T58" fmla="*/ 21 w 69"/>
                <a:gd name="T59" fmla="*/ 128 h 250"/>
                <a:gd name="T60" fmla="*/ 19 w 69"/>
                <a:gd name="T61" fmla="*/ 97 h 250"/>
                <a:gd name="T62" fmla="*/ 17 w 69"/>
                <a:gd name="T63" fmla="*/ 66 h 250"/>
                <a:gd name="T64" fmla="*/ 17 w 69"/>
                <a:gd name="T65" fmla="*/ 37 h 250"/>
                <a:gd name="T66" fmla="*/ 19 w 69"/>
                <a:gd name="T67" fmla="*/ 8 h 250"/>
                <a:gd name="T68" fmla="*/ 19 w 69"/>
                <a:gd name="T69" fmla="*/ 8 h 250"/>
                <a:gd name="T70" fmla="*/ 19 w 69"/>
                <a:gd name="T71" fmla="*/ 4 h 250"/>
                <a:gd name="T72" fmla="*/ 16 w 69"/>
                <a:gd name="T73" fmla="*/ 2 h 250"/>
                <a:gd name="T74" fmla="*/ 13 w 69"/>
                <a:gd name="T75" fmla="*/ 1 h 250"/>
                <a:gd name="T76" fmla="*/ 10 w 69"/>
                <a:gd name="T77" fmla="*/ 0 h 250"/>
                <a:gd name="T78" fmla="*/ 7 w 69"/>
                <a:gd name="T79" fmla="*/ 1 h 250"/>
                <a:gd name="T80" fmla="*/ 5 w 69"/>
                <a:gd name="T81" fmla="*/ 2 h 250"/>
                <a:gd name="T82" fmla="*/ 3 w 69"/>
                <a:gd name="T83" fmla="*/ 4 h 250"/>
                <a:gd name="T84" fmla="*/ 2 w 69"/>
                <a:gd name="T85" fmla="*/ 8 h 250"/>
                <a:gd name="T86" fmla="*/ 2 w 69"/>
                <a:gd name="T87" fmla="*/ 8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9" h="250">
                  <a:moveTo>
                    <a:pt x="2" y="8"/>
                  </a:moveTo>
                  <a:lnTo>
                    <a:pt x="2" y="8"/>
                  </a:lnTo>
                  <a:lnTo>
                    <a:pt x="0" y="39"/>
                  </a:lnTo>
                  <a:lnTo>
                    <a:pt x="0" y="71"/>
                  </a:lnTo>
                  <a:lnTo>
                    <a:pt x="2" y="103"/>
                  </a:lnTo>
                  <a:lnTo>
                    <a:pt x="6" y="133"/>
                  </a:lnTo>
                  <a:lnTo>
                    <a:pt x="13" y="165"/>
                  </a:lnTo>
                  <a:lnTo>
                    <a:pt x="17" y="179"/>
                  </a:lnTo>
                  <a:lnTo>
                    <a:pt x="23" y="194"/>
                  </a:lnTo>
                  <a:lnTo>
                    <a:pt x="28" y="208"/>
                  </a:lnTo>
                  <a:lnTo>
                    <a:pt x="37" y="222"/>
                  </a:lnTo>
                  <a:lnTo>
                    <a:pt x="45" y="235"/>
                  </a:lnTo>
                  <a:lnTo>
                    <a:pt x="55" y="247"/>
                  </a:lnTo>
                  <a:lnTo>
                    <a:pt x="55" y="247"/>
                  </a:lnTo>
                  <a:lnTo>
                    <a:pt x="58" y="250"/>
                  </a:lnTo>
                  <a:lnTo>
                    <a:pt x="60" y="250"/>
                  </a:lnTo>
                  <a:lnTo>
                    <a:pt x="63" y="250"/>
                  </a:lnTo>
                  <a:lnTo>
                    <a:pt x="66" y="247"/>
                  </a:lnTo>
                  <a:lnTo>
                    <a:pt x="67" y="246"/>
                  </a:lnTo>
                  <a:lnTo>
                    <a:pt x="69" y="242"/>
                  </a:lnTo>
                  <a:lnTo>
                    <a:pt x="69" y="239"/>
                  </a:lnTo>
                  <a:lnTo>
                    <a:pt x="66" y="236"/>
                  </a:lnTo>
                  <a:lnTo>
                    <a:pt x="66" y="236"/>
                  </a:lnTo>
                  <a:lnTo>
                    <a:pt x="58" y="224"/>
                  </a:lnTo>
                  <a:lnTo>
                    <a:pt x="49" y="211"/>
                  </a:lnTo>
                  <a:lnTo>
                    <a:pt x="42" y="199"/>
                  </a:lnTo>
                  <a:lnTo>
                    <a:pt x="37" y="185"/>
                  </a:lnTo>
                  <a:lnTo>
                    <a:pt x="31" y="171"/>
                  </a:lnTo>
                  <a:lnTo>
                    <a:pt x="27" y="157"/>
                  </a:lnTo>
                  <a:lnTo>
                    <a:pt x="21" y="128"/>
                  </a:lnTo>
                  <a:lnTo>
                    <a:pt x="19" y="97"/>
                  </a:lnTo>
                  <a:lnTo>
                    <a:pt x="17" y="66"/>
                  </a:lnTo>
                  <a:lnTo>
                    <a:pt x="17" y="37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16" y="2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8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1" name="Freeform 88">
              <a:extLst>
                <a:ext uri="{FF2B5EF4-FFF2-40B4-BE49-F238E27FC236}">
                  <a16:creationId xmlns:a16="http://schemas.microsoft.com/office/drawing/2014/main" id="{CF8CB2B1-15CC-0779-3364-F8CC5DAF4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" y="3501"/>
              <a:ext cx="31" cy="332"/>
            </a:xfrm>
            <a:custGeom>
              <a:avLst/>
              <a:gdLst>
                <a:gd name="T0" fmla="*/ 0 w 61"/>
                <a:gd name="T1" fmla="*/ 8 h 662"/>
                <a:gd name="T2" fmla="*/ 0 w 61"/>
                <a:gd name="T3" fmla="*/ 8 h 662"/>
                <a:gd name="T4" fmla="*/ 1 w 61"/>
                <a:gd name="T5" fmla="*/ 171 h 662"/>
                <a:gd name="T6" fmla="*/ 3 w 61"/>
                <a:gd name="T7" fmla="*/ 252 h 662"/>
                <a:gd name="T8" fmla="*/ 7 w 61"/>
                <a:gd name="T9" fmla="*/ 334 h 662"/>
                <a:gd name="T10" fmla="*/ 13 w 61"/>
                <a:gd name="T11" fmla="*/ 415 h 662"/>
                <a:gd name="T12" fmla="*/ 20 w 61"/>
                <a:gd name="T13" fmla="*/ 495 h 662"/>
                <a:gd name="T14" fmla="*/ 31 w 61"/>
                <a:gd name="T15" fmla="*/ 576 h 662"/>
                <a:gd name="T16" fmla="*/ 38 w 61"/>
                <a:gd name="T17" fmla="*/ 617 h 662"/>
                <a:gd name="T18" fmla="*/ 45 w 61"/>
                <a:gd name="T19" fmla="*/ 657 h 662"/>
                <a:gd name="T20" fmla="*/ 45 w 61"/>
                <a:gd name="T21" fmla="*/ 657 h 662"/>
                <a:gd name="T22" fmla="*/ 46 w 61"/>
                <a:gd name="T23" fmla="*/ 660 h 662"/>
                <a:gd name="T24" fmla="*/ 49 w 61"/>
                <a:gd name="T25" fmla="*/ 661 h 662"/>
                <a:gd name="T26" fmla="*/ 52 w 61"/>
                <a:gd name="T27" fmla="*/ 662 h 662"/>
                <a:gd name="T28" fmla="*/ 54 w 61"/>
                <a:gd name="T29" fmla="*/ 662 h 662"/>
                <a:gd name="T30" fmla="*/ 57 w 61"/>
                <a:gd name="T31" fmla="*/ 661 h 662"/>
                <a:gd name="T32" fmla="*/ 60 w 61"/>
                <a:gd name="T33" fmla="*/ 658 h 662"/>
                <a:gd name="T34" fmla="*/ 61 w 61"/>
                <a:gd name="T35" fmla="*/ 655 h 662"/>
                <a:gd name="T36" fmla="*/ 61 w 61"/>
                <a:gd name="T37" fmla="*/ 651 h 662"/>
                <a:gd name="T38" fmla="*/ 61 w 61"/>
                <a:gd name="T39" fmla="*/ 651 h 662"/>
                <a:gd name="T40" fmla="*/ 53 w 61"/>
                <a:gd name="T41" fmla="*/ 612 h 662"/>
                <a:gd name="T42" fmla="*/ 47 w 61"/>
                <a:gd name="T43" fmla="*/ 572 h 662"/>
                <a:gd name="T44" fmla="*/ 36 w 61"/>
                <a:gd name="T45" fmla="*/ 493 h 662"/>
                <a:gd name="T46" fmla="*/ 29 w 61"/>
                <a:gd name="T47" fmla="*/ 412 h 662"/>
                <a:gd name="T48" fmla="*/ 24 w 61"/>
                <a:gd name="T49" fmla="*/ 331 h 662"/>
                <a:gd name="T50" fmla="*/ 20 w 61"/>
                <a:gd name="T51" fmla="*/ 250 h 662"/>
                <a:gd name="T52" fmla="*/ 18 w 61"/>
                <a:gd name="T53" fmla="*/ 170 h 662"/>
                <a:gd name="T54" fmla="*/ 17 w 61"/>
                <a:gd name="T55" fmla="*/ 8 h 662"/>
                <a:gd name="T56" fmla="*/ 17 w 61"/>
                <a:gd name="T57" fmla="*/ 8 h 662"/>
                <a:gd name="T58" fmla="*/ 15 w 61"/>
                <a:gd name="T59" fmla="*/ 4 h 662"/>
                <a:gd name="T60" fmla="*/ 14 w 61"/>
                <a:gd name="T61" fmla="*/ 3 h 662"/>
                <a:gd name="T62" fmla="*/ 11 w 61"/>
                <a:gd name="T63" fmla="*/ 1 h 662"/>
                <a:gd name="T64" fmla="*/ 8 w 61"/>
                <a:gd name="T65" fmla="*/ 0 h 662"/>
                <a:gd name="T66" fmla="*/ 6 w 61"/>
                <a:gd name="T67" fmla="*/ 1 h 662"/>
                <a:gd name="T68" fmla="*/ 3 w 61"/>
                <a:gd name="T69" fmla="*/ 3 h 662"/>
                <a:gd name="T70" fmla="*/ 1 w 61"/>
                <a:gd name="T71" fmla="*/ 4 h 662"/>
                <a:gd name="T72" fmla="*/ 0 w 61"/>
                <a:gd name="T73" fmla="*/ 8 h 662"/>
                <a:gd name="T74" fmla="*/ 0 w 61"/>
                <a:gd name="T75" fmla="*/ 8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662">
                  <a:moveTo>
                    <a:pt x="0" y="8"/>
                  </a:moveTo>
                  <a:lnTo>
                    <a:pt x="0" y="8"/>
                  </a:lnTo>
                  <a:lnTo>
                    <a:pt x="1" y="171"/>
                  </a:lnTo>
                  <a:lnTo>
                    <a:pt x="3" y="252"/>
                  </a:lnTo>
                  <a:lnTo>
                    <a:pt x="7" y="334"/>
                  </a:lnTo>
                  <a:lnTo>
                    <a:pt x="13" y="415"/>
                  </a:lnTo>
                  <a:lnTo>
                    <a:pt x="20" y="495"/>
                  </a:lnTo>
                  <a:lnTo>
                    <a:pt x="31" y="576"/>
                  </a:lnTo>
                  <a:lnTo>
                    <a:pt x="38" y="617"/>
                  </a:lnTo>
                  <a:lnTo>
                    <a:pt x="45" y="657"/>
                  </a:lnTo>
                  <a:lnTo>
                    <a:pt x="45" y="657"/>
                  </a:lnTo>
                  <a:lnTo>
                    <a:pt x="46" y="660"/>
                  </a:lnTo>
                  <a:lnTo>
                    <a:pt x="49" y="661"/>
                  </a:lnTo>
                  <a:lnTo>
                    <a:pt x="52" y="662"/>
                  </a:lnTo>
                  <a:lnTo>
                    <a:pt x="54" y="662"/>
                  </a:lnTo>
                  <a:lnTo>
                    <a:pt x="57" y="661"/>
                  </a:lnTo>
                  <a:lnTo>
                    <a:pt x="60" y="658"/>
                  </a:lnTo>
                  <a:lnTo>
                    <a:pt x="61" y="655"/>
                  </a:lnTo>
                  <a:lnTo>
                    <a:pt x="61" y="651"/>
                  </a:lnTo>
                  <a:lnTo>
                    <a:pt x="61" y="651"/>
                  </a:lnTo>
                  <a:lnTo>
                    <a:pt x="53" y="612"/>
                  </a:lnTo>
                  <a:lnTo>
                    <a:pt x="47" y="572"/>
                  </a:lnTo>
                  <a:lnTo>
                    <a:pt x="36" y="493"/>
                  </a:lnTo>
                  <a:lnTo>
                    <a:pt x="29" y="412"/>
                  </a:lnTo>
                  <a:lnTo>
                    <a:pt x="24" y="331"/>
                  </a:lnTo>
                  <a:lnTo>
                    <a:pt x="20" y="250"/>
                  </a:lnTo>
                  <a:lnTo>
                    <a:pt x="18" y="170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6" y="1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2" name="Freeform 89">
              <a:extLst>
                <a:ext uri="{FF2B5EF4-FFF2-40B4-BE49-F238E27FC236}">
                  <a16:creationId xmlns:a16="http://schemas.microsoft.com/office/drawing/2014/main" id="{5988DB0C-80B9-04D2-1288-4872BA2AB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4"/>
              <a:ext cx="1126" cy="1103"/>
            </a:xfrm>
            <a:custGeom>
              <a:avLst/>
              <a:gdLst>
                <a:gd name="T0" fmla="*/ 2246 w 2251"/>
                <a:gd name="T1" fmla="*/ 981 h 2205"/>
                <a:gd name="T2" fmla="*/ 2236 w 2251"/>
                <a:gd name="T3" fmla="*/ 228 h 2205"/>
                <a:gd name="T4" fmla="*/ 2228 w 2251"/>
                <a:gd name="T5" fmla="*/ 183 h 2205"/>
                <a:gd name="T6" fmla="*/ 2204 w 2251"/>
                <a:gd name="T7" fmla="*/ 128 h 2205"/>
                <a:gd name="T8" fmla="*/ 2179 w 2251"/>
                <a:gd name="T9" fmla="*/ 85 h 2205"/>
                <a:gd name="T10" fmla="*/ 2146 w 2251"/>
                <a:gd name="T11" fmla="*/ 47 h 2205"/>
                <a:gd name="T12" fmla="*/ 2118 w 2251"/>
                <a:gd name="T13" fmla="*/ 28 h 2205"/>
                <a:gd name="T14" fmla="*/ 2079 w 2251"/>
                <a:gd name="T15" fmla="*/ 14 h 2205"/>
                <a:gd name="T16" fmla="*/ 2038 w 2251"/>
                <a:gd name="T17" fmla="*/ 8 h 2205"/>
                <a:gd name="T18" fmla="*/ 1849 w 2251"/>
                <a:gd name="T19" fmla="*/ 0 h 2205"/>
                <a:gd name="T20" fmla="*/ 1533 w 2251"/>
                <a:gd name="T21" fmla="*/ 3 h 2205"/>
                <a:gd name="T22" fmla="*/ 1012 w 2251"/>
                <a:gd name="T23" fmla="*/ 11 h 2205"/>
                <a:gd name="T24" fmla="*/ 320 w 2251"/>
                <a:gd name="T25" fmla="*/ 12 h 2205"/>
                <a:gd name="T26" fmla="*/ 193 w 2251"/>
                <a:gd name="T27" fmla="*/ 12 h 2205"/>
                <a:gd name="T28" fmla="*/ 140 w 2251"/>
                <a:gd name="T29" fmla="*/ 29 h 2205"/>
                <a:gd name="T30" fmla="*/ 108 w 2251"/>
                <a:gd name="T31" fmla="*/ 46 h 2205"/>
                <a:gd name="T32" fmla="*/ 65 w 2251"/>
                <a:gd name="T33" fmla="*/ 78 h 2205"/>
                <a:gd name="T34" fmla="*/ 35 w 2251"/>
                <a:gd name="T35" fmla="*/ 122 h 2205"/>
                <a:gd name="T36" fmla="*/ 21 w 2251"/>
                <a:gd name="T37" fmla="*/ 157 h 2205"/>
                <a:gd name="T38" fmla="*/ 1 w 2251"/>
                <a:gd name="T39" fmla="*/ 260 h 2205"/>
                <a:gd name="T40" fmla="*/ 1 w 2251"/>
                <a:gd name="T41" fmla="*/ 403 h 2205"/>
                <a:gd name="T42" fmla="*/ 4 w 2251"/>
                <a:gd name="T43" fmla="*/ 565 h 2205"/>
                <a:gd name="T44" fmla="*/ 4 w 2251"/>
                <a:gd name="T45" fmla="*/ 1326 h 2205"/>
                <a:gd name="T46" fmla="*/ 4 w 2251"/>
                <a:gd name="T47" fmla="*/ 2197 h 2205"/>
                <a:gd name="T48" fmla="*/ 8 w 2251"/>
                <a:gd name="T49" fmla="*/ 2205 h 2205"/>
                <a:gd name="T50" fmla="*/ 18 w 2251"/>
                <a:gd name="T51" fmla="*/ 2204 h 2205"/>
                <a:gd name="T52" fmla="*/ 21 w 2251"/>
                <a:gd name="T53" fmla="*/ 2197 h 2205"/>
                <a:gd name="T54" fmla="*/ 19 w 2251"/>
                <a:gd name="T55" fmla="*/ 486 h 2205"/>
                <a:gd name="T56" fmla="*/ 16 w 2251"/>
                <a:gd name="T57" fmla="*/ 384 h 2205"/>
                <a:gd name="T58" fmla="*/ 15 w 2251"/>
                <a:gd name="T59" fmla="*/ 284 h 2205"/>
                <a:gd name="T60" fmla="*/ 30 w 2251"/>
                <a:gd name="T61" fmla="*/ 181 h 2205"/>
                <a:gd name="T62" fmla="*/ 42 w 2251"/>
                <a:gd name="T63" fmla="*/ 149 h 2205"/>
                <a:gd name="T64" fmla="*/ 74 w 2251"/>
                <a:gd name="T65" fmla="*/ 94 h 2205"/>
                <a:gd name="T66" fmla="*/ 121 w 2251"/>
                <a:gd name="T67" fmla="*/ 57 h 2205"/>
                <a:gd name="T68" fmla="*/ 158 w 2251"/>
                <a:gd name="T69" fmla="*/ 39 h 2205"/>
                <a:gd name="T70" fmla="*/ 203 w 2251"/>
                <a:gd name="T71" fmla="*/ 29 h 2205"/>
                <a:gd name="T72" fmla="*/ 250 w 2251"/>
                <a:gd name="T73" fmla="*/ 29 h 2205"/>
                <a:gd name="T74" fmla="*/ 819 w 2251"/>
                <a:gd name="T75" fmla="*/ 30 h 2205"/>
                <a:gd name="T76" fmla="*/ 1179 w 2251"/>
                <a:gd name="T77" fmla="*/ 26 h 2205"/>
                <a:gd name="T78" fmla="*/ 1713 w 2251"/>
                <a:gd name="T79" fmla="*/ 18 h 2205"/>
                <a:gd name="T80" fmla="*/ 1905 w 2251"/>
                <a:gd name="T81" fmla="*/ 19 h 2205"/>
                <a:gd name="T82" fmla="*/ 2019 w 2251"/>
                <a:gd name="T83" fmla="*/ 23 h 2205"/>
                <a:gd name="T84" fmla="*/ 2090 w 2251"/>
                <a:gd name="T85" fmla="*/ 36 h 2205"/>
                <a:gd name="T86" fmla="*/ 2122 w 2251"/>
                <a:gd name="T87" fmla="*/ 51 h 2205"/>
                <a:gd name="T88" fmla="*/ 2153 w 2251"/>
                <a:gd name="T89" fmla="*/ 76 h 2205"/>
                <a:gd name="T90" fmla="*/ 2172 w 2251"/>
                <a:gd name="T91" fmla="*/ 104 h 2205"/>
                <a:gd name="T92" fmla="*/ 2196 w 2251"/>
                <a:gd name="T93" fmla="*/ 149 h 2205"/>
                <a:gd name="T94" fmla="*/ 2212 w 2251"/>
                <a:gd name="T95" fmla="*/ 196 h 2205"/>
                <a:gd name="T96" fmla="*/ 2221 w 2251"/>
                <a:gd name="T97" fmla="*/ 231 h 2205"/>
                <a:gd name="T98" fmla="*/ 2222 w 2251"/>
                <a:gd name="T99" fmla="*/ 371 h 2205"/>
                <a:gd name="T100" fmla="*/ 2229 w 2251"/>
                <a:gd name="T101" fmla="*/ 1112 h 2205"/>
                <a:gd name="T102" fmla="*/ 2236 w 2251"/>
                <a:gd name="T103" fmla="*/ 1723 h 2205"/>
                <a:gd name="T104" fmla="*/ 2243 w 2251"/>
                <a:gd name="T105" fmla="*/ 1727 h 2205"/>
                <a:gd name="T106" fmla="*/ 2251 w 2251"/>
                <a:gd name="T107" fmla="*/ 1723 h 2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51" h="2205">
                  <a:moveTo>
                    <a:pt x="2251" y="1720"/>
                  </a:moveTo>
                  <a:lnTo>
                    <a:pt x="2251" y="1720"/>
                  </a:lnTo>
                  <a:lnTo>
                    <a:pt x="2246" y="981"/>
                  </a:lnTo>
                  <a:lnTo>
                    <a:pt x="2237" y="242"/>
                  </a:lnTo>
                  <a:lnTo>
                    <a:pt x="2237" y="242"/>
                  </a:lnTo>
                  <a:lnTo>
                    <a:pt x="2236" y="228"/>
                  </a:lnTo>
                  <a:lnTo>
                    <a:pt x="2235" y="213"/>
                  </a:lnTo>
                  <a:lnTo>
                    <a:pt x="2232" y="199"/>
                  </a:lnTo>
                  <a:lnTo>
                    <a:pt x="2228" y="183"/>
                  </a:lnTo>
                  <a:lnTo>
                    <a:pt x="2217" y="156"/>
                  </a:lnTo>
                  <a:lnTo>
                    <a:pt x="2204" y="128"/>
                  </a:lnTo>
                  <a:lnTo>
                    <a:pt x="2204" y="128"/>
                  </a:lnTo>
                  <a:lnTo>
                    <a:pt x="2197" y="112"/>
                  </a:lnTo>
                  <a:lnTo>
                    <a:pt x="2189" y="99"/>
                  </a:lnTo>
                  <a:lnTo>
                    <a:pt x="2179" y="85"/>
                  </a:lnTo>
                  <a:lnTo>
                    <a:pt x="2169" y="71"/>
                  </a:lnTo>
                  <a:lnTo>
                    <a:pt x="2157" y="58"/>
                  </a:lnTo>
                  <a:lnTo>
                    <a:pt x="2146" y="47"/>
                  </a:lnTo>
                  <a:lnTo>
                    <a:pt x="2132" y="37"/>
                  </a:lnTo>
                  <a:lnTo>
                    <a:pt x="2118" y="28"/>
                  </a:lnTo>
                  <a:lnTo>
                    <a:pt x="2118" y="28"/>
                  </a:lnTo>
                  <a:lnTo>
                    <a:pt x="2108" y="23"/>
                  </a:lnTo>
                  <a:lnTo>
                    <a:pt x="2098" y="19"/>
                  </a:lnTo>
                  <a:lnTo>
                    <a:pt x="2079" y="14"/>
                  </a:lnTo>
                  <a:lnTo>
                    <a:pt x="2058" y="9"/>
                  </a:lnTo>
                  <a:lnTo>
                    <a:pt x="2038" y="8"/>
                  </a:lnTo>
                  <a:lnTo>
                    <a:pt x="2038" y="8"/>
                  </a:lnTo>
                  <a:lnTo>
                    <a:pt x="1976" y="4"/>
                  </a:lnTo>
                  <a:lnTo>
                    <a:pt x="1912" y="1"/>
                  </a:lnTo>
                  <a:lnTo>
                    <a:pt x="1849" y="0"/>
                  </a:lnTo>
                  <a:lnTo>
                    <a:pt x="1786" y="0"/>
                  </a:lnTo>
                  <a:lnTo>
                    <a:pt x="1660" y="1"/>
                  </a:lnTo>
                  <a:lnTo>
                    <a:pt x="1533" y="3"/>
                  </a:lnTo>
                  <a:lnTo>
                    <a:pt x="1533" y="3"/>
                  </a:lnTo>
                  <a:lnTo>
                    <a:pt x="1186" y="9"/>
                  </a:lnTo>
                  <a:lnTo>
                    <a:pt x="1012" y="11"/>
                  </a:lnTo>
                  <a:lnTo>
                    <a:pt x="839" y="12"/>
                  </a:lnTo>
                  <a:lnTo>
                    <a:pt x="839" y="12"/>
                  </a:lnTo>
                  <a:lnTo>
                    <a:pt x="320" y="12"/>
                  </a:lnTo>
                  <a:lnTo>
                    <a:pt x="320" y="12"/>
                  </a:lnTo>
                  <a:lnTo>
                    <a:pt x="193" y="12"/>
                  </a:lnTo>
                  <a:lnTo>
                    <a:pt x="193" y="12"/>
                  </a:lnTo>
                  <a:lnTo>
                    <a:pt x="179" y="14"/>
                  </a:lnTo>
                  <a:lnTo>
                    <a:pt x="165" y="18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24" y="36"/>
                  </a:lnTo>
                  <a:lnTo>
                    <a:pt x="108" y="46"/>
                  </a:lnTo>
                  <a:lnTo>
                    <a:pt x="93" y="55"/>
                  </a:lnTo>
                  <a:lnTo>
                    <a:pt x="78" y="65"/>
                  </a:lnTo>
                  <a:lnTo>
                    <a:pt x="65" y="78"/>
                  </a:lnTo>
                  <a:lnTo>
                    <a:pt x="53" y="92"/>
                  </a:lnTo>
                  <a:lnTo>
                    <a:pt x="43" y="106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28" y="139"/>
                  </a:lnTo>
                  <a:lnTo>
                    <a:pt x="21" y="157"/>
                  </a:lnTo>
                  <a:lnTo>
                    <a:pt x="11" y="190"/>
                  </a:lnTo>
                  <a:lnTo>
                    <a:pt x="5" y="225"/>
                  </a:lnTo>
                  <a:lnTo>
                    <a:pt x="1" y="260"/>
                  </a:lnTo>
                  <a:lnTo>
                    <a:pt x="0" y="295"/>
                  </a:lnTo>
                  <a:lnTo>
                    <a:pt x="0" y="331"/>
                  </a:lnTo>
                  <a:lnTo>
                    <a:pt x="1" y="403"/>
                  </a:lnTo>
                  <a:lnTo>
                    <a:pt x="1" y="403"/>
                  </a:lnTo>
                  <a:lnTo>
                    <a:pt x="3" y="484"/>
                  </a:lnTo>
                  <a:lnTo>
                    <a:pt x="4" y="565"/>
                  </a:lnTo>
                  <a:lnTo>
                    <a:pt x="4" y="565"/>
                  </a:lnTo>
                  <a:lnTo>
                    <a:pt x="4" y="946"/>
                  </a:lnTo>
                  <a:lnTo>
                    <a:pt x="4" y="1326"/>
                  </a:lnTo>
                  <a:lnTo>
                    <a:pt x="4" y="1326"/>
                  </a:lnTo>
                  <a:lnTo>
                    <a:pt x="4" y="2197"/>
                  </a:lnTo>
                  <a:lnTo>
                    <a:pt x="4" y="2197"/>
                  </a:lnTo>
                  <a:lnTo>
                    <a:pt x="4" y="2201"/>
                  </a:lnTo>
                  <a:lnTo>
                    <a:pt x="5" y="2204"/>
                  </a:lnTo>
                  <a:lnTo>
                    <a:pt x="8" y="2205"/>
                  </a:lnTo>
                  <a:lnTo>
                    <a:pt x="12" y="2205"/>
                  </a:lnTo>
                  <a:lnTo>
                    <a:pt x="15" y="2205"/>
                  </a:lnTo>
                  <a:lnTo>
                    <a:pt x="18" y="2204"/>
                  </a:lnTo>
                  <a:lnTo>
                    <a:pt x="19" y="2201"/>
                  </a:lnTo>
                  <a:lnTo>
                    <a:pt x="21" y="2197"/>
                  </a:lnTo>
                  <a:lnTo>
                    <a:pt x="21" y="2197"/>
                  </a:lnTo>
                  <a:lnTo>
                    <a:pt x="22" y="1342"/>
                  </a:lnTo>
                  <a:lnTo>
                    <a:pt x="22" y="913"/>
                  </a:lnTo>
                  <a:lnTo>
                    <a:pt x="19" y="486"/>
                  </a:lnTo>
                  <a:lnTo>
                    <a:pt x="19" y="486"/>
                  </a:lnTo>
                  <a:lnTo>
                    <a:pt x="18" y="435"/>
                  </a:lnTo>
                  <a:lnTo>
                    <a:pt x="16" y="384"/>
                  </a:lnTo>
                  <a:lnTo>
                    <a:pt x="15" y="334"/>
                  </a:lnTo>
                  <a:lnTo>
                    <a:pt x="15" y="284"/>
                  </a:lnTo>
                  <a:lnTo>
                    <a:pt x="15" y="284"/>
                  </a:lnTo>
                  <a:lnTo>
                    <a:pt x="16" y="249"/>
                  </a:lnTo>
                  <a:lnTo>
                    <a:pt x="22" y="214"/>
                  </a:lnTo>
                  <a:lnTo>
                    <a:pt x="30" y="181"/>
                  </a:lnTo>
                  <a:lnTo>
                    <a:pt x="35" y="164"/>
                  </a:lnTo>
                  <a:lnTo>
                    <a:pt x="42" y="149"/>
                  </a:lnTo>
                  <a:lnTo>
                    <a:pt x="42" y="149"/>
                  </a:lnTo>
                  <a:lnTo>
                    <a:pt x="50" y="128"/>
                  </a:lnTo>
                  <a:lnTo>
                    <a:pt x="61" y="111"/>
                  </a:lnTo>
                  <a:lnTo>
                    <a:pt x="74" y="94"/>
                  </a:lnTo>
                  <a:lnTo>
                    <a:pt x="87" y="80"/>
                  </a:lnTo>
                  <a:lnTo>
                    <a:pt x="103" y="68"/>
                  </a:lnTo>
                  <a:lnTo>
                    <a:pt x="121" y="57"/>
                  </a:lnTo>
                  <a:lnTo>
                    <a:pt x="139" y="4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71" y="36"/>
                  </a:lnTo>
                  <a:lnTo>
                    <a:pt x="181" y="33"/>
                  </a:lnTo>
                  <a:lnTo>
                    <a:pt x="203" y="29"/>
                  </a:lnTo>
                  <a:lnTo>
                    <a:pt x="224" y="29"/>
                  </a:lnTo>
                  <a:lnTo>
                    <a:pt x="250" y="29"/>
                  </a:lnTo>
                  <a:lnTo>
                    <a:pt x="250" y="29"/>
                  </a:lnTo>
                  <a:lnTo>
                    <a:pt x="459" y="29"/>
                  </a:lnTo>
                  <a:lnTo>
                    <a:pt x="459" y="29"/>
                  </a:lnTo>
                  <a:lnTo>
                    <a:pt x="819" y="30"/>
                  </a:lnTo>
                  <a:lnTo>
                    <a:pt x="1000" y="29"/>
                  </a:lnTo>
                  <a:lnTo>
                    <a:pt x="1179" y="26"/>
                  </a:lnTo>
                  <a:lnTo>
                    <a:pt x="1179" y="26"/>
                  </a:lnTo>
                  <a:lnTo>
                    <a:pt x="1445" y="21"/>
                  </a:lnTo>
                  <a:lnTo>
                    <a:pt x="1579" y="19"/>
                  </a:lnTo>
                  <a:lnTo>
                    <a:pt x="1713" y="18"/>
                  </a:lnTo>
                  <a:lnTo>
                    <a:pt x="1713" y="18"/>
                  </a:lnTo>
                  <a:lnTo>
                    <a:pt x="1841" y="18"/>
                  </a:lnTo>
                  <a:lnTo>
                    <a:pt x="1905" y="19"/>
                  </a:lnTo>
                  <a:lnTo>
                    <a:pt x="1967" y="21"/>
                  </a:lnTo>
                  <a:lnTo>
                    <a:pt x="1967" y="21"/>
                  </a:lnTo>
                  <a:lnTo>
                    <a:pt x="2019" y="23"/>
                  </a:lnTo>
                  <a:lnTo>
                    <a:pt x="2043" y="25"/>
                  </a:lnTo>
                  <a:lnTo>
                    <a:pt x="2066" y="29"/>
                  </a:lnTo>
                  <a:lnTo>
                    <a:pt x="2090" y="36"/>
                  </a:lnTo>
                  <a:lnTo>
                    <a:pt x="2101" y="40"/>
                  </a:lnTo>
                  <a:lnTo>
                    <a:pt x="2112" y="46"/>
                  </a:lnTo>
                  <a:lnTo>
                    <a:pt x="2122" y="51"/>
                  </a:lnTo>
                  <a:lnTo>
                    <a:pt x="2133" y="58"/>
                  </a:lnTo>
                  <a:lnTo>
                    <a:pt x="2143" y="68"/>
                  </a:lnTo>
                  <a:lnTo>
                    <a:pt x="2153" y="76"/>
                  </a:lnTo>
                  <a:lnTo>
                    <a:pt x="2153" y="76"/>
                  </a:lnTo>
                  <a:lnTo>
                    <a:pt x="2162" y="90"/>
                  </a:lnTo>
                  <a:lnTo>
                    <a:pt x="2172" y="104"/>
                  </a:lnTo>
                  <a:lnTo>
                    <a:pt x="2182" y="118"/>
                  </a:lnTo>
                  <a:lnTo>
                    <a:pt x="2189" y="133"/>
                  </a:lnTo>
                  <a:lnTo>
                    <a:pt x="2196" y="149"/>
                  </a:lnTo>
                  <a:lnTo>
                    <a:pt x="2203" y="164"/>
                  </a:lnTo>
                  <a:lnTo>
                    <a:pt x="2212" y="196"/>
                  </a:lnTo>
                  <a:lnTo>
                    <a:pt x="2212" y="196"/>
                  </a:lnTo>
                  <a:lnTo>
                    <a:pt x="2221" y="229"/>
                  </a:lnTo>
                  <a:lnTo>
                    <a:pt x="2221" y="229"/>
                  </a:lnTo>
                  <a:lnTo>
                    <a:pt x="2221" y="231"/>
                  </a:lnTo>
                  <a:lnTo>
                    <a:pt x="2221" y="234"/>
                  </a:lnTo>
                  <a:lnTo>
                    <a:pt x="2221" y="234"/>
                  </a:lnTo>
                  <a:lnTo>
                    <a:pt x="2222" y="371"/>
                  </a:lnTo>
                  <a:lnTo>
                    <a:pt x="2222" y="371"/>
                  </a:lnTo>
                  <a:lnTo>
                    <a:pt x="2229" y="1112"/>
                  </a:lnTo>
                  <a:lnTo>
                    <a:pt x="2229" y="1112"/>
                  </a:lnTo>
                  <a:lnTo>
                    <a:pt x="2235" y="1720"/>
                  </a:lnTo>
                  <a:lnTo>
                    <a:pt x="2235" y="1720"/>
                  </a:lnTo>
                  <a:lnTo>
                    <a:pt x="2236" y="1723"/>
                  </a:lnTo>
                  <a:lnTo>
                    <a:pt x="2237" y="1726"/>
                  </a:lnTo>
                  <a:lnTo>
                    <a:pt x="2240" y="1727"/>
                  </a:lnTo>
                  <a:lnTo>
                    <a:pt x="2243" y="1727"/>
                  </a:lnTo>
                  <a:lnTo>
                    <a:pt x="2246" y="1727"/>
                  </a:lnTo>
                  <a:lnTo>
                    <a:pt x="2249" y="1726"/>
                  </a:lnTo>
                  <a:lnTo>
                    <a:pt x="2251" y="1723"/>
                  </a:lnTo>
                  <a:lnTo>
                    <a:pt x="2251" y="1720"/>
                  </a:lnTo>
                  <a:lnTo>
                    <a:pt x="2251" y="1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3" name="Freeform 90">
              <a:extLst>
                <a:ext uri="{FF2B5EF4-FFF2-40B4-BE49-F238E27FC236}">
                  <a16:creationId xmlns:a16="http://schemas.microsoft.com/office/drawing/2014/main" id="{E59450CC-7ACA-3A17-3433-CB831B25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153"/>
              <a:ext cx="1130" cy="1079"/>
            </a:xfrm>
            <a:custGeom>
              <a:avLst/>
              <a:gdLst>
                <a:gd name="T0" fmla="*/ 0 w 2260"/>
                <a:gd name="T1" fmla="*/ 1894 h 2158"/>
                <a:gd name="T2" fmla="*/ 3 w 2260"/>
                <a:gd name="T3" fmla="*/ 1993 h 2158"/>
                <a:gd name="T4" fmla="*/ 17 w 2260"/>
                <a:gd name="T5" fmla="*/ 2055 h 2158"/>
                <a:gd name="T6" fmla="*/ 29 w 2260"/>
                <a:gd name="T7" fmla="*/ 2085 h 2158"/>
                <a:gd name="T8" fmla="*/ 60 w 2260"/>
                <a:gd name="T9" fmla="*/ 2121 h 2158"/>
                <a:gd name="T10" fmla="*/ 100 w 2260"/>
                <a:gd name="T11" fmla="*/ 2143 h 2158"/>
                <a:gd name="T12" fmla="*/ 148 w 2260"/>
                <a:gd name="T13" fmla="*/ 2154 h 2158"/>
                <a:gd name="T14" fmla="*/ 259 w 2260"/>
                <a:gd name="T15" fmla="*/ 2158 h 2158"/>
                <a:gd name="T16" fmla="*/ 563 w 2260"/>
                <a:gd name="T17" fmla="*/ 2158 h 2158"/>
                <a:gd name="T18" fmla="*/ 1983 w 2260"/>
                <a:gd name="T19" fmla="*/ 2158 h 2158"/>
                <a:gd name="T20" fmla="*/ 2019 w 2260"/>
                <a:gd name="T21" fmla="*/ 2157 h 2158"/>
                <a:gd name="T22" fmla="*/ 2073 w 2260"/>
                <a:gd name="T23" fmla="*/ 2146 h 2158"/>
                <a:gd name="T24" fmla="*/ 2122 w 2260"/>
                <a:gd name="T25" fmla="*/ 2125 h 2158"/>
                <a:gd name="T26" fmla="*/ 2167 w 2260"/>
                <a:gd name="T27" fmla="*/ 2096 h 2158"/>
                <a:gd name="T28" fmla="*/ 2203 w 2260"/>
                <a:gd name="T29" fmla="*/ 2054 h 2158"/>
                <a:gd name="T30" fmla="*/ 2222 w 2260"/>
                <a:gd name="T31" fmla="*/ 2022 h 2158"/>
                <a:gd name="T32" fmla="*/ 2240 w 2260"/>
                <a:gd name="T33" fmla="*/ 1963 h 2158"/>
                <a:gd name="T34" fmla="*/ 2247 w 2260"/>
                <a:gd name="T35" fmla="*/ 1902 h 2158"/>
                <a:gd name="T36" fmla="*/ 2252 w 2260"/>
                <a:gd name="T37" fmla="*/ 1792 h 2158"/>
                <a:gd name="T38" fmla="*/ 2257 w 2260"/>
                <a:gd name="T39" fmla="*/ 1586 h 2158"/>
                <a:gd name="T40" fmla="*/ 2260 w 2260"/>
                <a:gd name="T41" fmla="*/ 692 h 2158"/>
                <a:gd name="T42" fmla="*/ 2259 w 2260"/>
                <a:gd name="T43" fmla="*/ 7 h 2158"/>
                <a:gd name="T44" fmla="*/ 2253 w 2260"/>
                <a:gd name="T45" fmla="*/ 0 h 2158"/>
                <a:gd name="T46" fmla="*/ 2243 w 2260"/>
                <a:gd name="T47" fmla="*/ 2 h 2158"/>
                <a:gd name="T48" fmla="*/ 2242 w 2260"/>
                <a:gd name="T49" fmla="*/ 7 h 2158"/>
                <a:gd name="T50" fmla="*/ 2243 w 2260"/>
                <a:gd name="T51" fmla="*/ 1063 h 2158"/>
                <a:gd name="T52" fmla="*/ 2239 w 2260"/>
                <a:gd name="T53" fmla="*/ 1618 h 2158"/>
                <a:gd name="T54" fmla="*/ 2234 w 2260"/>
                <a:gd name="T55" fmla="*/ 1883 h 2158"/>
                <a:gd name="T56" fmla="*/ 2225 w 2260"/>
                <a:gd name="T57" fmla="*/ 1961 h 2158"/>
                <a:gd name="T58" fmla="*/ 2215 w 2260"/>
                <a:gd name="T59" fmla="*/ 1996 h 2158"/>
                <a:gd name="T60" fmla="*/ 2192 w 2260"/>
                <a:gd name="T61" fmla="*/ 2040 h 2158"/>
                <a:gd name="T62" fmla="*/ 2160 w 2260"/>
                <a:gd name="T63" fmla="*/ 2079 h 2158"/>
                <a:gd name="T64" fmla="*/ 2119 w 2260"/>
                <a:gd name="T65" fmla="*/ 2110 h 2158"/>
                <a:gd name="T66" fmla="*/ 2072 w 2260"/>
                <a:gd name="T67" fmla="*/ 2131 h 2158"/>
                <a:gd name="T68" fmla="*/ 2039 w 2260"/>
                <a:gd name="T69" fmla="*/ 2139 h 2158"/>
                <a:gd name="T70" fmla="*/ 1984 w 2260"/>
                <a:gd name="T71" fmla="*/ 2142 h 2158"/>
                <a:gd name="T72" fmla="*/ 1858 w 2260"/>
                <a:gd name="T73" fmla="*/ 2142 h 2158"/>
                <a:gd name="T74" fmla="*/ 372 w 2260"/>
                <a:gd name="T75" fmla="*/ 2142 h 2158"/>
                <a:gd name="T76" fmla="*/ 260 w 2260"/>
                <a:gd name="T77" fmla="*/ 2142 h 2158"/>
                <a:gd name="T78" fmla="*/ 156 w 2260"/>
                <a:gd name="T79" fmla="*/ 2138 h 2158"/>
                <a:gd name="T80" fmla="*/ 121 w 2260"/>
                <a:gd name="T81" fmla="*/ 2132 h 2158"/>
                <a:gd name="T82" fmla="*/ 72 w 2260"/>
                <a:gd name="T83" fmla="*/ 2108 h 2158"/>
                <a:gd name="T84" fmla="*/ 39 w 2260"/>
                <a:gd name="T85" fmla="*/ 2065 h 2158"/>
                <a:gd name="T86" fmla="*/ 26 w 2260"/>
                <a:gd name="T87" fmla="*/ 2030 h 2158"/>
                <a:gd name="T88" fmla="*/ 17 w 2260"/>
                <a:gd name="T89" fmla="*/ 1955 h 2158"/>
                <a:gd name="T90" fmla="*/ 18 w 2260"/>
                <a:gd name="T91" fmla="*/ 1830 h 2158"/>
                <a:gd name="T92" fmla="*/ 15 w 2260"/>
                <a:gd name="T93" fmla="*/ 1824 h 2158"/>
                <a:gd name="T94" fmla="*/ 7 w 2260"/>
                <a:gd name="T95" fmla="*/ 1823 h 2158"/>
                <a:gd name="T96" fmla="*/ 1 w 2260"/>
                <a:gd name="T97" fmla="*/ 1830 h 2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60" h="2158">
                  <a:moveTo>
                    <a:pt x="1" y="1830"/>
                  </a:moveTo>
                  <a:lnTo>
                    <a:pt x="1" y="1830"/>
                  </a:lnTo>
                  <a:lnTo>
                    <a:pt x="0" y="1894"/>
                  </a:lnTo>
                  <a:lnTo>
                    <a:pt x="0" y="1927"/>
                  </a:lnTo>
                  <a:lnTo>
                    <a:pt x="0" y="1959"/>
                  </a:lnTo>
                  <a:lnTo>
                    <a:pt x="3" y="1993"/>
                  </a:lnTo>
                  <a:lnTo>
                    <a:pt x="7" y="2025"/>
                  </a:lnTo>
                  <a:lnTo>
                    <a:pt x="11" y="2040"/>
                  </a:lnTo>
                  <a:lnTo>
                    <a:pt x="17" y="2055"/>
                  </a:lnTo>
                  <a:lnTo>
                    <a:pt x="22" y="2071"/>
                  </a:lnTo>
                  <a:lnTo>
                    <a:pt x="29" y="2085"/>
                  </a:lnTo>
                  <a:lnTo>
                    <a:pt x="29" y="2085"/>
                  </a:lnTo>
                  <a:lnTo>
                    <a:pt x="38" y="2099"/>
                  </a:lnTo>
                  <a:lnTo>
                    <a:pt x="47" y="2111"/>
                  </a:lnTo>
                  <a:lnTo>
                    <a:pt x="60" y="2121"/>
                  </a:lnTo>
                  <a:lnTo>
                    <a:pt x="72" y="2131"/>
                  </a:lnTo>
                  <a:lnTo>
                    <a:pt x="86" y="2138"/>
                  </a:lnTo>
                  <a:lnTo>
                    <a:pt x="100" y="2143"/>
                  </a:lnTo>
                  <a:lnTo>
                    <a:pt x="116" y="2149"/>
                  </a:lnTo>
                  <a:lnTo>
                    <a:pt x="132" y="2151"/>
                  </a:lnTo>
                  <a:lnTo>
                    <a:pt x="148" y="2154"/>
                  </a:lnTo>
                  <a:lnTo>
                    <a:pt x="164" y="2156"/>
                  </a:lnTo>
                  <a:lnTo>
                    <a:pt x="198" y="2158"/>
                  </a:lnTo>
                  <a:lnTo>
                    <a:pt x="259" y="2158"/>
                  </a:lnTo>
                  <a:lnTo>
                    <a:pt x="259" y="2158"/>
                  </a:lnTo>
                  <a:lnTo>
                    <a:pt x="563" y="2158"/>
                  </a:lnTo>
                  <a:lnTo>
                    <a:pt x="563" y="2158"/>
                  </a:lnTo>
                  <a:lnTo>
                    <a:pt x="1644" y="2158"/>
                  </a:lnTo>
                  <a:lnTo>
                    <a:pt x="1644" y="2158"/>
                  </a:lnTo>
                  <a:lnTo>
                    <a:pt x="1983" y="2158"/>
                  </a:lnTo>
                  <a:lnTo>
                    <a:pt x="1983" y="2158"/>
                  </a:lnTo>
                  <a:lnTo>
                    <a:pt x="2001" y="2158"/>
                  </a:lnTo>
                  <a:lnTo>
                    <a:pt x="2019" y="2157"/>
                  </a:lnTo>
                  <a:lnTo>
                    <a:pt x="2037" y="2154"/>
                  </a:lnTo>
                  <a:lnTo>
                    <a:pt x="2055" y="2150"/>
                  </a:lnTo>
                  <a:lnTo>
                    <a:pt x="2073" y="2146"/>
                  </a:lnTo>
                  <a:lnTo>
                    <a:pt x="2090" y="2140"/>
                  </a:lnTo>
                  <a:lnTo>
                    <a:pt x="2107" y="2133"/>
                  </a:lnTo>
                  <a:lnTo>
                    <a:pt x="2122" y="2125"/>
                  </a:lnTo>
                  <a:lnTo>
                    <a:pt x="2137" y="2117"/>
                  </a:lnTo>
                  <a:lnTo>
                    <a:pt x="2153" y="2107"/>
                  </a:lnTo>
                  <a:lnTo>
                    <a:pt x="2167" y="2096"/>
                  </a:lnTo>
                  <a:lnTo>
                    <a:pt x="2179" y="2083"/>
                  </a:lnTo>
                  <a:lnTo>
                    <a:pt x="2192" y="2069"/>
                  </a:lnTo>
                  <a:lnTo>
                    <a:pt x="2203" y="2054"/>
                  </a:lnTo>
                  <a:lnTo>
                    <a:pt x="2213" y="2039"/>
                  </a:lnTo>
                  <a:lnTo>
                    <a:pt x="2222" y="2022"/>
                  </a:lnTo>
                  <a:lnTo>
                    <a:pt x="2222" y="2022"/>
                  </a:lnTo>
                  <a:lnTo>
                    <a:pt x="2229" y="2002"/>
                  </a:lnTo>
                  <a:lnTo>
                    <a:pt x="2236" y="1983"/>
                  </a:lnTo>
                  <a:lnTo>
                    <a:pt x="2240" y="1963"/>
                  </a:lnTo>
                  <a:lnTo>
                    <a:pt x="2243" y="1943"/>
                  </a:lnTo>
                  <a:lnTo>
                    <a:pt x="2246" y="1923"/>
                  </a:lnTo>
                  <a:lnTo>
                    <a:pt x="2247" y="1902"/>
                  </a:lnTo>
                  <a:lnTo>
                    <a:pt x="2249" y="1862"/>
                  </a:lnTo>
                  <a:lnTo>
                    <a:pt x="2249" y="1862"/>
                  </a:lnTo>
                  <a:lnTo>
                    <a:pt x="2252" y="1792"/>
                  </a:lnTo>
                  <a:lnTo>
                    <a:pt x="2254" y="1724"/>
                  </a:lnTo>
                  <a:lnTo>
                    <a:pt x="2257" y="1586"/>
                  </a:lnTo>
                  <a:lnTo>
                    <a:pt x="2257" y="1586"/>
                  </a:lnTo>
                  <a:lnTo>
                    <a:pt x="2259" y="1362"/>
                  </a:lnTo>
                  <a:lnTo>
                    <a:pt x="2260" y="1139"/>
                  </a:lnTo>
                  <a:lnTo>
                    <a:pt x="2260" y="692"/>
                  </a:lnTo>
                  <a:lnTo>
                    <a:pt x="2260" y="692"/>
                  </a:lnTo>
                  <a:lnTo>
                    <a:pt x="2259" y="7"/>
                  </a:lnTo>
                  <a:lnTo>
                    <a:pt x="2259" y="7"/>
                  </a:lnTo>
                  <a:lnTo>
                    <a:pt x="2257" y="5"/>
                  </a:lnTo>
                  <a:lnTo>
                    <a:pt x="2256" y="2"/>
                  </a:lnTo>
                  <a:lnTo>
                    <a:pt x="2253" y="0"/>
                  </a:lnTo>
                  <a:lnTo>
                    <a:pt x="2250" y="0"/>
                  </a:lnTo>
                  <a:lnTo>
                    <a:pt x="2246" y="0"/>
                  </a:lnTo>
                  <a:lnTo>
                    <a:pt x="2243" y="2"/>
                  </a:lnTo>
                  <a:lnTo>
                    <a:pt x="2242" y="5"/>
                  </a:lnTo>
                  <a:lnTo>
                    <a:pt x="2242" y="7"/>
                  </a:lnTo>
                  <a:lnTo>
                    <a:pt x="2242" y="7"/>
                  </a:lnTo>
                  <a:lnTo>
                    <a:pt x="2243" y="535"/>
                  </a:lnTo>
                  <a:lnTo>
                    <a:pt x="2243" y="1063"/>
                  </a:lnTo>
                  <a:lnTo>
                    <a:pt x="2243" y="1063"/>
                  </a:lnTo>
                  <a:lnTo>
                    <a:pt x="2243" y="1248"/>
                  </a:lnTo>
                  <a:lnTo>
                    <a:pt x="2242" y="1433"/>
                  </a:lnTo>
                  <a:lnTo>
                    <a:pt x="2239" y="1618"/>
                  </a:lnTo>
                  <a:lnTo>
                    <a:pt x="2235" y="1805"/>
                  </a:lnTo>
                  <a:lnTo>
                    <a:pt x="2235" y="1805"/>
                  </a:lnTo>
                  <a:lnTo>
                    <a:pt x="2234" y="1883"/>
                  </a:lnTo>
                  <a:lnTo>
                    <a:pt x="2231" y="1922"/>
                  </a:lnTo>
                  <a:lnTo>
                    <a:pt x="2228" y="1941"/>
                  </a:lnTo>
                  <a:lnTo>
                    <a:pt x="2225" y="1961"/>
                  </a:lnTo>
                  <a:lnTo>
                    <a:pt x="2225" y="1961"/>
                  </a:lnTo>
                  <a:lnTo>
                    <a:pt x="2221" y="1979"/>
                  </a:lnTo>
                  <a:lnTo>
                    <a:pt x="2215" y="1996"/>
                  </a:lnTo>
                  <a:lnTo>
                    <a:pt x="2208" y="2011"/>
                  </a:lnTo>
                  <a:lnTo>
                    <a:pt x="2201" y="2026"/>
                  </a:lnTo>
                  <a:lnTo>
                    <a:pt x="2192" y="2040"/>
                  </a:lnTo>
                  <a:lnTo>
                    <a:pt x="2182" y="2054"/>
                  </a:lnTo>
                  <a:lnTo>
                    <a:pt x="2171" y="2067"/>
                  </a:lnTo>
                  <a:lnTo>
                    <a:pt x="2160" y="2079"/>
                  </a:lnTo>
                  <a:lnTo>
                    <a:pt x="2147" y="2090"/>
                  </a:lnTo>
                  <a:lnTo>
                    <a:pt x="2133" y="2100"/>
                  </a:lnTo>
                  <a:lnTo>
                    <a:pt x="2119" y="2110"/>
                  </a:lnTo>
                  <a:lnTo>
                    <a:pt x="2104" y="2117"/>
                  </a:lnTo>
                  <a:lnTo>
                    <a:pt x="2089" y="2125"/>
                  </a:lnTo>
                  <a:lnTo>
                    <a:pt x="2072" y="2131"/>
                  </a:lnTo>
                  <a:lnTo>
                    <a:pt x="2055" y="2135"/>
                  </a:lnTo>
                  <a:lnTo>
                    <a:pt x="2039" y="2139"/>
                  </a:lnTo>
                  <a:lnTo>
                    <a:pt x="2039" y="2139"/>
                  </a:lnTo>
                  <a:lnTo>
                    <a:pt x="2025" y="2140"/>
                  </a:lnTo>
                  <a:lnTo>
                    <a:pt x="2011" y="2142"/>
                  </a:lnTo>
                  <a:lnTo>
                    <a:pt x="1984" y="2142"/>
                  </a:lnTo>
                  <a:lnTo>
                    <a:pt x="1984" y="2142"/>
                  </a:lnTo>
                  <a:lnTo>
                    <a:pt x="1858" y="2142"/>
                  </a:lnTo>
                  <a:lnTo>
                    <a:pt x="1858" y="2142"/>
                  </a:lnTo>
                  <a:lnTo>
                    <a:pt x="820" y="2142"/>
                  </a:lnTo>
                  <a:lnTo>
                    <a:pt x="820" y="2142"/>
                  </a:lnTo>
                  <a:lnTo>
                    <a:pt x="372" y="2142"/>
                  </a:lnTo>
                  <a:lnTo>
                    <a:pt x="372" y="2142"/>
                  </a:lnTo>
                  <a:lnTo>
                    <a:pt x="260" y="2142"/>
                  </a:lnTo>
                  <a:lnTo>
                    <a:pt x="260" y="2142"/>
                  </a:lnTo>
                  <a:lnTo>
                    <a:pt x="226" y="2142"/>
                  </a:lnTo>
                  <a:lnTo>
                    <a:pt x="191" y="2140"/>
                  </a:lnTo>
                  <a:lnTo>
                    <a:pt x="156" y="2138"/>
                  </a:lnTo>
                  <a:lnTo>
                    <a:pt x="139" y="2136"/>
                  </a:lnTo>
                  <a:lnTo>
                    <a:pt x="121" y="2132"/>
                  </a:lnTo>
                  <a:lnTo>
                    <a:pt x="121" y="2132"/>
                  </a:lnTo>
                  <a:lnTo>
                    <a:pt x="103" y="2126"/>
                  </a:lnTo>
                  <a:lnTo>
                    <a:pt x="86" y="2118"/>
                  </a:lnTo>
                  <a:lnTo>
                    <a:pt x="72" y="2108"/>
                  </a:lnTo>
                  <a:lnTo>
                    <a:pt x="58" y="2096"/>
                  </a:lnTo>
                  <a:lnTo>
                    <a:pt x="49" y="2082"/>
                  </a:lnTo>
                  <a:lnTo>
                    <a:pt x="39" y="2065"/>
                  </a:lnTo>
                  <a:lnTo>
                    <a:pt x="32" y="2048"/>
                  </a:lnTo>
                  <a:lnTo>
                    <a:pt x="26" y="2030"/>
                  </a:lnTo>
                  <a:lnTo>
                    <a:pt x="26" y="2030"/>
                  </a:lnTo>
                  <a:lnTo>
                    <a:pt x="21" y="2005"/>
                  </a:lnTo>
                  <a:lnTo>
                    <a:pt x="18" y="1982"/>
                  </a:lnTo>
                  <a:lnTo>
                    <a:pt x="17" y="1955"/>
                  </a:lnTo>
                  <a:lnTo>
                    <a:pt x="15" y="1930"/>
                  </a:lnTo>
                  <a:lnTo>
                    <a:pt x="17" y="1880"/>
                  </a:lnTo>
                  <a:lnTo>
                    <a:pt x="18" y="1830"/>
                  </a:lnTo>
                  <a:lnTo>
                    <a:pt x="18" y="1830"/>
                  </a:lnTo>
                  <a:lnTo>
                    <a:pt x="18" y="1826"/>
                  </a:lnTo>
                  <a:lnTo>
                    <a:pt x="15" y="1824"/>
                  </a:lnTo>
                  <a:lnTo>
                    <a:pt x="12" y="1823"/>
                  </a:lnTo>
                  <a:lnTo>
                    <a:pt x="10" y="1821"/>
                  </a:lnTo>
                  <a:lnTo>
                    <a:pt x="7" y="1823"/>
                  </a:lnTo>
                  <a:lnTo>
                    <a:pt x="4" y="1824"/>
                  </a:lnTo>
                  <a:lnTo>
                    <a:pt x="3" y="1826"/>
                  </a:lnTo>
                  <a:lnTo>
                    <a:pt x="1" y="1830"/>
                  </a:lnTo>
                  <a:lnTo>
                    <a:pt x="1" y="18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4" name="Freeform 91">
              <a:extLst>
                <a:ext uri="{FF2B5EF4-FFF2-40B4-BE49-F238E27FC236}">
                  <a16:creationId xmlns:a16="http://schemas.microsoft.com/office/drawing/2014/main" id="{B7812F36-6AE0-3AD7-68C4-E5BB2F563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721"/>
              <a:ext cx="8" cy="149"/>
            </a:xfrm>
            <a:custGeom>
              <a:avLst/>
              <a:gdLst>
                <a:gd name="T0" fmla="*/ 0 w 16"/>
                <a:gd name="T1" fmla="*/ 6 h 297"/>
                <a:gd name="T2" fmla="*/ 0 w 16"/>
                <a:gd name="T3" fmla="*/ 6 h 297"/>
                <a:gd name="T4" fmla="*/ 0 w 16"/>
                <a:gd name="T5" fmla="*/ 289 h 297"/>
                <a:gd name="T6" fmla="*/ 0 w 16"/>
                <a:gd name="T7" fmla="*/ 289 h 297"/>
                <a:gd name="T8" fmla="*/ 0 w 16"/>
                <a:gd name="T9" fmla="*/ 293 h 297"/>
                <a:gd name="T10" fmla="*/ 3 w 16"/>
                <a:gd name="T11" fmla="*/ 295 h 297"/>
                <a:gd name="T12" fmla="*/ 5 w 16"/>
                <a:gd name="T13" fmla="*/ 296 h 297"/>
                <a:gd name="T14" fmla="*/ 8 w 16"/>
                <a:gd name="T15" fmla="*/ 297 h 297"/>
                <a:gd name="T16" fmla="*/ 11 w 16"/>
                <a:gd name="T17" fmla="*/ 296 h 297"/>
                <a:gd name="T18" fmla="*/ 14 w 16"/>
                <a:gd name="T19" fmla="*/ 295 h 297"/>
                <a:gd name="T20" fmla="*/ 15 w 16"/>
                <a:gd name="T21" fmla="*/ 293 h 297"/>
                <a:gd name="T22" fmla="*/ 16 w 16"/>
                <a:gd name="T23" fmla="*/ 289 h 297"/>
                <a:gd name="T24" fmla="*/ 16 w 16"/>
                <a:gd name="T25" fmla="*/ 289 h 297"/>
                <a:gd name="T26" fmla="*/ 16 w 16"/>
                <a:gd name="T27" fmla="*/ 6 h 297"/>
                <a:gd name="T28" fmla="*/ 16 w 16"/>
                <a:gd name="T29" fmla="*/ 6 h 297"/>
                <a:gd name="T30" fmla="*/ 16 w 16"/>
                <a:gd name="T31" fmla="*/ 4 h 297"/>
                <a:gd name="T32" fmla="*/ 15 w 16"/>
                <a:gd name="T33" fmla="*/ 1 h 297"/>
                <a:gd name="T34" fmla="*/ 12 w 16"/>
                <a:gd name="T35" fmla="*/ 0 h 297"/>
                <a:gd name="T36" fmla="*/ 9 w 16"/>
                <a:gd name="T37" fmla="*/ 0 h 297"/>
                <a:gd name="T38" fmla="*/ 5 w 16"/>
                <a:gd name="T39" fmla="*/ 0 h 297"/>
                <a:gd name="T40" fmla="*/ 3 w 16"/>
                <a:gd name="T41" fmla="*/ 1 h 297"/>
                <a:gd name="T42" fmla="*/ 1 w 16"/>
                <a:gd name="T43" fmla="*/ 4 h 297"/>
                <a:gd name="T44" fmla="*/ 0 w 16"/>
                <a:gd name="T45" fmla="*/ 6 h 297"/>
                <a:gd name="T46" fmla="*/ 0 w 16"/>
                <a:gd name="T47" fmla="*/ 6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297">
                  <a:moveTo>
                    <a:pt x="0" y="6"/>
                  </a:moveTo>
                  <a:lnTo>
                    <a:pt x="0" y="6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0" y="293"/>
                  </a:lnTo>
                  <a:lnTo>
                    <a:pt x="3" y="295"/>
                  </a:lnTo>
                  <a:lnTo>
                    <a:pt x="5" y="296"/>
                  </a:lnTo>
                  <a:lnTo>
                    <a:pt x="8" y="297"/>
                  </a:lnTo>
                  <a:lnTo>
                    <a:pt x="11" y="296"/>
                  </a:lnTo>
                  <a:lnTo>
                    <a:pt x="14" y="295"/>
                  </a:lnTo>
                  <a:lnTo>
                    <a:pt x="15" y="293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5" name="Freeform 92">
              <a:extLst>
                <a:ext uri="{FF2B5EF4-FFF2-40B4-BE49-F238E27FC236}">
                  <a16:creationId xmlns:a16="http://schemas.microsoft.com/office/drawing/2014/main" id="{8920EA36-FBC0-D9AA-BA61-75DA1E58E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382"/>
              <a:ext cx="9" cy="90"/>
            </a:xfrm>
            <a:custGeom>
              <a:avLst/>
              <a:gdLst>
                <a:gd name="T0" fmla="*/ 2 w 18"/>
                <a:gd name="T1" fmla="*/ 8 h 179"/>
                <a:gd name="T2" fmla="*/ 2 w 18"/>
                <a:gd name="T3" fmla="*/ 8 h 179"/>
                <a:gd name="T4" fmla="*/ 0 w 18"/>
                <a:gd name="T5" fmla="*/ 171 h 179"/>
                <a:gd name="T6" fmla="*/ 0 w 18"/>
                <a:gd name="T7" fmla="*/ 171 h 179"/>
                <a:gd name="T8" fmla="*/ 2 w 18"/>
                <a:gd name="T9" fmla="*/ 175 h 179"/>
                <a:gd name="T10" fmla="*/ 3 w 18"/>
                <a:gd name="T11" fmla="*/ 176 h 179"/>
                <a:gd name="T12" fmla="*/ 6 w 18"/>
                <a:gd name="T13" fmla="*/ 178 h 179"/>
                <a:gd name="T14" fmla="*/ 8 w 18"/>
                <a:gd name="T15" fmla="*/ 179 h 179"/>
                <a:gd name="T16" fmla="*/ 13 w 18"/>
                <a:gd name="T17" fmla="*/ 178 h 179"/>
                <a:gd name="T18" fmla="*/ 15 w 18"/>
                <a:gd name="T19" fmla="*/ 176 h 179"/>
                <a:gd name="T20" fmla="*/ 17 w 18"/>
                <a:gd name="T21" fmla="*/ 175 h 179"/>
                <a:gd name="T22" fmla="*/ 17 w 18"/>
                <a:gd name="T23" fmla="*/ 171 h 179"/>
                <a:gd name="T24" fmla="*/ 17 w 18"/>
                <a:gd name="T25" fmla="*/ 171 h 179"/>
                <a:gd name="T26" fmla="*/ 18 w 18"/>
                <a:gd name="T27" fmla="*/ 8 h 179"/>
                <a:gd name="T28" fmla="*/ 18 w 18"/>
                <a:gd name="T29" fmla="*/ 8 h 179"/>
                <a:gd name="T30" fmla="*/ 17 w 18"/>
                <a:gd name="T31" fmla="*/ 4 h 179"/>
                <a:gd name="T32" fmla="*/ 15 w 18"/>
                <a:gd name="T33" fmla="*/ 1 h 179"/>
                <a:gd name="T34" fmla="*/ 13 w 18"/>
                <a:gd name="T35" fmla="*/ 0 h 179"/>
                <a:gd name="T36" fmla="*/ 10 w 18"/>
                <a:gd name="T37" fmla="*/ 0 h 179"/>
                <a:gd name="T38" fmla="*/ 7 w 18"/>
                <a:gd name="T39" fmla="*/ 0 h 179"/>
                <a:gd name="T40" fmla="*/ 4 w 18"/>
                <a:gd name="T41" fmla="*/ 1 h 179"/>
                <a:gd name="T42" fmla="*/ 2 w 18"/>
                <a:gd name="T43" fmla="*/ 4 h 179"/>
                <a:gd name="T44" fmla="*/ 2 w 18"/>
                <a:gd name="T45" fmla="*/ 8 h 179"/>
                <a:gd name="T46" fmla="*/ 2 w 18"/>
                <a:gd name="T47" fmla="*/ 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79">
                  <a:moveTo>
                    <a:pt x="2" y="8"/>
                  </a:moveTo>
                  <a:lnTo>
                    <a:pt x="2" y="8"/>
                  </a:lnTo>
                  <a:lnTo>
                    <a:pt x="0" y="171"/>
                  </a:lnTo>
                  <a:lnTo>
                    <a:pt x="0" y="171"/>
                  </a:lnTo>
                  <a:lnTo>
                    <a:pt x="2" y="175"/>
                  </a:lnTo>
                  <a:lnTo>
                    <a:pt x="3" y="176"/>
                  </a:lnTo>
                  <a:lnTo>
                    <a:pt x="6" y="178"/>
                  </a:lnTo>
                  <a:lnTo>
                    <a:pt x="8" y="179"/>
                  </a:lnTo>
                  <a:lnTo>
                    <a:pt x="13" y="178"/>
                  </a:lnTo>
                  <a:lnTo>
                    <a:pt x="15" y="176"/>
                  </a:lnTo>
                  <a:lnTo>
                    <a:pt x="17" y="175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7" y="4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2" y="8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6" name="Freeform 93">
              <a:extLst>
                <a:ext uri="{FF2B5EF4-FFF2-40B4-BE49-F238E27FC236}">
                  <a16:creationId xmlns:a16="http://schemas.microsoft.com/office/drawing/2014/main" id="{BF23F92B-D1D4-9E7C-850D-448A98C1B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055"/>
              <a:ext cx="111" cy="163"/>
            </a:xfrm>
            <a:custGeom>
              <a:avLst/>
              <a:gdLst>
                <a:gd name="T0" fmla="*/ 223 w 223"/>
                <a:gd name="T1" fmla="*/ 157 h 325"/>
                <a:gd name="T2" fmla="*/ 223 w 223"/>
                <a:gd name="T3" fmla="*/ 189 h 325"/>
                <a:gd name="T4" fmla="*/ 217 w 223"/>
                <a:gd name="T5" fmla="*/ 221 h 325"/>
                <a:gd name="T6" fmla="*/ 209 w 223"/>
                <a:gd name="T7" fmla="*/ 249 h 325"/>
                <a:gd name="T8" fmla="*/ 197 w 223"/>
                <a:gd name="T9" fmla="*/ 274 h 325"/>
                <a:gd name="T10" fmla="*/ 181 w 223"/>
                <a:gd name="T11" fmla="*/ 295 h 325"/>
                <a:gd name="T12" fmla="*/ 163 w 223"/>
                <a:gd name="T13" fmla="*/ 310 h 325"/>
                <a:gd name="T14" fmla="*/ 144 w 223"/>
                <a:gd name="T15" fmla="*/ 321 h 325"/>
                <a:gd name="T16" fmla="*/ 121 w 223"/>
                <a:gd name="T17" fmla="*/ 325 h 325"/>
                <a:gd name="T18" fmla="*/ 110 w 223"/>
                <a:gd name="T19" fmla="*/ 325 h 325"/>
                <a:gd name="T20" fmla="*/ 88 w 223"/>
                <a:gd name="T21" fmla="*/ 321 h 325"/>
                <a:gd name="T22" fmla="*/ 67 w 223"/>
                <a:gd name="T23" fmla="*/ 310 h 325"/>
                <a:gd name="T24" fmla="*/ 48 w 223"/>
                <a:gd name="T25" fmla="*/ 293 h 325"/>
                <a:gd name="T26" fmla="*/ 32 w 223"/>
                <a:gd name="T27" fmla="*/ 271 h 325"/>
                <a:gd name="T28" fmla="*/ 18 w 223"/>
                <a:gd name="T29" fmla="*/ 246 h 325"/>
                <a:gd name="T30" fmla="*/ 9 w 223"/>
                <a:gd name="T31" fmla="*/ 218 h 325"/>
                <a:gd name="T32" fmla="*/ 2 w 223"/>
                <a:gd name="T33" fmla="*/ 186 h 325"/>
                <a:gd name="T34" fmla="*/ 0 w 223"/>
                <a:gd name="T35" fmla="*/ 169 h 325"/>
                <a:gd name="T36" fmla="*/ 0 w 223"/>
                <a:gd name="T37" fmla="*/ 136 h 325"/>
                <a:gd name="T38" fmla="*/ 6 w 223"/>
                <a:gd name="T39" fmla="*/ 105 h 325"/>
                <a:gd name="T40" fmla="*/ 14 w 223"/>
                <a:gd name="T41" fmla="*/ 78 h 325"/>
                <a:gd name="T42" fmla="*/ 27 w 223"/>
                <a:gd name="T43" fmla="*/ 52 h 325"/>
                <a:gd name="T44" fmla="*/ 42 w 223"/>
                <a:gd name="T45" fmla="*/ 32 h 325"/>
                <a:gd name="T46" fmla="*/ 60 w 223"/>
                <a:gd name="T47" fmla="*/ 15 h 325"/>
                <a:gd name="T48" fmla="*/ 80 w 223"/>
                <a:gd name="T49" fmla="*/ 5 h 325"/>
                <a:gd name="T50" fmla="*/ 102 w 223"/>
                <a:gd name="T51" fmla="*/ 0 h 325"/>
                <a:gd name="T52" fmla="*/ 113 w 223"/>
                <a:gd name="T53" fmla="*/ 0 h 325"/>
                <a:gd name="T54" fmla="*/ 135 w 223"/>
                <a:gd name="T55" fmla="*/ 5 h 325"/>
                <a:gd name="T56" fmla="*/ 156 w 223"/>
                <a:gd name="T57" fmla="*/ 16 h 325"/>
                <a:gd name="T58" fmla="*/ 176 w 223"/>
                <a:gd name="T59" fmla="*/ 33 h 325"/>
                <a:gd name="T60" fmla="*/ 191 w 223"/>
                <a:gd name="T61" fmla="*/ 54 h 325"/>
                <a:gd name="T62" fmla="*/ 205 w 223"/>
                <a:gd name="T63" fmla="*/ 79 h 325"/>
                <a:gd name="T64" fmla="*/ 215 w 223"/>
                <a:gd name="T65" fmla="*/ 108 h 325"/>
                <a:gd name="T66" fmla="*/ 222 w 223"/>
                <a:gd name="T67" fmla="*/ 140 h 325"/>
                <a:gd name="T68" fmla="*/ 223 w 223"/>
                <a:gd name="T69" fmla="*/ 15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3" h="325">
                  <a:moveTo>
                    <a:pt x="223" y="157"/>
                  </a:moveTo>
                  <a:lnTo>
                    <a:pt x="223" y="157"/>
                  </a:lnTo>
                  <a:lnTo>
                    <a:pt x="223" y="174"/>
                  </a:lnTo>
                  <a:lnTo>
                    <a:pt x="223" y="189"/>
                  </a:lnTo>
                  <a:lnTo>
                    <a:pt x="220" y="206"/>
                  </a:lnTo>
                  <a:lnTo>
                    <a:pt x="217" y="221"/>
                  </a:lnTo>
                  <a:lnTo>
                    <a:pt x="213" y="235"/>
                  </a:lnTo>
                  <a:lnTo>
                    <a:pt x="209" y="249"/>
                  </a:lnTo>
                  <a:lnTo>
                    <a:pt x="203" y="261"/>
                  </a:lnTo>
                  <a:lnTo>
                    <a:pt x="197" y="274"/>
                  </a:lnTo>
                  <a:lnTo>
                    <a:pt x="190" y="285"/>
                  </a:lnTo>
                  <a:lnTo>
                    <a:pt x="181" y="295"/>
                  </a:lnTo>
                  <a:lnTo>
                    <a:pt x="173" y="303"/>
                  </a:lnTo>
                  <a:lnTo>
                    <a:pt x="163" y="310"/>
                  </a:lnTo>
                  <a:lnTo>
                    <a:pt x="153" y="317"/>
                  </a:lnTo>
                  <a:lnTo>
                    <a:pt x="144" y="321"/>
                  </a:lnTo>
                  <a:lnTo>
                    <a:pt x="132" y="324"/>
                  </a:lnTo>
                  <a:lnTo>
                    <a:pt x="121" y="325"/>
                  </a:lnTo>
                  <a:lnTo>
                    <a:pt x="121" y="325"/>
                  </a:lnTo>
                  <a:lnTo>
                    <a:pt x="110" y="325"/>
                  </a:lnTo>
                  <a:lnTo>
                    <a:pt x="99" y="324"/>
                  </a:lnTo>
                  <a:lnTo>
                    <a:pt x="88" y="321"/>
                  </a:lnTo>
                  <a:lnTo>
                    <a:pt x="77" y="316"/>
                  </a:lnTo>
                  <a:lnTo>
                    <a:pt x="67" y="310"/>
                  </a:lnTo>
                  <a:lnTo>
                    <a:pt x="57" y="302"/>
                  </a:lnTo>
                  <a:lnTo>
                    <a:pt x="48" y="293"/>
                  </a:lnTo>
                  <a:lnTo>
                    <a:pt x="39" y="282"/>
                  </a:lnTo>
                  <a:lnTo>
                    <a:pt x="32" y="271"/>
                  </a:lnTo>
                  <a:lnTo>
                    <a:pt x="25" y="260"/>
                  </a:lnTo>
                  <a:lnTo>
                    <a:pt x="18" y="246"/>
                  </a:lnTo>
                  <a:lnTo>
                    <a:pt x="13" y="232"/>
                  </a:lnTo>
                  <a:lnTo>
                    <a:pt x="9" y="218"/>
                  </a:lnTo>
                  <a:lnTo>
                    <a:pt x="4" y="201"/>
                  </a:lnTo>
                  <a:lnTo>
                    <a:pt x="2" y="186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0" y="153"/>
                  </a:lnTo>
                  <a:lnTo>
                    <a:pt x="0" y="136"/>
                  </a:lnTo>
                  <a:lnTo>
                    <a:pt x="3" y="121"/>
                  </a:lnTo>
                  <a:lnTo>
                    <a:pt x="6" y="105"/>
                  </a:lnTo>
                  <a:lnTo>
                    <a:pt x="10" y="91"/>
                  </a:lnTo>
                  <a:lnTo>
                    <a:pt x="14" y="78"/>
                  </a:lnTo>
                  <a:lnTo>
                    <a:pt x="20" y="64"/>
                  </a:lnTo>
                  <a:lnTo>
                    <a:pt x="27" y="52"/>
                  </a:lnTo>
                  <a:lnTo>
                    <a:pt x="34" y="41"/>
                  </a:lnTo>
                  <a:lnTo>
                    <a:pt x="42" y="32"/>
                  </a:lnTo>
                  <a:lnTo>
                    <a:pt x="50" y="23"/>
                  </a:lnTo>
                  <a:lnTo>
                    <a:pt x="60" y="15"/>
                  </a:lnTo>
                  <a:lnTo>
                    <a:pt x="70" y="9"/>
                  </a:lnTo>
                  <a:lnTo>
                    <a:pt x="80" y="5"/>
                  </a:lnTo>
                  <a:lnTo>
                    <a:pt x="91" y="1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13" y="0"/>
                  </a:lnTo>
                  <a:lnTo>
                    <a:pt x="124" y="2"/>
                  </a:lnTo>
                  <a:lnTo>
                    <a:pt x="135" y="5"/>
                  </a:lnTo>
                  <a:lnTo>
                    <a:pt x="146" y="11"/>
                  </a:lnTo>
                  <a:lnTo>
                    <a:pt x="156" y="16"/>
                  </a:lnTo>
                  <a:lnTo>
                    <a:pt x="166" y="25"/>
                  </a:lnTo>
                  <a:lnTo>
                    <a:pt x="176" y="33"/>
                  </a:lnTo>
                  <a:lnTo>
                    <a:pt x="184" y="43"/>
                  </a:lnTo>
                  <a:lnTo>
                    <a:pt x="191" y="54"/>
                  </a:lnTo>
                  <a:lnTo>
                    <a:pt x="198" y="66"/>
                  </a:lnTo>
                  <a:lnTo>
                    <a:pt x="205" y="79"/>
                  </a:lnTo>
                  <a:lnTo>
                    <a:pt x="210" y="93"/>
                  </a:lnTo>
                  <a:lnTo>
                    <a:pt x="215" y="108"/>
                  </a:lnTo>
                  <a:lnTo>
                    <a:pt x="219" y="123"/>
                  </a:lnTo>
                  <a:lnTo>
                    <a:pt x="222" y="140"/>
                  </a:lnTo>
                  <a:lnTo>
                    <a:pt x="223" y="157"/>
                  </a:lnTo>
                  <a:lnTo>
                    <a:pt x="223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7" name="Freeform 94">
              <a:extLst>
                <a:ext uri="{FF2B5EF4-FFF2-40B4-BE49-F238E27FC236}">
                  <a16:creationId xmlns:a16="http://schemas.microsoft.com/office/drawing/2014/main" id="{8362DEBE-5398-FD55-8C6F-F7581ECC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1014"/>
              <a:ext cx="111" cy="162"/>
            </a:xfrm>
            <a:custGeom>
              <a:avLst/>
              <a:gdLst>
                <a:gd name="T0" fmla="*/ 223 w 223"/>
                <a:gd name="T1" fmla="*/ 157 h 326"/>
                <a:gd name="T2" fmla="*/ 223 w 223"/>
                <a:gd name="T3" fmla="*/ 189 h 326"/>
                <a:gd name="T4" fmla="*/ 217 w 223"/>
                <a:gd name="T5" fmla="*/ 221 h 326"/>
                <a:gd name="T6" fmla="*/ 209 w 223"/>
                <a:gd name="T7" fmla="*/ 249 h 326"/>
                <a:gd name="T8" fmla="*/ 196 w 223"/>
                <a:gd name="T9" fmla="*/ 274 h 326"/>
                <a:gd name="T10" fmla="*/ 181 w 223"/>
                <a:gd name="T11" fmla="*/ 295 h 326"/>
                <a:gd name="T12" fmla="*/ 163 w 223"/>
                <a:gd name="T13" fmla="*/ 311 h 326"/>
                <a:gd name="T14" fmla="*/ 143 w 223"/>
                <a:gd name="T15" fmla="*/ 322 h 326"/>
                <a:gd name="T16" fmla="*/ 121 w 223"/>
                <a:gd name="T17" fmla="*/ 326 h 326"/>
                <a:gd name="T18" fmla="*/ 110 w 223"/>
                <a:gd name="T19" fmla="*/ 326 h 326"/>
                <a:gd name="T20" fmla="*/ 88 w 223"/>
                <a:gd name="T21" fmla="*/ 322 h 326"/>
                <a:gd name="T22" fmla="*/ 67 w 223"/>
                <a:gd name="T23" fmla="*/ 311 h 326"/>
                <a:gd name="T24" fmla="*/ 47 w 223"/>
                <a:gd name="T25" fmla="*/ 294 h 326"/>
                <a:gd name="T26" fmla="*/ 32 w 223"/>
                <a:gd name="T27" fmla="*/ 272 h 326"/>
                <a:gd name="T28" fmla="*/ 18 w 223"/>
                <a:gd name="T29" fmla="*/ 246 h 326"/>
                <a:gd name="T30" fmla="*/ 8 w 223"/>
                <a:gd name="T31" fmla="*/ 219 h 326"/>
                <a:gd name="T32" fmla="*/ 1 w 223"/>
                <a:gd name="T33" fmla="*/ 187 h 326"/>
                <a:gd name="T34" fmla="*/ 0 w 223"/>
                <a:gd name="T35" fmla="*/ 170 h 326"/>
                <a:gd name="T36" fmla="*/ 0 w 223"/>
                <a:gd name="T37" fmla="*/ 136 h 326"/>
                <a:gd name="T38" fmla="*/ 6 w 223"/>
                <a:gd name="T39" fmla="*/ 106 h 326"/>
                <a:gd name="T40" fmla="*/ 14 w 223"/>
                <a:gd name="T41" fmla="*/ 78 h 326"/>
                <a:gd name="T42" fmla="*/ 27 w 223"/>
                <a:gd name="T43" fmla="*/ 53 h 326"/>
                <a:gd name="T44" fmla="*/ 42 w 223"/>
                <a:gd name="T45" fmla="*/ 32 h 326"/>
                <a:gd name="T46" fmla="*/ 60 w 223"/>
                <a:gd name="T47" fmla="*/ 15 h 326"/>
                <a:gd name="T48" fmla="*/ 79 w 223"/>
                <a:gd name="T49" fmla="*/ 6 h 326"/>
                <a:gd name="T50" fmla="*/ 102 w 223"/>
                <a:gd name="T51" fmla="*/ 0 h 326"/>
                <a:gd name="T52" fmla="*/ 113 w 223"/>
                <a:gd name="T53" fmla="*/ 0 h 326"/>
                <a:gd name="T54" fmla="*/ 135 w 223"/>
                <a:gd name="T55" fmla="*/ 6 h 326"/>
                <a:gd name="T56" fmla="*/ 156 w 223"/>
                <a:gd name="T57" fmla="*/ 17 h 326"/>
                <a:gd name="T58" fmla="*/ 176 w 223"/>
                <a:gd name="T59" fmla="*/ 33 h 326"/>
                <a:gd name="T60" fmla="*/ 191 w 223"/>
                <a:gd name="T61" fmla="*/ 54 h 326"/>
                <a:gd name="T62" fmla="*/ 205 w 223"/>
                <a:gd name="T63" fmla="*/ 79 h 326"/>
                <a:gd name="T64" fmla="*/ 215 w 223"/>
                <a:gd name="T65" fmla="*/ 109 h 326"/>
                <a:gd name="T66" fmla="*/ 221 w 223"/>
                <a:gd name="T67" fmla="*/ 141 h 326"/>
                <a:gd name="T68" fmla="*/ 223 w 223"/>
                <a:gd name="T69" fmla="*/ 15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3" h="326">
                  <a:moveTo>
                    <a:pt x="223" y="157"/>
                  </a:moveTo>
                  <a:lnTo>
                    <a:pt x="223" y="157"/>
                  </a:lnTo>
                  <a:lnTo>
                    <a:pt x="223" y="174"/>
                  </a:lnTo>
                  <a:lnTo>
                    <a:pt x="223" y="189"/>
                  </a:lnTo>
                  <a:lnTo>
                    <a:pt x="220" y="206"/>
                  </a:lnTo>
                  <a:lnTo>
                    <a:pt x="217" y="221"/>
                  </a:lnTo>
                  <a:lnTo>
                    <a:pt x="213" y="235"/>
                  </a:lnTo>
                  <a:lnTo>
                    <a:pt x="209" y="249"/>
                  </a:lnTo>
                  <a:lnTo>
                    <a:pt x="203" y="262"/>
                  </a:lnTo>
                  <a:lnTo>
                    <a:pt x="196" y="274"/>
                  </a:lnTo>
                  <a:lnTo>
                    <a:pt x="189" y="285"/>
                  </a:lnTo>
                  <a:lnTo>
                    <a:pt x="181" y="295"/>
                  </a:lnTo>
                  <a:lnTo>
                    <a:pt x="173" y="304"/>
                  </a:lnTo>
                  <a:lnTo>
                    <a:pt x="163" y="311"/>
                  </a:lnTo>
                  <a:lnTo>
                    <a:pt x="153" y="317"/>
                  </a:lnTo>
                  <a:lnTo>
                    <a:pt x="143" y="322"/>
                  </a:lnTo>
                  <a:lnTo>
                    <a:pt x="132" y="324"/>
                  </a:lnTo>
                  <a:lnTo>
                    <a:pt x="121" y="326"/>
                  </a:lnTo>
                  <a:lnTo>
                    <a:pt x="121" y="326"/>
                  </a:lnTo>
                  <a:lnTo>
                    <a:pt x="110" y="326"/>
                  </a:lnTo>
                  <a:lnTo>
                    <a:pt x="99" y="324"/>
                  </a:lnTo>
                  <a:lnTo>
                    <a:pt x="88" y="322"/>
                  </a:lnTo>
                  <a:lnTo>
                    <a:pt x="77" y="316"/>
                  </a:lnTo>
                  <a:lnTo>
                    <a:pt x="67" y="311"/>
                  </a:lnTo>
                  <a:lnTo>
                    <a:pt x="57" y="302"/>
                  </a:lnTo>
                  <a:lnTo>
                    <a:pt x="47" y="294"/>
                  </a:lnTo>
                  <a:lnTo>
                    <a:pt x="39" y="283"/>
                  </a:lnTo>
                  <a:lnTo>
                    <a:pt x="32" y="272"/>
                  </a:lnTo>
                  <a:lnTo>
                    <a:pt x="25" y="260"/>
                  </a:lnTo>
                  <a:lnTo>
                    <a:pt x="18" y="246"/>
                  </a:lnTo>
                  <a:lnTo>
                    <a:pt x="13" y="233"/>
                  </a:lnTo>
                  <a:lnTo>
                    <a:pt x="8" y="219"/>
                  </a:lnTo>
                  <a:lnTo>
                    <a:pt x="4" y="202"/>
                  </a:lnTo>
                  <a:lnTo>
                    <a:pt x="1" y="187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53"/>
                  </a:lnTo>
                  <a:lnTo>
                    <a:pt x="0" y="136"/>
                  </a:lnTo>
                  <a:lnTo>
                    <a:pt x="3" y="121"/>
                  </a:lnTo>
                  <a:lnTo>
                    <a:pt x="6" y="106"/>
                  </a:lnTo>
                  <a:lnTo>
                    <a:pt x="10" y="92"/>
                  </a:lnTo>
                  <a:lnTo>
                    <a:pt x="14" y="78"/>
                  </a:lnTo>
                  <a:lnTo>
                    <a:pt x="20" y="64"/>
                  </a:lnTo>
                  <a:lnTo>
                    <a:pt x="27" y="53"/>
                  </a:lnTo>
                  <a:lnTo>
                    <a:pt x="33" y="42"/>
                  </a:lnTo>
                  <a:lnTo>
                    <a:pt x="42" y="32"/>
                  </a:lnTo>
                  <a:lnTo>
                    <a:pt x="50" y="24"/>
                  </a:lnTo>
                  <a:lnTo>
                    <a:pt x="60" y="15"/>
                  </a:lnTo>
                  <a:lnTo>
                    <a:pt x="70" y="10"/>
                  </a:lnTo>
                  <a:lnTo>
                    <a:pt x="79" y="6"/>
                  </a:lnTo>
                  <a:lnTo>
                    <a:pt x="91" y="1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13" y="0"/>
                  </a:lnTo>
                  <a:lnTo>
                    <a:pt x="124" y="3"/>
                  </a:lnTo>
                  <a:lnTo>
                    <a:pt x="135" y="6"/>
                  </a:lnTo>
                  <a:lnTo>
                    <a:pt x="146" y="11"/>
                  </a:lnTo>
                  <a:lnTo>
                    <a:pt x="156" y="17"/>
                  </a:lnTo>
                  <a:lnTo>
                    <a:pt x="166" y="25"/>
                  </a:lnTo>
                  <a:lnTo>
                    <a:pt x="176" y="33"/>
                  </a:lnTo>
                  <a:lnTo>
                    <a:pt x="184" y="43"/>
                  </a:lnTo>
                  <a:lnTo>
                    <a:pt x="191" y="54"/>
                  </a:lnTo>
                  <a:lnTo>
                    <a:pt x="198" y="67"/>
                  </a:lnTo>
                  <a:lnTo>
                    <a:pt x="205" y="79"/>
                  </a:lnTo>
                  <a:lnTo>
                    <a:pt x="210" y="93"/>
                  </a:lnTo>
                  <a:lnTo>
                    <a:pt x="215" y="109"/>
                  </a:lnTo>
                  <a:lnTo>
                    <a:pt x="219" y="124"/>
                  </a:lnTo>
                  <a:lnTo>
                    <a:pt x="221" y="141"/>
                  </a:lnTo>
                  <a:lnTo>
                    <a:pt x="223" y="157"/>
                  </a:lnTo>
                  <a:lnTo>
                    <a:pt x="223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8" name="Freeform 95">
              <a:extLst>
                <a:ext uri="{FF2B5EF4-FFF2-40B4-BE49-F238E27FC236}">
                  <a16:creationId xmlns:a16="http://schemas.microsoft.com/office/drawing/2014/main" id="{E0DA99D4-C624-8263-4022-088BA34B2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572"/>
              <a:ext cx="453" cy="207"/>
            </a:xfrm>
            <a:custGeom>
              <a:avLst/>
              <a:gdLst>
                <a:gd name="T0" fmla="*/ 905 w 905"/>
                <a:gd name="T1" fmla="*/ 34 h 414"/>
                <a:gd name="T2" fmla="*/ 902 w 905"/>
                <a:gd name="T3" fmla="*/ 54 h 414"/>
                <a:gd name="T4" fmla="*/ 895 w 905"/>
                <a:gd name="T5" fmla="*/ 78 h 414"/>
                <a:gd name="T6" fmla="*/ 866 w 905"/>
                <a:gd name="T7" fmla="*/ 135 h 414"/>
                <a:gd name="T8" fmla="*/ 822 w 905"/>
                <a:gd name="T9" fmla="*/ 196 h 414"/>
                <a:gd name="T10" fmla="*/ 763 w 905"/>
                <a:gd name="T11" fmla="*/ 260 h 414"/>
                <a:gd name="T12" fmla="*/ 695 w 905"/>
                <a:gd name="T13" fmla="*/ 320 h 414"/>
                <a:gd name="T14" fmla="*/ 659 w 905"/>
                <a:gd name="T15" fmla="*/ 345 h 414"/>
                <a:gd name="T16" fmla="*/ 620 w 905"/>
                <a:gd name="T17" fmla="*/ 369 h 414"/>
                <a:gd name="T18" fmla="*/ 581 w 905"/>
                <a:gd name="T19" fmla="*/ 388 h 414"/>
                <a:gd name="T20" fmla="*/ 539 w 905"/>
                <a:gd name="T21" fmla="*/ 402 h 414"/>
                <a:gd name="T22" fmla="*/ 498 w 905"/>
                <a:gd name="T23" fmla="*/ 412 h 414"/>
                <a:gd name="T24" fmla="*/ 457 w 905"/>
                <a:gd name="T25" fmla="*/ 414 h 414"/>
                <a:gd name="T26" fmla="*/ 436 w 905"/>
                <a:gd name="T27" fmla="*/ 414 h 414"/>
                <a:gd name="T28" fmla="*/ 394 w 905"/>
                <a:gd name="T29" fmla="*/ 409 h 414"/>
                <a:gd name="T30" fmla="*/ 354 w 905"/>
                <a:gd name="T31" fmla="*/ 401 h 414"/>
                <a:gd name="T32" fmla="*/ 312 w 905"/>
                <a:gd name="T33" fmla="*/ 388 h 414"/>
                <a:gd name="T34" fmla="*/ 253 w 905"/>
                <a:gd name="T35" fmla="*/ 363 h 414"/>
                <a:gd name="T36" fmla="*/ 180 w 905"/>
                <a:gd name="T37" fmla="*/ 321 h 414"/>
                <a:gd name="T38" fmla="*/ 114 w 905"/>
                <a:gd name="T39" fmla="*/ 274 h 414"/>
                <a:gd name="T40" fmla="*/ 61 w 905"/>
                <a:gd name="T41" fmla="*/ 224 h 414"/>
                <a:gd name="T42" fmla="*/ 24 w 905"/>
                <a:gd name="T43" fmla="*/ 175 h 414"/>
                <a:gd name="T44" fmla="*/ 11 w 905"/>
                <a:gd name="T45" fmla="*/ 151 h 414"/>
                <a:gd name="T46" fmla="*/ 3 w 905"/>
                <a:gd name="T47" fmla="*/ 130 h 414"/>
                <a:gd name="T48" fmla="*/ 0 w 905"/>
                <a:gd name="T49" fmla="*/ 111 h 414"/>
                <a:gd name="T50" fmla="*/ 0 w 905"/>
                <a:gd name="T51" fmla="*/ 103 h 414"/>
                <a:gd name="T52" fmla="*/ 6 w 905"/>
                <a:gd name="T53" fmla="*/ 87 h 414"/>
                <a:gd name="T54" fmla="*/ 17 w 905"/>
                <a:gd name="T55" fmla="*/ 76 h 414"/>
                <a:gd name="T56" fmla="*/ 31 w 905"/>
                <a:gd name="T57" fmla="*/ 68 h 414"/>
                <a:gd name="T58" fmla="*/ 61 w 905"/>
                <a:gd name="T59" fmla="*/ 59 h 414"/>
                <a:gd name="T60" fmla="*/ 114 w 905"/>
                <a:gd name="T61" fmla="*/ 54 h 414"/>
                <a:gd name="T62" fmla="*/ 216 w 905"/>
                <a:gd name="T63" fmla="*/ 57 h 414"/>
                <a:gd name="T64" fmla="*/ 373 w 905"/>
                <a:gd name="T65" fmla="*/ 66 h 414"/>
                <a:gd name="T66" fmla="*/ 457 w 905"/>
                <a:gd name="T67" fmla="*/ 69 h 414"/>
                <a:gd name="T68" fmla="*/ 498 w 905"/>
                <a:gd name="T69" fmla="*/ 68 h 414"/>
                <a:gd name="T70" fmla="*/ 581 w 905"/>
                <a:gd name="T71" fmla="*/ 58 h 414"/>
                <a:gd name="T72" fmla="*/ 659 w 905"/>
                <a:gd name="T73" fmla="*/ 41 h 414"/>
                <a:gd name="T74" fmla="*/ 763 w 905"/>
                <a:gd name="T75" fmla="*/ 16 h 414"/>
                <a:gd name="T76" fmla="*/ 822 w 905"/>
                <a:gd name="T77" fmla="*/ 4 h 414"/>
                <a:gd name="T78" fmla="*/ 866 w 905"/>
                <a:gd name="T79" fmla="*/ 0 h 414"/>
                <a:gd name="T80" fmla="*/ 883 w 905"/>
                <a:gd name="T81" fmla="*/ 2 h 414"/>
                <a:gd name="T82" fmla="*/ 895 w 905"/>
                <a:gd name="T83" fmla="*/ 8 h 414"/>
                <a:gd name="T84" fmla="*/ 902 w 905"/>
                <a:gd name="T85" fmla="*/ 19 h 414"/>
                <a:gd name="T86" fmla="*/ 905 w 905"/>
                <a:gd name="T87" fmla="*/ 3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05" h="414">
                  <a:moveTo>
                    <a:pt x="905" y="34"/>
                  </a:moveTo>
                  <a:lnTo>
                    <a:pt x="905" y="34"/>
                  </a:lnTo>
                  <a:lnTo>
                    <a:pt x="905" y="44"/>
                  </a:lnTo>
                  <a:lnTo>
                    <a:pt x="902" y="54"/>
                  </a:lnTo>
                  <a:lnTo>
                    <a:pt x="900" y="66"/>
                  </a:lnTo>
                  <a:lnTo>
                    <a:pt x="895" y="78"/>
                  </a:lnTo>
                  <a:lnTo>
                    <a:pt x="883" y="105"/>
                  </a:lnTo>
                  <a:lnTo>
                    <a:pt x="866" y="135"/>
                  </a:lnTo>
                  <a:lnTo>
                    <a:pt x="845" y="165"/>
                  </a:lnTo>
                  <a:lnTo>
                    <a:pt x="822" y="196"/>
                  </a:lnTo>
                  <a:lnTo>
                    <a:pt x="794" y="228"/>
                  </a:lnTo>
                  <a:lnTo>
                    <a:pt x="763" y="260"/>
                  </a:lnTo>
                  <a:lnTo>
                    <a:pt x="731" y="291"/>
                  </a:lnTo>
                  <a:lnTo>
                    <a:pt x="695" y="320"/>
                  </a:lnTo>
                  <a:lnTo>
                    <a:pt x="677" y="332"/>
                  </a:lnTo>
                  <a:lnTo>
                    <a:pt x="659" y="345"/>
                  </a:lnTo>
                  <a:lnTo>
                    <a:pt x="639" y="357"/>
                  </a:lnTo>
                  <a:lnTo>
                    <a:pt x="620" y="369"/>
                  </a:lnTo>
                  <a:lnTo>
                    <a:pt x="600" y="378"/>
                  </a:lnTo>
                  <a:lnTo>
                    <a:pt x="581" y="388"/>
                  </a:lnTo>
                  <a:lnTo>
                    <a:pt x="560" y="395"/>
                  </a:lnTo>
                  <a:lnTo>
                    <a:pt x="539" y="402"/>
                  </a:lnTo>
                  <a:lnTo>
                    <a:pt x="519" y="408"/>
                  </a:lnTo>
                  <a:lnTo>
                    <a:pt x="498" y="412"/>
                  </a:lnTo>
                  <a:lnTo>
                    <a:pt x="478" y="413"/>
                  </a:lnTo>
                  <a:lnTo>
                    <a:pt x="457" y="414"/>
                  </a:lnTo>
                  <a:lnTo>
                    <a:pt x="457" y="414"/>
                  </a:lnTo>
                  <a:lnTo>
                    <a:pt x="436" y="414"/>
                  </a:lnTo>
                  <a:lnTo>
                    <a:pt x="415" y="412"/>
                  </a:lnTo>
                  <a:lnTo>
                    <a:pt x="394" y="409"/>
                  </a:lnTo>
                  <a:lnTo>
                    <a:pt x="373" y="405"/>
                  </a:lnTo>
                  <a:lnTo>
                    <a:pt x="354" y="401"/>
                  </a:lnTo>
                  <a:lnTo>
                    <a:pt x="333" y="395"/>
                  </a:lnTo>
                  <a:lnTo>
                    <a:pt x="312" y="388"/>
                  </a:lnTo>
                  <a:lnTo>
                    <a:pt x="292" y="381"/>
                  </a:lnTo>
                  <a:lnTo>
                    <a:pt x="253" y="363"/>
                  </a:lnTo>
                  <a:lnTo>
                    <a:pt x="216" y="343"/>
                  </a:lnTo>
                  <a:lnTo>
                    <a:pt x="180" y="321"/>
                  </a:lnTo>
                  <a:lnTo>
                    <a:pt x="146" y="299"/>
                  </a:lnTo>
                  <a:lnTo>
                    <a:pt x="114" y="274"/>
                  </a:lnTo>
                  <a:lnTo>
                    <a:pt x="86" y="249"/>
                  </a:lnTo>
                  <a:lnTo>
                    <a:pt x="61" y="224"/>
                  </a:lnTo>
                  <a:lnTo>
                    <a:pt x="40" y="199"/>
                  </a:lnTo>
                  <a:lnTo>
                    <a:pt x="24" y="175"/>
                  </a:lnTo>
                  <a:lnTo>
                    <a:pt x="17" y="162"/>
                  </a:lnTo>
                  <a:lnTo>
                    <a:pt x="11" y="151"/>
                  </a:lnTo>
                  <a:lnTo>
                    <a:pt x="6" y="140"/>
                  </a:lnTo>
                  <a:lnTo>
                    <a:pt x="3" y="130"/>
                  </a:lnTo>
                  <a:lnTo>
                    <a:pt x="0" y="12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03"/>
                  </a:lnTo>
                  <a:lnTo>
                    <a:pt x="3" y="94"/>
                  </a:lnTo>
                  <a:lnTo>
                    <a:pt x="6" y="87"/>
                  </a:lnTo>
                  <a:lnTo>
                    <a:pt x="11" y="82"/>
                  </a:lnTo>
                  <a:lnTo>
                    <a:pt x="17" y="76"/>
                  </a:lnTo>
                  <a:lnTo>
                    <a:pt x="24" y="72"/>
                  </a:lnTo>
                  <a:lnTo>
                    <a:pt x="31" y="68"/>
                  </a:lnTo>
                  <a:lnTo>
                    <a:pt x="40" y="64"/>
                  </a:lnTo>
                  <a:lnTo>
                    <a:pt x="61" y="59"/>
                  </a:lnTo>
                  <a:lnTo>
                    <a:pt x="86" y="55"/>
                  </a:lnTo>
                  <a:lnTo>
                    <a:pt x="114" y="54"/>
                  </a:lnTo>
                  <a:lnTo>
                    <a:pt x="146" y="54"/>
                  </a:lnTo>
                  <a:lnTo>
                    <a:pt x="216" y="57"/>
                  </a:lnTo>
                  <a:lnTo>
                    <a:pt x="292" y="62"/>
                  </a:lnTo>
                  <a:lnTo>
                    <a:pt x="373" y="66"/>
                  </a:lnTo>
                  <a:lnTo>
                    <a:pt x="415" y="69"/>
                  </a:lnTo>
                  <a:lnTo>
                    <a:pt x="457" y="69"/>
                  </a:lnTo>
                  <a:lnTo>
                    <a:pt x="457" y="69"/>
                  </a:lnTo>
                  <a:lnTo>
                    <a:pt x="498" y="68"/>
                  </a:lnTo>
                  <a:lnTo>
                    <a:pt x="539" y="64"/>
                  </a:lnTo>
                  <a:lnTo>
                    <a:pt x="581" y="58"/>
                  </a:lnTo>
                  <a:lnTo>
                    <a:pt x="620" y="50"/>
                  </a:lnTo>
                  <a:lnTo>
                    <a:pt x="659" y="41"/>
                  </a:lnTo>
                  <a:lnTo>
                    <a:pt x="695" y="33"/>
                  </a:lnTo>
                  <a:lnTo>
                    <a:pt x="763" y="16"/>
                  </a:lnTo>
                  <a:lnTo>
                    <a:pt x="794" y="9"/>
                  </a:lnTo>
                  <a:lnTo>
                    <a:pt x="822" y="4"/>
                  </a:lnTo>
                  <a:lnTo>
                    <a:pt x="845" y="0"/>
                  </a:lnTo>
                  <a:lnTo>
                    <a:pt x="866" y="0"/>
                  </a:lnTo>
                  <a:lnTo>
                    <a:pt x="874" y="1"/>
                  </a:lnTo>
                  <a:lnTo>
                    <a:pt x="883" y="2"/>
                  </a:lnTo>
                  <a:lnTo>
                    <a:pt x="890" y="5"/>
                  </a:lnTo>
                  <a:lnTo>
                    <a:pt x="895" y="8"/>
                  </a:lnTo>
                  <a:lnTo>
                    <a:pt x="900" y="14"/>
                  </a:lnTo>
                  <a:lnTo>
                    <a:pt x="902" y="19"/>
                  </a:lnTo>
                  <a:lnTo>
                    <a:pt x="905" y="26"/>
                  </a:lnTo>
                  <a:lnTo>
                    <a:pt x="905" y="34"/>
                  </a:lnTo>
                  <a:lnTo>
                    <a:pt x="905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99" name="Freeform 96">
              <a:extLst>
                <a:ext uri="{FF2B5EF4-FFF2-40B4-BE49-F238E27FC236}">
                  <a16:creationId xmlns:a16="http://schemas.microsoft.com/office/drawing/2014/main" id="{791E4C05-FCD6-A591-C283-9EC572986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68"/>
              <a:ext cx="461" cy="215"/>
            </a:xfrm>
            <a:custGeom>
              <a:avLst/>
              <a:gdLst>
                <a:gd name="T0" fmla="*/ 901 w 921"/>
                <a:gd name="T1" fmla="*/ 71 h 430"/>
                <a:gd name="T2" fmla="*/ 860 w 921"/>
                <a:gd name="T3" fmla="*/ 149 h 430"/>
                <a:gd name="T4" fmla="*/ 778 w 921"/>
                <a:gd name="T5" fmla="*/ 251 h 430"/>
                <a:gd name="T6" fmla="*/ 711 w 921"/>
                <a:gd name="T7" fmla="*/ 312 h 430"/>
                <a:gd name="T8" fmla="*/ 632 w 921"/>
                <a:gd name="T9" fmla="*/ 365 h 430"/>
                <a:gd name="T10" fmla="*/ 545 w 921"/>
                <a:gd name="T11" fmla="*/ 401 h 430"/>
                <a:gd name="T12" fmla="*/ 454 w 921"/>
                <a:gd name="T13" fmla="*/ 414 h 430"/>
                <a:gd name="T14" fmla="*/ 381 w 921"/>
                <a:gd name="T15" fmla="*/ 405 h 430"/>
                <a:gd name="T16" fmla="*/ 288 w 921"/>
                <a:gd name="T17" fmla="*/ 376 h 430"/>
                <a:gd name="T18" fmla="*/ 200 w 921"/>
                <a:gd name="T19" fmla="*/ 330 h 430"/>
                <a:gd name="T20" fmla="*/ 121 w 921"/>
                <a:gd name="T21" fmla="*/ 270 h 430"/>
                <a:gd name="T22" fmla="*/ 69 w 921"/>
                <a:gd name="T23" fmla="*/ 219 h 430"/>
                <a:gd name="T24" fmla="*/ 23 w 921"/>
                <a:gd name="T25" fmla="*/ 153 h 430"/>
                <a:gd name="T26" fmla="*/ 16 w 921"/>
                <a:gd name="T27" fmla="*/ 114 h 430"/>
                <a:gd name="T28" fmla="*/ 26 w 921"/>
                <a:gd name="T29" fmla="*/ 94 h 430"/>
                <a:gd name="T30" fmla="*/ 57 w 921"/>
                <a:gd name="T31" fmla="*/ 77 h 430"/>
                <a:gd name="T32" fmla="*/ 150 w 921"/>
                <a:gd name="T33" fmla="*/ 71 h 430"/>
                <a:gd name="T34" fmla="*/ 373 w 921"/>
                <a:gd name="T35" fmla="*/ 82 h 430"/>
                <a:gd name="T36" fmla="*/ 540 w 921"/>
                <a:gd name="T37" fmla="*/ 81 h 430"/>
                <a:gd name="T38" fmla="*/ 647 w 921"/>
                <a:gd name="T39" fmla="*/ 64 h 430"/>
                <a:gd name="T40" fmla="*/ 825 w 921"/>
                <a:gd name="T41" fmla="*/ 21 h 430"/>
                <a:gd name="T42" fmla="*/ 884 w 921"/>
                <a:gd name="T43" fmla="*/ 18 h 430"/>
                <a:gd name="T44" fmla="*/ 903 w 921"/>
                <a:gd name="T45" fmla="*/ 35 h 430"/>
                <a:gd name="T46" fmla="*/ 908 w 921"/>
                <a:gd name="T47" fmla="*/ 49 h 430"/>
                <a:gd name="T48" fmla="*/ 919 w 921"/>
                <a:gd name="T49" fmla="*/ 49 h 430"/>
                <a:gd name="T50" fmla="*/ 920 w 921"/>
                <a:gd name="T51" fmla="*/ 32 h 430"/>
                <a:gd name="T52" fmla="*/ 898 w 921"/>
                <a:gd name="T53" fmla="*/ 6 h 430"/>
                <a:gd name="T54" fmla="*/ 869 w 921"/>
                <a:gd name="T55" fmla="*/ 0 h 430"/>
                <a:gd name="T56" fmla="*/ 789 w 921"/>
                <a:gd name="T57" fmla="*/ 10 h 430"/>
                <a:gd name="T58" fmla="*/ 655 w 921"/>
                <a:gd name="T59" fmla="*/ 45 h 430"/>
                <a:gd name="T60" fmla="*/ 512 w 921"/>
                <a:gd name="T61" fmla="*/ 68 h 430"/>
                <a:gd name="T62" fmla="*/ 424 w 921"/>
                <a:gd name="T63" fmla="*/ 70 h 430"/>
                <a:gd name="T64" fmla="*/ 204 w 921"/>
                <a:gd name="T65" fmla="*/ 56 h 430"/>
                <a:gd name="T66" fmla="*/ 92 w 921"/>
                <a:gd name="T67" fmla="*/ 57 h 430"/>
                <a:gd name="T68" fmla="*/ 47 w 921"/>
                <a:gd name="T69" fmla="*/ 64 h 430"/>
                <a:gd name="T70" fmla="*/ 8 w 921"/>
                <a:gd name="T71" fmla="*/ 91 h 430"/>
                <a:gd name="T72" fmla="*/ 0 w 921"/>
                <a:gd name="T73" fmla="*/ 126 h 430"/>
                <a:gd name="T74" fmla="*/ 18 w 921"/>
                <a:gd name="T75" fmla="*/ 177 h 430"/>
                <a:gd name="T76" fmla="*/ 53 w 921"/>
                <a:gd name="T77" fmla="*/ 227 h 430"/>
                <a:gd name="T78" fmla="*/ 126 w 921"/>
                <a:gd name="T79" fmla="*/ 297 h 430"/>
                <a:gd name="T80" fmla="*/ 218 w 921"/>
                <a:gd name="T81" fmla="*/ 359 h 430"/>
                <a:gd name="T82" fmla="*/ 349 w 921"/>
                <a:gd name="T83" fmla="*/ 415 h 430"/>
                <a:gd name="T84" fmla="*/ 451 w 921"/>
                <a:gd name="T85" fmla="*/ 430 h 430"/>
                <a:gd name="T86" fmla="*/ 573 w 921"/>
                <a:gd name="T87" fmla="*/ 411 h 430"/>
                <a:gd name="T88" fmla="*/ 658 w 921"/>
                <a:gd name="T89" fmla="*/ 369 h 430"/>
                <a:gd name="T90" fmla="*/ 760 w 921"/>
                <a:gd name="T91" fmla="*/ 293 h 430"/>
                <a:gd name="T92" fmla="*/ 845 w 921"/>
                <a:gd name="T93" fmla="*/ 199 h 430"/>
                <a:gd name="T94" fmla="*/ 895 w 921"/>
                <a:gd name="T95" fmla="*/ 127 h 430"/>
                <a:gd name="T96" fmla="*/ 920 w 921"/>
                <a:gd name="T97" fmla="*/ 55 h 430"/>
                <a:gd name="T98" fmla="*/ 919 w 921"/>
                <a:gd name="T99" fmla="*/ 38 h 430"/>
                <a:gd name="T100" fmla="*/ 908 w 921"/>
                <a:gd name="T101" fmla="*/ 38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21" h="430">
                  <a:moveTo>
                    <a:pt x="905" y="43"/>
                  </a:moveTo>
                  <a:lnTo>
                    <a:pt x="905" y="43"/>
                  </a:lnTo>
                  <a:lnTo>
                    <a:pt x="903" y="57"/>
                  </a:lnTo>
                  <a:lnTo>
                    <a:pt x="901" y="71"/>
                  </a:lnTo>
                  <a:lnTo>
                    <a:pt x="895" y="85"/>
                  </a:lnTo>
                  <a:lnTo>
                    <a:pt x="889" y="99"/>
                  </a:lnTo>
                  <a:lnTo>
                    <a:pt x="876" y="126"/>
                  </a:lnTo>
                  <a:lnTo>
                    <a:pt x="860" y="149"/>
                  </a:lnTo>
                  <a:lnTo>
                    <a:pt x="860" y="149"/>
                  </a:lnTo>
                  <a:lnTo>
                    <a:pt x="835" y="185"/>
                  </a:lnTo>
                  <a:lnTo>
                    <a:pt x="807" y="219"/>
                  </a:lnTo>
                  <a:lnTo>
                    <a:pt x="778" y="251"/>
                  </a:lnTo>
                  <a:lnTo>
                    <a:pt x="747" y="280"/>
                  </a:lnTo>
                  <a:lnTo>
                    <a:pt x="747" y="280"/>
                  </a:lnTo>
                  <a:lnTo>
                    <a:pt x="729" y="297"/>
                  </a:lnTo>
                  <a:lnTo>
                    <a:pt x="711" y="312"/>
                  </a:lnTo>
                  <a:lnTo>
                    <a:pt x="692" y="327"/>
                  </a:lnTo>
                  <a:lnTo>
                    <a:pt x="672" y="340"/>
                  </a:lnTo>
                  <a:lnTo>
                    <a:pt x="653" y="354"/>
                  </a:lnTo>
                  <a:lnTo>
                    <a:pt x="632" y="365"/>
                  </a:lnTo>
                  <a:lnTo>
                    <a:pt x="611" y="376"/>
                  </a:lnTo>
                  <a:lnTo>
                    <a:pt x="590" y="386"/>
                  </a:lnTo>
                  <a:lnTo>
                    <a:pt x="568" y="394"/>
                  </a:lnTo>
                  <a:lnTo>
                    <a:pt x="545" y="401"/>
                  </a:lnTo>
                  <a:lnTo>
                    <a:pt x="523" y="407"/>
                  </a:lnTo>
                  <a:lnTo>
                    <a:pt x="500" y="411"/>
                  </a:lnTo>
                  <a:lnTo>
                    <a:pt x="477" y="414"/>
                  </a:lnTo>
                  <a:lnTo>
                    <a:pt x="454" y="414"/>
                  </a:lnTo>
                  <a:lnTo>
                    <a:pt x="429" y="412"/>
                  </a:lnTo>
                  <a:lnTo>
                    <a:pt x="405" y="410"/>
                  </a:lnTo>
                  <a:lnTo>
                    <a:pt x="405" y="410"/>
                  </a:lnTo>
                  <a:lnTo>
                    <a:pt x="381" y="405"/>
                  </a:lnTo>
                  <a:lnTo>
                    <a:pt x="357" y="400"/>
                  </a:lnTo>
                  <a:lnTo>
                    <a:pt x="334" y="393"/>
                  </a:lnTo>
                  <a:lnTo>
                    <a:pt x="310" y="386"/>
                  </a:lnTo>
                  <a:lnTo>
                    <a:pt x="288" y="376"/>
                  </a:lnTo>
                  <a:lnTo>
                    <a:pt x="264" y="366"/>
                  </a:lnTo>
                  <a:lnTo>
                    <a:pt x="242" y="355"/>
                  </a:lnTo>
                  <a:lnTo>
                    <a:pt x="221" y="343"/>
                  </a:lnTo>
                  <a:lnTo>
                    <a:pt x="200" y="330"/>
                  </a:lnTo>
                  <a:lnTo>
                    <a:pt x="179" y="316"/>
                  </a:lnTo>
                  <a:lnTo>
                    <a:pt x="158" y="302"/>
                  </a:lnTo>
                  <a:lnTo>
                    <a:pt x="139" y="287"/>
                  </a:lnTo>
                  <a:lnTo>
                    <a:pt x="121" y="270"/>
                  </a:lnTo>
                  <a:lnTo>
                    <a:pt x="103" y="254"/>
                  </a:lnTo>
                  <a:lnTo>
                    <a:pt x="85" y="237"/>
                  </a:lnTo>
                  <a:lnTo>
                    <a:pt x="69" y="219"/>
                  </a:lnTo>
                  <a:lnTo>
                    <a:pt x="69" y="219"/>
                  </a:lnTo>
                  <a:lnTo>
                    <a:pt x="50" y="197"/>
                  </a:lnTo>
                  <a:lnTo>
                    <a:pt x="40" y="183"/>
                  </a:lnTo>
                  <a:lnTo>
                    <a:pt x="30" y="167"/>
                  </a:lnTo>
                  <a:lnTo>
                    <a:pt x="23" y="153"/>
                  </a:lnTo>
                  <a:lnTo>
                    <a:pt x="18" y="138"/>
                  </a:lnTo>
                  <a:lnTo>
                    <a:pt x="16" y="130"/>
                  </a:lnTo>
                  <a:lnTo>
                    <a:pt x="16" y="123"/>
                  </a:lnTo>
                  <a:lnTo>
                    <a:pt x="16" y="114"/>
                  </a:lnTo>
                  <a:lnTo>
                    <a:pt x="18" y="107"/>
                  </a:lnTo>
                  <a:lnTo>
                    <a:pt x="18" y="107"/>
                  </a:lnTo>
                  <a:lnTo>
                    <a:pt x="22" y="99"/>
                  </a:lnTo>
                  <a:lnTo>
                    <a:pt x="26" y="94"/>
                  </a:lnTo>
                  <a:lnTo>
                    <a:pt x="32" y="88"/>
                  </a:lnTo>
                  <a:lnTo>
                    <a:pt x="40" y="84"/>
                  </a:lnTo>
                  <a:lnTo>
                    <a:pt x="48" y="80"/>
                  </a:lnTo>
                  <a:lnTo>
                    <a:pt x="57" y="77"/>
                  </a:lnTo>
                  <a:lnTo>
                    <a:pt x="76" y="74"/>
                  </a:lnTo>
                  <a:lnTo>
                    <a:pt x="97" y="71"/>
                  </a:lnTo>
                  <a:lnTo>
                    <a:pt x="118" y="71"/>
                  </a:lnTo>
                  <a:lnTo>
                    <a:pt x="150" y="71"/>
                  </a:lnTo>
                  <a:lnTo>
                    <a:pt x="150" y="71"/>
                  </a:lnTo>
                  <a:lnTo>
                    <a:pt x="206" y="73"/>
                  </a:lnTo>
                  <a:lnTo>
                    <a:pt x="261" y="75"/>
                  </a:lnTo>
                  <a:lnTo>
                    <a:pt x="373" y="82"/>
                  </a:lnTo>
                  <a:lnTo>
                    <a:pt x="429" y="85"/>
                  </a:lnTo>
                  <a:lnTo>
                    <a:pt x="484" y="84"/>
                  </a:lnTo>
                  <a:lnTo>
                    <a:pt x="512" y="84"/>
                  </a:lnTo>
                  <a:lnTo>
                    <a:pt x="540" y="81"/>
                  </a:lnTo>
                  <a:lnTo>
                    <a:pt x="568" y="78"/>
                  </a:lnTo>
                  <a:lnTo>
                    <a:pt x="597" y="74"/>
                  </a:lnTo>
                  <a:lnTo>
                    <a:pt x="597" y="74"/>
                  </a:lnTo>
                  <a:lnTo>
                    <a:pt x="647" y="64"/>
                  </a:lnTo>
                  <a:lnTo>
                    <a:pt x="697" y="52"/>
                  </a:lnTo>
                  <a:lnTo>
                    <a:pt x="798" y="28"/>
                  </a:lnTo>
                  <a:lnTo>
                    <a:pt x="798" y="28"/>
                  </a:lnTo>
                  <a:lnTo>
                    <a:pt x="825" y="21"/>
                  </a:lnTo>
                  <a:lnTo>
                    <a:pt x="842" y="18"/>
                  </a:lnTo>
                  <a:lnTo>
                    <a:pt x="860" y="16"/>
                  </a:lnTo>
                  <a:lnTo>
                    <a:pt x="877" y="17"/>
                  </a:lnTo>
                  <a:lnTo>
                    <a:pt x="884" y="18"/>
                  </a:lnTo>
                  <a:lnTo>
                    <a:pt x="891" y="21"/>
                  </a:lnTo>
                  <a:lnTo>
                    <a:pt x="896" y="24"/>
                  </a:lnTo>
                  <a:lnTo>
                    <a:pt x="901" y="29"/>
                  </a:lnTo>
                  <a:lnTo>
                    <a:pt x="903" y="35"/>
                  </a:lnTo>
                  <a:lnTo>
                    <a:pt x="905" y="43"/>
                  </a:lnTo>
                  <a:lnTo>
                    <a:pt x="905" y="43"/>
                  </a:lnTo>
                  <a:lnTo>
                    <a:pt x="906" y="48"/>
                  </a:lnTo>
                  <a:lnTo>
                    <a:pt x="908" y="49"/>
                  </a:lnTo>
                  <a:lnTo>
                    <a:pt x="910" y="50"/>
                  </a:lnTo>
                  <a:lnTo>
                    <a:pt x="913" y="52"/>
                  </a:lnTo>
                  <a:lnTo>
                    <a:pt x="916" y="50"/>
                  </a:lnTo>
                  <a:lnTo>
                    <a:pt x="919" y="49"/>
                  </a:lnTo>
                  <a:lnTo>
                    <a:pt x="921" y="48"/>
                  </a:lnTo>
                  <a:lnTo>
                    <a:pt x="921" y="43"/>
                  </a:lnTo>
                  <a:lnTo>
                    <a:pt x="921" y="43"/>
                  </a:lnTo>
                  <a:lnTo>
                    <a:pt x="920" y="32"/>
                  </a:lnTo>
                  <a:lnTo>
                    <a:pt x="917" y="24"/>
                  </a:lnTo>
                  <a:lnTo>
                    <a:pt x="912" y="16"/>
                  </a:lnTo>
                  <a:lnTo>
                    <a:pt x="906" y="10"/>
                  </a:lnTo>
                  <a:lnTo>
                    <a:pt x="898" y="6"/>
                  </a:lnTo>
                  <a:lnTo>
                    <a:pt x="889" y="3"/>
                  </a:lnTo>
                  <a:lnTo>
                    <a:pt x="880" y="0"/>
                  </a:lnTo>
                  <a:lnTo>
                    <a:pt x="869" y="0"/>
                  </a:lnTo>
                  <a:lnTo>
                    <a:pt x="869" y="0"/>
                  </a:lnTo>
                  <a:lnTo>
                    <a:pt x="849" y="0"/>
                  </a:lnTo>
                  <a:lnTo>
                    <a:pt x="830" y="3"/>
                  </a:lnTo>
                  <a:lnTo>
                    <a:pt x="810" y="6"/>
                  </a:lnTo>
                  <a:lnTo>
                    <a:pt x="789" y="10"/>
                  </a:lnTo>
                  <a:lnTo>
                    <a:pt x="750" y="21"/>
                  </a:lnTo>
                  <a:lnTo>
                    <a:pt x="713" y="31"/>
                  </a:lnTo>
                  <a:lnTo>
                    <a:pt x="713" y="31"/>
                  </a:lnTo>
                  <a:lnTo>
                    <a:pt x="655" y="45"/>
                  </a:lnTo>
                  <a:lnTo>
                    <a:pt x="598" y="56"/>
                  </a:lnTo>
                  <a:lnTo>
                    <a:pt x="571" y="61"/>
                  </a:lnTo>
                  <a:lnTo>
                    <a:pt x="541" y="64"/>
                  </a:lnTo>
                  <a:lnTo>
                    <a:pt x="512" y="68"/>
                  </a:lnTo>
                  <a:lnTo>
                    <a:pt x="483" y="70"/>
                  </a:lnTo>
                  <a:lnTo>
                    <a:pt x="483" y="70"/>
                  </a:lnTo>
                  <a:lnTo>
                    <a:pt x="454" y="70"/>
                  </a:lnTo>
                  <a:lnTo>
                    <a:pt x="424" y="70"/>
                  </a:lnTo>
                  <a:lnTo>
                    <a:pt x="366" y="67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04" y="56"/>
                  </a:lnTo>
                  <a:lnTo>
                    <a:pt x="158" y="55"/>
                  </a:lnTo>
                  <a:lnTo>
                    <a:pt x="136" y="55"/>
                  </a:lnTo>
                  <a:lnTo>
                    <a:pt x="114" y="55"/>
                  </a:lnTo>
                  <a:lnTo>
                    <a:pt x="92" y="57"/>
                  </a:lnTo>
                  <a:lnTo>
                    <a:pt x="69" y="60"/>
                  </a:lnTo>
                  <a:lnTo>
                    <a:pt x="69" y="60"/>
                  </a:lnTo>
                  <a:lnTo>
                    <a:pt x="58" y="61"/>
                  </a:lnTo>
                  <a:lnTo>
                    <a:pt x="47" y="64"/>
                  </a:lnTo>
                  <a:lnTo>
                    <a:pt x="36" y="70"/>
                  </a:lnTo>
                  <a:lnTo>
                    <a:pt x="25" y="75"/>
                  </a:lnTo>
                  <a:lnTo>
                    <a:pt x="16" y="82"/>
                  </a:lnTo>
                  <a:lnTo>
                    <a:pt x="8" y="91"/>
                  </a:lnTo>
                  <a:lnTo>
                    <a:pt x="2" y="100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26"/>
                  </a:lnTo>
                  <a:lnTo>
                    <a:pt x="2" y="139"/>
                  </a:lnTo>
                  <a:lnTo>
                    <a:pt x="5" y="152"/>
                  </a:lnTo>
                  <a:lnTo>
                    <a:pt x="11" y="165"/>
                  </a:lnTo>
                  <a:lnTo>
                    <a:pt x="18" y="177"/>
                  </a:lnTo>
                  <a:lnTo>
                    <a:pt x="25" y="188"/>
                  </a:lnTo>
                  <a:lnTo>
                    <a:pt x="40" y="210"/>
                  </a:lnTo>
                  <a:lnTo>
                    <a:pt x="40" y="210"/>
                  </a:lnTo>
                  <a:lnTo>
                    <a:pt x="53" y="227"/>
                  </a:lnTo>
                  <a:lnTo>
                    <a:pt x="66" y="241"/>
                  </a:lnTo>
                  <a:lnTo>
                    <a:pt x="80" y="256"/>
                  </a:lnTo>
                  <a:lnTo>
                    <a:pt x="96" y="270"/>
                  </a:lnTo>
                  <a:lnTo>
                    <a:pt x="126" y="297"/>
                  </a:lnTo>
                  <a:lnTo>
                    <a:pt x="158" y="322"/>
                  </a:lnTo>
                  <a:lnTo>
                    <a:pt x="158" y="322"/>
                  </a:lnTo>
                  <a:lnTo>
                    <a:pt x="188" y="341"/>
                  </a:lnTo>
                  <a:lnTo>
                    <a:pt x="218" y="359"/>
                  </a:lnTo>
                  <a:lnTo>
                    <a:pt x="249" y="376"/>
                  </a:lnTo>
                  <a:lnTo>
                    <a:pt x="282" y="391"/>
                  </a:lnTo>
                  <a:lnTo>
                    <a:pt x="314" y="404"/>
                  </a:lnTo>
                  <a:lnTo>
                    <a:pt x="349" y="415"/>
                  </a:lnTo>
                  <a:lnTo>
                    <a:pt x="383" y="423"/>
                  </a:lnTo>
                  <a:lnTo>
                    <a:pt x="417" y="429"/>
                  </a:lnTo>
                  <a:lnTo>
                    <a:pt x="417" y="429"/>
                  </a:lnTo>
                  <a:lnTo>
                    <a:pt x="451" y="430"/>
                  </a:lnTo>
                  <a:lnTo>
                    <a:pt x="481" y="430"/>
                  </a:lnTo>
                  <a:lnTo>
                    <a:pt x="513" y="426"/>
                  </a:lnTo>
                  <a:lnTo>
                    <a:pt x="543" y="419"/>
                  </a:lnTo>
                  <a:lnTo>
                    <a:pt x="573" y="411"/>
                  </a:lnTo>
                  <a:lnTo>
                    <a:pt x="603" y="398"/>
                  </a:lnTo>
                  <a:lnTo>
                    <a:pt x="630" y="386"/>
                  </a:lnTo>
                  <a:lnTo>
                    <a:pt x="658" y="369"/>
                  </a:lnTo>
                  <a:lnTo>
                    <a:pt x="658" y="369"/>
                  </a:lnTo>
                  <a:lnTo>
                    <a:pt x="685" y="352"/>
                  </a:lnTo>
                  <a:lnTo>
                    <a:pt x="711" y="333"/>
                  </a:lnTo>
                  <a:lnTo>
                    <a:pt x="736" y="313"/>
                  </a:lnTo>
                  <a:lnTo>
                    <a:pt x="760" y="293"/>
                  </a:lnTo>
                  <a:lnTo>
                    <a:pt x="782" y="270"/>
                  </a:lnTo>
                  <a:lnTo>
                    <a:pt x="804" y="248"/>
                  </a:lnTo>
                  <a:lnTo>
                    <a:pt x="825" y="223"/>
                  </a:lnTo>
                  <a:lnTo>
                    <a:pt x="845" y="199"/>
                  </a:lnTo>
                  <a:lnTo>
                    <a:pt x="845" y="199"/>
                  </a:lnTo>
                  <a:lnTo>
                    <a:pt x="871" y="165"/>
                  </a:lnTo>
                  <a:lnTo>
                    <a:pt x="884" y="146"/>
                  </a:lnTo>
                  <a:lnTo>
                    <a:pt x="895" y="127"/>
                  </a:lnTo>
                  <a:lnTo>
                    <a:pt x="905" y="106"/>
                  </a:lnTo>
                  <a:lnTo>
                    <a:pt x="913" y="85"/>
                  </a:lnTo>
                  <a:lnTo>
                    <a:pt x="919" y="64"/>
                  </a:lnTo>
                  <a:lnTo>
                    <a:pt x="920" y="55"/>
                  </a:lnTo>
                  <a:lnTo>
                    <a:pt x="921" y="43"/>
                  </a:lnTo>
                  <a:lnTo>
                    <a:pt x="921" y="43"/>
                  </a:lnTo>
                  <a:lnTo>
                    <a:pt x="921" y="39"/>
                  </a:lnTo>
                  <a:lnTo>
                    <a:pt x="919" y="38"/>
                  </a:lnTo>
                  <a:lnTo>
                    <a:pt x="916" y="36"/>
                  </a:lnTo>
                  <a:lnTo>
                    <a:pt x="913" y="35"/>
                  </a:lnTo>
                  <a:lnTo>
                    <a:pt x="910" y="36"/>
                  </a:lnTo>
                  <a:lnTo>
                    <a:pt x="908" y="38"/>
                  </a:lnTo>
                  <a:lnTo>
                    <a:pt x="906" y="39"/>
                  </a:lnTo>
                  <a:lnTo>
                    <a:pt x="905" y="43"/>
                  </a:lnTo>
                  <a:lnTo>
                    <a:pt x="905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0" name="Freeform 97">
              <a:extLst>
                <a:ext uri="{FF2B5EF4-FFF2-40B4-BE49-F238E27FC236}">
                  <a16:creationId xmlns:a16="http://schemas.microsoft.com/office/drawing/2014/main" id="{AF6398F9-E263-5070-3674-1253A069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77"/>
              <a:ext cx="55" cy="247"/>
            </a:xfrm>
            <a:custGeom>
              <a:avLst/>
              <a:gdLst>
                <a:gd name="T0" fmla="*/ 93 w 110"/>
                <a:gd name="T1" fmla="*/ 6 h 496"/>
                <a:gd name="T2" fmla="*/ 93 w 110"/>
                <a:gd name="T3" fmla="*/ 6 h 496"/>
                <a:gd name="T4" fmla="*/ 73 w 110"/>
                <a:gd name="T5" fmla="*/ 63 h 496"/>
                <a:gd name="T6" fmla="*/ 52 w 110"/>
                <a:gd name="T7" fmla="*/ 120 h 496"/>
                <a:gd name="T8" fmla="*/ 41 w 110"/>
                <a:gd name="T9" fmla="*/ 149 h 496"/>
                <a:gd name="T10" fmla="*/ 32 w 110"/>
                <a:gd name="T11" fmla="*/ 178 h 496"/>
                <a:gd name="T12" fmla="*/ 24 w 110"/>
                <a:gd name="T13" fmla="*/ 208 h 496"/>
                <a:gd name="T14" fmla="*/ 18 w 110"/>
                <a:gd name="T15" fmla="*/ 237 h 496"/>
                <a:gd name="T16" fmla="*/ 18 w 110"/>
                <a:gd name="T17" fmla="*/ 237 h 496"/>
                <a:gd name="T18" fmla="*/ 13 w 110"/>
                <a:gd name="T19" fmla="*/ 269 h 496"/>
                <a:gd name="T20" fmla="*/ 10 w 110"/>
                <a:gd name="T21" fmla="*/ 299 h 496"/>
                <a:gd name="T22" fmla="*/ 7 w 110"/>
                <a:gd name="T23" fmla="*/ 330 h 496"/>
                <a:gd name="T24" fmla="*/ 6 w 110"/>
                <a:gd name="T25" fmla="*/ 362 h 496"/>
                <a:gd name="T26" fmla="*/ 4 w 110"/>
                <a:gd name="T27" fmla="*/ 425 h 496"/>
                <a:gd name="T28" fmla="*/ 3 w 110"/>
                <a:gd name="T29" fmla="*/ 457 h 496"/>
                <a:gd name="T30" fmla="*/ 0 w 110"/>
                <a:gd name="T31" fmla="*/ 487 h 496"/>
                <a:gd name="T32" fmla="*/ 0 w 110"/>
                <a:gd name="T33" fmla="*/ 487 h 496"/>
                <a:gd name="T34" fmla="*/ 2 w 110"/>
                <a:gd name="T35" fmla="*/ 492 h 496"/>
                <a:gd name="T36" fmla="*/ 3 w 110"/>
                <a:gd name="T37" fmla="*/ 493 h 496"/>
                <a:gd name="T38" fmla="*/ 6 w 110"/>
                <a:gd name="T39" fmla="*/ 494 h 496"/>
                <a:gd name="T40" fmla="*/ 9 w 110"/>
                <a:gd name="T41" fmla="*/ 496 h 496"/>
                <a:gd name="T42" fmla="*/ 11 w 110"/>
                <a:gd name="T43" fmla="*/ 494 h 496"/>
                <a:gd name="T44" fmla="*/ 14 w 110"/>
                <a:gd name="T45" fmla="*/ 493 h 496"/>
                <a:gd name="T46" fmla="*/ 17 w 110"/>
                <a:gd name="T47" fmla="*/ 492 h 496"/>
                <a:gd name="T48" fmla="*/ 17 w 110"/>
                <a:gd name="T49" fmla="*/ 487 h 496"/>
                <a:gd name="T50" fmla="*/ 17 w 110"/>
                <a:gd name="T51" fmla="*/ 487 h 496"/>
                <a:gd name="T52" fmla="*/ 20 w 110"/>
                <a:gd name="T53" fmla="*/ 455 h 496"/>
                <a:gd name="T54" fmla="*/ 21 w 110"/>
                <a:gd name="T55" fmla="*/ 423 h 496"/>
                <a:gd name="T56" fmla="*/ 24 w 110"/>
                <a:gd name="T57" fmla="*/ 359 h 496"/>
                <a:gd name="T58" fmla="*/ 25 w 110"/>
                <a:gd name="T59" fmla="*/ 327 h 496"/>
                <a:gd name="T60" fmla="*/ 27 w 110"/>
                <a:gd name="T61" fmla="*/ 295 h 496"/>
                <a:gd name="T62" fmla="*/ 31 w 110"/>
                <a:gd name="T63" fmla="*/ 263 h 496"/>
                <a:gd name="T64" fmla="*/ 35 w 110"/>
                <a:gd name="T65" fmla="*/ 231 h 496"/>
                <a:gd name="T66" fmla="*/ 35 w 110"/>
                <a:gd name="T67" fmla="*/ 231 h 496"/>
                <a:gd name="T68" fmla="*/ 42 w 110"/>
                <a:gd name="T69" fmla="*/ 203 h 496"/>
                <a:gd name="T70" fmla="*/ 50 w 110"/>
                <a:gd name="T71" fmla="*/ 176 h 496"/>
                <a:gd name="T72" fmla="*/ 59 w 110"/>
                <a:gd name="T73" fmla="*/ 148 h 496"/>
                <a:gd name="T74" fmla="*/ 68 w 110"/>
                <a:gd name="T75" fmla="*/ 120 h 496"/>
                <a:gd name="T76" fmla="*/ 110 w 110"/>
                <a:gd name="T77" fmla="*/ 11 h 496"/>
                <a:gd name="T78" fmla="*/ 110 w 110"/>
                <a:gd name="T79" fmla="*/ 11 h 496"/>
                <a:gd name="T80" fmla="*/ 110 w 110"/>
                <a:gd name="T81" fmla="*/ 7 h 496"/>
                <a:gd name="T82" fmla="*/ 109 w 110"/>
                <a:gd name="T83" fmla="*/ 4 h 496"/>
                <a:gd name="T84" fmla="*/ 107 w 110"/>
                <a:gd name="T85" fmla="*/ 2 h 496"/>
                <a:gd name="T86" fmla="*/ 105 w 110"/>
                <a:gd name="T87" fmla="*/ 2 h 496"/>
                <a:gd name="T88" fmla="*/ 102 w 110"/>
                <a:gd name="T89" fmla="*/ 0 h 496"/>
                <a:gd name="T90" fmla="*/ 99 w 110"/>
                <a:gd name="T91" fmla="*/ 2 h 496"/>
                <a:gd name="T92" fmla="*/ 96 w 110"/>
                <a:gd name="T93" fmla="*/ 3 h 496"/>
                <a:gd name="T94" fmla="*/ 93 w 110"/>
                <a:gd name="T95" fmla="*/ 6 h 496"/>
                <a:gd name="T96" fmla="*/ 93 w 110"/>
                <a:gd name="T97" fmla="*/ 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0" h="496">
                  <a:moveTo>
                    <a:pt x="93" y="6"/>
                  </a:moveTo>
                  <a:lnTo>
                    <a:pt x="93" y="6"/>
                  </a:lnTo>
                  <a:lnTo>
                    <a:pt x="73" y="63"/>
                  </a:lnTo>
                  <a:lnTo>
                    <a:pt x="52" y="120"/>
                  </a:lnTo>
                  <a:lnTo>
                    <a:pt x="41" y="149"/>
                  </a:lnTo>
                  <a:lnTo>
                    <a:pt x="32" y="178"/>
                  </a:lnTo>
                  <a:lnTo>
                    <a:pt x="24" y="208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3" y="269"/>
                  </a:lnTo>
                  <a:lnTo>
                    <a:pt x="10" y="299"/>
                  </a:lnTo>
                  <a:lnTo>
                    <a:pt x="7" y="330"/>
                  </a:lnTo>
                  <a:lnTo>
                    <a:pt x="6" y="362"/>
                  </a:lnTo>
                  <a:lnTo>
                    <a:pt x="4" y="425"/>
                  </a:lnTo>
                  <a:lnTo>
                    <a:pt x="3" y="45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6" y="494"/>
                  </a:lnTo>
                  <a:lnTo>
                    <a:pt x="9" y="496"/>
                  </a:lnTo>
                  <a:lnTo>
                    <a:pt x="11" y="494"/>
                  </a:lnTo>
                  <a:lnTo>
                    <a:pt x="14" y="493"/>
                  </a:lnTo>
                  <a:lnTo>
                    <a:pt x="17" y="492"/>
                  </a:lnTo>
                  <a:lnTo>
                    <a:pt x="17" y="487"/>
                  </a:lnTo>
                  <a:lnTo>
                    <a:pt x="17" y="487"/>
                  </a:lnTo>
                  <a:lnTo>
                    <a:pt x="20" y="455"/>
                  </a:lnTo>
                  <a:lnTo>
                    <a:pt x="21" y="423"/>
                  </a:lnTo>
                  <a:lnTo>
                    <a:pt x="24" y="359"/>
                  </a:lnTo>
                  <a:lnTo>
                    <a:pt x="25" y="327"/>
                  </a:lnTo>
                  <a:lnTo>
                    <a:pt x="27" y="295"/>
                  </a:lnTo>
                  <a:lnTo>
                    <a:pt x="31" y="263"/>
                  </a:lnTo>
                  <a:lnTo>
                    <a:pt x="35" y="231"/>
                  </a:lnTo>
                  <a:lnTo>
                    <a:pt x="35" y="231"/>
                  </a:lnTo>
                  <a:lnTo>
                    <a:pt x="42" y="203"/>
                  </a:lnTo>
                  <a:lnTo>
                    <a:pt x="50" y="176"/>
                  </a:lnTo>
                  <a:lnTo>
                    <a:pt x="59" y="148"/>
                  </a:lnTo>
                  <a:lnTo>
                    <a:pt x="68" y="120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0" y="7"/>
                  </a:lnTo>
                  <a:lnTo>
                    <a:pt x="109" y="4"/>
                  </a:lnTo>
                  <a:lnTo>
                    <a:pt x="107" y="2"/>
                  </a:lnTo>
                  <a:lnTo>
                    <a:pt x="105" y="2"/>
                  </a:lnTo>
                  <a:lnTo>
                    <a:pt x="102" y="0"/>
                  </a:lnTo>
                  <a:lnTo>
                    <a:pt x="99" y="2"/>
                  </a:lnTo>
                  <a:lnTo>
                    <a:pt x="96" y="3"/>
                  </a:lnTo>
                  <a:lnTo>
                    <a:pt x="93" y="6"/>
                  </a:lnTo>
                  <a:lnTo>
                    <a:pt x="9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1" name="Freeform 98">
              <a:extLst>
                <a:ext uri="{FF2B5EF4-FFF2-40B4-BE49-F238E27FC236}">
                  <a16:creationId xmlns:a16="http://schemas.microsoft.com/office/drawing/2014/main" id="{ADE906E5-240F-5FD3-CA61-7389D8D4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0" y="1491"/>
              <a:ext cx="176" cy="632"/>
            </a:xfrm>
            <a:custGeom>
              <a:avLst/>
              <a:gdLst>
                <a:gd name="T0" fmla="*/ 0 w 354"/>
                <a:gd name="T1" fmla="*/ 13 h 1264"/>
                <a:gd name="T2" fmla="*/ 75 w 354"/>
                <a:gd name="T3" fmla="*/ 149 h 1264"/>
                <a:gd name="T4" fmla="*/ 149 w 354"/>
                <a:gd name="T5" fmla="*/ 287 h 1264"/>
                <a:gd name="T6" fmla="*/ 199 w 354"/>
                <a:gd name="T7" fmla="*/ 391 h 1264"/>
                <a:gd name="T8" fmla="*/ 228 w 354"/>
                <a:gd name="T9" fmla="*/ 464 h 1264"/>
                <a:gd name="T10" fmla="*/ 255 w 354"/>
                <a:gd name="T11" fmla="*/ 536 h 1264"/>
                <a:gd name="T12" fmla="*/ 266 w 354"/>
                <a:gd name="T13" fmla="*/ 574 h 1264"/>
                <a:gd name="T14" fmla="*/ 287 w 354"/>
                <a:gd name="T15" fmla="*/ 657 h 1264"/>
                <a:gd name="T16" fmla="*/ 302 w 354"/>
                <a:gd name="T17" fmla="*/ 741 h 1264"/>
                <a:gd name="T18" fmla="*/ 315 w 354"/>
                <a:gd name="T19" fmla="*/ 827 h 1264"/>
                <a:gd name="T20" fmla="*/ 331 w 354"/>
                <a:gd name="T21" fmla="*/ 998 h 1264"/>
                <a:gd name="T22" fmla="*/ 337 w 354"/>
                <a:gd name="T23" fmla="*/ 1171 h 1264"/>
                <a:gd name="T24" fmla="*/ 337 w 354"/>
                <a:gd name="T25" fmla="*/ 1256 h 1264"/>
                <a:gd name="T26" fmla="*/ 340 w 354"/>
                <a:gd name="T27" fmla="*/ 1261 h 1264"/>
                <a:gd name="T28" fmla="*/ 345 w 354"/>
                <a:gd name="T29" fmla="*/ 1264 h 1264"/>
                <a:gd name="T30" fmla="*/ 351 w 354"/>
                <a:gd name="T31" fmla="*/ 1261 h 1264"/>
                <a:gd name="T32" fmla="*/ 354 w 354"/>
                <a:gd name="T33" fmla="*/ 1256 h 1264"/>
                <a:gd name="T34" fmla="*/ 354 w 354"/>
                <a:gd name="T35" fmla="*/ 1171 h 1264"/>
                <a:gd name="T36" fmla="*/ 347 w 354"/>
                <a:gd name="T37" fmla="*/ 1001 h 1264"/>
                <a:gd name="T38" fmla="*/ 331 w 354"/>
                <a:gd name="T39" fmla="*/ 830 h 1264"/>
                <a:gd name="T40" fmla="*/ 312 w 354"/>
                <a:gd name="T41" fmla="*/ 705 h 1264"/>
                <a:gd name="T42" fmla="*/ 295 w 354"/>
                <a:gd name="T43" fmla="*/ 621 h 1264"/>
                <a:gd name="T44" fmla="*/ 284 w 354"/>
                <a:gd name="T45" fmla="*/ 579 h 1264"/>
                <a:gd name="T46" fmla="*/ 262 w 354"/>
                <a:gd name="T47" fmla="*/ 503 h 1264"/>
                <a:gd name="T48" fmla="*/ 234 w 354"/>
                <a:gd name="T49" fmla="*/ 429 h 1264"/>
                <a:gd name="T50" fmla="*/ 202 w 354"/>
                <a:gd name="T51" fmla="*/ 355 h 1264"/>
                <a:gd name="T52" fmla="*/ 130 w 354"/>
                <a:gd name="T53" fmla="*/ 213 h 1264"/>
                <a:gd name="T54" fmla="*/ 53 w 354"/>
                <a:gd name="T55" fmla="*/ 74 h 1264"/>
                <a:gd name="T56" fmla="*/ 15 w 354"/>
                <a:gd name="T57" fmla="*/ 4 h 1264"/>
                <a:gd name="T58" fmla="*/ 10 w 354"/>
                <a:gd name="T59" fmla="*/ 0 h 1264"/>
                <a:gd name="T60" fmla="*/ 4 w 354"/>
                <a:gd name="T61" fmla="*/ 1 h 1264"/>
                <a:gd name="T62" fmla="*/ 0 w 354"/>
                <a:gd name="T63" fmla="*/ 6 h 1264"/>
                <a:gd name="T64" fmla="*/ 0 w 354"/>
                <a:gd name="T65" fmla="*/ 13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4" h="1264">
                  <a:moveTo>
                    <a:pt x="0" y="13"/>
                  </a:moveTo>
                  <a:lnTo>
                    <a:pt x="0" y="13"/>
                  </a:lnTo>
                  <a:lnTo>
                    <a:pt x="38" y="81"/>
                  </a:lnTo>
                  <a:lnTo>
                    <a:pt x="75" y="149"/>
                  </a:lnTo>
                  <a:lnTo>
                    <a:pt x="113" y="217"/>
                  </a:lnTo>
                  <a:lnTo>
                    <a:pt x="149" y="287"/>
                  </a:lnTo>
                  <a:lnTo>
                    <a:pt x="182" y="356"/>
                  </a:lnTo>
                  <a:lnTo>
                    <a:pt x="199" y="391"/>
                  </a:lnTo>
                  <a:lnTo>
                    <a:pt x="214" y="428"/>
                  </a:lnTo>
                  <a:lnTo>
                    <a:pt x="228" y="464"/>
                  </a:lnTo>
                  <a:lnTo>
                    <a:pt x="242" y="500"/>
                  </a:lnTo>
                  <a:lnTo>
                    <a:pt x="255" y="536"/>
                  </a:lnTo>
                  <a:lnTo>
                    <a:pt x="266" y="574"/>
                  </a:lnTo>
                  <a:lnTo>
                    <a:pt x="266" y="574"/>
                  </a:lnTo>
                  <a:lnTo>
                    <a:pt x="277" y="615"/>
                  </a:lnTo>
                  <a:lnTo>
                    <a:pt x="287" y="657"/>
                  </a:lnTo>
                  <a:lnTo>
                    <a:pt x="295" y="699"/>
                  </a:lnTo>
                  <a:lnTo>
                    <a:pt x="302" y="741"/>
                  </a:lnTo>
                  <a:lnTo>
                    <a:pt x="309" y="784"/>
                  </a:lnTo>
                  <a:lnTo>
                    <a:pt x="315" y="827"/>
                  </a:lnTo>
                  <a:lnTo>
                    <a:pt x="324" y="912"/>
                  </a:lnTo>
                  <a:lnTo>
                    <a:pt x="331" y="998"/>
                  </a:lnTo>
                  <a:lnTo>
                    <a:pt x="334" y="1085"/>
                  </a:lnTo>
                  <a:lnTo>
                    <a:pt x="337" y="1171"/>
                  </a:lnTo>
                  <a:lnTo>
                    <a:pt x="337" y="1256"/>
                  </a:lnTo>
                  <a:lnTo>
                    <a:pt x="337" y="1256"/>
                  </a:lnTo>
                  <a:lnTo>
                    <a:pt x="338" y="1260"/>
                  </a:lnTo>
                  <a:lnTo>
                    <a:pt x="340" y="1261"/>
                  </a:lnTo>
                  <a:lnTo>
                    <a:pt x="343" y="1263"/>
                  </a:lnTo>
                  <a:lnTo>
                    <a:pt x="345" y="1264"/>
                  </a:lnTo>
                  <a:lnTo>
                    <a:pt x="350" y="1263"/>
                  </a:lnTo>
                  <a:lnTo>
                    <a:pt x="351" y="1261"/>
                  </a:lnTo>
                  <a:lnTo>
                    <a:pt x="354" y="1260"/>
                  </a:lnTo>
                  <a:lnTo>
                    <a:pt x="354" y="1256"/>
                  </a:lnTo>
                  <a:lnTo>
                    <a:pt x="354" y="1256"/>
                  </a:lnTo>
                  <a:lnTo>
                    <a:pt x="354" y="1171"/>
                  </a:lnTo>
                  <a:lnTo>
                    <a:pt x="351" y="1086"/>
                  </a:lnTo>
                  <a:lnTo>
                    <a:pt x="347" y="1001"/>
                  </a:lnTo>
                  <a:lnTo>
                    <a:pt x="341" y="915"/>
                  </a:lnTo>
                  <a:lnTo>
                    <a:pt x="331" y="830"/>
                  </a:lnTo>
                  <a:lnTo>
                    <a:pt x="319" y="746"/>
                  </a:lnTo>
                  <a:lnTo>
                    <a:pt x="312" y="705"/>
                  </a:lnTo>
                  <a:lnTo>
                    <a:pt x="304" y="663"/>
                  </a:lnTo>
                  <a:lnTo>
                    <a:pt x="295" y="621"/>
                  </a:lnTo>
                  <a:lnTo>
                    <a:pt x="284" y="579"/>
                  </a:lnTo>
                  <a:lnTo>
                    <a:pt x="284" y="579"/>
                  </a:lnTo>
                  <a:lnTo>
                    <a:pt x="274" y="540"/>
                  </a:lnTo>
                  <a:lnTo>
                    <a:pt x="262" y="503"/>
                  </a:lnTo>
                  <a:lnTo>
                    <a:pt x="248" y="465"/>
                  </a:lnTo>
                  <a:lnTo>
                    <a:pt x="234" y="429"/>
                  </a:lnTo>
                  <a:lnTo>
                    <a:pt x="219" y="391"/>
                  </a:lnTo>
                  <a:lnTo>
                    <a:pt x="202" y="355"/>
                  </a:lnTo>
                  <a:lnTo>
                    <a:pt x="167" y="284"/>
                  </a:lnTo>
                  <a:lnTo>
                    <a:pt x="130" y="213"/>
                  </a:lnTo>
                  <a:lnTo>
                    <a:pt x="92" y="143"/>
                  </a:lnTo>
                  <a:lnTo>
                    <a:pt x="53" y="7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2" name="Freeform 99">
              <a:extLst>
                <a:ext uri="{FF2B5EF4-FFF2-40B4-BE49-F238E27FC236}">
                  <a16:creationId xmlns:a16="http://schemas.microsoft.com/office/drawing/2014/main" id="{D6F35FEA-A3B2-F629-0057-0A32BFD1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794"/>
              <a:ext cx="88" cy="314"/>
            </a:xfrm>
            <a:custGeom>
              <a:avLst/>
              <a:gdLst>
                <a:gd name="T0" fmla="*/ 126 w 175"/>
                <a:gd name="T1" fmla="*/ 9 h 629"/>
                <a:gd name="T2" fmla="*/ 126 w 175"/>
                <a:gd name="T3" fmla="*/ 9 h 629"/>
                <a:gd name="T4" fmla="*/ 133 w 175"/>
                <a:gd name="T5" fmla="*/ 29 h 629"/>
                <a:gd name="T6" fmla="*/ 139 w 175"/>
                <a:gd name="T7" fmla="*/ 48 h 629"/>
                <a:gd name="T8" fmla="*/ 144 w 175"/>
                <a:gd name="T9" fmla="*/ 68 h 629"/>
                <a:gd name="T10" fmla="*/ 149 w 175"/>
                <a:gd name="T11" fmla="*/ 87 h 629"/>
                <a:gd name="T12" fmla="*/ 156 w 175"/>
                <a:gd name="T13" fmla="*/ 126 h 629"/>
                <a:gd name="T14" fmla="*/ 158 w 175"/>
                <a:gd name="T15" fmla="*/ 167 h 629"/>
                <a:gd name="T16" fmla="*/ 158 w 175"/>
                <a:gd name="T17" fmla="*/ 206 h 629"/>
                <a:gd name="T18" fmla="*/ 156 w 175"/>
                <a:gd name="T19" fmla="*/ 246 h 629"/>
                <a:gd name="T20" fmla="*/ 150 w 175"/>
                <a:gd name="T21" fmla="*/ 286 h 629"/>
                <a:gd name="T22" fmla="*/ 142 w 175"/>
                <a:gd name="T23" fmla="*/ 325 h 629"/>
                <a:gd name="T24" fmla="*/ 132 w 175"/>
                <a:gd name="T25" fmla="*/ 366 h 629"/>
                <a:gd name="T26" fmla="*/ 119 w 175"/>
                <a:gd name="T27" fmla="*/ 403 h 629"/>
                <a:gd name="T28" fmla="*/ 104 w 175"/>
                <a:gd name="T29" fmla="*/ 442 h 629"/>
                <a:gd name="T30" fmla="*/ 87 w 175"/>
                <a:gd name="T31" fmla="*/ 479 h 629"/>
                <a:gd name="T32" fmla="*/ 68 w 175"/>
                <a:gd name="T33" fmla="*/ 515 h 629"/>
                <a:gd name="T34" fmla="*/ 47 w 175"/>
                <a:gd name="T35" fmla="*/ 550 h 629"/>
                <a:gd name="T36" fmla="*/ 26 w 175"/>
                <a:gd name="T37" fmla="*/ 583 h 629"/>
                <a:gd name="T38" fmla="*/ 2 w 175"/>
                <a:gd name="T39" fmla="*/ 614 h 629"/>
                <a:gd name="T40" fmla="*/ 2 w 175"/>
                <a:gd name="T41" fmla="*/ 614 h 629"/>
                <a:gd name="T42" fmla="*/ 1 w 175"/>
                <a:gd name="T43" fmla="*/ 618 h 629"/>
                <a:gd name="T44" fmla="*/ 0 w 175"/>
                <a:gd name="T45" fmla="*/ 621 h 629"/>
                <a:gd name="T46" fmla="*/ 1 w 175"/>
                <a:gd name="T47" fmla="*/ 623 h 629"/>
                <a:gd name="T48" fmla="*/ 2 w 175"/>
                <a:gd name="T49" fmla="*/ 626 h 629"/>
                <a:gd name="T50" fmla="*/ 5 w 175"/>
                <a:gd name="T51" fmla="*/ 628 h 629"/>
                <a:gd name="T52" fmla="*/ 8 w 175"/>
                <a:gd name="T53" fmla="*/ 629 h 629"/>
                <a:gd name="T54" fmla="*/ 11 w 175"/>
                <a:gd name="T55" fmla="*/ 629 h 629"/>
                <a:gd name="T56" fmla="*/ 14 w 175"/>
                <a:gd name="T57" fmla="*/ 626 h 629"/>
                <a:gd name="T58" fmla="*/ 14 w 175"/>
                <a:gd name="T59" fmla="*/ 626 h 629"/>
                <a:gd name="T60" fmla="*/ 39 w 175"/>
                <a:gd name="T61" fmla="*/ 594 h 629"/>
                <a:gd name="T62" fmla="*/ 61 w 175"/>
                <a:gd name="T63" fmla="*/ 559 h 629"/>
                <a:gd name="T64" fmla="*/ 82 w 175"/>
                <a:gd name="T65" fmla="*/ 525 h 629"/>
                <a:gd name="T66" fmla="*/ 101 w 175"/>
                <a:gd name="T67" fmla="*/ 487 h 629"/>
                <a:gd name="T68" fmla="*/ 118 w 175"/>
                <a:gd name="T69" fmla="*/ 449 h 629"/>
                <a:gd name="T70" fmla="*/ 135 w 175"/>
                <a:gd name="T71" fmla="*/ 410 h 629"/>
                <a:gd name="T72" fmla="*/ 147 w 175"/>
                <a:gd name="T73" fmla="*/ 370 h 629"/>
                <a:gd name="T74" fmla="*/ 158 w 175"/>
                <a:gd name="T75" fmla="*/ 330 h 629"/>
                <a:gd name="T76" fmla="*/ 167 w 175"/>
                <a:gd name="T77" fmla="*/ 289 h 629"/>
                <a:gd name="T78" fmla="*/ 172 w 175"/>
                <a:gd name="T79" fmla="*/ 249 h 629"/>
                <a:gd name="T80" fmla="*/ 175 w 175"/>
                <a:gd name="T81" fmla="*/ 207 h 629"/>
                <a:gd name="T82" fmla="*/ 175 w 175"/>
                <a:gd name="T83" fmla="*/ 167 h 629"/>
                <a:gd name="T84" fmla="*/ 172 w 175"/>
                <a:gd name="T85" fmla="*/ 125 h 629"/>
                <a:gd name="T86" fmla="*/ 170 w 175"/>
                <a:gd name="T87" fmla="*/ 106 h 629"/>
                <a:gd name="T88" fmla="*/ 165 w 175"/>
                <a:gd name="T89" fmla="*/ 85 h 629"/>
                <a:gd name="T90" fmla="*/ 161 w 175"/>
                <a:gd name="T91" fmla="*/ 65 h 629"/>
                <a:gd name="T92" fmla="*/ 156 w 175"/>
                <a:gd name="T93" fmla="*/ 44 h 629"/>
                <a:gd name="T94" fmla="*/ 150 w 175"/>
                <a:gd name="T95" fmla="*/ 25 h 629"/>
                <a:gd name="T96" fmla="*/ 142 w 175"/>
                <a:gd name="T97" fmla="*/ 5 h 629"/>
                <a:gd name="T98" fmla="*/ 142 w 175"/>
                <a:gd name="T99" fmla="*/ 5 h 629"/>
                <a:gd name="T100" fmla="*/ 140 w 175"/>
                <a:gd name="T101" fmla="*/ 2 h 629"/>
                <a:gd name="T102" fmla="*/ 138 w 175"/>
                <a:gd name="T103" fmla="*/ 1 h 629"/>
                <a:gd name="T104" fmla="*/ 135 w 175"/>
                <a:gd name="T105" fmla="*/ 0 h 629"/>
                <a:gd name="T106" fmla="*/ 132 w 175"/>
                <a:gd name="T107" fmla="*/ 0 h 629"/>
                <a:gd name="T108" fmla="*/ 129 w 175"/>
                <a:gd name="T109" fmla="*/ 1 h 629"/>
                <a:gd name="T110" fmla="*/ 126 w 175"/>
                <a:gd name="T111" fmla="*/ 4 h 629"/>
                <a:gd name="T112" fmla="*/ 125 w 175"/>
                <a:gd name="T113" fmla="*/ 7 h 629"/>
                <a:gd name="T114" fmla="*/ 126 w 175"/>
                <a:gd name="T115" fmla="*/ 9 h 629"/>
                <a:gd name="T116" fmla="*/ 126 w 175"/>
                <a:gd name="T117" fmla="*/ 9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" h="629">
                  <a:moveTo>
                    <a:pt x="126" y="9"/>
                  </a:moveTo>
                  <a:lnTo>
                    <a:pt x="126" y="9"/>
                  </a:lnTo>
                  <a:lnTo>
                    <a:pt x="133" y="29"/>
                  </a:lnTo>
                  <a:lnTo>
                    <a:pt x="139" y="48"/>
                  </a:lnTo>
                  <a:lnTo>
                    <a:pt x="144" y="68"/>
                  </a:lnTo>
                  <a:lnTo>
                    <a:pt x="149" y="87"/>
                  </a:lnTo>
                  <a:lnTo>
                    <a:pt x="156" y="126"/>
                  </a:lnTo>
                  <a:lnTo>
                    <a:pt x="158" y="167"/>
                  </a:lnTo>
                  <a:lnTo>
                    <a:pt x="158" y="206"/>
                  </a:lnTo>
                  <a:lnTo>
                    <a:pt x="156" y="246"/>
                  </a:lnTo>
                  <a:lnTo>
                    <a:pt x="150" y="286"/>
                  </a:lnTo>
                  <a:lnTo>
                    <a:pt x="142" y="325"/>
                  </a:lnTo>
                  <a:lnTo>
                    <a:pt x="132" y="366"/>
                  </a:lnTo>
                  <a:lnTo>
                    <a:pt x="119" y="403"/>
                  </a:lnTo>
                  <a:lnTo>
                    <a:pt x="104" y="442"/>
                  </a:lnTo>
                  <a:lnTo>
                    <a:pt x="87" y="479"/>
                  </a:lnTo>
                  <a:lnTo>
                    <a:pt x="68" y="515"/>
                  </a:lnTo>
                  <a:lnTo>
                    <a:pt x="47" y="550"/>
                  </a:lnTo>
                  <a:lnTo>
                    <a:pt x="26" y="583"/>
                  </a:lnTo>
                  <a:lnTo>
                    <a:pt x="2" y="614"/>
                  </a:lnTo>
                  <a:lnTo>
                    <a:pt x="2" y="614"/>
                  </a:lnTo>
                  <a:lnTo>
                    <a:pt x="1" y="618"/>
                  </a:lnTo>
                  <a:lnTo>
                    <a:pt x="0" y="621"/>
                  </a:lnTo>
                  <a:lnTo>
                    <a:pt x="1" y="623"/>
                  </a:lnTo>
                  <a:lnTo>
                    <a:pt x="2" y="626"/>
                  </a:lnTo>
                  <a:lnTo>
                    <a:pt x="5" y="628"/>
                  </a:lnTo>
                  <a:lnTo>
                    <a:pt x="8" y="629"/>
                  </a:lnTo>
                  <a:lnTo>
                    <a:pt x="11" y="629"/>
                  </a:lnTo>
                  <a:lnTo>
                    <a:pt x="14" y="626"/>
                  </a:lnTo>
                  <a:lnTo>
                    <a:pt x="14" y="626"/>
                  </a:lnTo>
                  <a:lnTo>
                    <a:pt x="39" y="594"/>
                  </a:lnTo>
                  <a:lnTo>
                    <a:pt x="61" y="559"/>
                  </a:lnTo>
                  <a:lnTo>
                    <a:pt x="82" y="525"/>
                  </a:lnTo>
                  <a:lnTo>
                    <a:pt x="101" y="487"/>
                  </a:lnTo>
                  <a:lnTo>
                    <a:pt x="118" y="449"/>
                  </a:lnTo>
                  <a:lnTo>
                    <a:pt x="135" y="410"/>
                  </a:lnTo>
                  <a:lnTo>
                    <a:pt x="147" y="370"/>
                  </a:lnTo>
                  <a:lnTo>
                    <a:pt x="158" y="330"/>
                  </a:lnTo>
                  <a:lnTo>
                    <a:pt x="167" y="289"/>
                  </a:lnTo>
                  <a:lnTo>
                    <a:pt x="172" y="249"/>
                  </a:lnTo>
                  <a:lnTo>
                    <a:pt x="175" y="207"/>
                  </a:lnTo>
                  <a:lnTo>
                    <a:pt x="175" y="167"/>
                  </a:lnTo>
                  <a:lnTo>
                    <a:pt x="172" y="125"/>
                  </a:lnTo>
                  <a:lnTo>
                    <a:pt x="170" y="106"/>
                  </a:lnTo>
                  <a:lnTo>
                    <a:pt x="165" y="85"/>
                  </a:lnTo>
                  <a:lnTo>
                    <a:pt x="161" y="65"/>
                  </a:lnTo>
                  <a:lnTo>
                    <a:pt x="156" y="44"/>
                  </a:lnTo>
                  <a:lnTo>
                    <a:pt x="150" y="25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0" y="2"/>
                  </a:lnTo>
                  <a:lnTo>
                    <a:pt x="138" y="1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129" y="1"/>
                  </a:lnTo>
                  <a:lnTo>
                    <a:pt x="126" y="4"/>
                  </a:lnTo>
                  <a:lnTo>
                    <a:pt x="125" y="7"/>
                  </a:lnTo>
                  <a:lnTo>
                    <a:pt x="126" y="9"/>
                  </a:lnTo>
                  <a:lnTo>
                    <a:pt x="12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103" name="Freeform 100">
              <a:extLst>
                <a:ext uri="{FF2B5EF4-FFF2-40B4-BE49-F238E27FC236}">
                  <a16:creationId xmlns:a16="http://schemas.microsoft.com/office/drawing/2014/main" id="{9960D53E-31CC-B2E7-2B5A-C628121F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883"/>
              <a:ext cx="41" cy="388"/>
            </a:xfrm>
            <a:custGeom>
              <a:avLst/>
              <a:gdLst>
                <a:gd name="T0" fmla="*/ 62 w 82"/>
                <a:gd name="T1" fmla="*/ 6 h 777"/>
                <a:gd name="T2" fmla="*/ 62 w 82"/>
                <a:gd name="T3" fmla="*/ 6 h 777"/>
                <a:gd name="T4" fmla="*/ 49 w 82"/>
                <a:gd name="T5" fmla="*/ 53 h 777"/>
                <a:gd name="T6" fmla="*/ 36 w 82"/>
                <a:gd name="T7" fmla="*/ 101 h 777"/>
                <a:gd name="T8" fmla="*/ 25 w 82"/>
                <a:gd name="T9" fmla="*/ 148 h 777"/>
                <a:gd name="T10" fmla="*/ 16 w 82"/>
                <a:gd name="T11" fmla="*/ 197 h 777"/>
                <a:gd name="T12" fmla="*/ 10 w 82"/>
                <a:gd name="T13" fmla="*/ 244 h 777"/>
                <a:gd name="T14" fmla="*/ 4 w 82"/>
                <a:gd name="T15" fmla="*/ 293 h 777"/>
                <a:gd name="T16" fmla="*/ 1 w 82"/>
                <a:gd name="T17" fmla="*/ 340 h 777"/>
                <a:gd name="T18" fmla="*/ 0 w 82"/>
                <a:gd name="T19" fmla="*/ 389 h 777"/>
                <a:gd name="T20" fmla="*/ 1 w 82"/>
                <a:gd name="T21" fmla="*/ 437 h 777"/>
                <a:gd name="T22" fmla="*/ 4 w 82"/>
                <a:gd name="T23" fmla="*/ 485 h 777"/>
                <a:gd name="T24" fmla="*/ 10 w 82"/>
                <a:gd name="T25" fmla="*/ 534 h 777"/>
                <a:gd name="T26" fmla="*/ 16 w 82"/>
                <a:gd name="T27" fmla="*/ 581 h 777"/>
                <a:gd name="T28" fmla="*/ 25 w 82"/>
                <a:gd name="T29" fmla="*/ 630 h 777"/>
                <a:gd name="T30" fmla="*/ 36 w 82"/>
                <a:gd name="T31" fmla="*/ 677 h 777"/>
                <a:gd name="T32" fmla="*/ 50 w 82"/>
                <a:gd name="T33" fmla="*/ 724 h 777"/>
                <a:gd name="T34" fmla="*/ 67 w 82"/>
                <a:gd name="T35" fmla="*/ 772 h 777"/>
                <a:gd name="T36" fmla="*/ 67 w 82"/>
                <a:gd name="T37" fmla="*/ 772 h 777"/>
                <a:gd name="T38" fmla="*/ 68 w 82"/>
                <a:gd name="T39" fmla="*/ 774 h 777"/>
                <a:gd name="T40" fmla="*/ 71 w 82"/>
                <a:gd name="T41" fmla="*/ 776 h 777"/>
                <a:gd name="T42" fmla="*/ 74 w 82"/>
                <a:gd name="T43" fmla="*/ 777 h 777"/>
                <a:gd name="T44" fmla="*/ 76 w 82"/>
                <a:gd name="T45" fmla="*/ 776 h 777"/>
                <a:gd name="T46" fmla="*/ 79 w 82"/>
                <a:gd name="T47" fmla="*/ 776 h 777"/>
                <a:gd name="T48" fmla="*/ 82 w 82"/>
                <a:gd name="T49" fmla="*/ 773 h 777"/>
                <a:gd name="T50" fmla="*/ 82 w 82"/>
                <a:gd name="T51" fmla="*/ 770 h 777"/>
                <a:gd name="T52" fmla="*/ 82 w 82"/>
                <a:gd name="T53" fmla="*/ 766 h 777"/>
                <a:gd name="T54" fmla="*/ 82 w 82"/>
                <a:gd name="T55" fmla="*/ 766 h 777"/>
                <a:gd name="T56" fmla="*/ 67 w 82"/>
                <a:gd name="T57" fmla="*/ 720 h 777"/>
                <a:gd name="T58" fmla="*/ 53 w 82"/>
                <a:gd name="T59" fmla="*/ 673 h 777"/>
                <a:gd name="T60" fmla="*/ 42 w 82"/>
                <a:gd name="T61" fmla="*/ 627 h 777"/>
                <a:gd name="T62" fmla="*/ 33 w 82"/>
                <a:gd name="T63" fmla="*/ 579 h 777"/>
                <a:gd name="T64" fmla="*/ 26 w 82"/>
                <a:gd name="T65" fmla="*/ 532 h 777"/>
                <a:gd name="T66" fmla="*/ 21 w 82"/>
                <a:gd name="T67" fmla="*/ 485 h 777"/>
                <a:gd name="T68" fmla="*/ 18 w 82"/>
                <a:gd name="T69" fmla="*/ 436 h 777"/>
                <a:gd name="T70" fmla="*/ 16 w 82"/>
                <a:gd name="T71" fmla="*/ 389 h 777"/>
                <a:gd name="T72" fmla="*/ 18 w 82"/>
                <a:gd name="T73" fmla="*/ 341 h 777"/>
                <a:gd name="T74" fmla="*/ 21 w 82"/>
                <a:gd name="T75" fmla="*/ 294 h 777"/>
                <a:gd name="T76" fmla="*/ 26 w 82"/>
                <a:gd name="T77" fmla="*/ 245 h 777"/>
                <a:gd name="T78" fmla="*/ 33 w 82"/>
                <a:gd name="T79" fmla="*/ 198 h 777"/>
                <a:gd name="T80" fmla="*/ 42 w 82"/>
                <a:gd name="T81" fmla="*/ 151 h 777"/>
                <a:gd name="T82" fmla="*/ 53 w 82"/>
                <a:gd name="T83" fmla="*/ 103 h 777"/>
                <a:gd name="T84" fmla="*/ 64 w 82"/>
                <a:gd name="T85" fmla="*/ 56 h 777"/>
                <a:gd name="T86" fmla="*/ 78 w 82"/>
                <a:gd name="T87" fmla="*/ 10 h 777"/>
                <a:gd name="T88" fmla="*/ 78 w 82"/>
                <a:gd name="T89" fmla="*/ 10 h 777"/>
                <a:gd name="T90" fmla="*/ 79 w 82"/>
                <a:gd name="T91" fmla="*/ 6 h 777"/>
                <a:gd name="T92" fmla="*/ 78 w 82"/>
                <a:gd name="T93" fmla="*/ 3 h 777"/>
                <a:gd name="T94" fmla="*/ 75 w 82"/>
                <a:gd name="T95" fmla="*/ 2 h 777"/>
                <a:gd name="T96" fmla="*/ 72 w 82"/>
                <a:gd name="T97" fmla="*/ 0 h 777"/>
                <a:gd name="T98" fmla="*/ 69 w 82"/>
                <a:gd name="T99" fmla="*/ 0 h 777"/>
                <a:gd name="T100" fmla="*/ 67 w 82"/>
                <a:gd name="T101" fmla="*/ 0 h 777"/>
                <a:gd name="T102" fmla="*/ 64 w 82"/>
                <a:gd name="T103" fmla="*/ 2 h 777"/>
                <a:gd name="T104" fmla="*/ 62 w 82"/>
                <a:gd name="T105" fmla="*/ 6 h 777"/>
                <a:gd name="T106" fmla="*/ 62 w 82"/>
                <a:gd name="T107" fmla="*/ 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777">
                  <a:moveTo>
                    <a:pt x="62" y="6"/>
                  </a:moveTo>
                  <a:lnTo>
                    <a:pt x="62" y="6"/>
                  </a:lnTo>
                  <a:lnTo>
                    <a:pt x="49" y="53"/>
                  </a:lnTo>
                  <a:lnTo>
                    <a:pt x="36" y="101"/>
                  </a:lnTo>
                  <a:lnTo>
                    <a:pt x="25" y="148"/>
                  </a:lnTo>
                  <a:lnTo>
                    <a:pt x="16" y="197"/>
                  </a:lnTo>
                  <a:lnTo>
                    <a:pt x="10" y="244"/>
                  </a:lnTo>
                  <a:lnTo>
                    <a:pt x="4" y="293"/>
                  </a:lnTo>
                  <a:lnTo>
                    <a:pt x="1" y="340"/>
                  </a:lnTo>
                  <a:lnTo>
                    <a:pt x="0" y="389"/>
                  </a:lnTo>
                  <a:lnTo>
                    <a:pt x="1" y="437"/>
                  </a:lnTo>
                  <a:lnTo>
                    <a:pt x="4" y="485"/>
                  </a:lnTo>
                  <a:lnTo>
                    <a:pt x="10" y="534"/>
                  </a:lnTo>
                  <a:lnTo>
                    <a:pt x="16" y="581"/>
                  </a:lnTo>
                  <a:lnTo>
                    <a:pt x="25" y="630"/>
                  </a:lnTo>
                  <a:lnTo>
                    <a:pt x="36" y="677"/>
                  </a:lnTo>
                  <a:lnTo>
                    <a:pt x="50" y="724"/>
                  </a:lnTo>
                  <a:lnTo>
                    <a:pt x="67" y="772"/>
                  </a:lnTo>
                  <a:lnTo>
                    <a:pt x="67" y="772"/>
                  </a:lnTo>
                  <a:lnTo>
                    <a:pt x="68" y="774"/>
                  </a:lnTo>
                  <a:lnTo>
                    <a:pt x="71" y="776"/>
                  </a:lnTo>
                  <a:lnTo>
                    <a:pt x="74" y="777"/>
                  </a:lnTo>
                  <a:lnTo>
                    <a:pt x="76" y="776"/>
                  </a:lnTo>
                  <a:lnTo>
                    <a:pt x="79" y="776"/>
                  </a:lnTo>
                  <a:lnTo>
                    <a:pt x="82" y="773"/>
                  </a:lnTo>
                  <a:lnTo>
                    <a:pt x="82" y="770"/>
                  </a:lnTo>
                  <a:lnTo>
                    <a:pt x="82" y="766"/>
                  </a:lnTo>
                  <a:lnTo>
                    <a:pt x="82" y="766"/>
                  </a:lnTo>
                  <a:lnTo>
                    <a:pt x="67" y="720"/>
                  </a:lnTo>
                  <a:lnTo>
                    <a:pt x="53" y="673"/>
                  </a:lnTo>
                  <a:lnTo>
                    <a:pt x="42" y="627"/>
                  </a:lnTo>
                  <a:lnTo>
                    <a:pt x="33" y="579"/>
                  </a:lnTo>
                  <a:lnTo>
                    <a:pt x="26" y="532"/>
                  </a:lnTo>
                  <a:lnTo>
                    <a:pt x="21" y="485"/>
                  </a:lnTo>
                  <a:lnTo>
                    <a:pt x="18" y="436"/>
                  </a:lnTo>
                  <a:lnTo>
                    <a:pt x="16" y="389"/>
                  </a:lnTo>
                  <a:lnTo>
                    <a:pt x="18" y="341"/>
                  </a:lnTo>
                  <a:lnTo>
                    <a:pt x="21" y="294"/>
                  </a:lnTo>
                  <a:lnTo>
                    <a:pt x="26" y="245"/>
                  </a:lnTo>
                  <a:lnTo>
                    <a:pt x="33" y="198"/>
                  </a:lnTo>
                  <a:lnTo>
                    <a:pt x="42" y="151"/>
                  </a:lnTo>
                  <a:lnTo>
                    <a:pt x="53" y="103"/>
                  </a:lnTo>
                  <a:lnTo>
                    <a:pt x="64" y="56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79" y="6"/>
                  </a:lnTo>
                  <a:lnTo>
                    <a:pt x="78" y="3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2"/>
                  </a:lnTo>
                  <a:lnTo>
                    <a:pt x="62" y="6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E5C23616-174B-3AF7-F0B4-039C9DE46549}"/>
              </a:ext>
            </a:extLst>
          </p:cNvPr>
          <p:cNvSpPr txBox="1"/>
          <p:nvPr/>
        </p:nvSpPr>
        <p:spPr>
          <a:xfrm>
            <a:off x="506514" y="2170844"/>
            <a:ext cx="457444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603500" algn="l"/>
              </a:tabLst>
              <a:defRPr/>
            </a:pPr>
            <a:r>
              <a:rPr lang="en-US" altLang="ko-KR" sz="6600" i="1" kern="0" dirty="0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Thank you.</a:t>
            </a:r>
            <a:endParaRPr kumimoji="0" lang="en-US" altLang="ko-KR" sz="6600" b="0" i="1" u="none" strike="noStrike" kern="0" cap="none" spc="0" normalizeH="0" baseline="0" noProof="0" dirty="0">
              <a:ln w="9525">
                <a:noFill/>
              </a:ln>
              <a:solidFill>
                <a:prstClr val="white"/>
              </a:solidFill>
              <a:effectLst/>
              <a:uLnTx/>
              <a:uFillTx/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603500" algn="l"/>
              </a:tabLst>
              <a:defRPr/>
            </a:pPr>
            <a:r>
              <a:rPr lang="ko-KR" altLang="en-US" sz="2400" kern="0" dirty="0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</a:t>
            </a:r>
            <a:r>
              <a:rPr lang="ko-KR" altLang="en-US" sz="2400" kern="0" dirty="0" err="1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들어주셔서</a:t>
            </a:r>
            <a:r>
              <a:rPr lang="ko-KR" altLang="en-US" sz="2400" kern="0" dirty="0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감사합니다</a:t>
            </a:r>
            <a:r>
              <a:rPr lang="en-US" altLang="ko-KR" sz="2400" kern="0" dirty="0">
                <a:ln w="9525">
                  <a:noFill/>
                </a:ln>
                <a:solidFill>
                  <a:prstClr val="white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.</a:t>
            </a:r>
            <a:endParaRPr kumimoji="0" lang="en-US" altLang="ko-KR" sz="2400" b="0" i="0" u="none" strike="noStrike" kern="0" cap="none" spc="0" normalizeH="0" baseline="0" noProof="0" dirty="0">
              <a:ln w="9525">
                <a:noFill/>
              </a:ln>
              <a:solidFill>
                <a:prstClr val="white"/>
              </a:solidFill>
              <a:effectLst/>
              <a:uLnTx/>
              <a:uFillTx/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EECB0792-B069-B15D-9C93-5605BB5E8925}"/>
              </a:ext>
            </a:extLst>
          </p:cNvPr>
          <p:cNvSpPr/>
          <p:nvPr/>
        </p:nvSpPr>
        <p:spPr>
          <a:xfrm>
            <a:off x="687669" y="3864634"/>
            <a:ext cx="2806029" cy="36432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noFill/>
          </a:ln>
          <a:effectLst>
            <a:outerShdw dist="88900" dir="2700000" algn="tl" rotWithShape="0">
              <a:schemeClr val="tx1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Team.2</a:t>
            </a:r>
            <a:r>
              <a:rPr lang="ko-KR" altLang="en-US" sz="1400" b="1" dirty="0" err="1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학기때</a:t>
            </a:r>
            <a:r>
              <a:rPr lang="ko-KR" altLang="en-US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</a:t>
            </a:r>
            <a:r>
              <a:rPr lang="ko-KR" altLang="en-US" sz="1400" b="1" dirty="0" err="1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한명</a:t>
            </a:r>
            <a:r>
              <a:rPr lang="ko-KR" altLang="en-US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사라짐</a:t>
            </a:r>
            <a:r>
              <a:rPr lang="en-US" altLang="ko-KR" sz="1400" b="1" dirty="0">
                <a:solidFill>
                  <a:schemeClr val="tx1"/>
                </a:solidFill>
                <a:latin typeface="BM HANNA 11yrs old OTF" panose="020B0600000101010101" pitchFamily="34" charset="-127"/>
                <a:ea typeface="BM HANNA 11yrs old OTF" panose="020B0600000101010101" pitchFamily="34" charset="-127"/>
              </a:rPr>
              <a:t> 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BM HANNA 11yrs old OTF" panose="020B0600000101010101" pitchFamily="34" charset="-127"/>
              <a:ea typeface="BM HANNA 11yrs old OTF" panose="020B06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88984960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650</TotalTime>
  <Words>216</Words>
  <Application>Microsoft Office PowerPoint</Application>
  <PresentationFormat>와이드스크린</PresentationFormat>
  <Paragraphs>71</Paragraphs>
  <Slides>15</Slides>
  <Notes>1</Notes>
  <HiddenSlides>0</HiddenSlides>
  <MMClips>2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15</vt:i4>
      </vt:variant>
    </vt:vector>
  </HeadingPairs>
  <TitlesOfParts>
    <vt:vector size="20" baseType="lpstr">
      <vt:lpstr>BM HANNA 11yrs old OTF</vt:lpstr>
      <vt:lpstr>BM JUA OTF</vt:lpstr>
      <vt:lpstr>맑은 고딕</vt:lpstr>
      <vt:lpstr>Arial</vt:lpstr>
      <vt:lpstr>1_Office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현석 조</dc:creator>
  <cp:lastModifiedBy>현우 권</cp:lastModifiedBy>
  <cp:revision>22</cp:revision>
  <dcterms:created xsi:type="dcterms:W3CDTF">2025-03-27T01:50:55Z</dcterms:created>
  <dcterms:modified xsi:type="dcterms:W3CDTF">2025-11-11T10:25:44Z</dcterms:modified>
</cp:coreProperties>
</file>